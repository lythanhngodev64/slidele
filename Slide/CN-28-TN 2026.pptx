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0" roundtripDataSignature="AMtx7mjICRuFqZm/p448lqSphqEs/7N3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250" Type="http://customschemas.google.com/relationships/presentationmetadata" Target="metadata"/><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249" Type="http://schemas.openxmlformats.org/officeDocument/2006/relationships/slide" Target="slides/slide244.xml"/><Relationship Id="rId127" Type="http://schemas.openxmlformats.org/officeDocument/2006/relationships/slide" Target="slides/slide122.xml"/><Relationship Id="rId248" Type="http://schemas.openxmlformats.org/officeDocument/2006/relationships/slide" Target="slides/slide243.xml"/><Relationship Id="rId126" Type="http://schemas.openxmlformats.org/officeDocument/2006/relationships/slide" Target="slides/slide121.xml"/><Relationship Id="rId247" Type="http://schemas.openxmlformats.org/officeDocument/2006/relationships/slide" Target="slides/slide242.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schemas.openxmlformats.org/officeDocument/2006/relationships/slide" Target="slides/slide241.xml"/><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Calibri"/>
                <a:ea typeface="Calibri"/>
                <a:cs typeface="Calibri"/>
                <a:sym typeface="Calibri"/>
              </a:rPr>
              <a:t>‹#›</a:t>
            </a:fld>
            <a:endParaRPr b="0" i="0" spc="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h1f1bebaa2579bd84_0_2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h1f1bebaa2579bd84_0_2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1f1bebaa2579bd8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h1f1bebaa2579bd8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1f1bebaa2579bd84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1f1bebaa2579bd84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1f1bebaa2579bd84_0_2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1f1bebaa2579bd84_0_2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h1f1bebaa2579bd84_0_2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h1f1bebaa2579bd84_0_2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h1f1bebaa2579bd84_0_2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h1f1bebaa2579bd84_0_2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h1f1bebaa2579bd84_0_2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h1f1bebaa2579bd84_0_2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h1f1bebaa2579bd84_0_2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h1f1bebaa2579bd84_0_2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h1f1bebaa2579bd84_0_2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h1f1bebaa2579bd84_0_2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h1f1bebaa2579bd84_0_2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h1f1bebaa2579bd84_0_2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h1f1bebaa2579bd84_0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h1f1bebaa2579bd84_0_2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h1f1bebaa2579bd84_0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h1f1bebaa2579bd84_0_2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h1f1bebaa2579bd84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h1f1bebaa2579bd84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h1f1bebaa2579bd84_0_2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h1f1bebaa2579bd84_0_2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h1f1bebaa2579bd84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h1f1bebaa2579bd84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h1f1bebaa2579bd84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h1f1bebaa2579bd84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h1f1bebaa2579bd84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h1f1bebaa2579bd84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h1f1bebaa2579bd84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h1f1bebaa2579bd84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h1f1bebaa2579bd84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h1f1bebaa2579bd84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h1f1bebaa2579bd84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h1f1bebaa2579bd84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h1f1bebaa2579bd84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h1f1bebaa2579bd84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h1f1bebaa2579bd84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h1f1bebaa2579bd84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h1f1bebaa2579bd84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h1f1bebaa2579bd84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h1f1bebaa2579bd84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h1f1bebaa2579bd84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h1f1bebaa2579bd84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h1f1bebaa2579bd84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h1f1bebaa2579bd84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h1f1bebaa2579bd84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h1f1bebaa2579bd84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h1f1bebaa2579bd84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h1f1bebaa2579bd8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h1f1bebaa2579bd8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h1f1bebaa2579bd84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h1f1bebaa2579bd84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h1f1bebaa2579bd84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h1f1bebaa2579bd84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h1f1bebaa2579bd84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h1f1bebaa2579bd84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h1f1bebaa2579bd84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h1f1bebaa2579bd84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h1f1bebaa2579bd84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h1f1bebaa2579bd84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h1f1bebaa2579bd84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h1f1bebaa2579bd84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h1f1bebaa2579bd84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h1f1bebaa2579bd84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h1f1bebaa2579bd84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h1f1bebaa2579bd84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h1f1bebaa2579bd84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h1f1bebaa2579bd84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5" name="Google Shape;114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0" name="Google Shape;115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5" name="Google Shape;115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h2804c67a31022ed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0" name="Google Shape;1160;h2804c67a31022ed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h1d72e0b711e8a63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h1d72e0b711e8a63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h1d72e0b711e8a63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h1d72e0b711e8a63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h1d72e0b711e8a63f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h1d72e0b711e8a63f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h1d72e0b711e8a63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h1d72e0b711e8a63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h1d72e0b711e8a63f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h1d72e0b711e8a63f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h1d72e0b711e8a63f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h1d72e0b711e8a63f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h1d72e0b711e8a63f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h1d72e0b711e8a63f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h1f1bebaa2579bd84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h1f1bebaa2579bd84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h1f1bebaa2579bd84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h1f1bebaa2579bd84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h1f1bebaa2579bd84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h1f1bebaa2579bd84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h1f1bebaa2579bd84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h1f1bebaa2579bd84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h1f1bebaa2579bd84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h1f1bebaa2579bd84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h1f1bebaa2579bd84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h1f1bebaa2579bd84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h1f1bebaa2579bd84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h1f1bebaa2579bd84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h1f1bebaa2579bd84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h1f1bebaa2579bd84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h1f1bebaa2579bd84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h1f1bebaa2579bd84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h1f1bebaa2579bd84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h1f1bebaa2579bd84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h1f1bebaa2579bd84_0_2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h1f1bebaa2579bd84_0_2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h1f1bebaa2579bd84_0_2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h1f1bebaa2579bd84_0_2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6" name="Google Shape;1266;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1" name="Google Shape;1271;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6" name="Google Shape;1276;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h1f1bebaa2579bd84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1" name="Google Shape;1281;h1f1bebaa2579bd84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h1f1bebaa2579bd84_0_2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6" name="Google Shape;1286;h1f1bebaa2579bd84_0_2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6" name="Google Shape;1296;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h1f1bebaa2579bd84_0_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1" name="Google Shape;1301;h1f1bebaa2579bd84_0_2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h1f1bebaa2579bd84_0_2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6" name="Google Shape;1306;h1f1bebaa2579bd84_0_2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h1f1bebaa2579bd84_0_2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1" name="Google Shape;1311;h1f1bebaa2579bd84_0_2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h1f1bebaa2579bd84_0_2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6" name="Google Shape;1316;h1f1bebaa2579bd84_0_2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1" name="Google Shape;1321;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pc="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pc="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pc="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3.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4.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3.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3.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jp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1.jp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1.jp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3" Type="http://schemas.openxmlformats.org/officeDocument/2006/relationships/image" Target="../media/image3.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h1f1bebaa2579bd84_0_240"/>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BẾN BỜ</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YÊU THƯƠNG</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Lm. Nguyễn Duy</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a:t>
            </a:r>
            <a:r>
              <a:rPr b="1" lang="en-US" sz="7200">
                <a:solidFill>
                  <a:srgbClr val="FFFF00"/>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Những khi con đi về nhà Cha nghe tâm hồn dâng trào yêu mến.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Tiếng mời gọi thiết tha hãy về đây cất tiếng ca tụng Ngài Chúa ơi!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a:t>
            </a:r>
            <a:r>
              <a:rPr b="1" lang="en-US" sz="7200">
                <a:solidFill>
                  <a:srgbClr val="FFFF00"/>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Lòng hân hoan đi về nhà Chúa như suối mát tuôn vào sông dài.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Như trời gọi ngàn mây trên núi đồi mây bay về hợp nhất, lòng con luôn mơ về Chúa thôi,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h1f1bebaa2579bd8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để cho yêu thương còn mãi tươi;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1f1bebaa2579bd84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Q</a:t>
            </a:r>
            <a:r>
              <a:rPr b="1" lang="en-US" sz="7100">
                <a:solidFill>
                  <a:schemeClr val="lt1"/>
                </a:solidFill>
                <a:latin typeface="Times New Roman"/>
                <a:ea typeface="Times New Roman"/>
                <a:cs typeface="Times New Roman"/>
                <a:sym typeface="Times New Roman"/>
              </a:rPr>
              <a:t>uên đi bao ngày nhung nhớ nay con được vui sống trong tình Cha.</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h1f1bebaa2579bd84_0_244"/>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pc="0" sz="7600" u="none" cap="none" strike="noStrike">
                <a:solidFill>
                  <a:srgbClr val="FFFF00"/>
                </a:solidFill>
                <a:latin typeface="Times"/>
                <a:ea typeface="Times"/>
                <a:cs typeface="Times"/>
                <a:sym typeface="Times"/>
              </a:rPr>
              <a:t>CT:</a:t>
            </a:r>
            <a:r>
              <a:rPr b="1" i="1" lang="en-US" spc="0" sz="7600" u="none" cap="none" strike="noStrike">
                <a:solidFill>
                  <a:srgbClr val="C00000"/>
                </a:solidFill>
                <a:latin typeface="Times"/>
                <a:ea typeface="Times"/>
                <a:cs typeface="Times"/>
                <a:sym typeface="Times"/>
              </a:rPr>
              <a:t> </a:t>
            </a:r>
            <a:r>
              <a:rPr b="1" i="0" lang="en-US" spc="0" sz="7600" u="none" cap="none" strike="noStrike">
                <a:solidFill>
                  <a:schemeClr val="lt1"/>
                </a:solidFill>
                <a:latin typeface="Times"/>
                <a:ea typeface="Times"/>
                <a:cs typeface="Times"/>
                <a:sym typeface="Times"/>
              </a:rPr>
              <a:t>Vinh danh Thiên Chúa trên các tầng trời</a:t>
            </a:r>
            <a:endParaRPr b="1" i="0" spc="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h1f1bebaa2579bd84_0_248"/>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22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1. </a:t>
            </a:r>
            <a:r>
              <a:rPr b="1" lang="en-US" sz="7300">
                <a:solidFill>
                  <a:schemeClr val="lt1"/>
                </a:solidFill>
                <a:latin typeface="Times New Roman"/>
                <a:ea typeface="Times New Roman"/>
                <a:cs typeface="Times New Roman"/>
                <a:sym typeface="Times New Roman"/>
              </a:rPr>
              <a:t>Có Chúa đưa dẫn bước tôi đi, nên tôi chẳng thiếu thốn chi.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Trên đồng cỏ xanh rì, Ngài thả tôi đi nằm nghỉ.</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h1f1bebaa2579bd84_0_2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Trong nguồn nước chỗ nghỉ ngơi, Ngài cho tôi vào uống, Ngài lo bồi dưỡng lại tâm hồn tôi.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h1f1bebaa2579bd84_0_2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2. </a:t>
            </a:r>
            <a:r>
              <a:rPr b="1" lang="en-US" sz="7300">
                <a:solidFill>
                  <a:schemeClr val="lt1"/>
                </a:solidFill>
                <a:latin typeface="Times New Roman"/>
                <a:ea typeface="Times New Roman"/>
                <a:cs typeface="Times New Roman"/>
                <a:sym typeface="Times New Roman"/>
              </a:rPr>
              <a:t>Chúa dẫn tôi bước trên đường lành, uy danh Ngài là sức mạnh.</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Tôi chẳng lắng lo gì, vì có Chúa ở cùng tôi. Cho dù thung lũng tối tăm,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h1f1bebaa2579bd84_0_2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thì roi với gậy Chúa là chính niềm an bình cho hồn tôi.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h1f1bebaa2579bd84_0_2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h1f1bebaa2579bd84_0_2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rgbClr val="FFFF00"/>
                </a:solidFill>
                <a:latin typeface="Times New Roman"/>
                <a:ea typeface="Times New Roman"/>
                <a:cs typeface="Times New Roman"/>
                <a:sym typeface="Times New Roman"/>
              </a:rPr>
              <a:t>3. </a:t>
            </a:r>
            <a:r>
              <a:rPr b="1" lang="en-US" sz="7300">
                <a:solidFill>
                  <a:schemeClr val="lt1"/>
                </a:solidFill>
                <a:latin typeface="Times New Roman"/>
                <a:ea typeface="Times New Roman"/>
                <a:cs typeface="Times New Roman"/>
                <a:sym typeface="Times New Roman"/>
              </a:rPr>
              <a:t>Chúa đã dọn sẵn cho bàn tiệc, ngay trước mặt kẻ đối phương.</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Trên đầu Chúa xức dầu, rượu hồng tươi ôi đầy dư.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h1f1bebaa2579bd84_0_2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Nhân từ ân sủng Chúa ban theo tôi suốt đời sống, và trong nhà Chúa Trời tôi định cư.</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h1f1bebaa2579bd84_0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chăn nuôi tôi nên đời tôi chẳng thiếu thốn chi.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h1f1bebaa2579bd84_0_2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ở cùng tôi thì đời tôi đâu còn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2" name="Shape 872"/>
        <p:cNvGrpSpPr/>
        <p:nvPr/>
      </p:nvGrpSpPr>
      <p:grpSpPr>
        <a:xfrm>
          <a:off x="0" y="0"/>
          <a:ext cx="0" cy="0"/>
          <a:chOff x="0" y="0"/>
          <a:chExt cx="0" cy="0"/>
        </a:xfrm>
      </p:grpSpPr>
      <p:sp>
        <p:nvSpPr>
          <p:cNvPr id="873" name="Google Shape;87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lt1"/>
              </a:solidFill>
              <a:latin typeface="Arial"/>
              <a:ea typeface="Arial"/>
              <a:cs typeface="Arial"/>
              <a:sym typeface="Arial"/>
            </a:endParaRPr>
          </a:p>
        </p:txBody>
      </p:sp>
      <p:pic>
        <p:nvPicPr>
          <p:cNvPr id="874" name="Google Shape;87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8000">
                <a:solidFill>
                  <a:srgbClr val="FFFF00"/>
                </a:solidFill>
                <a:latin typeface="Times New Roman"/>
                <a:ea typeface="Times New Roman"/>
                <a:cs typeface="Times New Roman"/>
                <a:sym typeface="Times New Roman"/>
              </a:rPr>
              <a:t>All… All…</a:t>
            </a:r>
            <a:r>
              <a:rPr b="1" i="1" lang="en-US" sz="8000">
                <a:solidFill>
                  <a:srgbClr val="EE0000"/>
                </a:solidFill>
                <a:latin typeface="Times New Roman"/>
                <a:ea typeface="Times New Roman"/>
                <a:cs typeface="Times New Roman"/>
                <a:sym typeface="Times New Roman"/>
              </a:rPr>
              <a:t> </a:t>
            </a:r>
            <a:br>
              <a:rPr b="1" i="1" lang="en-US" sz="8000">
                <a:solidFill>
                  <a:srgbClr val="EE0000"/>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Lạy Chúa, xin hãy mở lòng chúng con, </a:t>
            </a:r>
            <a:endParaRPr b="1" sz="8000">
              <a:solidFill>
                <a:schemeClr val="lt1"/>
              </a:solidFill>
              <a:latin typeface="Times New Roman"/>
              <a:ea typeface="Times New Roman"/>
              <a:cs typeface="Times New Roman"/>
              <a:sym typeface="Times New Roman"/>
            </a:endParaRPr>
          </a:p>
        </p:txBody>
      </p:sp>
      <p:sp>
        <p:nvSpPr>
          <p:cNvPr id="881" name="Google Shape;88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pc="0" sz="3200" u="none" cap="none" strike="noStrike">
                <a:solidFill>
                  <a:schemeClr val="accent2"/>
                </a:solidFill>
                <a:latin typeface="Times New Roman"/>
                <a:ea typeface="Times New Roman"/>
                <a:cs typeface="Times New Roman"/>
                <a:sym typeface="Times New Roman"/>
              </a:rPr>
              <a:t>TUNG HÔ TIN MỪNG</a:t>
            </a:r>
            <a:endParaRPr b="1" i="0" spc="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New Roman"/>
                <a:ea typeface="Times New Roman"/>
                <a:cs typeface="Times New Roman"/>
                <a:sym typeface="Times New Roman"/>
              </a:rPr>
              <a:t>để chúng con</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 lắng nghe Lời Con của Ngài.</a:t>
            </a:r>
            <a:r>
              <a:rPr b="1" lang="en-US" sz="8000">
                <a:solidFill>
                  <a:schemeClr val="lt1"/>
                </a:solidFill>
                <a:latin typeface="Times New Roman"/>
                <a:ea typeface="Times New Roman"/>
                <a:cs typeface="Times New Roman"/>
                <a:sym typeface="Times New Roman"/>
              </a:rPr>
              <a:t> </a:t>
            </a:r>
            <a:r>
              <a:rPr b="1" i="1" lang="en-US" sz="8000">
                <a:solidFill>
                  <a:srgbClr val="FFFF00"/>
                </a:solidFill>
                <a:latin typeface="Times New Roman"/>
                <a:ea typeface="Times New Roman"/>
                <a:cs typeface="Times New Roman"/>
                <a:sym typeface="Times New Roman"/>
              </a:rPr>
              <a:t>All..</a:t>
            </a:r>
            <a:endParaRPr b="1" sz="8000">
              <a:solidFill>
                <a:srgbClr val="FFFF00"/>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pic>
        <p:nvPicPr>
          <p:cNvPr id="891" name="Google Shape;891;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h1f1bebaa2579bd84_0_252"/>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02" name="Google Shape;90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pc="0" sz="3600" u="none" cap="none" strike="noStrike">
                <a:solidFill>
                  <a:schemeClr val="accent4"/>
                </a:solidFill>
                <a:latin typeface="Times New Roman"/>
                <a:ea typeface="Times New Roman"/>
                <a:cs typeface="Times New Roman"/>
                <a:sym typeface="Times New Roman"/>
              </a:rPr>
              <a:t>KINH TIN KÍNH</a:t>
            </a:r>
            <a:endParaRPr b="1" i="0" spc="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pic>
        <p:nvPicPr>
          <p:cNvPr id="1002" name="Google Shape;1002;h1f1bebaa2579bd84_0_256"/>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h1f1bebaa2579bd84_0_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DÂNG CHÚA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h1f1bebaa2579bd84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Con dâng Chúa đôi tay này từng vất vả làm cho tê tái.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h1f1bebaa2579bd84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bờ vai gánh gồng nặng trĩu bao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h1f1bebaa2579bd84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chân này đi tìm hạnh phúc miệt mài.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h1f1bebaa2579bd84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Vì ngày mai con lo hôm nay,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tương lai con lo hiện tại,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h1f1bebaa2579bd84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trời đất mãi luôn vần xoay và cuộc sống bon chen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h1f1bebaa2579bd84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lạy Chúa con luôn tin yêu, dù băn khoăn âu lo mọi điều,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h1f1bebaa2579bd84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ngàn tiếng khóc than đìu hiu dù đời sống đau thương còn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h1f1bebaa2579bd84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Đây đôi mắt trông lên Ngài khi nỗi buồn làm cho chới với,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h1f1bebaa2579bd84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đau đớn se bờ môi những lần gục ngã trong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h1f1bebaa2579bd84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mơ ước trôi qua rồi đã làm sầu héo nụ cười.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h1f1bebaa2579bd84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Vì ngày mai con lo hôm nay,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tương lai con lo hiện tại,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h1f1bebaa2579bd84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trời đất mãi luôn vần xoay và cuộc sống bon chen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h1f1bebaa2579bd84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lạy Chúa con luôn tin yêu, dù băn khoăn âu lo mọi điều,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h1f1bebaa2579bd84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Con dâng Chúa đôi tay này từng vất vả làm cho tê tái.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h1f1bebaa2579bd84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bờ vai gánh gồng nặng trĩu bao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h1f1bebaa2579bd84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dâng Chúa đôi chân này đi tìm hạnh phúc miệt mài.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h1f1bebaa2579bd84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Vì ngày mai con lo hôm nay,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tương lai con lo hiện tại,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h1f1bebaa2579bd84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trời đất mãi luôn vần xoay và cuộc sống bon chen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h1f1bebaa2579bd84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lạy Chúa con luôn tin yêu, dù băn khoăn âu lo mọi điều,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h1f1bebaa2579bd84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ngàn tiếng khóc than đìu hiu dù đời sống đau thương còn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h1f1bebaa2579bd84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ngàn tiếng khóc than đìu hiu dù đời sống đau thương còn nhiều.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pic>
        <p:nvPicPr>
          <p:cNvPr id="1117" name="Google Shape;111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pic>
        <p:nvPicPr>
          <p:cNvPr id="1137" name="Google Shape;113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pic>
        <p:nvPicPr>
          <p:cNvPr id="1157" name="Google Shape;115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h2804c67a31022ed3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Bọn giàu sang đã sa cơ nghèo đói; nhưng người tìm Chúa chẳng thiếu chi thiện hảo.</a:t>
            </a:r>
            <a:endParaRPr b="1" sz="7000">
              <a:solidFill>
                <a:schemeClr val="lt1"/>
              </a:solidFill>
              <a:latin typeface="Times New Roman"/>
              <a:ea typeface="Times New Roman"/>
              <a:cs typeface="Times New Roman"/>
              <a:sym typeface="Times New Roman"/>
            </a:endParaRPr>
          </a:p>
        </p:txBody>
      </p:sp>
      <p:sp>
        <p:nvSpPr>
          <p:cNvPr id="1163" name="Google Shape;1163;h2804c67a31022ed3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pc="0" sz="4000" u="none" cap="none" strike="noStrike">
                <a:solidFill>
                  <a:schemeClr val="accent4"/>
                </a:solidFill>
                <a:latin typeface="Times"/>
                <a:ea typeface="Times"/>
                <a:cs typeface="Times"/>
                <a:sym typeface="Times"/>
              </a:rPr>
              <a:t>CA HIỆP LỄ</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pic>
        <p:nvPicPr>
          <p:cNvPr id="1168" name="Google Shape;116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h1d72e0b711e8a63f_0_8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NGÀI ĐÃ</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THƯƠNG BAN</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a:t>
            </a:r>
            <a:r>
              <a:rPr b="1" i="1" lang="en-US" sz="4000">
                <a:solidFill>
                  <a:schemeClr val="accent4"/>
                </a:solidFill>
                <a:latin typeface="Times New Roman"/>
                <a:ea typeface="Times New Roman"/>
                <a:cs typeface="Times New Roman"/>
                <a:sym typeface="Times New Roman"/>
              </a:rPr>
              <a:t>Hồng Trần - Phạm Đình Đài</a:t>
            </a:r>
            <a:r>
              <a:rPr b="1" i="1" lang="en-US" sz="4000">
                <a:solidFill>
                  <a:schemeClr val="accent4"/>
                </a:solidFill>
                <a:latin typeface="Times New Roman"/>
                <a:ea typeface="Times New Roman"/>
                <a:cs typeface="Times New Roman"/>
                <a:sym typeface="Times New Roman"/>
              </a:rPr>
              <a:t>)</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h1d72e0b711e8a63f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Lấy gì đáp lại cho cân, biết lấy gì mà đền đáp muôn ân.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h1d72e0b711e8a63f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đủ thương đến phận hèn tôi tớ.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h1d72e0b711e8a63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dâng trót đời bù đắp những ân thiêng Ngài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h1d72e0b711e8a63f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Ngài đã ban đầu là Mình Ngài nuôi sống đoàn chiên.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h1d72e0b711e8a63f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Ngài đã ban nào là tình thương ấp ủ dịu hiền.</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h1d72e0b711e8a63f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Ngài đã ban lương thực hằng ngày no ấm dư đầy,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h1f1bebaa2579bd84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vời vợi khôn sánh mối tình Ngài là quá yêu thương.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h1f1bebaa2579bd84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Lấy gì đáp lại cho cân, biết lấy gì mà đền đáp muôn ân.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h1f1bebaa2579bd84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đủ thương đến phận hèn tôi tớ.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h1f1bebaa2579bd84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dâng trót đời bù đắp những ân thiêng Ngài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h1f1bebaa2579bd84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2</a:t>
            </a:r>
            <a:r>
              <a:rPr b="1" lang="en-US" sz="7600">
                <a:solidFill>
                  <a:srgbClr val="FFFF00"/>
                </a:solidFill>
                <a:latin typeface="Times New Roman"/>
                <a:ea typeface="Times New Roman"/>
                <a:cs typeface="Times New Roman"/>
                <a:sym typeface="Times New Roman"/>
              </a:rPr>
              <a:t>. </a:t>
            </a:r>
            <a:r>
              <a:rPr b="1" lang="en-US" sz="7600">
                <a:solidFill>
                  <a:schemeClr val="lt1"/>
                </a:solidFill>
                <a:latin typeface="Times New Roman"/>
                <a:ea typeface="Times New Roman"/>
                <a:cs typeface="Times New Roman"/>
                <a:sym typeface="Times New Roman"/>
              </a:rPr>
              <a:t>Ngài đã ban đầu là một ngày tươi sáng bình an.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h1f1bebaa2579bd84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Ngài đã ban nào là một đêm giấc ngủ dịu dàng.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h1f1bebaa2579bd84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Ngài đã ban đâu là cuộc đời may mắn đêm ngày, </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h1f1bebaa2579bd84_0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vời vợi khôn sánh mối tình Ngài là quá yêu thương.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h1f1bebaa2579bd84_0_2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Lấy gì đáp lại cho cân, biết lấy gì mà đền đáp muôn ân.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h1f1bebaa2579bd84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đủ thương đến phận hèn tôi tớ.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h1f1bebaa2579bd84_0_2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dâng trót đời bù đắp những ân thiêng Ngài 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pic>
        <p:nvPicPr>
          <p:cNvPr id="1263" name="Google Shape;1263;h1f1bebaa2579bd84_0_260"/>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XIN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MẸ 1</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(Văn Chi)</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Mẹ ơi trước nhan Mẹ con dâng về Mẹ.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tràng hoa Mân Côi và ngàn lời ca chan chứa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h1f1bebaa2579bd84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con tiếng ca hòa dâng lên Mẹ hiền.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h1f1bebaa2579bd84_0_2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Tựa ngàn hoa thắm tươi, xin dâng lên Mẹ thương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rong khi an vui con dâng lên Mẹ tình yêu xin dâng trọn niềm trìu mến.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Khi con cô đơn xin dâng về Mẹ đời những gian truân Mẹ sẽ ủi 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h1f1bebaa2579bd84_0_2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Mẹ ơi trước nhan Mẹ con dâng về Mẹ.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h1f1bebaa2579bd84_0_2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tràng hoa Mân Côi và ngàn lời ca chan chứa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h1f1bebaa2579bd84_0_2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Lời con tiếng ca hòa dâng lên Mẹ hiền.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h1f1bebaa2579bd84_0_2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Tựa ngàn hoa thắm tươi, xin dâng lên Mẹ thương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pic>
        <p:nvPicPr>
          <p:cNvPr id="1323" name="Google Shape;1323;g3fb2dc0a37c_0_109" title="Ảnh ChatGPT 10_40_47 3 thg 10,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