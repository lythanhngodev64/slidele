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7" roundtripDataSignature="AMtx7mjZYS+UbXCyMZF8/JNIpseekVR+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7" Type="http://customschemas.google.com/relationships/presentationmetadata" Target="metadata"/><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h6ba7c7f0c6428fb5_1_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h6ba7c7f0c6428fb5_1_1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h6ba7c7f0c6428fb5_1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h6ba7c7f0c6428fb5_1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h6ba7c7f0c6428fb5_1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h6ba7c7f0c6428fb5_1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3b2cbe721dc07a79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h3b2cbe721dc07a79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h3b2cbe721dc07a79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h3b2cbe721dc07a79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h1f1bebaa2579bd8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h1f1bebaa2579bd8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h1f1bebaa2579bd84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h1f1bebaa2579bd84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h6ba7c7f0c6428fb5_1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h6ba7c7f0c6428fb5_1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h6ba7c7f0c6428fb5_1_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h6ba7c7f0c6428fb5_1_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h6ba7c7f0c6428fb5_1_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h6ba7c7f0c6428fb5_1_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h6ba7c7f0c6428fb5_1_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h6ba7c7f0c6428fb5_1_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h6ba7c7f0c6428fb5_1_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h6ba7c7f0c6428fb5_1_1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99" name="Google Shape;59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1" name="Google Shape;64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7" name="Google Shape;64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3" name="Google Shape;65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9" name="Google Shape;65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65" name="Google Shape;66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h6ba7c7f0c6428fb5_1_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0" name="Google Shape;670;h6ba7c7f0c6428fb5_1_1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h59ba3f73bed9378b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h59ba3f73bed9378b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h59ba3f73bed9378b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h59ba3f73bed9378b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8" name="Google Shape;73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h6ba7c7f0c6428fb5_1_1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4" name="Google Shape;754;h6ba7c7f0c6428fb5_1_1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9" name="Google Shape;75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h6ba7c7f0c6428fb5_1_1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h6ba7c7f0c6428fb5_1_1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h59ba3f73bed9378b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h59ba3f73bed9378b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h59ba3f73bed9378b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h59ba3f73bed9378b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h59ba3f73bed9378b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h59ba3f73bed9378b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h59ba3f73bed9378b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h59ba3f73bed9378b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h59ba3f73bed9378b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h59ba3f73bed9378b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h59ba3f73bed9378b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h59ba3f73bed9378b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h59ba3f73bed9378b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h59ba3f73bed9378b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h59ba3f73bed9378b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h59ba3f73bed9378b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h6ba7c7f0c6428fb5_1_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h6ba7c7f0c6428fb5_1_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h6ba7c7f0c6428fb5_1_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h6ba7c7f0c6428fb5_1_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h6ba7c7f0c6428fb5_1_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h6ba7c7f0c6428fb5_1_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h6ba7c7f0c6428fb5_1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h6ba7c7f0c6428fb5_1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h6ba7c7f0c6428fb5_1_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h6ba7c7f0c6428fb5_1_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h6ba7c7f0c6428fb5_1_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h6ba7c7f0c6428fb5_1_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h6ba7c7f0c6428fb5_1_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h6ba7c7f0c6428fb5_1_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h45882983c982b97f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h45882983c982b97f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h2804c67a31022ed3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h2804c67a31022ed3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h1d72e0b711e8a63f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h1d72e0b711e8a63f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h1d72e0b711e8a63f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h1d72e0b711e8a63f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h1d72e0b711e8a63f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h1d72e0b711e8a63f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h6ba7c7f0c6428fb5_1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h6ba7c7f0c6428fb5_1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h6ba7c7f0c6428fb5_1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h6ba7c7f0c6428fb5_1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h6ba7c7f0c6428fb5_1_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h6ba7c7f0c6428fb5_1_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h6ba7c7f0c6428fb5_1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h6ba7c7f0c6428fb5_1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h6ba7c7f0c6428fb5_1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h6ba7c7f0c6428fb5_1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h6ba7c7f0c6428fb5_1_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h6ba7c7f0c6428fb5_1_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h6ba7c7f0c6428fb5_1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h6ba7c7f0c6428fb5_1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h6ba7c7f0c6428fb5_1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h6ba7c7f0c6428fb5_1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h6ba7c7f0c6428fb5_1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h6ba7c7f0c6428fb5_1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h6ba7c7f0c6428fb5_1_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h6ba7c7f0c6428fb5_1_1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h6ba7c7f0c6428fb5_1_1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h6ba7c7f0c6428fb5_1_1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h6ba7c7f0c6428fb5_1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h6ba7c7f0c6428fb5_1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h6ba7c7f0c6428fb5_1_1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h6ba7c7f0c6428fb5_1_1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h6ba7c7f0c6428fb5_1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h6ba7c7f0c6428fb5_1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h6ba7c7f0c6428fb5_1_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h6ba7c7f0c6428fb5_1_1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h45882983c982b97f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h45882983c982b97f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6.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6.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5.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6.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6.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3.jp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3.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jp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3.jp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6.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h6ba7c7f0c6428fb5_1_169"/>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BƯỚC VÀO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ĐỀN THÁNH</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(Hải Nguyễn)</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Con tiến vào đền thánh, Dâng lên lời ca ngọt ngào,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Dâng lên lời thơ dạt dào, Với tấm lòng cảm mến xiết bao.</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h6ba7c7f0c6428fb5_1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Con tiến vào đền thánh, Lòng con mừng vui hát ca,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h6ba7c7f0c6428fb5_1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Trong tình Cha thương đậm đà, Dâng trước nhan Ngài tình yêu thiết tha.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h3b2cbe721dc07a79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 </a:t>
            </a:r>
            <a:r>
              <a:rPr b="1" lang="en-US" sz="7600">
                <a:solidFill>
                  <a:schemeClr val="lt1"/>
                </a:solidFill>
                <a:latin typeface="Times New Roman"/>
                <a:ea typeface="Times New Roman"/>
                <a:cs typeface="Times New Roman"/>
                <a:sym typeface="Times New Roman"/>
              </a:rPr>
              <a:t>Con xin kết lời cùng sông núi, Xin kết lời cùng cỏ cây,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h3b2cbe721dc07a79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Dâng về Thiên Chúa một tình yêu thiết tha.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h1f1bebaa2579bd8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Vì Ngài là nguồn vui hiệp nhất, Ngài là nguồn muôn ân phúc,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h1f1bebaa2579bd84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Trong cõi nhân sinh tay Ngài hằng đỡ nâng.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h6ba7c7f0c6428fb5_1_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Con tiến vào đền thánh, Dâng lên lời ca ngọt ngào,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h6ba7c7f0c6428fb5_1_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Dâng lên lời thơ dạt dào, Với tấm lòng cảm mến xiết bao.</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h6ba7c7f0c6428fb5_1_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Con tiến vào đền thánh, Lòng con mừng vui hát ca,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h6ba7c7f0c6428fb5_1_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Trong tình Cha thương đậm đà, Dâng trước nhan Ngài tình yêu thiết tha.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pic>
        <p:nvPicPr>
          <p:cNvPr id="583" name="Google Shape;583;h6ba7c7f0c6428fb5_1_173"/>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89" name="Google Shape;58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0" name="Shape 600"/>
        <p:cNvGrpSpPr/>
        <p:nvPr/>
      </p:nvGrpSpPr>
      <p:grpSpPr>
        <a:xfrm>
          <a:off x="0" y="0"/>
          <a:ext cx="0" cy="0"/>
          <a:chOff x="0" y="0"/>
          <a:chExt cx="0" cy="0"/>
        </a:xfrm>
      </p:grpSpPr>
      <p:sp>
        <p:nvSpPr>
          <p:cNvPr id="601" name="Google Shape;60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pic>
        <p:nvPicPr>
          <p:cNvPr id="672" name="Google Shape;672;h6ba7c7f0c6428fb5_1_177"/>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6" name="Shape 676"/>
        <p:cNvGrpSpPr/>
        <p:nvPr/>
      </p:nvGrpSpPr>
      <p:grpSpPr>
        <a:xfrm>
          <a:off x="0" y="0"/>
          <a:ext cx="0" cy="0"/>
          <a:chOff x="0" y="0"/>
          <a:chExt cx="0" cy="0"/>
        </a:xfrm>
      </p:grpSpPr>
      <p:sp>
        <p:nvSpPr>
          <p:cNvPr id="677" name="Google Shape;67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78" name="Google Shape;67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17</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1. </a:t>
            </a:r>
            <a:r>
              <a:rPr b="1" lang="en-US" sz="7300">
                <a:solidFill>
                  <a:schemeClr val="lt1"/>
                </a:solidFill>
                <a:latin typeface="Times New Roman"/>
                <a:ea typeface="Times New Roman"/>
                <a:cs typeface="Times New Roman"/>
                <a:sym typeface="Times New Roman"/>
              </a:rPr>
              <a:t>Lạy Chúa là sức mạnh đời con, lòng con yêu mến Ngài.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Thân lạy Chúa là núi đá chở che, là chiến lũy đời con.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là sức mạnh đời con, này lòng con hằng luôn yêu mến Ngài.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2. </a:t>
            </a:r>
            <a:r>
              <a:rPr b="1" lang="en-US" sz="7300">
                <a:solidFill>
                  <a:schemeClr val="lt1"/>
                </a:solidFill>
                <a:latin typeface="Times New Roman"/>
                <a:ea typeface="Times New Roman"/>
                <a:cs typeface="Times New Roman"/>
                <a:sym typeface="Times New Roman"/>
              </a:rPr>
              <a:t>Lạy Chúa là sức hộ phù con, là nơi con nương mình.</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Con nguyện sẽ ngợi khen Chúa quyền linh, Ngài cứu thoát đời con.</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h59ba3f73bed9378b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là sức mạnh đời con, này lòng con hằng luôn yêu mến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3. </a:t>
            </a:r>
            <a:r>
              <a:rPr b="1" lang="en-US" sz="7300">
                <a:solidFill>
                  <a:schemeClr val="lt1"/>
                </a:solidFill>
                <a:latin typeface="Times New Roman"/>
                <a:ea typeface="Times New Roman"/>
                <a:cs typeface="Times New Roman"/>
                <a:sym typeface="Times New Roman"/>
              </a:rPr>
              <a:t>Vì Chúa hằng tỏ lòng từ bi, Ngài ban ơn cứu độ.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Chúa hằng sống là núi đá đời con, hồn con chúc tụng Ngài.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h59ba3f73bed9378b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là sức mạnh đời con, này lòng con hằng luôn yêu mến Ngài.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2" name="Shape 732"/>
        <p:cNvGrpSpPr/>
        <p:nvPr/>
      </p:nvGrpSpPr>
      <p:grpSpPr>
        <a:xfrm>
          <a:off x="0" y="0"/>
          <a:ext cx="0" cy="0"/>
          <a:chOff x="0" y="0"/>
          <a:chExt cx="0" cy="0"/>
        </a:xfrm>
      </p:grpSpPr>
      <p:sp>
        <p:nvSpPr>
          <p:cNvPr id="733" name="Google Shape;73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34" name="Google Shape;734;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75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500">
                <a:solidFill>
                  <a:srgbClr val="EE0000"/>
                </a:solidFill>
                <a:latin typeface="Times New Roman"/>
                <a:ea typeface="Times New Roman"/>
                <a:cs typeface="Times New Roman"/>
                <a:sym typeface="Times New Roman"/>
              </a:rPr>
            </a:br>
            <a:r>
              <a:rPr b="1" lang="en-US" sz="7500">
                <a:solidFill>
                  <a:schemeClr val="lt1"/>
                </a:solidFill>
                <a:latin typeface="Times New Roman"/>
                <a:ea typeface="Times New Roman"/>
                <a:cs typeface="Times New Roman"/>
                <a:sym typeface="Times New Roman"/>
              </a:rPr>
              <a:t>Chúa phán: “Nếu ai yêu mến Thầy thì sẽ giữ lời Thầy luôn,</a:t>
            </a:r>
            <a:endParaRPr b="1" sz="7500">
              <a:solidFill>
                <a:schemeClr val="lt1"/>
              </a:solidFill>
              <a:latin typeface="Times New Roman"/>
              <a:ea typeface="Times New Roman"/>
              <a:cs typeface="Times New Roman"/>
              <a:sym typeface="Times New Roman"/>
            </a:endParaRPr>
          </a:p>
        </p:txBody>
      </p:sp>
      <p:sp>
        <p:nvSpPr>
          <p:cNvPr id="741" name="Google Shape;74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500">
                <a:solidFill>
                  <a:schemeClr val="lt1"/>
                </a:solidFill>
                <a:latin typeface="Times New Roman"/>
                <a:ea typeface="Times New Roman"/>
                <a:cs typeface="Times New Roman"/>
                <a:sym typeface="Times New Roman"/>
              </a:rPr>
              <a:t>và Cha Thầy sẽ yêu mến người ấy và Chúng Ta đến ở trong người ấy”. </a:t>
            </a:r>
            <a:r>
              <a:rPr b="1" i="1" lang="en-US" sz="7500">
                <a:solidFill>
                  <a:srgbClr val="FFFF00"/>
                </a:solidFill>
                <a:latin typeface="Times New Roman"/>
                <a:ea typeface="Times New Roman"/>
                <a:cs typeface="Times New Roman"/>
                <a:sym typeface="Times New Roman"/>
              </a:rPr>
              <a:t>All..</a:t>
            </a:r>
            <a:endParaRPr b="1" sz="7500">
              <a:solidFill>
                <a:srgbClr val="FFFF00"/>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pic>
        <p:nvPicPr>
          <p:cNvPr id="751" name="Google Shape;751;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pic>
        <p:nvPicPr>
          <p:cNvPr id="756" name="Google Shape;756;h6ba7c7f0c6428fb5_1_181"/>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62" name="Google Shape;76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pic>
        <p:nvPicPr>
          <p:cNvPr id="862" name="Google Shape;862;h6ba7c7f0c6428fb5_1_185"/>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h59ba3f73bed9378b_0_1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CỦA LỄ HIẾN DÂNG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(Thái Nguyên)</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h59ba3f73bed9378b_0_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Này là của lễ đời con, Dâng về Thiên Chúa huyền siêu.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h59ba3f73bed9378b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Này đời con có bao nhiêu, Dù cho bao điều vẫn thiếu.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h59ba3f73bed9378b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Cậy nhờ hy lễ toàn thiêu, Chúa đã dâng hiến một chiều,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h59ba3f73bed9378b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Trên đồi thập giá cô liêu, để cho nhân thế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h59ba3f73bed9378b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Này đây lễ vật tình tuyền,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h59ba3f73bed9378b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Cầu mong công ơn Chúa Con cứu đời lầm than héo hon. Này đây lễ vật thanh khiết,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h59ba3f73bed9378b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ơi thương tình đoái nhận, Ban phần sự sống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h6ba7c7f0c6428fb5_1_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Này là tình mến gửi trao, Giữa ngàn nguy khó chẳng nao.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h6ba7c7f0c6428fb5_1_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Ngày dài năm tháng qua mau, Đời con bên Ngài nương náu.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h6ba7c7f0c6428fb5_1_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Lễ vật chẳng có là bao, Nhưng lòng yêu mến dâng trao.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h6ba7c7f0c6428fb5_1_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nguồn ơn thánh trên cao, Hồng ân ban xuống dạt dào.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h6ba7c7f0c6428fb5_1_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Này đây lễ vật tình tuyền,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h6ba7c7f0c6428fb5_1_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Cầu mong công ơn Chúa Con cứu đời lầm than héo hon. Này đây lễ vật thanh khiết,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h6ba7c7f0c6428fb5_1_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ơi thương tình đoái nhận, Ban phần sự sống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pic>
        <p:nvPicPr>
          <p:cNvPr id="942" name="Google Shape;942;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pic>
        <p:nvPicPr>
          <p:cNvPr id="962" name="Google Shape;962;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pic>
        <p:nvPicPr>
          <p:cNvPr id="982" name="Google Shape;982;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h45882983c982b97f_0_79"/>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Xin cho chúng tôi được hân hoan mừng Chúa chiến thắng, và nhân danh Thiên Chúa,</a:t>
            </a:r>
            <a:endParaRPr b="1" sz="7000">
              <a:solidFill>
                <a:schemeClr val="lt1"/>
              </a:solidFill>
              <a:latin typeface="Times New Roman"/>
              <a:ea typeface="Times New Roman"/>
              <a:cs typeface="Times New Roman"/>
              <a:sym typeface="Times New Roman"/>
            </a:endParaRPr>
          </a:p>
        </p:txBody>
      </p:sp>
      <p:sp>
        <p:nvSpPr>
          <p:cNvPr id="988" name="Google Shape;988;h45882983c982b97f_0_79"/>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h2804c67a31022ed3_0_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chúng tôi nâng cao ngọn cờ.</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pic>
        <p:nvPicPr>
          <p:cNvPr id="998" name="Google Shape;99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h1d72e0b711e8a63f_0_8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GẶP CHÚA</a:t>
            </a:r>
            <a:br>
              <a:rPr b="1" i="0" lang="en-US" sz="4700">
                <a:latin typeface="Times New Roman"/>
                <a:ea typeface="Times New Roman"/>
                <a:cs typeface="Times New Roman"/>
                <a:sym typeface="Times New Roman"/>
              </a:rPr>
            </a:br>
            <a:r>
              <a:rPr b="1" i="1" lang="en-US" sz="4000">
                <a:solidFill>
                  <a:schemeClr val="accent4"/>
                </a:solidFill>
                <a:latin typeface="Times New Roman"/>
                <a:ea typeface="Times New Roman"/>
                <a:cs typeface="Times New Roman"/>
                <a:sym typeface="Times New Roman"/>
              </a:rPr>
              <a:t>(Phạm Quang)</a:t>
            </a:r>
            <a:endParaRPr b="1" sz="4000">
              <a:solidFill>
                <a:schemeClr val="accent4"/>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h1d72e0b711e8a63f_0_84"/>
          <p:cNvSpPr txBox="1"/>
          <p:nvPr>
            <p:ph idx="1" type="subTitle"/>
          </p:nvPr>
        </p:nvSpPr>
        <p:spPr>
          <a:xfrm>
            <a:off x="7999"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Hằng ngày con gặp được Chúa, Trong những anh em. Trong những tha nhân cùng con đồng hành.</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h1d72e0b711e8a63f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Hằng ngày con gặp được Chúa, Trên các vỉa hè, Trên đường phố trưa trong quán cơm chiều.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h6ba7c7f0c6428fb5_1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Hằng ngày con gặp được Chúa, Con thấy vui hơn, Con thấy vui hơn, Đời không lạc loài.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h6ba7c7f0c6428fb5_1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Hằng ngày con tìm gặp Chúa, Chia sớt ngọt bùi, San sẻ áo cơm sưởi ấm lòng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h6ba7c7f0c6428fb5_1_91"/>
          <p:cNvSpPr txBox="1"/>
          <p:nvPr>
            <p:ph idx="1" type="subTitle"/>
          </p:nvPr>
        </p:nvSpPr>
        <p:spPr>
          <a:xfrm>
            <a:off x="7999"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Lời Ngài con vẫn nhớ luôn, Ai yêu tha nhân là chính yêu Ngài.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h6ba7c7f0c6428fb5_1_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Lời Ngài con đâu dám quên, Yêu Ngài là yêu anh em.</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h6ba7c7f0c6428fb5_1_109"/>
          <p:cNvSpPr txBox="1"/>
          <p:nvPr>
            <p:ph idx="1" type="subTitle"/>
          </p:nvPr>
        </p:nvSpPr>
        <p:spPr>
          <a:xfrm>
            <a:off x="7999"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2. </a:t>
            </a:r>
            <a:r>
              <a:rPr b="1" lang="en-US" sz="6800">
                <a:solidFill>
                  <a:schemeClr val="lt1"/>
                </a:solidFill>
                <a:latin typeface="Times New Roman"/>
                <a:ea typeface="Times New Roman"/>
                <a:cs typeface="Times New Roman"/>
                <a:sym typeface="Times New Roman"/>
              </a:rPr>
              <a:t>Hằng ngày con gặp được Chúa, Nơi bác công nhân, Trong bác nông dân, Ngày đêm miệt mài.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h6ba7c7f0c6428fb5_1_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Hằng ngày con gặp được Chúa, Trên các nẻo đường, Ông bà mến thương, Em bé đến mời.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h6ba7c7f0c6428fb5_1_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Hằng ngày con gặp được Chúa, Khi đám tang qua, Em bé sinh ra, Buồn vui dập dồn.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h6ba7c7f0c6428fb5_1_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Hằng ngày con gặp được Chúa, Trong xóm nhà nghèo, Tiêu điều xác xơ, Bình an phận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h6ba7c7f0c6428fb5_1_125"/>
          <p:cNvSpPr txBox="1"/>
          <p:nvPr>
            <p:ph idx="1" type="subTitle"/>
          </p:nvPr>
        </p:nvSpPr>
        <p:spPr>
          <a:xfrm>
            <a:off x="7999"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Lời Ngài con vẫn nhớ luôn, Ai yêu tha nhân là chính yêu Ngài.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h6ba7c7f0c6428fb5_1_1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Lời Ngài con đâu dám quên, Yêu Ngài là yêu anh em.</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pic>
        <p:nvPicPr>
          <p:cNvPr id="1068" name="Google Shape;1068;h6ba7c7f0c6428fb5_1_189"/>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ĐỀN TẠ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TRÁI TIM MẸ</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(Nguyễn Khắc Tuần)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a:t>
            </a:r>
            <a:r>
              <a:rPr b="1" lang="en-US" sz="6800">
                <a:solidFill>
                  <a:schemeClr val="lt1"/>
                </a:solidFill>
                <a:latin typeface="Times New Roman"/>
                <a:ea typeface="Times New Roman"/>
                <a:cs typeface="Times New Roman"/>
                <a:sym typeface="Times New Roman"/>
              </a:rPr>
              <a:t> Lạy Mẹ Fa-ti-ma, Mẹ nỉ non bao lần. Tội gian trần để phiền cho trái tim Mẹ.</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Lòng Mẹ thương bao la, tình ủi an vô ngần. Con dâng mình đền thay tội lỗi muôn dân.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h6ba7c7f0c6428fb5_1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a:t>
            </a:r>
            <a:r>
              <a:rPr b="1" lang="en-US" sz="6800">
                <a:solidFill>
                  <a:schemeClr val="lt1"/>
                </a:solidFill>
                <a:latin typeface="Times New Roman"/>
                <a:ea typeface="Times New Roman"/>
                <a:cs typeface="Times New Roman"/>
                <a:sym typeface="Times New Roman"/>
              </a:rPr>
              <a:t> Từ nay lòng con nhớ lời Mẹ tha thiết, xá gì dầu nguy biến, thề chết có Mẹ, vui có Mẹ.</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h6ba7c7f0c6428fb5_1_1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Dù rằng bao sóng gió, Con lo gì, con lo gì. Chết bên Mẹ con sợ chi, Con sợ chi, Mẹ ơi!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h6ba7c7f0c6428fb5_1_1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a:t>
            </a:r>
            <a:r>
              <a:rPr b="1" lang="en-US" sz="6800">
                <a:solidFill>
                  <a:schemeClr val="lt1"/>
                </a:solidFill>
                <a:latin typeface="Times New Roman"/>
                <a:ea typeface="Times New Roman"/>
                <a:cs typeface="Times New Roman"/>
                <a:sym typeface="Times New Roman"/>
              </a:rPr>
              <a:t> Lạy Mẹ Fa-ti-ma, Mẹ nỉ non bao lần. Tội gian trần để phiền cho trái tim Mẹ.</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h6ba7c7f0c6428fb5_1_1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Lòng Mẹ thương bao la, tình ủi an vô ngần. Con dâng mình đền thay tội lỗi muôn dân.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pic>
        <p:nvPicPr>
          <p:cNvPr id="1108" name="Google Shape;1108;h45882983c982b97f_0_0" title="Ảnh ChatGPT 10_40_47 3 thg 10, 2026.png"/>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