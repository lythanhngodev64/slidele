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168.xml"/>
  <Override ContentType="application/vnd.openxmlformats-officedocument.presentationml.notesSlide+xml" PartName="/ppt/notesSlides/notesSlide222.xml"/>
  <Override ContentType="application/vnd.openxmlformats-officedocument.presentationml.notesSlide+xml" PartName="/ppt/notesSlides/notesSlide125.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117.xml"/>
  <Override ContentType="application/vnd.openxmlformats-officedocument.presentationml.notesSlide+xml" PartName="/ppt/notesSlides/notesSlide206.xml"/>
  <Override ContentType="application/vnd.openxmlformats-officedocument.presentationml.notesSlide+xml" PartName="/ppt/notesSlides/notesSlide91.xml"/>
  <Override ContentType="application/vnd.openxmlformats-officedocument.presentationml.notesSlide+xml" PartName="/ppt/notesSlides/notesSlide133.xml"/>
  <Override ContentType="application/vnd.openxmlformats-officedocument.presentationml.notesSlide+xml" PartName="/ppt/notesSlides/notesSlide176.xml"/>
  <Override ContentType="application/vnd.openxmlformats-officedocument.presentationml.notesSlide+xml" PartName="/ppt/notesSlides/notesSlide109.xml"/>
  <Override ContentType="application/vnd.openxmlformats-officedocument.presentationml.notesSlide+xml" PartName="/ppt/notesSlides/notesSlide24.xml"/>
  <Override ContentType="application/vnd.openxmlformats-officedocument.presentationml.notesSlide+xml" PartName="/ppt/notesSlides/notesSlide16.xml"/>
  <Override ContentType="application/vnd.openxmlformats-officedocument.presentationml.notesSlide+xml" PartName="/ppt/notesSlides/notesSlide214.xml"/>
  <Override ContentType="application/vnd.openxmlformats-officedocument.presentationml.notesSlide+xml" PartName="/ppt/notesSlides/notesSlide1.xml"/>
  <Override ContentType="application/vnd.openxmlformats-officedocument.presentationml.notesSlide+xml" PartName="/ppt/notesSlides/notesSlide196.xml"/>
  <Override ContentType="application/vnd.openxmlformats-officedocument.presentationml.notesSlide+xml" PartName="/ppt/notesSlides/notesSlide105.xml"/>
  <Override ContentType="application/vnd.openxmlformats-officedocument.presentationml.notesSlide+xml" PartName="/ppt/notesSlides/notesSlide148.xml"/>
  <Override ContentType="application/vnd.openxmlformats-officedocument.presentationml.notesSlide+xml" PartName="/ppt/notesSlides/notesSlide202.xml"/>
  <Override ContentType="application/vnd.openxmlformats-officedocument.presentationml.notesSlide+xml" PartName="/ppt/notesSlides/notesSlide39.xml"/>
  <Override ContentType="application/vnd.openxmlformats-officedocument.presentationml.notesSlide+xml" PartName="/ppt/notesSlides/notesSlide137.xml"/>
  <Override ContentType="application/vnd.openxmlformats-officedocument.presentationml.notesSlide+xml" PartName="/ppt/notesSlides/notesSlide87.xml"/>
  <Override ContentType="application/vnd.openxmlformats-officedocument.presentationml.notesSlide+xml" PartName="/ppt/notesSlides/notesSlide44.xml"/>
  <Override ContentType="application/vnd.openxmlformats-officedocument.presentationml.notesSlide+xml" PartName="/ppt/notesSlides/notesSlide141.xml"/>
  <Override ContentType="application/vnd.openxmlformats-officedocument.presentationml.notesSlide+xml" PartName="/ppt/notesSlides/notesSlide153.xml"/>
  <Override ContentType="application/vnd.openxmlformats-officedocument.presentationml.notesSlide+xml" PartName="/ppt/notesSlides/notesSlide110.xml"/>
  <Override ContentType="application/vnd.openxmlformats-officedocument.presentationml.notesSlide+xml" PartName="/ppt/notesSlides/notesSlide184.xml"/>
  <Override ContentType="application/vnd.openxmlformats-officedocument.presentationml.notesSlide+xml" PartName="/ppt/notesSlides/notesSlide75.xml"/>
  <Override ContentType="application/vnd.openxmlformats-officedocument.presentationml.notesSlide+xml" PartName="/ppt/notesSlides/notesSlide180.xml"/>
  <Override ContentType="application/vnd.openxmlformats-officedocument.presentationml.notesSlide+xml" PartName="/ppt/notesSlides/notesSlide172.xml"/>
  <Override ContentType="application/vnd.openxmlformats-officedocument.presentationml.notesSlide+xml" PartName="/ppt/notesSlides/notesSlide9.xml"/>
  <Override ContentType="application/vnd.openxmlformats-officedocument.presentationml.notesSlide+xml" PartName="/ppt/notesSlides/notesSlide63.xml"/>
  <Override ContentType="application/vnd.openxmlformats-officedocument.presentationml.notesSlide+xml" PartName="/ppt/notesSlides/notesSlide20.xml"/>
  <Override ContentType="application/vnd.openxmlformats-officedocument.presentationml.notesSlide+xml" PartName="/ppt/notesSlides/notesSlide210.xml"/>
  <Override ContentType="application/vnd.openxmlformats-officedocument.presentationml.notesSlide+xml" PartName="/ppt/notesSlides/notesSlide129.xml"/>
  <Override ContentType="application/vnd.openxmlformats-officedocument.presentationml.notesSlide+xml" PartName="/ppt/notesSlides/notesSlide60.xml"/>
  <Override ContentType="application/vnd.openxmlformats-officedocument.presentationml.notesSlide+xml" PartName="/ppt/notesSlides/notesSlide144.xml"/>
  <Override ContentType="application/vnd.openxmlformats-officedocument.presentationml.notesSlide+xml" PartName="/ppt/notesSlides/notesSlide48.xml"/>
  <Override ContentType="application/vnd.openxmlformats-officedocument.presentationml.notesSlide+xml" PartName="/ppt/notesSlides/notesSlide157.xml"/>
  <Override ContentType="application/vnd.openxmlformats-officedocument.presentationml.notesSlide+xml" PartName="/ppt/notesSlides/notesSlide114.xml"/>
  <Override ContentType="application/vnd.openxmlformats-officedocument.presentationml.notesSlide+xml" PartName="/ppt/notesSlides/notesSlide101.xml"/>
  <Override ContentType="application/vnd.openxmlformats-officedocument.presentationml.notesSlide+xml" PartName="/ppt/notesSlides/notesSlide95.xml"/>
  <Override ContentType="application/vnd.openxmlformats-officedocument.presentationml.notesSlide+xml" PartName="/ppt/notesSlides/notesSlide52.xml"/>
  <Override ContentType="application/vnd.openxmlformats-officedocument.presentationml.notesSlide+xml" PartName="/ppt/notesSlides/notesSlide35.xml"/>
  <Override ContentType="application/vnd.openxmlformats-officedocument.presentationml.notesSlide+xml" PartName="/ppt/notesSlides/notesSlide161.xml"/>
  <Override ContentType="application/vnd.openxmlformats-officedocument.presentationml.notesSlide+xml" PartName="/ppt/notesSlides/notesSlide5.xml"/>
  <Override ContentType="application/vnd.openxmlformats-officedocument.presentationml.notesSlide+xml" PartName="/ppt/notesSlides/notesSlide187.xml"/>
  <Override ContentType="application/vnd.openxmlformats-officedocument.presentationml.notesSlide+xml" PartName="/ppt/notesSlides/notesSlide78.xml"/>
  <Override ContentType="application/vnd.openxmlformats-officedocument.presentationml.notesSlide+xml" PartName="/ppt/notesSlides/notesSlide71.xml"/>
  <Override ContentType="application/vnd.openxmlformats-officedocument.presentationml.notesSlide+xml" PartName="/ppt/notesSlides/notesSlide225.xml"/>
  <Override ContentType="application/vnd.openxmlformats-officedocument.presentationml.notesSlide+xml" PartName="/ppt/notesSlides/notesSlide84.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24.xml"/>
  <Override ContentType="application/vnd.openxmlformats-officedocument.presentationml.notesSlide+xml" PartName="/ppt/notesSlides/notesSlide213.xml"/>
  <Override ContentType="application/vnd.openxmlformats-officedocument.presentationml.notesSlide+xml" PartName="/ppt/notesSlides/notesSlide223.xml"/>
  <Override ContentType="application/vnd.openxmlformats-officedocument.presentationml.notesSlide+xml" PartName="/ppt/notesSlides/notesSlide17.xml"/>
  <Override ContentType="application/vnd.openxmlformats-officedocument.presentationml.notesSlide+xml" PartName="/ppt/notesSlides/notesSlide82.xml"/>
  <Override ContentType="application/vnd.openxmlformats-officedocument.presentationml.notesSlide+xml" PartName="/ppt/notesSlides/notesSlide177.xml"/>
  <Override ContentType="application/vnd.openxmlformats-officedocument.presentationml.notesSlide+xml" PartName="/ppt/notesSlides/notesSlide94.xml"/>
  <Override ContentType="application/vnd.openxmlformats-officedocument.presentationml.notesSlide+xml" PartName="/ppt/notesSlides/notesSlide51.xml"/>
  <Override ContentType="application/vnd.openxmlformats-officedocument.presentationml.notesSlide+xml" PartName="/ppt/notesSlides/notesSlide90.xml"/>
  <Override ContentType="application/vnd.openxmlformats-officedocument.presentationml.notesSlide+xml" PartName="/ppt/notesSlides/notesSlide134.xml"/>
  <Override ContentType="application/vnd.openxmlformats-officedocument.presentationml.notesSlide+xml" PartName="/ppt/notesSlides/notesSlide4.xml"/>
  <Override ContentType="application/vnd.openxmlformats-officedocument.presentationml.notesSlide+xml" PartName="/ppt/notesSlides/notesSlide203.xml"/>
  <Override ContentType="application/vnd.openxmlformats-officedocument.presentationml.notesSlide+xml" PartName="/ppt/notesSlides/notesSlide13.xml"/>
  <Override ContentType="application/vnd.openxmlformats-officedocument.presentationml.notesSlide+xml" PartName="/ppt/notesSlides/notesSlide106.xml"/>
  <Override ContentType="application/vnd.openxmlformats-officedocument.presentationml.notesSlide+xml" PartName="/ppt/notesSlides/notesSlide99.xml"/>
  <Override ContentType="application/vnd.openxmlformats-officedocument.presentationml.notesSlide+xml" PartName="/ppt/notesSlides/notesSlide56.xml"/>
  <Override ContentType="application/vnd.openxmlformats-officedocument.presentationml.notesSlide+xml" PartName="/ppt/notesSlides/notesSlide152.xml"/>
  <Override ContentType="application/vnd.openxmlformats-officedocument.presentationml.notesSlide+xml" PartName="/ppt/notesSlides/notesSlide195.xml"/>
  <Override ContentType="application/vnd.openxmlformats-officedocument.presentationml.notesSlide+xml" PartName="/ppt/notesSlides/notesSlide183.xml"/>
  <Override ContentType="application/vnd.openxmlformats-officedocument.presentationml.notesSlide+xml" PartName="/ppt/notesSlides/notesSlide217.xml"/>
  <Override ContentType="application/vnd.openxmlformats-officedocument.presentationml.notesSlide+xml" PartName="/ppt/notesSlides/notesSlide61.xml"/>
  <Override ContentType="application/vnd.openxmlformats-officedocument.presentationml.notesSlide+xml" PartName="/ppt/notesSlides/notesSlide118.xml"/>
  <Override ContentType="application/vnd.openxmlformats-officedocument.presentationml.notesSlide+xml" PartName="/ppt/notesSlides/notesSlide167.xml"/>
  <Override ContentType="application/vnd.openxmlformats-officedocument.presentationml.notesSlide+xml" PartName="/ppt/notesSlides/notesSlide140.xml"/>
  <Override ContentType="application/vnd.openxmlformats-officedocument.presentationml.notesSlide+xml" PartName="/ppt/notesSlides/notesSlide27.xml"/>
  <Override ContentType="application/vnd.openxmlformats-officedocument.presentationml.notesSlide+xml" PartName="/ppt/notesSlides/notesSlide88.xml"/>
  <Override ContentType="application/vnd.openxmlformats-officedocument.presentationml.notesSlide+xml" PartName="/ppt/notesSlides/notesSlide149.xml"/>
  <Override ContentType="application/vnd.openxmlformats-officedocument.presentationml.notesSlide+xml" PartName="/ppt/notesSlides/notesSlide62.xml"/>
  <Override ContentType="application/vnd.openxmlformats-officedocument.presentationml.notesSlide+xml" PartName="/ppt/notesSlides/notesSlide45.xml"/>
  <Override ContentType="application/vnd.openxmlformats-officedocument.presentationml.notesSlide+xml" PartName="/ppt/notesSlides/notesSlide28.xml"/>
  <Override ContentType="application/vnd.openxmlformats-officedocument.presentationml.notesSlide+xml" PartName="/ppt/notesSlides/notesSlide139.xml"/>
  <Override ContentType="application/vnd.openxmlformats-officedocument.presentationml.notesSlide+xml" PartName="/ppt/notesSlides/notesSlide228.xml"/>
  <Override ContentType="application/vnd.openxmlformats-officedocument.presentationml.notesSlide+xml" PartName="/ppt/notesSlides/notesSlide55.xml"/>
  <Override ContentType="application/vnd.openxmlformats-officedocument.presentationml.notesSlide+xml" PartName="/ppt/notesSlides/notesSlide156.xml"/>
  <Override ContentType="application/vnd.openxmlformats-officedocument.presentationml.notesSlide+xml" PartName="/ppt/notesSlides/notesSlide12.xml"/>
  <Override ContentType="application/vnd.openxmlformats-officedocument.presentationml.notesSlide+xml" PartName="/ppt/notesSlides/notesSlide113.xml"/>
  <Override ContentType="application/vnd.openxmlformats-officedocument.presentationml.notesSlide+xml" PartName="/ppt/notesSlides/notesSlide199.xml"/>
  <Override ContentType="application/vnd.openxmlformats-officedocument.presentationml.notesSlide+xml" PartName="/ppt/notesSlides/notesSlide72.xml"/>
  <Override ContentType="application/vnd.openxmlformats-officedocument.presentationml.notesSlide+xml" PartName="/ppt/notesSlides/notesSlide98.xml"/>
  <Override ContentType="application/vnd.openxmlformats-officedocument.presentationml.notesSlide+xml" PartName="/ppt/notesSlides/notesSlide190.xml"/>
  <Override ContentType="application/vnd.openxmlformats-officedocument.presentationml.notesSlide+xml" PartName="/ppt/notesSlides/notesSlide218.xml"/>
  <Override ContentType="application/vnd.openxmlformats-officedocument.presentationml.notesSlide+xml" PartName="/ppt/notesSlides/notesSlide8.xml"/>
  <Override ContentType="application/vnd.openxmlformats-officedocument.presentationml.notesSlide+xml" PartName="/ppt/notesSlides/notesSlide130.xml"/>
  <Override ContentType="application/vnd.openxmlformats-officedocument.presentationml.notesSlide+xml" PartName="/ppt/notesSlides/notesSlide38.xml"/>
  <Override ContentType="application/vnd.openxmlformats-officedocument.presentationml.notesSlide+xml" PartName="/ppt/notesSlides/notesSlide173.xml"/>
  <Override ContentType="application/vnd.openxmlformats-officedocument.presentationml.notesSlide+xml" PartName="/ppt/notesSlides/notesSlide128.xml"/>
  <Override ContentType="application/vnd.openxmlformats-officedocument.presentationml.notesSlide+xml" PartName="/ppt/notesSlides/notesSlide224.xml"/>
  <Override ContentType="application/vnd.openxmlformats-officedocument.presentationml.notesSlide+xml" PartName="/ppt/notesSlides/notesSlide162.xml"/>
  <Override ContentType="application/vnd.openxmlformats-officedocument.presentationml.notesSlide+xml" PartName="/ppt/notesSlides/notesSlide49.xml"/>
  <Override ContentType="application/vnd.openxmlformats-officedocument.presentationml.notesSlide+xml" PartName="/ppt/notesSlides/notesSlide145.xml"/>
  <Override ContentType="application/vnd.openxmlformats-officedocument.presentationml.notesSlide+xml" PartName="/ppt/notesSlides/notesSlide207.xml"/>
  <Override ContentType="application/vnd.openxmlformats-officedocument.presentationml.notesSlide+xml" PartName="/ppt/notesSlides/notesSlide102.xml"/>
  <Override ContentType="application/vnd.openxmlformats-officedocument.presentationml.notesSlide+xml" PartName="/ppt/notesSlides/notesSlide8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88.xml"/>
  <Override ContentType="application/vnd.openxmlformats-officedocument.presentationml.notesSlide+xml" PartName="/ppt/notesSlides/notesSlide3.xml"/>
  <Override ContentType="application/vnd.openxmlformats-officedocument.presentationml.notesSlide+xml" PartName="/ppt/notesSlides/notesSlide50.xml"/>
  <Override ContentType="application/vnd.openxmlformats-officedocument.presentationml.notesSlide+xml" PartName="/ppt/notesSlides/notesSlide107.xml"/>
  <Override ContentType="application/vnd.openxmlformats-officedocument.presentationml.notesSlide+xml" PartName="/ppt/notesSlides/notesSlide186.xml"/>
  <Override ContentType="application/vnd.openxmlformats-officedocument.presentationml.notesSlide+xml" PartName="/ppt/notesSlides/notesSlide143.xml"/>
  <Override ContentType="application/vnd.openxmlformats-officedocument.presentationml.notesSlide+xml" PartName="/ppt/notesSlides/notesSlide151.xml"/>
  <Override ContentType="application/vnd.openxmlformats-officedocument.presentationml.notesSlide+xml" PartName="/ppt/notesSlides/notesSlide100.xml"/>
  <Override ContentType="application/vnd.openxmlformats-officedocument.presentationml.notesSlide+xml" PartName="/ppt/notesSlides/notesSlide42.xml"/>
  <Override ContentType="application/vnd.openxmlformats-officedocument.presentationml.notesSlide+xml" PartName="/ppt/notesSlides/notesSlide85.xml"/>
  <Override ContentType="application/vnd.openxmlformats-officedocument.presentationml.notesSlide+xml" PartName="/ppt/notesSlides/notesSlide194.xml"/>
  <Override ContentType="application/vnd.openxmlformats-officedocument.presentationml.notesSlide+xml" PartName="/ppt/notesSlides/notesSlide34.xml"/>
  <Override ContentType="application/vnd.openxmlformats-officedocument.presentationml.notesSlide+xml" PartName="/ppt/notesSlides/notesSlide77.xml"/>
  <Override ContentType="application/vnd.openxmlformats-officedocument.presentationml.notesSlide+xml" PartName="/ppt/notesSlides/notesSlide73.xml"/>
  <Override ContentType="application/vnd.openxmlformats-officedocument.presentationml.notesSlide+xml" PartName="/ppt/notesSlides/notesSlide119.xml"/>
  <Override ContentType="application/vnd.openxmlformats-officedocument.presentationml.notesSlide+xml" PartName="/ppt/notesSlides/notesSlide81.xml"/>
  <Override ContentType="application/vnd.openxmlformats-officedocument.presentationml.notesSlide+xml" PartName="/ppt/notesSlides/notesSlide166.xml"/>
  <Override ContentType="application/vnd.openxmlformats-officedocument.presentationml.notesSlide+xml" PartName="/ppt/notesSlides/notesSlide182.xml"/>
  <Override ContentType="application/vnd.openxmlformats-officedocument.presentationml.notesSlide+xml" PartName="/ppt/notesSlides/notesSlide30.xml"/>
  <Override ContentType="application/vnd.openxmlformats-officedocument.presentationml.notesSlide+xml" PartName="/ppt/notesSlides/notesSlide220.xml"/>
  <Override ContentType="application/vnd.openxmlformats-officedocument.presentationml.notesSlide+xml" PartName="/ppt/notesSlides/notesSlide69.xml"/>
  <Override ContentType="application/vnd.openxmlformats-officedocument.presentationml.notesSlide+xml" PartName="/ppt/notesSlides/notesSlide178.xml"/>
  <Override ContentType="application/vnd.openxmlformats-officedocument.presentationml.notesSlide+xml" PartName="/ppt/notesSlides/notesSlide26.xml"/>
  <Override ContentType="application/vnd.openxmlformats-officedocument.presentationml.notesSlide+xml" PartName="/ppt/notesSlides/notesSlide135.xml"/>
  <Override ContentType="application/vnd.openxmlformats-officedocument.presentationml.notesSlide+xml" PartName="/ppt/notesSlides/notesSlide93.xml"/>
  <Override ContentType="application/vnd.openxmlformats-officedocument.presentationml.notesSlide+xml" PartName="/ppt/notesSlides/notesSlide204.xml"/>
  <Override ContentType="application/vnd.openxmlformats-officedocument.presentationml.notesSlide+xml" PartName="/ppt/notesSlides/notesSlide57.xml"/>
  <Override ContentType="application/vnd.openxmlformats-officedocument.presentationml.notesSlide+xml" PartName="/ppt/notesSlides/notesSlide123.xml"/>
  <Override ContentType="application/vnd.openxmlformats-officedocument.presentationml.notesSlide+xml" PartName="/ppt/notesSlides/notesSlide171.xml"/>
  <Override ContentType="application/vnd.openxmlformats-officedocument.presentationml.notesSlide+xml" PartName="/ppt/notesSlides/notesSlide14.xml"/>
  <Override ContentType="application/vnd.openxmlformats-officedocument.presentationml.notesSlide+xml" PartName="/ppt/notesSlides/notesSlide216.xml"/>
  <Override ContentType="application/vnd.openxmlformats-officedocument.presentationml.notesSlide+xml" PartName="/ppt/notesSlides/notesSlide227.xml"/>
  <Override ContentType="application/vnd.openxmlformats-officedocument.presentationml.notesSlide+xml" PartName="/ppt/notesSlides/notesSlide37.xml"/>
  <Override ContentType="application/vnd.openxmlformats-officedocument.presentationml.notesSlide+xml" PartName="/ppt/notesSlides/notesSlide138.xml"/>
  <Override ContentType="application/vnd.openxmlformats-officedocument.presentationml.notesSlide+xml" PartName="/ppt/notesSlides/notesSlide163.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198.xml"/>
  <Override ContentType="application/vnd.openxmlformats-officedocument.presentationml.notesSlide+xml" PartName="/ppt/notesSlides/notesSlide112.xml"/>
  <Override ContentType="application/vnd.openxmlformats-officedocument.presentationml.notesSlide+xml" PartName="/ppt/notesSlides/notesSlide103.xml"/>
  <Override ContentType="application/vnd.openxmlformats-officedocument.presentationml.notesSlide+xml" PartName="/ppt/notesSlides/notesSlide97.xml"/>
  <Override ContentType="application/vnd.openxmlformats-officedocument.presentationml.notesSlide+xml" PartName="/ppt/notesSlides/notesSlide155.xml"/>
  <Override ContentType="application/vnd.openxmlformats-officedocument.presentationml.notesSlide+xml" PartName="/ppt/notesSlides/notesSlide189.xml"/>
  <Override ContentType="application/vnd.openxmlformats-officedocument.presentationml.notesSlide+xml" PartName="/ppt/notesSlides/notesSlide46.xml"/>
  <Override ContentType="application/vnd.openxmlformats-officedocument.presentationml.notesSlide+xml" PartName="/ppt/notesSlides/notesSlide89.xml"/>
  <Override ContentType="application/vnd.openxmlformats-officedocument.presentationml.notesSlide+xml" PartName="/ppt/notesSlides/notesSlide146.xml"/>
  <Override ContentType="application/vnd.openxmlformats-officedocument.presentationml.notesSlide+xml" PartName="/ppt/notesSlides/notesSlide219.xml"/>
  <Override ContentType="application/vnd.openxmlformats-officedocument.presentationml.notesSlide+xml" PartName="/ppt/notesSlides/notesSlide11.xml"/>
  <Override ContentType="application/vnd.openxmlformats-officedocument.presentationml.notesSlide+xml" PartName="/ppt/notesSlides/notesSlide120.xml"/>
  <Override ContentType="application/vnd.openxmlformats-officedocument.presentationml.notesSlide+xml" PartName="/ppt/notesSlides/notesSlide201.xml"/>
  <Override ContentType="application/vnd.openxmlformats-officedocument.presentationml.notesSlide+xml" PartName="/ppt/notesSlides/notesSlide18.xml"/>
  <Override ContentType="application/vnd.openxmlformats-officedocument.presentationml.notesSlide+xml" PartName="/ppt/notesSlides/notesSlide131.xml"/>
  <Override ContentType="application/vnd.openxmlformats-officedocument.presentationml.notesSlide+xml" PartName="/ppt/notesSlides/notesSlide127.xml"/>
  <Override ContentType="application/vnd.openxmlformats-officedocument.presentationml.notesSlide+xml" PartName="/ppt/notesSlides/notesSlide191.xml"/>
  <Override ContentType="application/vnd.openxmlformats-officedocument.presentationml.notesSlide+xml" PartName="/ppt/notesSlides/notesSlide208.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65.xml"/>
  <Override ContentType="application/vnd.openxmlformats-officedocument.presentationml.notesSlide+xml" PartName="/ppt/notesSlides/notesSlide174.xml"/>
  <Override ContentType="application/vnd.openxmlformats-officedocument.presentationml.notesSlide+xml" PartName="/ppt/notesSlides/notesSlide212.xml"/>
  <Override ContentType="application/vnd.openxmlformats-officedocument.presentationml.notesSlide+xml" PartName="/ppt/notesSlides/notesSlide92.xml"/>
  <Override ContentType="application/vnd.openxmlformats-officedocument.presentationml.notesSlide+xml" PartName="/ppt/notesSlides/notesSlide193.xml"/>
  <Override ContentType="application/vnd.openxmlformats-officedocument.presentationml.notesSlide+xml" PartName="/ppt/notesSlides/notesSlide150.xml"/>
  <Override ContentType="application/vnd.openxmlformats-officedocument.presentationml.notesSlide+xml" PartName="/ppt/notesSlides/notesSlide142.xml"/>
  <Override ContentType="application/vnd.openxmlformats-officedocument.presentationml.notesSlide+xml" PartName="/ppt/notesSlides/notesSlide116.xml"/>
  <Override ContentType="application/vnd.openxmlformats-officedocument.presentationml.notesSlide+xml" PartName="/ppt/notesSlides/notesSlide15.xml"/>
  <Override ContentType="application/vnd.openxmlformats-officedocument.presentationml.notesSlide+xml" PartName="/ppt/notesSlides/notesSlide159.xml"/>
  <Override ContentType="application/vnd.openxmlformats-officedocument.presentationml.notesSlide+xml" PartName="/ppt/notesSlides/notesSlide185.xml"/>
  <Override ContentType="application/vnd.openxmlformats-officedocument.presentationml.notesSlide+xml" PartName="/ppt/notesSlides/notesSlide215.xml"/>
  <Override ContentType="application/vnd.openxmlformats-officedocument.presentationml.notesSlide+xml" PartName="/ppt/notesSlides/notesSlide126.xml"/>
  <Override ContentType="application/vnd.openxmlformats-officedocument.presentationml.notesSlide+xml" PartName="/ppt/notesSlides/notesSlide68.xml"/>
  <Override ContentType="application/vnd.openxmlformats-officedocument.presentationml.notesSlide+xml" PartName="/ppt/notesSlides/notesSlide169.xml"/>
  <Override ContentType="application/vnd.openxmlformats-officedocument.presentationml.notesSlide+xml" PartName="/ppt/notesSlides/notesSlide205.xml"/>
  <Override ContentType="application/vnd.openxmlformats-officedocument.presentationml.notesSlide+xml" PartName="/ppt/notesSlides/notesSlide108.xml"/>
  <Override ContentType="application/vnd.openxmlformats-officedocument.presentationml.notesSlide+xml" PartName="/ppt/notesSlides/notesSlide25.xml"/>
  <Override ContentType="application/vnd.openxmlformats-officedocument.presentationml.notesSlide+xml" PartName="/ppt/notesSlides/notesSlide160.xml"/>
  <Override ContentType="application/vnd.openxmlformats-officedocument.presentationml.notesSlide+xml" PartName="/ppt/notesSlides/notesSlide43.xml"/>
  <Override ContentType="application/vnd.openxmlformats-officedocument.presentationml.notesSlide+xml" PartName="/ppt/notesSlides/notesSlide86.xml"/>
  <Override ContentType="application/vnd.openxmlformats-officedocument.presentationml.notesSlide+xml" PartName="/ppt/notesSlides/notesSlide179.xml"/>
  <Override ContentType="application/vnd.openxmlformats-officedocument.presentationml.notesSlide+xml" PartName="/ppt/notesSlides/notesSlide165.xml"/>
  <Override ContentType="application/vnd.openxmlformats-officedocument.presentationml.notesSlide+xml" PartName="/ppt/notesSlides/notesSlide122.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74.xml"/>
  <Override ContentType="application/vnd.openxmlformats-officedocument.presentationml.notesSlide+xml" PartName="/ppt/notesSlides/notesSlide170.xml"/>
  <Override ContentType="application/vnd.openxmlformats-officedocument.presentationml.notesSlide+xml" PartName="/ppt/notesSlides/notesSlide197.xml"/>
  <Override ContentType="application/vnd.openxmlformats-officedocument.presentationml.notesSlide+xml" PartName="/ppt/notesSlides/notesSlide221.xml"/>
  <Override ContentType="application/vnd.openxmlformats-officedocument.presentationml.notesSlide+xml" PartName="/ppt/notesSlides/notesSlide58.xml"/>
  <Override ContentType="application/vnd.openxmlformats-officedocument.presentationml.notesSlide+xml" PartName="/ppt/notesSlides/notesSlide154.xml"/>
  <Override ContentType="application/vnd.openxmlformats-officedocument.presentationml.notesSlide+xml" PartName="/ppt/notesSlides/notesSlide136.xml"/>
  <Override ContentType="application/vnd.openxmlformats-officedocument.presentationml.notesSlide+xml" PartName="/ppt/notesSlides/notesSlide2.xml"/>
  <Override ContentType="application/vnd.openxmlformats-officedocument.presentationml.notesSlide+xml" PartName="/ppt/notesSlides/notesSlide70.xml"/>
  <Override ContentType="application/vnd.openxmlformats-officedocument.presentationml.notesSlide+xml" PartName="/ppt/notesSlides/notesSlide111.xml"/>
  <Override ContentType="application/vnd.openxmlformats-officedocument.presentationml.notesSlide+xml" PartName="/ppt/notesSlides/notesSlide226.xml"/>
  <Override ContentType="application/vnd.openxmlformats-officedocument.presentationml.notesSlide+xml" PartName="/ppt/notesSlides/notesSlide200.xml"/>
  <Override ContentType="application/vnd.openxmlformats-officedocument.presentationml.notesSlide+xml" PartName="/ppt/notesSlides/notesSlide181.xml"/>
  <Override ContentType="application/vnd.openxmlformats-officedocument.presentationml.notesSlide+xml" PartName="/ppt/notesSlides/notesSlide47.xml"/>
  <Override ContentType="application/vnd.openxmlformats-officedocument.presentationml.notesSlide+xml" PartName="/ppt/notesSlides/notesSlide209.xml"/>
  <Override ContentType="application/vnd.openxmlformats-officedocument.presentationml.notesSlide+xml" PartName="/ppt/notesSlides/notesSlide104.xml"/>
  <Override ContentType="application/vnd.openxmlformats-officedocument.presentationml.notesSlide+xml" PartName="/ppt/notesSlides/notesSlide147.xml"/>
  <Override ContentType="application/vnd.openxmlformats-officedocument.presentationml.notesSlide+xml" PartName="/ppt/notesSlides/notesSlide21.xml"/>
  <Override ContentType="application/vnd.openxmlformats-officedocument.presentationml.notesSlide+xml" PartName="/ppt/notesSlides/notesSlide164.xml"/>
  <Override ContentType="application/vnd.openxmlformats-officedocument.presentationml.notesSlide+xml" PartName="/ppt/notesSlides/notesSlide64.xml"/>
  <Override ContentType="application/vnd.openxmlformats-officedocument.presentationml.notesSlide+xml" PartName="/ppt/notesSlides/notesSlide121.xml"/>
  <Override ContentType="application/vnd.openxmlformats-officedocument.presentationml.notesSlide+xml" PartName="/ppt/notesSlides/notesSlide6.xml"/>
  <Override ContentType="application/vnd.openxmlformats-officedocument.presentationml.notesSlide+xml" PartName="/ppt/notesSlides/notesSlide211.xml"/>
  <Override ContentType="application/vnd.openxmlformats-officedocument.presentationml.notesSlide+xml" PartName="/ppt/notesSlides/notesSlide79.xml"/>
  <Override ContentType="application/vnd.openxmlformats-officedocument.presentationml.notesSlide+xml" PartName="/ppt/notesSlides/notesSlide132.xml"/>
  <Override ContentType="application/vnd.openxmlformats-officedocument.presentationml.notesSlide+xml" PartName="/ppt/notesSlides/notesSlide36.xml"/>
  <Override ContentType="application/vnd.openxmlformats-officedocument.presentationml.notesSlide+xml" PartName="/ppt/notesSlides/notesSlide96.xml"/>
  <Override ContentType="application/vnd.openxmlformats-officedocument.presentationml.notesSlide+xml" PartName="/ppt/notesSlides/notesSlide192.xml"/>
  <Override ContentType="application/vnd.openxmlformats-officedocument.presentationml.notesSlide+xml" PartName="/ppt/notesSlides/notesSlide19.xml"/>
  <Override ContentType="application/vnd.openxmlformats-officedocument.presentationml.notesSlide+xml" PartName="/ppt/notesSlides/notesSlide115.xml"/>
  <Override ContentType="application/vnd.openxmlformats-officedocument.presentationml.notesSlide+xml" PartName="/ppt/notesSlides/notesSlide53.xml"/>
  <Override ContentType="application/vnd.openxmlformats-officedocument.presentationml.notesSlide+xml" PartName="/ppt/notesSlides/notesSlide158.xml"/>
  <Override ContentType="application/vnd.openxmlformats-officedocument.presentationml.notesSlide+xml" PartName="/ppt/notesSlides/notesSlide175.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21.xml"/>
  <Override ContentType="application/vnd.openxmlformats-officedocument.presentationml.slide+xml" PartName="/ppt/slides/slide164.xml"/>
  <Override ContentType="application/vnd.openxmlformats-officedocument.presentationml.slide+xml" PartName="/ppt/slides/slide43.xml"/>
  <Override ContentType="application/vnd.openxmlformats-officedocument.presentationml.slide+xml" PartName="/ppt/slides/slide199.xml"/>
  <Override ContentType="application/vnd.openxmlformats-officedocument.presentationml.slide+xml" PartName="/ppt/slides/slide210.xml"/>
  <Override ContentType="application/vnd.openxmlformats-officedocument.presentationml.slide+xml" PartName="/ppt/slides/slide78.xml"/>
  <Override ContentType="application/vnd.openxmlformats-officedocument.presentationml.slide+xml" PartName="/ppt/slides/slide86.xml"/>
  <Override ContentType="application/vnd.openxmlformats-officedocument.presentationml.slide+xml" PartName="/ppt/slides/slide35.xml"/>
  <Override ContentType="application/vnd.openxmlformats-officedocument.presentationml.slide+xml" PartName="/ppt/slides/slide202.xml"/>
  <Override ContentType="application/vnd.openxmlformats-officedocument.presentationml.slide+xml" PartName="/ppt/slides/slide105.xml"/>
  <Override ContentType="application/vnd.openxmlformats-officedocument.presentationml.slide+xml" PartName="/ppt/slides/slide148.xml"/>
  <Override ContentType="application/vnd.openxmlformats-officedocument.presentationml.slide+xml" PartName="/ppt/slides/slide172.xml"/>
  <Override ContentType="application/vnd.openxmlformats-officedocument.presentationml.slide+xml" PartName="/ppt/slides/slide19.xml"/>
  <Override ContentType="application/vnd.openxmlformats-officedocument.presentationml.slide+xml" PartName="/ppt/slides/slide5.xml"/>
  <Override ContentType="application/vnd.openxmlformats-officedocument.presentationml.slide+xml" PartName="/ppt/slides/slide51.xml"/>
  <Override ContentType="application/vnd.openxmlformats-officedocument.presentationml.slide+xml" PartName="/ppt/slides/slide113.xml"/>
  <Override ContentType="application/vnd.openxmlformats-officedocument.presentationml.slide+xml" PartName="/ppt/slides/slide94.xml"/>
  <Override ContentType="application/vnd.openxmlformats-officedocument.presentationml.slide+xml" PartName="/ppt/slides/slide156.xml"/>
  <Override ContentType="application/vnd.openxmlformats-officedocument.presentationml.slide+xml" PartName="/ppt/slides/slide217.xml"/>
  <Override ContentType="application/vnd.openxmlformats-officedocument.presentationml.slide+xml" PartName="/ppt/slides/slide71.xml"/>
  <Override ContentType="application/vnd.openxmlformats-officedocument.presentationml.slide+xml" PartName="/ppt/slides/slide179.xml"/>
  <Override ContentType="application/vnd.openxmlformats-officedocument.presentationml.slide+xml" PartName="/ppt/slides/slide66.xml"/>
  <Override ContentType="application/vnd.openxmlformats-officedocument.presentationml.slide+xml" PartName="/ppt/slides/slide23.xml"/>
  <Override ContentType="application/vnd.openxmlformats-officedocument.presentationml.slide+xml" PartName="/ppt/slides/slide136.xml"/>
  <Override ContentType="application/vnd.openxmlformats-officedocument.presentationml.slide+xml" PartName="/ppt/slides/slide184.xml"/>
  <Override ContentType="application/vnd.openxmlformats-officedocument.presentationml.slide+xml" PartName="/ppt/slides/slide141.xml"/>
  <Override ContentType="application/vnd.openxmlformats-officedocument.presentationml.slide+xml" PartName="/ppt/slides/slide82.xml"/>
  <Override ContentType="application/vnd.openxmlformats-officedocument.presentationml.slide+xml" PartName="/ppt/slides/slide9.xml"/>
  <Override ContentType="application/vnd.openxmlformats-officedocument.presentationml.slide+xml" PartName="/ppt/slides/slide168.xml"/>
  <Override ContentType="application/vnd.openxmlformats-officedocument.presentationml.slide+xml" PartName="/ppt/slides/slide12.xml"/>
  <Override ContentType="application/vnd.openxmlformats-officedocument.presentationml.slide+xml" PartName="/ppt/slides/slide108.xml"/>
  <Override ContentType="application/vnd.openxmlformats-officedocument.presentationml.slide+xml" PartName="/ppt/slides/slide187.xml"/>
  <Override ContentType="application/vnd.openxmlformats-officedocument.presentationml.slide+xml" PartName="/ppt/slides/slide98.xml"/>
  <Override ContentType="application/vnd.openxmlformats-officedocument.presentationml.slide+xml" PartName="/ppt/slides/slide152.xml"/>
  <Override ContentType="application/vnd.openxmlformats-officedocument.presentationml.slide+xml" PartName="/ppt/slides/slide125.xml"/>
  <Override ContentType="application/vnd.openxmlformats-officedocument.presentationml.slide+xml" PartName="/ppt/slides/slide20.xml"/>
  <Override ContentType="application/vnd.openxmlformats-officedocument.presentationml.slide+xml" PartName="/ppt/slides/slide161.xml"/>
  <Override ContentType="application/vnd.openxmlformats-officedocument.presentationml.slide+xml" PartName="/ppt/slides/slide214.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206.xml"/>
  <Override ContentType="application/vnd.openxmlformats-officedocument.presentationml.slide+xml" PartName="/ppt/slides/slide55.xml"/>
  <Override ContentType="application/vnd.openxmlformats-officedocument.presentationml.slide+xml" PartName="/ppt/slides/slide195.xml"/>
  <Override ContentType="application/vnd.openxmlformats-officedocument.presentationml.slide+xml" PartName="/ppt/slides/slide59.xml"/>
  <Override ContentType="application/vnd.openxmlformats-officedocument.presentationml.slide+xml" PartName="/ppt/slides/slide89.xml"/>
  <Override ContentType="application/vnd.openxmlformats-officedocument.presentationml.slide+xml" PartName="/ppt/slides/slide129.xml"/>
  <Override ContentType="application/vnd.openxmlformats-officedocument.presentationml.slide+xml" PartName="/ppt/slides/slide63.xml"/>
  <Override ContentType="application/vnd.openxmlformats-officedocument.presentationml.slide+xml" PartName="/ppt/slides/slide159.xml"/>
  <Override ContentType="application/vnd.openxmlformats-officedocument.presentationml.slide+xml" PartName="/ppt/slides/slide101.xml"/>
  <Override ContentType="application/vnd.openxmlformats-officedocument.presentationml.slide+xml" PartName="/ppt/slides/slide116.xml"/>
  <Override ContentType="application/vnd.openxmlformats-officedocument.presentationml.slide+xml" PartName="/ppt/slides/slide144.xml"/>
  <Override ContentType="application/vnd.openxmlformats-officedocument.presentationml.slide+xml" PartName="/ppt/slides/slide133.xml"/>
  <Override ContentType="application/vnd.openxmlformats-officedocument.presentationml.slide+xml" PartName="/ppt/slides/slide91.xml"/>
  <Override ContentType="application/vnd.openxmlformats-officedocument.presentationml.slide+xml" PartName="/ppt/slides/slide31.xml"/>
  <Override ContentType="application/vnd.openxmlformats-officedocument.presentationml.slide+xml" PartName="/ppt/slides/slide74.xml"/>
  <Override ContentType="application/vnd.openxmlformats-officedocument.presentationml.slide+xml" PartName="/ppt/slides/slide176.xml"/>
  <Override ContentType="application/vnd.openxmlformats-officedocument.presentationml.slide+xml" PartName="/ppt/slides/slide27.xml"/>
  <Override ContentType="application/vnd.openxmlformats-officedocument.presentationml.slide+xml" PartName="/ppt/slides/slide2.xml"/>
  <Override ContentType="application/vnd.openxmlformats-officedocument.presentationml.slide+xml" PartName="/ppt/slides/slide225.xml"/>
  <Override ContentType="application/vnd.openxmlformats-officedocument.presentationml.slide+xml" PartName="/ppt/slides/slide180.xml"/>
  <Override ContentType="application/vnd.openxmlformats-officedocument.presentationml.slide+xml" PartName="/ppt/slides/slide18.xml"/>
  <Override ContentType="application/vnd.openxmlformats-officedocument.presentationml.slide+xml" PartName="/ppt/slides/slide201.xml"/>
  <Override ContentType="application/vnd.openxmlformats-officedocument.presentationml.slide+xml" PartName="/ppt/slides/slide52.xml"/>
  <Override ContentType="application/vnd.openxmlformats-officedocument.presentationml.slide+xml" PartName="/ppt/slides/slide95.xml"/>
  <Override ContentType="application/vnd.openxmlformats-officedocument.presentationml.slide+xml" PartName="/ppt/slides/slide181.xml"/>
  <Override ContentType="application/vnd.openxmlformats-officedocument.presentationml.slide+xml" PartName="/ppt/slides/slide157.xml"/>
  <Override ContentType="application/vnd.openxmlformats-officedocument.presentationml.slide+xml" PartName="/ppt/slides/slide211.xml"/>
  <Override ContentType="application/vnd.openxmlformats-officedocument.presentationml.slide+xml" PartName="/ppt/slides/slide77.xml"/>
  <Override ContentType="application/vnd.openxmlformats-officedocument.presentationml.slide+xml" PartName="/ppt/slides/slide165.xml"/>
  <Override ContentType="application/vnd.openxmlformats-officedocument.presentationml.slide+xml" PartName="/ppt/slides/slide34.xml"/>
  <Override ContentType="application/vnd.openxmlformats-officedocument.presentationml.slide+xml" PartName="/ppt/slides/slide122.xml"/>
  <Override ContentType="application/vnd.openxmlformats-officedocument.presentationml.slide+xml" PartName="/ppt/slides/slide147.xml"/>
  <Override ContentType="application/vnd.openxmlformats-officedocument.presentationml.slide+xml" PartName="/ppt/slides/slide191.xml"/>
  <Override ContentType="application/vnd.openxmlformats-officedocument.presentationml.slide+xml" PartName="/ppt/slides/slide104.xml"/>
  <Override ContentType="application/vnd.openxmlformats-officedocument.presentationml.slide+xml" PartName="/ppt/slides/slide24.xml"/>
  <Override ContentType="application/vnd.openxmlformats-officedocument.presentationml.slide+xml" PartName="/ppt/slides/slide137.xml"/>
  <Override ContentType="application/vnd.openxmlformats-officedocument.presentationml.slide+xml" PartName="/ppt/slides/slide110.xml"/>
  <Override ContentType="application/vnd.openxmlformats-officedocument.presentationml.slide+xml" PartName="/ppt/slides/slide153.xml"/>
  <Override ContentType="application/vnd.openxmlformats-officedocument.presentationml.slide+xml" PartName="/ppt/slides/slide67.xml"/>
  <Override ContentType="application/vnd.openxmlformats-officedocument.presentationml.slide+xml" PartName="/ppt/slides/slide196.xml"/>
  <Override ContentType="application/vnd.openxmlformats-officedocument.presentationml.slide+xml" PartName="/ppt/slides/slide171.xml"/>
  <Override ContentType="application/vnd.openxmlformats-officedocument.presentationml.slide+xml" PartName="/ppt/slides/slide49.xml"/>
  <Override ContentType="application/vnd.openxmlformats-officedocument.presentationml.slide+xml" PartName="/ppt/slides/slide216.xml"/>
  <Override ContentType="application/vnd.openxmlformats-officedocument.presentationml.slide+xml" PartName="/ppt/slides/slide83.xml"/>
  <Override ContentType="application/vnd.openxmlformats-officedocument.presentationml.slide+xml" PartName="/ppt/slides/slide6.xml"/>
  <Override ContentType="application/vnd.openxmlformats-officedocument.presentationml.slide+xml" PartName="/ppt/slides/slide119.xml"/>
  <Override ContentType="application/vnd.openxmlformats-officedocument.presentationml.slide+xml" PartName="/ppt/slides/slide40.xml"/>
  <Override ContentType="application/vnd.openxmlformats-officedocument.presentationml.slide+xml" PartName="/ppt/slides/slide221.xml"/>
  <Override ContentType="application/vnd.openxmlformats-officedocument.presentationml.slide+xml" PartName="/ppt/slides/slide73.xml"/>
  <Override ContentType="application/vnd.openxmlformats-officedocument.presentationml.slide+xml" PartName="/ppt/slides/slide169.xml"/>
  <Override ContentType="application/vnd.openxmlformats-officedocument.presentationml.slide+xml" PartName="/ppt/slides/slide30.xml"/>
  <Override ContentType="application/vnd.openxmlformats-officedocument.presentationml.slide+xml" PartName="/ppt/slides/slide126.xml"/>
  <Override ContentType="application/vnd.openxmlformats-officedocument.presentationml.slide+xml" PartName="/ppt/slides/slide186.xml"/>
  <Override ContentType="application/vnd.openxmlformats-officedocument.presentationml.slide+xml" PartName="/ppt/slides/slide215.xml"/>
  <Override ContentType="application/vnd.openxmlformats-officedocument.presentationml.slide+xml" PartName="/ppt/slides/slide109.xml"/>
  <Override ContentType="application/vnd.openxmlformats-officedocument.presentationml.slide+xml" PartName="/ppt/slides/slide99.xml"/>
  <Override ContentType="application/vnd.openxmlformats-officedocument.presentationml.slide+xml" PartName="/ppt/slides/slide3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222.xml"/>
  <Override ContentType="application/vnd.openxmlformats-officedocument.presentationml.slide+xml" PartName="/ppt/slides/slide205.xml"/>
  <Override ContentType="application/vnd.openxmlformats-officedocument.presentationml.slide+xml" PartName="/ppt/slides/slide160.xml"/>
  <Override ContentType="application/vnd.openxmlformats-officedocument.presentationml.slide+xml" PartName="/ppt/slides/slide100.xml"/>
  <Override ContentType="application/vnd.openxmlformats-officedocument.presentationml.slide+xml" PartName="/ppt/slides/slide90.xml"/>
  <Override ContentType="application/vnd.openxmlformats-officedocument.presentationml.slide+xml" PartName="/ppt/slides/slide143.xml"/>
  <Override ContentType="application/vnd.openxmlformats-officedocument.presentationml.slide+xml" PartName="/ppt/slides/slide132.xml"/>
  <Override ContentType="application/vnd.openxmlformats-officedocument.presentationml.slide+xml" PartName="/ppt/slides/slide62.xml"/>
  <Override ContentType="application/vnd.openxmlformats-officedocument.presentationml.slide+xml" PartName="/ppt/slides/slide175.xml"/>
  <Override ContentType="application/vnd.openxmlformats-officedocument.presentationml.slide+xml" PartName="/ppt/slides/slide1.xml"/>
  <Override ContentType="application/vnd.openxmlformats-officedocument.presentationml.slide+xml" PartName="/ppt/slides/slide192.xml"/>
  <Override ContentType="application/vnd.openxmlformats-officedocument.presentationml.slide+xml" PartName="/ppt/slides/slide45.xml"/>
  <Override ContentType="application/vnd.openxmlformats-officedocument.presentationml.slide+xml" PartName="/ppt/slides/slide226.xml"/>
  <Override ContentType="application/vnd.openxmlformats-officedocument.presentationml.slide+xml" PartName="/ppt/slides/slide28.xml"/>
  <Override ContentType="application/vnd.openxmlformats-officedocument.presentationml.slide+xml" PartName="/ppt/slides/slide209.xml"/>
  <Override ContentType="application/vnd.openxmlformats-officedocument.presentationml.slide+xml" PartName="/ppt/slides/slide200.xml"/>
  <Override ContentType="application/vnd.openxmlformats-officedocument.presentationml.slide+xml" PartName="/ppt/slides/slide88.xml"/>
  <Override ContentType="application/vnd.openxmlformats-officedocument.presentationml.slide+xml" PartName="/ppt/slides/slide158.xml"/>
  <Override ContentType="application/vnd.openxmlformats-officedocument.presentationml.slide+xml" PartName="/ppt/slides/slide115.xml"/>
  <Override ContentType="application/vnd.openxmlformats-officedocument.presentationml.slide+xml" PartName="/ppt/slides/slide3.xml"/>
  <Override ContentType="application/vnd.openxmlformats-officedocument.presentationml.slide+xml" PartName="/ppt/slides/slide182.xml"/>
  <Override ContentType="application/vnd.openxmlformats-officedocument.presentationml.slide+xml" PartName="/ppt/slides/slide17.xml"/>
  <Override ContentType="application/vnd.openxmlformats-officedocument.presentationml.slide+xml" PartName="/ppt/slides/slide138.xml"/>
  <Override ContentType="application/vnd.openxmlformats-officedocument.presentationml.slide+xml" PartName="/ppt/slides/slide25.xml"/>
  <Override ContentType="application/vnd.openxmlformats-officedocument.presentationml.slide+xml" PartName="/ppt/slides/slide174.xml"/>
  <Override ContentType="application/vnd.openxmlformats-officedocument.presentationml.slide+xml" PartName="/ppt/slides/slide190.xml"/>
  <Override ContentType="application/vnd.openxmlformats-officedocument.presentationml.slide+xml" PartName="/ppt/slides/slide227.xml"/>
  <Override ContentType="application/vnd.openxmlformats-officedocument.presentationml.slide+xml" PartName="/ppt/slides/slide33.xml"/>
  <Override ContentType="application/vnd.openxmlformats-officedocument.presentationml.slide+xml" PartName="/ppt/slides/slide219.xml"/>
  <Override ContentType="application/vnd.openxmlformats-officedocument.presentationml.slide+xml" PartName="/ppt/slides/slide68.xml"/>
  <Override ContentType="application/vnd.openxmlformats-officedocument.presentationml.slide+xml" PartName="/ppt/slides/slide170.xml"/>
  <Override ContentType="application/vnd.openxmlformats-officedocument.presentationml.slide+xml" PartName="/ppt/slides/slide204.xml"/>
  <Override ContentType="application/vnd.openxmlformats-officedocument.presentationml.slide+xml" PartName="/ppt/slides/slide84.xml"/>
  <Override ContentType="application/vnd.openxmlformats-officedocument.presentationml.slide+xml" PartName="/ppt/slides/slide107.xml"/>
  <Override ContentType="application/vnd.openxmlformats-officedocument.presentationml.slide+xml" PartName="/ppt/slides/slide37.xml"/>
  <Override ContentType="application/vnd.openxmlformats-officedocument.presentationml.slide+xml" PartName="/ppt/slides/slide123.xml"/>
  <Override ContentType="application/vnd.openxmlformats-officedocument.presentationml.slide+xml" PartName="/ppt/slides/slide220.xml"/>
  <Override ContentType="application/vnd.openxmlformats-officedocument.presentationml.slide+xml" PartName="/ppt/slides/slide166.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154.xml"/>
  <Override ContentType="application/vnd.openxmlformats-officedocument.presentationml.slide+xml" PartName="/ppt/slides/slide197.xml"/>
  <Override ContentType="application/vnd.openxmlformats-officedocument.presentationml.slide+xml" PartName="/ppt/slides/slide10.xml"/>
  <Override ContentType="application/vnd.openxmlformats-officedocument.presentationml.slide+xml" PartName="/ppt/slides/slide111.xml"/>
  <Override ContentType="application/vnd.openxmlformats-officedocument.presentationml.slide+xml" PartName="/ppt/slides/slide53.xml"/>
  <Override ContentType="application/vnd.openxmlformats-officedocument.presentationml.slide+xml" PartName="/ppt/slides/slide96.xml"/>
  <Override ContentType="application/vnd.openxmlformats-officedocument.presentationml.slide+xml" PartName="/ppt/slides/slide48.xml"/>
  <Override ContentType="application/vnd.openxmlformats-officedocument.presentationml.slide+xml" PartName="/ppt/slides/slide223.xml"/>
  <Override ContentType="application/vnd.openxmlformats-officedocument.presentationml.slide+xml" PartName="/ppt/slides/slide22.xml"/>
  <Override ContentType="application/vnd.openxmlformats-officedocument.presentationml.slide+xml" PartName="/ppt/slides/slide185.xml"/>
  <Override ContentType="application/vnd.openxmlformats-officedocument.presentationml.slide+xml" PartName="/ppt/slides/slide65.xml"/>
  <Override ContentType="application/vnd.openxmlformats-officedocument.presentationml.slide+xml" PartName="/ppt/slides/slide118.xml"/>
  <Override ContentType="application/vnd.openxmlformats-officedocument.presentationml.slide+xml" PartName="/ppt/slides/slide142.xml"/>
  <Override ContentType="application/vnd.openxmlformats-officedocument.presentationml.slide+xml" PartName="/ppt/slides/slide72.xml"/>
  <Override ContentType="application/vnd.openxmlformats-officedocument.presentationml.slide+xml" PartName="/ppt/slides/slide135.xml"/>
  <Override ContentType="application/vnd.openxmlformats-officedocument.presentationml.slide+xml" PartName="/ppt/slides/slide178.xml"/>
  <Override ContentType="application/vnd.openxmlformats-officedocument.presentationml.slide+xml" PartName="/ppt/slides/slide29.xml"/>
  <Override ContentType="application/vnd.openxmlformats-officedocument.presentationml.slide+xml" PartName="/ppt/slides/slide212.xml"/>
  <Override ContentType="application/vnd.openxmlformats-officedocument.presentationml.slide+xml" PartName="/ppt/slides/slide76.xml"/>
  <Override ContentType="application/vnd.openxmlformats-officedocument.presentationml.slide+xml" PartName="/ppt/slides/slide131.xml"/>
  <Override ContentType="application/vnd.openxmlformats-officedocument.presentationml.slide+xml" PartName="/ppt/slides/slide93.xml"/>
  <Override ContentType="application/vnd.openxmlformats-officedocument.presentationml.slide+xml" PartName="/ppt/slides/slide80.xml"/>
  <Override ContentType="application/vnd.openxmlformats-officedocument.presentationml.slide+xml" PartName="/ppt/slides/slide103.xml"/>
  <Override ContentType="application/vnd.openxmlformats-officedocument.presentationml.slide+xml" PartName="/ppt/slides/slide61.xml"/>
  <Override ContentType="application/vnd.openxmlformats-officedocument.presentationml.slide+xml" PartName="/ppt/slides/slide114.xml"/>
  <Override ContentType="application/vnd.openxmlformats-officedocument.presentationml.slide+xml" PartName="/ppt/slides/slide163.xml"/>
  <Override ContentType="application/vnd.openxmlformats-officedocument.presentationml.slide+xml" PartName="/ppt/slides/slide127.xml"/>
  <Override ContentType="application/vnd.openxmlformats-officedocument.presentationml.slide+xml" PartName="/ppt/slides/slide146.xml"/>
  <Override ContentType="application/vnd.openxmlformats-officedocument.presentationml.slide+xml" PartName="/ppt/slides/slide150.xml"/>
  <Override ContentType="application/vnd.openxmlformats-officedocument.presentationml.slide+xml" PartName="/ppt/slides/slide189.xml"/>
  <Override ContentType="application/vnd.openxmlformats-officedocument.presentationml.slide+xml" PartName="/ppt/slides/slide120.xml"/>
  <Override ContentType="application/vnd.openxmlformats-officedocument.presentationml.slide+xml" PartName="/ppt/slides/slide87.xml"/>
  <Override ContentType="application/vnd.openxmlformats-officedocument.presentationml.slide+xml" PartName="/ppt/slides/slide57.xml"/>
  <Override ContentType="application/vnd.openxmlformats-officedocument.presentationml.slide+xml" PartName="/ppt/slides/slide44.xml"/>
  <Override ContentType="application/vnd.openxmlformats-officedocument.presentationml.slide+xml" PartName="/ppt/slides/slide193.xml"/>
  <Override ContentType="application/vnd.openxmlformats-officedocument.presentationml.slide+xml" PartName="/ppt/slides/slide208.xml"/>
  <Override ContentType="application/vnd.openxmlformats-officedocument.presentationml.slide+xml" PartName="/ppt/slides/slide14.xml"/>
  <Override ContentType="application/vnd.openxmlformats-officedocument.presentationml.slide+xml" PartName="/ppt/slides/slide4.xml"/>
  <Override ContentType="application/vnd.openxmlformats-officedocument.presentationml.slide+xml" PartName="/ppt/slides/slide228.xml"/>
  <Override ContentType="application/vnd.openxmlformats-officedocument.presentationml.slide+xml" PartName="/ppt/slides/slide139.xml"/>
  <Override ContentType="application/vnd.openxmlformats-officedocument.presentationml.slide+xml" PartName="/ppt/slides/slide60.xml"/>
  <Override ContentType="application/vnd.openxmlformats-officedocument.presentationml.slide+xml" PartName="/ppt/slides/slide26.xml"/>
  <Override ContentType="application/vnd.openxmlformats-officedocument.presentationml.slide+xml" PartName="/ppt/slides/slide112.xml"/>
  <Override ContentType="application/vnd.openxmlformats-officedocument.presentationml.slide+xml" PartName="/ppt/slides/slide198.xml"/>
  <Override ContentType="application/vnd.openxmlformats-officedocument.presentationml.slide+xml" PartName="/ppt/slides/slide155.xml"/>
  <Override ContentType="application/vnd.openxmlformats-officedocument.presentationml.slide+xml" PartName="/ppt/slides/slide69.xml"/>
  <Override ContentType="application/vnd.openxmlformats-officedocument.presentationml.slide+xml" PartName="/ppt/slides/slide85.xml"/>
  <Override ContentType="application/vnd.openxmlformats-officedocument.presentationml.slide+xml" PartName="/ppt/slides/slide42.xml"/>
  <Override ContentType="application/vnd.openxmlformats-officedocument.presentationml.slide+xml" PartName="/ppt/slides/slide50.xml"/>
  <Override ContentType="application/vnd.openxmlformats-officedocument.presentationml.slide+xml" PartName="/ppt/slides/slide218.xml"/>
  <Override ContentType="application/vnd.openxmlformats-officedocument.presentationml.slide+xml" PartName="/ppt/slides/slide130.xml"/>
  <Override ContentType="application/vnd.openxmlformats-officedocument.presentationml.slide+xml" PartName="/ppt/slides/slide173.xml"/>
  <Override ContentType="application/vnd.openxmlformats-officedocument.presentationml.slide+xml" PartName="/ppt/slides/slide16.xml"/>
  <Override ContentType="application/vnd.openxmlformats-officedocument.presentationml.slide+xml" PartName="/ppt/slides/slide97.xml"/>
  <Override ContentType="application/vnd.openxmlformats-officedocument.presentationml.slide+xml" PartName="/ppt/slides/slide140.xml"/>
  <Override ContentType="application/vnd.openxmlformats-officedocument.presentationml.slide+xml" PartName="/ppt/slides/slide11.xml"/>
  <Override ContentType="application/vnd.openxmlformats-officedocument.presentationml.slide+xml" PartName="/ppt/slides/slide183.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79.xml"/>
  <Override ContentType="application/vnd.openxmlformats-officedocument.presentationml.slide+xml" PartName="/ppt/slides/slide149.xml"/>
  <Override ContentType="application/vnd.openxmlformats-officedocument.presentationml.slide+xml" PartName="/ppt/slides/slide203.xml"/>
  <Override ContentType="application/vnd.openxmlformats-officedocument.presentationml.slide+xml" PartName="/ppt/slides/slide124.xml"/>
  <Override ContentType="application/vnd.openxmlformats-officedocument.presentationml.slide+xml" PartName="/ppt/slides/slide106.xml"/>
  <Override ContentType="application/vnd.openxmlformats-officedocument.presentationml.slide+xml" PartName="/ppt/slides/slide167.xml"/>
  <Override ContentType="application/vnd.openxmlformats-officedocument.presentationml.slide+xml" PartName="/ppt/slides/slide70.xml"/>
  <Override ContentType="application/vnd.openxmlformats-officedocument.presentationml.slide+xml" PartName="/ppt/slides/slide194.xml"/>
  <Override ContentType="application/vnd.openxmlformats-officedocument.presentationml.slide+xml" PartName="/ppt/slides/slide151.xml"/>
  <Override ContentType="application/vnd.openxmlformats-officedocument.presentationml.slide+xml" PartName="/ppt/slides/slide177.xml"/>
  <Override ContentType="application/vnd.openxmlformats-officedocument.presentationml.slide+xml" PartName="/ppt/slides/slide134.xml"/>
  <Override ContentType="application/vnd.openxmlformats-officedocument.presentationml.slide+xml" PartName="/ppt/slides/slide207.xml"/>
  <Override ContentType="application/vnd.openxmlformats-officedocument.presentationml.slide+xml" PartName="/ppt/slides/slide224.xml"/>
  <Override ContentType="application/vnd.openxmlformats-officedocument.presentationml.slide+xml" PartName="/ppt/slides/slide47.xml"/>
  <Override ContentType="application/vnd.openxmlformats-officedocument.presentationml.slide+xml" PartName="/ppt/slides/slide21.xml"/>
  <Override ContentType="application/vnd.openxmlformats-officedocument.presentationml.slide+xml" PartName="/ppt/slides/slide64.xml"/>
  <Override ContentType="application/vnd.openxmlformats-officedocument.presentationml.slide+xml" PartName="/ppt/slides/slide81.xml"/>
  <Override ContentType="application/vnd.openxmlformats-officedocument.presentationml.slide+xml" PartName="/ppt/slides/slide8.xml"/>
  <Override ContentType="application/vnd.openxmlformats-officedocument.presentationml.slide+xml" PartName="/ppt/slides/slide117.xml"/>
  <Override ContentType="application/vnd.openxmlformats-officedocument.presentationml.slide+xml" PartName="/ppt/slides/slide145.xml"/>
  <Override ContentType="application/vnd.openxmlformats-officedocument.presentationml.slide+xml" PartName="/ppt/slides/slide188.xml"/>
  <Override ContentType="application/vnd.openxmlformats-officedocument.presentationml.slide+xml" PartName="/ppt/slides/slide162.xml"/>
  <Override ContentType="application/vnd.openxmlformats-officedocument.presentationml.slide+xml" PartName="/ppt/slides/slide32.xml"/>
  <Override ContentType="application/vnd.openxmlformats-officedocument.presentationml.slide+xml" PartName="/ppt/slides/slide75.xml"/>
  <Override ContentType="application/vnd.openxmlformats-officedocument.presentationml.slide+xml" PartName="/ppt/slides/slide213.xml"/>
  <Override ContentType="application/vnd.openxmlformats-officedocument.presentationml.slide+xml" PartName="/ppt/slides/slide58.xml"/>
  <Override ContentType="application/vnd.openxmlformats-officedocument.presentationml.slide+xml" PartName="/ppt/slides/slide15.xml"/>
  <Override ContentType="application/vnd.openxmlformats-officedocument.presentationml.slide+xml" PartName="/ppt/slides/slide128.xml"/>
  <Override ContentType="application/vnd.openxmlformats-officedocument.presentationml.slide+xml" PartName="/ppt/slides/slide92.xml"/>
  <Override ContentType="application/vnd.openxmlformats-officedocument.presentationml.slide+xml" PartName="/ppt/slides/slide102.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 id="336" r:id="rId86"/>
    <p:sldId id="337" r:id="rId87"/>
    <p:sldId id="338" r:id="rId88"/>
    <p:sldId id="339" r:id="rId89"/>
    <p:sldId id="340" r:id="rId90"/>
    <p:sldId id="341" r:id="rId91"/>
    <p:sldId id="342" r:id="rId92"/>
    <p:sldId id="343" r:id="rId93"/>
    <p:sldId id="344" r:id="rId94"/>
    <p:sldId id="345" r:id="rId95"/>
    <p:sldId id="346" r:id="rId96"/>
    <p:sldId id="347" r:id="rId97"/>
    <p:sldId id="348" r:id="rId98"/>
    <p:sldId id="349" r:id="rId99"/>
    <p:sldId id="350" r:id="rId100"/>
    <p:sldId id="351" r:id="rId101"/>
    <p:sldId id="352" r:id="rId102"/>
    <p:sldId id="353" r:id="rId103"/>
    <p:sldId id="354" r:id="rId104"/>
    <p:sldId id="355" r:id="rId105"/>
    <p:sldId id="356" r:id="rId106"/>
    <p:sldId id="357" r:id="rId107"/>
    <p:sldId id="358" r:id="rId108"/>
    <p:sldId id="359" r:id="rId109"/>
    <p:sldId id="360" r:id="rId110"/>
    <p:sldId id="361" r:id="rId111"/>
    <p:sldId id="362" r:id="rId112"/>
    <p:sldId id="363" r:id="rId113"/>
    <p:sldId id="364" r:id="rId114"/>
    <p:sldId id="365" r:id="rId115"/>
    <p:sldId id="366" r:id="rId116"/>
    <p:sldId id="367" r:id="rId117"/>
    <p:sldId id="368" r:id="rId118"/>
    <p:sldId id="369" r:id="rId119"/>
    <p:sldId id="370" r:id="rId120"/>
    <p:sldId id="371" r:id="rId121"/>
    <p:sldId id="372" r:id="rId122"/>
    <p:sldId id="373" r:id="rId123"/>
    <p:sldId id="374" r:id="rId124"/>
    <p:sldId id="375" r:id="rId125"/>
    <p:sldId id="376" r:id="rId126"/>
    <p:sldId id="377" r:id="rId127"/>
    <p:sldId id="378" r:id="rId128"/>
    <p:sldId id="379" r:id="rId129"/>
    <p:sldId id="380" r:id="rId130"/>
    <p:sldId id="381" r:id="rId131"/>
    <p:sldId id="382" r:id="rId132"/>
    <p:sldId id="383" r:id="rId133"/>
    <p:sldId id="384" r:id="rId134"/>
    <p:sldId id="385" r:id="rId135"/>
    <p:sldId id="386" r:id="rId136"/>
    <p:sldId id="387" r:id="rId137"/>
    <p:sldId id="388" r:id="rId138"/>
    <p:sldId id="389" r:id="rId139"/>
    <p:sldId id="390" r:id="rId140"/>
    <p:sldId id="391" r:id="rId141"/>
    <p:sldId id="392" r:id="rId142"/>
    <p:sldId id="393" r:id="rId143"/>
    <p:sldId id="394" r:id="rId144"/>
    <p:sldId id="395" r:id="rId145"/>
    <p:sldId id="396" r:id="rId146"/>
    <p:sldId id="397" r:id="rId147"/>
    <p:sldId id="398" r:id="rId148"/>
    <p:sldId id="399" r:id="rId149"/>
    <p:sldId id="400" r:id="rId150"/>
    <p:sldId id="401" r:id="rId151"/>
    <p:sldId id="402" r:id="rId152"/>
    <p:sldId id="403" r:id="rId153"/>
    <p:sldId id="404" r:id="rId154"/>
    <p:sldId id="405" r:id="rId155"/>
    <p:sldId id="406" r:id="rId156"/>
    <p:sldId id="407" r:id="rId157"/>
    <p:sldId id="408" r:id="rId158"/>
    <p:sldId id="409" r:id="rId159"/>
    <p:sldId id="410" r:id="rId160"/>
    <p:sldId id="411" r:id="rId161"/>
    <p:sldId id="412" r:id="rId162"/>
    <p:sldId id="413" r:id="rId163"/>
    <p:sldId id="414" r:id="rId164"/>
    <p:sldId id="415" r:id="rId165"/>
    <p:sldId id="416" r:id="rId166"/>
    <p:sldId id="417" r:id="rId167"/>
    <p:sldId id="418" r:id="rId168"/>
    <p:sldId id="419" r:id="rId169"/>
    <p:sldId id="420" r:id="rId170"/>
    <p:sldId id="421" r:id="rId171"/>
    <p:sldId id="422" r:id="rId172"/>
    <p:sldId id="423" r:id="rId173"/>
    <p:sldId id="424" r:id="rId174"/>
    <p:sldId id="425" r:id="rId175"/>
    <p:sldId id="426" r:id="rId176"/>
    <p:sldId id="427" r:id="rId177"/>
    <p:sldId id="428" r:id="rId178"/>
    <p:sldId id="429" r:id="rId179"/>
    <p:sldId id="430" r:id="rId180"/>
    <p:sldId id="431" r:id="rId181"/>
    <p:sldId id="432" r:id="rId182"/>
    <p:sldId id="433" r:id="rId183"/>
    <p:sldId id="434" r:id="rId184"/>
    <p:sldId id="435" r:id="rId185"/>
    <p:sldId id="436" r:id="rId186"/>
    <p:sldId id="437" r:id="rId187"/>
    <p:sldId id="438" r:id="rId188"/>
    <p:sldId id="439" r:id="rId189"/>
    <p:sldId id="440" r:id="rId190"/>
    <p:sldId id="441" r:id="rId191"/>
    <p:sldId id="442" r:id="rId192"/>
    <p:sldId id="443" r:id="rId193"/>
    <p:sldId id="444" r:id="rId194"/>
    <p:sldId id="445" r:id="rId195"/>
    <p:sldId id="446" r:id="rId196"/>
    <p:sldId id="447" r:id="rId197"/>
    <p:sldId id="448" r:id="rId198"/>
    <p:sldId id="449" r:id="rId199"/>
    <p:sldId id="450" r:id="rId200"/>
    <p:sldId id="451" r:id="rId201"/>
    <p:sldId id="452" r:id="rId202"/>
    <p:sldId id="453" r:id="rId203"/>
    <p:sldId id="454" r:id="rId204"/>
    <p:sldId id="455" r:id="rId205"/>
    <p:sldId id="456" r:id="rId206"/>
    <p:sldId id="457" r:id="rId207"/>
    <p:sldId id="458" r:id="rId208"/>
    <p:sldId id="459" r:id="rId209"/>
    <p:sldId id="460" r:id="rId210"/>
    <p:sldId id="461" r:id="rId211"/>
    <p:sldId id="462" r:id="rId212"/>
    <p:sldId id="463" r:id="rId213"/>
    <p:sldId id="464" r:id="rId214"/>
    <p:sldId id="465" r:id="rId215"/>
    <p:sldId id="466" r:id="rId216"/>
    <p:sldId id="467" r:id="rId217"/>
    <p:sldId id="468" r:id="rId218"/>
    <p:sldId id="469" r:id="rId219"/>
    <p:sldId id="470" r:id="rId220"/>
    <p:sldId id="471" r:id="rId221"/>
    <p:sldId id="472" r:id="rId222"/>
    <p:sldId id="473" r:id="rId223"/>
    <p:sldId id="474" r:id="rId224"/>
    <p:sldId id="475" r:id="rId225"/>
    <p:sldId id="476" r:id="rId226"/>
    <p:sldId id="477" r:id="rId227"/>
    <p:sldId id="478" r:id="rId228"/>
    <p:sldId id="479" r:id="rId229"/>
    <p:sldId id="480" r:id="rId230"/>
    <p:sldId id="481" r:id="rId231"/>
    <p:sldId id="482" r:id="rId232"/>
    <p:sldId id="483" r:id="rId233"/>
  </p:sldIdLst>
  <p:sldSz cy="5143500" cx="9144000"/>
  <p:notesSz cx="9144000" cy="6858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 uri="GoogleSlidesCustomDataVersion2">
      <go:slidesCustomData xmlns:go="http://customooxmlschemas.google.com/" r:id="rId234" roundtripDataSignature="AMtx7mjthfVgx6tKU75Q/a/76Nhb0/cpY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190" Type="http://schemas.openxmlformats.org/officeDocument/2006/relationships/slide" Target="slides/slide185.xml"/><Relationship Id="rId42" Type="http://schemas.openxmlformats.org/officeDocument/2006/relationships/slide" Target="slides/slide37.xml"/><Relationship Id="rId41" Type="http://schemas.openxmlformats.org/officeDocument/2006/relationships/slide" Target="slides/slide36.xml"/><Relationship Id="rId44" Type="http://schemas.openxmlformats.org/officeDocument/2006/relationships/slide" Target="slides/slide39.xml"/><Relationship Id="rId194" Type="http://schemas.openxmlformats.org/officeDocument/2006/relationships/slide" Target="slides/slide189.xml"/><Relationship Id="rId43" Type="http://schemas.openxmlformats.org/officeDocument/2006/relationships/slide" Target="slides/slide38.xml"/><Relationship Id="rId193" Type="http://schemas.openxmlformats.org/officeDocument/2006/relationships/slide" Target="slides/slide188.xml"/><Relationship Id="rId46" Type="http://schemas.openxmlformats.org/officeDocument/2006/relationships/slide" Target="slides/slide41.xml"/><Relationship Id="rId192" Type="http://schemas.openxmlformats.org/officeDocument/2006/relationships/slide" Target="slides/slide187.xml"/><Relationship Id="rId45" Type="http://schemas.openxmlformats.org/officeDocument/2006/relationships/slide" Target="slides/slide40.xml"/><Relationship Id="rId191" Type="http://schemas.openxmlformats.org/officeDocument/2006/relationships/slide" Target="slides/slide186.xml"/><Relationship Id="rId48" Type="http://schemas.openxmlformats.org/officeDocument/2006/relationships/slide" Target="slides/slide43.xml"/><Relationship Id="rId187" Type="http://schemas.openxmlformats.org/officeDocument/2006/relationships/slide" Target="slides/slide182.xml"/><Relationship Id="rId47" Type="http://schemas.openxmlformats.org/officeDocument/2006/relationships/slide" Target="slides/slide42.xml"/><Relationship Id="rId186" Type="http://schemas.openxmlformats.org/officeDocument/2006/relationships/slide" Target="slides/slide181.xml"/><Relationship Id="rId185" Type="http://schemas.openxmlformats.org/officeDocument/2006/relationships/slide" Target="slides/slide180.xml"/><Relationship Id="rId49" Type="http://schemas.openxmlformats.org/officeDocument/2006/relationships/slide" Target="slides/slide44.xml"/><Relationship Id="rId184" Type="http://schemas.openxmlformats.org/officeDocument/2006/relationships/slide" Target="slides/slide179.xml"/><Relationship Id="rId189" Type="http://schemas.openxmlformats.org/officeDocument/2006/relationships/slide" Target="slides/slide184.xml"/><Relationship Id="rId188" Type="http://schemas.openxmlformats.org/officeDocument/2006/relationships/slide" Target="slides/slide183.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183" Type="http://schemas.openxmlformats.org/officeDocument/2006/relationships/slide" Target="slides/slide178.xml"/><Relationship Id="rId32" Type="http://schemas.openxmlformats.org/officeDocument/2006/relationships/slide" Target="slides/slide27.xml"/><Relationship Id="rId182" Type="http://schemas.openxmlformats.org/officeDocument/2006/relationships/slide" Target="slides/slide177.xml"/><Relationship Id="rId35" Type="http://schemas.openxmlformats.org/officeDocument/2006/relationships/slide" Target="slides/slide30.xml"/><Relationship Id="rId181" Type="http://schemas.openxmlformats.org/officeDocument/2006/relationships/slide" Target="slides/slide176.xml"/><Relationship Id="rId34" Type="http://schemas.openxmlformats.org/officeDocument/2006/relationships/slide" Target="slides/slide29.xml"/><Relationship Id="rId180" Type="http://schemas.openxmlformats.org/officeDocument/2006/relationships/slide" Target="slides/slide175.xml"/><Relationship Id="rId37" Type="http://schemas.openxmlformats.org/officeDocument/2006/relationships/slide" Target="slides/slide32.xml"/><Relationship Id="rId176" Type="http://schemas.openxmlformats.org/officeDocument/2006/relationships/slide" Target="slides/slide171.xml"/><Relationship Id="rId36" Type="http://schemas.openxmlformats.org/officeDocument/2006/relationships/slide" Target="slides/slide31.xml"/><Relationship Id="rId175" Type="http://schemas.openxmlformats.org/officeDocument/2006/relationships/slide" Target="slides/slide170.xml"/><Relationship Id="rId39" Type="http://schemas.openxmlformats.org/officeDocument/2006/relationships/slide" Target="slides/slide34.xml"/><Relationship Id="rId174" Type="http://schemas.openxmlformats.org/officeDocument/2006/relationships/slide" Target="slides/slide169.xml"/><Relationship Id="rId38" Type="http://schemas.openxmlformats.org/officeDocument/2006/relationships/slide" Target="slides/slide33.xml"/><Relationship Id="rId173" Type="http://schemas.openxmlformats.org/officeDocument/2006/relationships/slide" Target="slides/slide168.xml"/><Relationship Id="rId179" Type="http://schemas.openxmlformats.org/officeDocument/2006/relationships/slide" Target="slides/slide174.xml"/><Relationship Id="rId178" Type="http://schemas.openxmlformats.org/officeDocument/2006/relationships/slide" Target="slides/slide173.xml"/><Relationship Id="rId177" Type="http://schemas.openxmlformats.org/officeDocument/2006/relationships/slide" Target="slides/slide172.xml"/><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5" Type="http://schemas.openxmlformats.org/officeDocument/2006/relationships/slide" Target="slides/slide20.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98" Type="http://schemas.openxmlformats.org/officeDocument/2006/relationships/slide" Target="slides/slide193.xml"/><Relationship Id="rId14" Type="http://schemas.openxmlformats.org/officeDocument/2006/relationships/slide" Target="slides/slide9.xml"/><Relationship Id="rId197" Type="http://schemas.openxmlformats.org/officeDocument/2006/relationships/slide" Target="slides/slide192.xml"/><Relationship Id="rId17" Type="http://schemas.openxmlformats.org/officeDocument/2006/relationships/slide" Target="slides/slide12.xml"/><Relationship Id="rId196" Type="http://schemas.openxmlformats.org/officeDocument/2006/relationships/slide" Target="slides/slide191.xml"/><Relationship Id="rId16" Type="http://schemas.openxmlformats.org/officeDocument/2006/relationships/slide" Target="slides/slide11.xml"/><Relationship Id="rId195" Type="http://schemas.openxmlformats.org/officeDocument/2006/relationships/slide" Target="slides/slide190.xml"/><Relationship Id="rId19" Type="http://schemas.openxmlformats.org/officeDocument/2006/relationships/slide" Target="slides/slide14.xml"/><Relationship Id="rId18" Type="http://schemas.openxmlformats.org/officeDocument/2006/relationships/slide" Target="slides/slide13.xml"/><Relationship Id="rId199" Type="http://schemas.openxmlformats.org/officeDocument/2006/relationships/slide" Target="slides/slide194.xml"/><Relationship Id="rId84" Type="http://schemas.openxmlformats.org/officeDocument/2006/relationships/slide" Target="slides/slide79.xml"/><Relationship Id="rId83" Type="http://schemas.openxmlformats.org/officeDocument/2006/relationships/slide" Target="slides/slide78.xml"/><Relationship Id="rId86" Type="http://schemas.openxmlformats.org/officeDocument/2006/relationships/slide" Target="slides/slide81.xml"/><Relationship Id="rId85" Type="http://schemas.openxmlformats.org/officeDocument/2006/relationships/slide" Target="slides/slide80.xml"/><Relationship Id="rId88" Type="http://schemas.openxmlformats.org/officeDocument/2006/relationships/slide" Target="slides/slide83.xml"/><Relationship Id="rId150" Type="http://schemas.openxmlformats.org/officeDocument/2006/relationships/slide" Target="slides/slide145.xml"/><Relationship Id="rId87" Type="http://schemas.openxmlformats.org/officeDocument/2006/relationships/slide" Target="slides/slide82.xml"/><Relationship Id="rId89" Type="http://schemas.openxmlformats.org/officeDocument/2006/relationships/slide" Target="slides/slide84.xml"/><Relationship Id="rId80" Type="http://schemas.openxmlformats.org/officeDocument/2006/relationships/slide" Target="slides/slide75.xml"/><Relationship Id="rId82" Type="http://schemas.openxmlformats.org/officeDocument/2006/relationships/slide" Target="slides/slide77.xml"/><Relationship Id="rId81" Type="http://schemas.openxmlformats.org/officeDocument/2006/relationships/slide" Target="slides/slide7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149" Type="http://schemas.openxmlformats.org/officeDocument/2006/relationships/slide" Target="slides/slide144.xml"/><Relationship Id="rId4" Type="http://schemas.openxmlformats.org/officeDocument/2006/relationships/slideMaster" Target="slideMasters/slideMaster1.xml"/><Relationship Id="rId148" Type="http://schemas.openxmlformats.org/officeDocument/2006/relationships/slide" Target="slides/slide143.xml"/><Relationship Id="rId9" Type="http://schemas.openxmlformats.org/officeDocument/2006/relationships/slide" Target="slides/slide4.xml"/><Relationship Id="rId143" Type="http://schemas.openxmlformats.org/officeDocument/2006/relationships/slide" Target="slides/slide138.xml"/><Relationship Id="rId142" Type="http://schemas.openxmlformats.org/officeDocument/2006/relationships/slide" Target="slides/slide137.xml"/><Relationship Id="rId141" Type="http://schemas.openxmlformats.org/officeDocument/2006/relationships/slide" Target="slides/slide136.xml"/><Relationship Id="rId140" Type="http://schemas.openxmlformats.org/officeDocument/2006/relationships/slide" Target="slides/slide135.xml"/><Relationship Id="rId5" Type="http://schemas.openxmlformats.org/officeDocument/2006/relationships/notesMaster" Target="notesMasters/notesMaster1.xml"/><Relationship Id="rId147" Type="http://schemas.openxmlformats.org/officeDocument/2006/relationships/slide" Target="slides/slide142.xml"/><Relationship Id="rId6" Type="http://schemas.openxmlformats.org/officeDocument/2006/relationships/slide" Target="slides/slide1.xml"/><Relationship Id="rId146" Type="http://schemas.openxmlformats.org/officeDocument/2006/relationships/slide" Target="slides/slide141.xml"/><Relationship Id="rId7" Type="http://schemas.openxmlformats.org/officeDocument/2006/relationships/slide" Target="slides/slide2.xml"/><Relationship Id="rId145" Type="http://schemas.openxmlformats.org/officeDocument/2006/relationships/slide" Target="slides/slide140.xml"/><Relationship Id="rId8" Type="http://schemas.openxmlformats.org/officeDocument/2006/relationships/slide" Target="slides/slide3.xml"/><Relationship Id="rId144" Type="http://schemas.openxmlformats.org/officeDocument/2006/relationships/slide" Target="slides/slide139.xml"/><Relationship Id="rId73" Type="http://schemas.openxmlformats.org/officeDocument/2006/relationships/slide" Target="slides/slide68.xml"/><Relationship Id="rId72" Type="http://schemas.openxmlformats.org/officeDocument/2006/relationships/slide" Target="slides/slide67.xml"/><Relationship Id="rId75" Type="http://schemas.openxmlformats.org/officeDocument/2006/relationships/slide" Target="slides/slide70.xml"/><Relationship Id="rId74" Type="http://schemas.openxmlformats.org/officeDocument/2006/relationships/slide" Target="slides/slide69.xml"/><Relationship Id="rId77" Type="http://schemas.openxmlformats.org/officeDocument/2006/relationships/slide" Target="slides/slide72.xml"/><Relationship Id="rId76" Type="http://schemas.openxmlformats.org/officeDocument/2006/relationships/slide" Target="slides/slide71.xml"/><Relationship Id="rId79" Type="http://schemas.openxmlformats.org/officeDocument/2006/relationships/slide" Target="slides/slide74.xml"/><Relationship Id="rId78" Type="http://schemas.openxmlformats.org/officeDocument/2006/relationships/slide" Target="slides/slide73.xml"/><Relationship Id="rId71" Type="http://schemas.openxmlformats.org/officeDocument/2006/relationships/slide" Target="slides/slide66.xml"/><Relationship Id="rId70" Type="http://schemas.openxmlformats.org/officeDocument/2006/relationships/slide" Target="slides/slide65.xml"/><Relationship Id="rId139" Type="http://schemas.openxmlformats.org/officeDocument/2006/relationships/slide" Target="slides/slide134.xml"/><Relationship Id="rId138" Type="http://schemas.openxmlformats.org/officeDocument/2006/relationships/slide" Target="slides/slide133.xml"/><Relationship Id="rId137" Type="http://schemas.openxmlformats.org/officeDocument/2006/relationships/slide" Target="slides/slide132.xml"/><Relationship Id="rId132" Type="http://schemas.openxmlformats.org/officeDocument/2006/relationships/slide" Target="slides/slide127.xml"/><Relationship Id="rId131" Type="http://schemas.openxmlformats.org/officeDocument/2006/relationships/slide" Target="slides/slide126.xml"/><Relationship Id="rId130" Type="http://schemas.openxmlformats.org/officeDocument/2006/relationships/slide" Target="slides/slide125.xml"/><Relationship Id="rId136" Type="http://schemas.openxmlformats.org/officeDocument/2006/relationships/slide" Target="slides/slide131.xml"/><Relationship Id="rId135" Type="http://schemas.openxmlformats.org/officeDocument/2006/relationships/slide" Target="slides/slide130.xml"/><Relationship Id="rId134" Type="http://schemas.openxmlformats.org/officeDocument/2006/relationships/slide" Target="slides/slide129.xml"/><Relationship Id="rId133" Type="http://schemas.openxmlformats.org/officeDocument/2006/relationships/slide" Target="slides/slide128.xml"/><Relationship Id="rId62" Type="http://schemas.openxmlformats.org/officeDocument/2006/relationships/slide" Target="slides/slide57.xml"/><Relationship Id="rId61" Type="http://schemas.openxmlformats.org/officeDocument/2006/relationships/slide" Target="slides/slide56.xml"/><Relationship Id="rId64" Type="http://schemas.openxmlformats.org/officeDocument/2006/relationships/slide" Target="slides/slide59.xml"/><Relationship Id="rId63" Type="http://schemas.openxmlformats.org/officeDocument/2006/relationships/slide" Target="slides/slide58.xml"/><Relationship Id="rId66" Type="http://schemas.openxmlformats.org/officeDocument/2006/relationships/slide" Target="slides/slide61.xml"/><Relationship Id="rId172" Type="http://schemas.openxmlformats.org/officeDocument/2006/relationships/slide" Target="slides/slide167.xml"/><Relationship Id="rId65" Type="http://schemas.openxmlformats.org/officeDocument/2006/relationships/slide" Target="slides/slide60.xml"/><Relationship Id="rId171" Type="http://schemas.openxmlformats.org/officeDocument/2006/relationships/slide" Target="slides/slide166.xml"/><Relationship Id="rId68" Type="http://schemas.openxmlformats.org/officeDocument/2006/relationships/slide" Target="slides/slide63.xml"/><Relationship Id="rId170" Type="http://schemas.openxmlformats.org/officeDocument/2006/relationships/slide" Target="slides/slide165.xml"/><Relationship Id="rId67" Type="http://schemas.openxmlformats.org/officeDocument/2006/relationships/slide" Target="slides/slide62.xml"/><Relationship Id="rId60" Type="http://schemas.openxmlformats.org/officeDocument/2006/relationships/slide" Target="slides/slide55.xml"/><Relationship Id="rId165" Type="http://schemas.openxmlformats.org/officeDocument/2006/relationships/slide" Target="slides/slide160.xml"/><Relationship Id="rId69" Type="http://schemas.openxmlformats.org/officeDocument/2006/relationships/slide" Target="slides/slide64.xml"/><Relationship Id="rId164" Type="http://schemas.openxmlformats.org/officeDocument/2006/relationships/slide" Target="slides/slide159.xml"/><Relationship Id="rId163" Type="http://schemas.openxmlformats.org/officeDocument/2006/relationships/slide" Target="slides/slide158.xml"/><Relationship Id="rId162" Type="http://schemas.openxmlformats.org/officeDocument/2006/relationships/slide" Target="slides/slide157.xml"/><Relationship Id="rId169" Type="http://schemas.openxmlformats.org/officeDocument/2006/relationships/slide" Target="slides/slide164.xml"/><Relationship Id="rId168" Type="http://schemas.openxmlformats.org/officeDocument/2006/relationships/slide" Target="slides/slide163.xml"/><Relationship Id="rId167" Type="http://schemas.openxmlformats.org/officeDocument/2006/relationships/slide" Target="slides/slide162.xml"/><Relationship Id="rId166" Type="http://schemas.openxmlformats.org/officeDocument/2006/relationships/slide" Target="slides/slide161.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55" Type="http://schemas.openxmlformats.org/officeDocument/2006/relationships/slide" Target="slides/slide50.xml"/><Relationship Id="rId161" Type="http://schemas.openxmlformats.org/officeDocument/2006/relationships/slide" Target="slides/slide156.xml"/><Relationship Id="rId54" Type="http://schemas.openxmlformats.org/officeDocument/2006/relationships/slide" Target="slides/slide49.xml"/><Relationship Id="rId160" Type="http://schemas.openxmlformats.org/officeDocument/2006/relationships/slide" Target="slides/slide155.xml"/><Relationship Id="rId57" Type="http://schemas.openxmlformats.org/officeDocument/2006/relationships/slide" Target="slides/slide52.xml"/><Relationship Id="rId56" Type="http://schemas.openxmlformats.org/officeDocument/2006/relationships/slide" Target="slides/slide51.xml"/><Relationship Id="rId159" Type="http://schemas.openxmlformats.org/officeDocument/2006/relationships/slide" Target="slides/slide154.xml"/><Relationship Id="rId59" Type="http://schemas.openxmlformats.org/officeDocument/2006/relationships/slide" Target="slides/slide54.xml"/><Relationship Id="rId154" Type="http://schemas.openxmlformats.org/officeDocument/2006/relationships/slide" Target="slides/slide149.xml"/><Relationship Id="rId58" Type="http://schemas.openxmlformats.org/officeDocument/2006/relationships/slide" Target="slides/slide53.xml"/><Relationship Id="rId153" Type="http://schemas.openxmlformats.org/officeDocument/2006/relationships/slide" Target="slides/slide148.xml"/><Relationship Id="rId152" Type="http://schemas.openxmlformats.org/officeDocument/2006/relationships/slide" Target="slides/slide147.xml"/><Relationship Id="rId151" Type="http://schemas.openxmlformats.org/officeDocument/2006/relationships/slide" Target="slides/slide146.xml"/><Relationship Id="rId158" Type="http://schemas.openxmlformats.org/officeDocument/2006/relationships/slide" Target="slides/slide153.xml"/><Relationship Id="rId157" Type="http://schemas.openxmlformats.org/officeDocument/2006/relationships/slide" Target="slides/slide152.xml"/><Relationship Id="rId156" Type="http://schemas.openxmlformats.org/officeDocument/2006/relationships/slide" Target="slides/slide151.xml"/><Relationship Id="rId155" Type="http://schemas.openxmlformats.org/officeDocument/2006/relationships/slide" Target="slides/slide150.xml"/><Relationship Id="rId107" Type="http://schemas.openxmlformats.org/officeDocument/2006/relationships/slide" Target="slides/slide102.xml"/><Relationship Id="rId228" Type="http://schemas.openxmlformats.org/officeDocument/2006/relationships/slide" Target="slides/slide223.xml"/><Relationship Id="rId106" Type="http://schemas.openxmlformats.org/officeDocument/2006/relationships/slide" Target="slides/slide101.xml"/><Relationship Id="rId227" Type="http://schemas.openxmlformats.org/officeDocument/2006/relationships/slide" Target="slides/slide222.xml"/><Relationship Id="rId105" Type="http://schemas.openxmlformats.org/officeDocument/2006/relationships/slide" Target="slides/slide100.xml"/><Relationship Id="rId226" Type="http://schemas.openxmlformats.org/officeDocument/2006/relationships/slide" Target="slides/slide221.xml"/><Relationship Id="rId104" Type="http://schemas.openxmlformats.org/officeDocument/2006/relationships/slide" Target="slides/slide99.xml"/><Relationship Id="rId225" Type="http://schemas.openxmlformats.org/officeDocument/2006/relationships/slide" Target="slides/slide220.xml"/><Relationship Id="rId109" Type="http://schemas.openxmlformats.org/officeDocument/2006/relationships/slide" Target="slides/slide104.xml"/><Relationship Id="rId108" Type="http://schemas.openxmlformats.org/officeDocument/2006/relationships/slide" Target="slides/slide103.xml"/><Relationship Id="rId229" Type="http://schemas.openxmlformats.org/officeDocument/2006/relationships/slide" Target="slides/slide224.xml"/><Relationship Id="rId220" Type="http://schemas.openxmlformats.org/officeDocument/2006/relationships/slide" Target="slides/slide215.xml"/><Relationship Id="rId103" Type="http://schemas.openxmlformats.org/officeDocument/2006/relationships/slide" Target="slides/slide98.xml"/><Relationship Id="rId224" Type="http://schemas.openxmlformats.org/officeDocument/2006/relationships/slide" Target="slides/slide219.xml"/><Relationship Id="rId102" Type="http://schemas.openxmlformats.org/officeDocument/2006/relationships/slide" Target="slides/slide97.xml"/><Relationship Id="rId223" Type="http://schemas.openxmlformats.org/officeDocument/2006/relationships/slide" Target="slides/slide218.xml"/><Relationship Id="rId101" Type="http://schemas.openxmlformats.org/officeDocument/2006/relationships/slide" Target="slides/slide96.xml"/><Relationship Id="rId222" Type="http://schemas.openxmlformats.org/officeDocument/2006/relationships/slide" Target="slides/slide217.xml"/><Relationship Id="rId100" Type="http://schemas.openxmlformats.org/officeDocument/2006/relationships/slide" Target="slides/slide95.xml"/><Relationship Id="rId221" Type="http://schemas.openxmlformats.org/officeDocument/2006/relationships/slide" Target="slides/slide216.xml"/><Relationship Id="rId217" Type="http://schemas.openxmlformats.org/officeDocument/2006/relationships/slide" Target="slides/slide212.xml"/><Relationship Id="rId216" Type="http://schemas.openxmlformats.org/officeDocument/2006/relationships/slide" Target="slides/slide211.xml"/><Relationship Id="rId215" Type="http://schemas.openxmlformats.org/officeDocument/2006/relationships/slide" Target="slides/slide210.xml"/><Relationship Id="rId214" Type="http://schemas.openxmlformats.org/officeDocument/2006/relationships/slide" Target="slides/slide209.xml"/><Relationship Id="rId219" Type="http://schemas.openxmlformats.org/officeDocument/2006/relationships/slide" Target="slides/slide214.xml"/><Relationship Id="rId218" Type="http://schemas.openxmlformats.org/officeDocument/2006/relationships/slide" Target="slides/slide213.xml"/><Relationship Id="rId213" Type="http://schemas.openxmlformats.org/officeDocument/2006/relationships/slide" Target="slides/slide208.xml"/><Relationship Id="rId212" Type="http://schemas.openxmlformats.org/officeDocument/2006/relationships/slide" Target="slides/slide207.xml"/><Relationship Id="rId211" Type="http://schemas.openxmlformats.org/officeDocument/2006/relationships/slide" Target="slides/slide206.xml"/><Relationship Id="rId210" Type="http://schemas.openxmlformats.org/officeDocument/2006/relationships/slide" Target="slides/slide205.xml"/><Relationship Id="rId129" Type="http://schemas.openxmlformats.org/officeDocument/2006/relationships/slide" Target="slides/slide124.xml"/><Relationship Id="rId128" Type="http://schemas.openxmlformats.org/officeDocument/2006/relationships/slide" Target="slides/slide123.xml"/><Relationship Id="rId127" Type="http://schemas.openxmlformats.org/officeDocument/2006/relationships/slide" Target="slides/slide122.xml"/><Relationship Id="rId126" Type="http://schemas.openxmlformats.org/officeDocument/2006/relationships/slide" Target="slides/slide121.xml"/><Relationship Id="rId121" Type="http://schemas.openxmlformats.org/officeDocument/2006/relationships/slide" Target="slides/slide116.xml"/><Relationship Id="rId120" Type="http://schemas.openxmlformats.org/officeDocument/2006/relationships/slide" Target="slides/slide115.xml"/><Relationship Id="rId125" Type="http://schemas.openxmlformats.org/officeDocument/2006/relationships/slide" Target="slides/slide120.xml"/><Relationship Id="rId124" Type="http://schemas.openxmlformats.org/officeDocument/2006/relationships/slide" Target="slides/slide119.xml"/><Relationship Id="rId123" Type="http://schemas.openxmlformats.org/officeDocument/2006/relationships/slide" Target="slides/slide118.xml"/><Relationship Id="rId122" Type="http://schemas.openxmlformats.org/officeDocument/2006/relationships/slide" Target="slides/slide117.xml"/><Relationship Id="rId95" Type="http://schemas.openxmlformats.org/officeDocument/2006/relationships/slide" Target="slides/slide90.xml"/><Relationship Id="rId94" Type="http://schemas.openxmlformats.org/officeDocument/2006/relationships/slide" Target="slides/slide89.xml"/><Relationship Id="rId97" Type="http://schemas.openxmlformats.org/officeDocument/2006/relationships/slide" Target="slides/slide92.xml"/><Relationship Id="rId96" Type="http://schemas.openxmlformats.org/officeDocument/2006/relationships/slide" Target="slides/slide91.xml"/><Relationship Id="rId99" Type="http://schemas.openxmlformats.org/officeDocument/2006/relationships/slide" Target="slides/slide94.xml"/><Relationship Id="rId98" Type="http://schemas.openxmlformats.org/officeDocument/2006/relationships/slide" Target="slides/slide93.xml"/><Relationship Id="rId91" Type="http://schemas.openxmlformats.org/officeDocument/2006/relationships/slide" Target="slides/slide86.xml"/><Relationship Id="rId90" Type="http://schemas.openxmlformats.org/officeDocument/2006/relationships/slide" Target="slides/slide85.xml"/><Relationship Id="rId93" Type="http://schemas.openxmlformats.org/officeDocument/2006/relationships/slide" Target="slides/slide88.xml"/><Relationship Id="rId92" Type="http://schemas.openxmlformats.org/officeDocument/2006/relationships/slide" Target="slides/slide87.xml"/><Relationship Id="rId118" Type="http://schemas.openxmlformats.org/officeDocument/2006/relationships/slide" Target="slides/slide113.xml"/><Relationship Id="rId117" Type="http://schemas.openxmlformats.org/officeDocument/2006/relationships/slide" Target="slides/slide112.xml"/><Relationship Id="rId116" Type="http://schemas.openxmlformats.org/officeDocument/2006/relationships/slide" Target="slides/slide111.xml"/><Relationship Id="rId115" Type="http://schemas.openxmlformats.org/officeDocument/2006/relationships/slide" Target="slides/slide110.xml"/><Relationship Id="rId119" Type="http://schemas.openxmlformats.org/officeDocument/2006/relationships/slide" Target="slides/slide114.xml"/><Relationship Id="rId110" Type="http://schemas.openxmlformats.org/officeDocument/2006/relationships/slide" Target="slides/slide105.xml"/><Relationship Id="rId231" Type="http://schemas.openxmlformats.org/officeDocument/2006/relationships/slide" Target="slides/slide226.xml"/><Relationship Id="rId230" Type="http://schemas.openxmlformats.org/officeDocument/2006/relationships/slide" Target="slides/slide225.xml"/><Relationship Id="rId114" Type="http://schemas.openxmlformats.org/officeDocument/2006/relationships/slide" Target="slides/slide109.xml"/><Relationship Id="rId113" Type="http://schemas.openxmlformats.org/officeDocument/2006/relationships/slide" Target="slides/slide108.xml"/><Relationship Id="rId234" Type="http://customschemas.google.com/relationships/presentationmetadata" Target="metadata"/><Relationship Id="rId112" Type="http://schemas.openxmlformats.org/officeDocument/2006/relationships/slide" Target="slides/slide107.xml"/><Relationship Id="rId233" Type="http://schemas.openxmlformats.org/officeDocument/2006/relationships/slide" Target="slides/slide228.xml"/><Relationship Id="rId111" Type="http://schemas.openxmlformats.org/officeDocument/2006/relationships/slide" Target="slides/slide106.xml"/><Relationship Id="rId232" Type="http://schemas.openxmlformats.org/officeDocument/2006/relationships/slide" Target="slides/slide227.xml"/><Relationship Id="rId206" Type="http://schemas.openxmlformats.org/officeDocument/2006/relationships/slide" Target="slides/slide201.xml"/><Relationship Id="rId205" Type="http://schemas.openxmlformats.org/officeDocument/2006/relationships/slide" Target="slides/slide200.xml"/><Relationship Id="rId204" Type="http://schemas.openxmlformats.org/officeDocument/2006/relationships/slide" Target="slides/slide199.xml"/><Relationship Id="rId203" Type="http://schemas.openxmlformats.org/officeDocument/2006/relationships/slide" Target="slides/slide198.xml"/><Relationship Id="rId209" Type="http://schemas.openxmlformats.org/officeDocument/2006/relationships/slide" Target="slides/slide204.xml"/><Relationship Id="rId208" Type="http://schemas.openxmlformats.org/officeDocument/2006/relationships/slide" Target="slides/slide203.xml"/><Relationship Id="rId207" Type="http://schemas.openxmlformats.org/officeDocument/2006/relationships/slide" Target="slides/slide202.xml"/><Relationship Id="rId202" Type="http://schemas.openxmlformats.org/officeDocument/2006/relationships/slide" Target="slides/slide197.xml"/><Relationship Id="rId201" Type="http://schemas.openxmlformats.org/officeDocument/2006/relationships/slide" Target="slides/slide196.xml"/><Relationship Id="rId200" Type="http://schemas.openxmlformats.org/officeDocument/2006/relationships/slide" Target="slides/slide19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962400" cy="3429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5179484" y="0"/>
            <a:ext cx="3962400" cy="342900"/>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6513910"/>
            <a:ext cx="3962400" cy="342900"/>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g3faf5860435_0_26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 name="Google Shape;86;g3faf5860435_0_26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 name="Shape 89"/>
        <p:cNvGrpSpPr/>
        <p:nvPr/>
      </p:nvGrpSpPr>
      <p:grpSpPr>
        <a:xfrm>
          <a:off x="0" y="0"/>
          <a:ext cx="0" cy="0"/>
          <a:chOff x="0" y="0"/>
          <a:chExt cx="0" cy="0"/>
        </a:xfrm>
      </p:grpSpPr>
      <p:sp>
        <p:nvSpPr>
          <p:cNvPr id="90" name="Google Shape;90;p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1" name="Google Shape;91;p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6" name="Google Shape;96;p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 name="Shape 99"/>
        <p:cNvGrpSpPr/>
        <p:nvPr/>
      </p:nvGrpSpPr>
      <p:grpSpPr>
        <a:xfrm>
          <a:off x="0" y="0"/>
          <a:ext cx="0" cy="0"/>
          <a:chOff x="0" y="0"/>
          <a:chExt cx="0" cy="0"/>
        </a:xfrm>
      </p:grpSpPr>
      <p:sp>
        <p:nvSpPr>
          <p:cNvPr id="100" name="Google Shape;100;p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1" name="Google Shape;101;p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 name="Google Shape;106;p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1" name="Google Shape;111;p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 name="Shape 114"/>
        <p:cNvGrpSpPr/>
        <p:nvPr/>
      </p:nvGrpSpPr>
      <p:grpSpPr>
        <a:xfrm>
          <a:off x="0" y="0"/>
          <a:ext cx="0" cy="0"/>
          <a:chOff x="0" y="0"/>
          <a:chExt cx="0" cy="0"/>
        </a:xfrm>
      </p:grpSpPr>
      <p:sp>
        <p:nvSpPr>
          <p:cNvPr id="115" name="Google Shape;115;p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6" name="Google Shape;116;p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 name="Google Shape;121;p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 name="Shape 124"/>
        <p:cNvGrpSpPr/>
        <p:nvPr/>
      </p:nvGrpSpPr>
      <p:grpSpPr>
        <a:xfrm>
          <a:off x="0" y="0"/>
          <a:ext cx="0" cy="0"/>
          <a:chOff x="0" y="0"/>
          <a:chExt cx="0" cy="0"/>
        </a:xfrm>
      </p:grpSpPr>
      <p:sp>
        <p:nvSpPr>
          <p:cNvPr id="125" name="Google Shape;125;p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6" name="Google Shape;126;p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1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1" name="Google Shape;131;p1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1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6" name="Google Shape;136;p1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3e5a0c7ab5b_0_37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1" name="Google Shape;141;g3e5a0c7ab5b_0_37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e5a0c7ab5b_0_38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6" name="Google Shape;146;g3e5a0c7ab5b_0_38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g3e5a0c7ab5b_0_38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1" name="Google Shape;151;g3e5a0c7ab5b_0_38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e5a0c7ab5b_0_39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6" name="Google Shape;156;g3e5a0c7ab5b_0_39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e5a0c7ab5b_0_3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1" name="Google Shape;161;g3e5a0c7ab5b_0_39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g3e5a0c7ab5b_0_39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6" name="Google Shape;166;g3e5a0c7ab5b_0_39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e5a0c7ab5b_0_40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1" name="Google Shape;171;g3e5a0c7ab5b_0_40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4" name="Shape 174"/>
        <p:cNvGrpSpPr/>
        <p:nvPr/>
      </p:nvGrpSpPr>
      <p:grpSpPr>
        <a:xfrm>
          <a:off x="0" y="0"/>
          <a:ext cx="0" cy="0"/>
          <a:chOff x="0" y="0"/>
          <a:chExt cx="0" cy="0"/>
        </a:xfrm>
      </p:grpSpPr>
      <p:sp>
        <p:nvSpPr>
          <p:cNvPr id="175" name="Google Shape;175;g3e5a0c7ab5b_0_40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6" name="Google Shape;176;g3e5a0c7ab5b_0_40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e5a0c7ab5b_0_41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81" name="Google Shape;181;g3e5a0c7ab5b_0_41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g3e5a0c7ab5b_0_41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86" name="Google Shape;186;g3e5a0c7ab5b_0_41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g3e5a0c7ab5b_0_41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1" name="Google Shape;191;g3e5a0c7ab5b_0_41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g3e5a0c7ab5b_0_42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6" name="Google Shape;196;g3e5a0c7ab5b_0_42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e5a0c7ab5b_0_42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1" name="Google Shape;201;g3e5a0c7ab5b_0_42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p2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6" name="Google Shape;206;p2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9" name="Shape 209"/>
        <p:cNvGrpSpPr/>
        <p:nvPr/>
      </p:nvGrpSpPr>
      <p:grpSpPr>
        <a:xfrm>
          <a:off x="0" y="0"/>
          <a:ext cx="0" cy="0"/>
          <a:chOff x="0" y="0"/>
          <a:chExt cx="0" cy="0"/>
        </a:xfrm>
      </p:grpSpPr>
      <p:sp>
        <p:nvSpPr>
          <p:cNvPr id="210" name="Google Shape;210;p2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11" name="Google Shape;211;p2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2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16" name="Google Shape;216;p2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p2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21" name="Google Shape;221;p2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2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26" name="Google Shape;226;p2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3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1" name="Google Shape;231;p3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p3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36" name="Google Shape;236;p3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p3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1" name="Google Shape;241;p3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p3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6" name="Google Shape;246;p3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p3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1" name="Google Shape;251;p3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p3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6" name="Google Shape;256;p3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9" name="Shape 259"/>
        <p:cNvGrpSpPr/>
        <p:nvPr/>
      </p:nvGrpSpPr>
      <p:grpSpPr>
        <a:xfrm>
          <a:off x="0" y="0"/>
          <a:ext cx="0" cy="0"/>
          <a:chOff x="0" y="0"/>
          <a:chExt cx="0" cy="0"/>
        </a:xfrm>
      </p:grpSpPr>
      <p:sp>
        <p:nvSpPr>
          <p:cNvPr id="260" name="Google Shape;260;p3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1" name="Google Shape;261;p3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4" name="Shape 264"/>
        <p:cNvGrpSpPr/>
        <p:nvPr/>
      </p:nvGrpSpPr>
      <p:grpSpPr>
        <a:xfrm>
          <a:off x="0" y="0"/>
          <a:ext cx="0" cy="0"/>
          <a:chOff x="0" y="0"/>
          <a:chExt cx="0" cy="0"/>
        </a:xfrm>
      </p:grpSpPr>
      <p:sp>
        <p:nvSpPr>
          <p:cNvPr id="265" name="Google Shape;265;p3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6" name="Google Shape;266;p3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3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1" name="Google Shape;271;p3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p3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6" name="Google Shape;276;p3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9" name="Shape 279"/>
        <p:cNvGrpSpPr/>
        <p:nvPr/>
      </p:nvGrpSpPr>
      <p:grpSpPr>
        <a:xfrm>
          <a:off x="0" y="0"/>
          <a:ext cx="0" cy="0"/>
          <a:chOff x="0" y="0"/>
          <a:chExt cx="0" cy="0"/>
        </a:xfrm>
      </p:grpSpPr>
      <p:sp>
        <p:nvSpPr>
          <p:cNvPr id="280" name="Google Shape;280;p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1" name="Google Shape;281;p4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4" name="Shape 284"/>
        <p:cNvGrpSpPr/>
        <p:nvPr/>
      </p:nvGrpSpPr>
      <p:grpSpPr>
        <a:xfrm>
          <a:off x="0" y="0"/>
          <a:ext cx="0" cy="0"/>
          <a:chOff x="0" y="0"/>
          <a:chExt cx="0" cy="0"/>
        </a:xfrm>
      </p:grpSpPr>
      <p:sp>
        <p:nvSpPr>
          <p:cNvPr id="285" name="Google Shape;285;p4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6" name="Google Shape;286;p4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p4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91" name="Google Shape;291;p4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p4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96" name="Google Shape;296;p4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p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01" name="Google Shape;301;p4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p4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06" name="Google Shape;306;p4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4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11" name="Google Shape;311;p4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p4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16" name="Google Shape;316;p4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p4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21" name="Google Shape;321;p4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4" name="Shape 324"/>
        <p:cNvGrpSpPr/>
        <p:nvPr/>
      </p:nvGrpSpPr>
      <p:grpSpPr>
        <a:xfrm>
          <a:off x="0" y="0"/>
          <a:ext cx="0" cy="0"/>
          <a:chOff x="0" y="0"/>
          <a:chExt cx="0" cy="0"/>
        </a:xfrm>
      </p:grpSpPr>
      <p:sp>
        <p:nvSpPr>
          <p:cNvPr id="325" name="Google Shape;325;p4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26" name="Google Shape;326;p4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p5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31" name="Google Shape;331;p5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p5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36" name="Google Shape;336;p5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9" name="Shape 339"/>
        <p:cNvGrpSpPr/>
        <p:nvPr/>
      </p:nvGrpSpPr>
      <p:grpSpPr>
        <a:xfrm>
          <a:off x="0" y="0"/>
          <a:ext cx="0" cy="0"/>
          <a:chOff x="0" y="0"/>
          <a:chExt cx="0" cy="0"/>
        </a:xfrm>
      </p:grpSpPr>
      <p:sp>
        <p:nvSpPr>
          <p:cNvPr id="340" name="Google Shape;340;p5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41" name="Google Shape;341;p5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4" name="Shape 344"/>
        <p:cNvGrpSpPr/>
        <p:nvPr/>
      </p:nvGrpSpPr>
      <p:grpSpPr>
        <a:xfrm>
          <a:off x="0" y="0"/>
          <a:ext cx="0" cy="0"/>
          <a:chOff x="0" y="0"/>
          <a:chExt cx="0" cy="0"/>
        </a:xfrm>
      </p:grpSpPr>
      <p:sp>
        <p:nvSpPr>
          <p:cNvPr id="345" name="Google Shape;345;p5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46" name="Google Shape;346;p5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p5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51" name="Google Shape;351;p5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4" name="Shape 354"/>
        <p:cNvGrpSpPr/>
        <p:nvPr/>
      </p:nvGrpSpPr>
      <p:grpSpPr>
        <a:xfrm>
          <a:off x="0" y="0"/>
          <a:ext cx="0" cy="0"/>
          <a:chOff x="0" y="0"/>
          <a:chExt cx="0" cy="0"/>
        </a:xfrm>
      </p:grpSpPr>
      <p:sp>
        <p:nvSpPr>
          <p:cNvPr id="355" name="Google Shape;355;p5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56" name="Google Shape;356;p5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p5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61" name="Google Shape;361;p5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p5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66" name="Google Shape;366;p5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5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71" name="Google Shape;371;p5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4" name="Shape 374"/>
        <p:cNvGrpSpPr/>
        <p:nvPr/>
      </p:nvGrpSpPr>
      <p:grpSpPr>
        <a:xfrm>
          <a:off x="0" y="0"/>
          <a:ext cx="0" cy="0"/>
          <a:chOff x="0" y="0"/>
          <a:chExt cx="0" cy="0"/>
        </a:xfrm>
      </p:grpSpPr>
      <p:sp>
        <p:nvSpPr>
          <p:cNvPr id="375" name="Google Shape;375;p5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76" name="Google Shape;376;p5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p6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81" name="Google Shape;381;p6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4" name="Shape 384"/>
        <p:cNvGrpSpPr/>
        <p:nvPr/>
      </p:nvGrpSpPr>
      <p:grpSpPr>
        <a:xfrm>
          <a:off x="0" y="0"/>
          <a:ext cx="0" cy="0"/>
          <a:chOff x="0" y="0"/>
          <a:chExt cx="0" cy="0"/>
        </a:xfrm>
      </p:grpSpPr>
      <p:sp>
        <p:nvSpPr>
          <p:cNvPr id="385" name="Google Shape;385;p6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86" name="Google Shape;386;p6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9" name="Shape 389"/>
        <p:cNvGrpSpPr/>
        <p:nvPr/>
      </p:nvGrpSpPr>
      <p:grpSpPr>
        <a:xfrm>
          <a:off x="0" y="0"/>
          <a:ext cx="0" cy="0"/>
          <a:chOff x="0" y="0"/>
          <a:chExt cx="0" cy="0"/>
        </a:xfrm>
      </p:grpSpPr>
      <p:sp>
        <p:nvSpPr>
          <p:cNvPr id="390" name="Google Shape;390;p6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91" name="Google Shape;391;p6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4" name="Shape 394"/>
        <p:cNvGrpSpPr/>
        <p:nvPr/>
      </p:nvGrpSpPr>
      <p:grpSpPr>
        <a:xfrm>
          <a:off x="0" y="0"/>
          <a:ext cx="0" cy="0"/>
          <a:chOff x="0" y="0"/>
          <a:chExt cx="0" cy="0"/>
        </a:xfrm>
      </p:grpSpPr>
      <p:sp>
        <p:nvSpPr>
          <p:cNvPr id="395" name="Google Shape;395;p6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96" name="Google Shape;396;p6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p6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01" name="Google Shape;401;p6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4" name="Shape 404"/>
        <p:cNvGrpSpPr/>
        <p:nvPr/>
      </p:nvGrpSpPr>
      <p:grpSpPr>
        <a:xfrm>
          <a:off x="0" y="0"/>
          <a:ext cx="0" cy="0"/>
          <a:chOff x="0" y="0"/>
          <a:chExt cx="0" cy="0"/>
        </a:xfrm>
      </p:grpSpPr>
      <p:sp>
        <p:nvSpPr>
          <p:cNvPr id="405" name="Google Shape;405;p6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06" name="Google Shape;406;p6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p6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11" name="Google Shape;411;p6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4" name="Shape 414"/>
        <p:cNvGrpSpPr/>
        <p:nvPr/>
      </p:nvGrpSpPr>
      <p:grpSpPr>
        <a:xfrm>
          <a:off x="0" y="0"/>
          <a:ext cx="0" cy="0"/>
          <a:chOff x="0" y="0"/>
          <a:chExt cx="0" cy="0"/>
        </a:xfrm>
      </p:grpSpPr>
      <p:sp>
        <p:nvSpPr>
          <p:cNvPr id="415" name="Google Shape;415;p6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16" name="Google Shape;416;p6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p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1" name="Google Shape;421;p6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4" name="Shape 424"/>
        <p:cNvGrpSpPr/>
        <p:nvPr/>
      </p:nvGrpSpPr>
      <p:grpSpPr>
        <a:xfrm>
          <a:off x="0" y="0"/>
          <a:ext cx="0" cy="0"/>
          <a:chOff x="0" y="0"/>
          <a:chExt cx="0" cy="0"/>
        </a:xfrm>
      </p:grpSpPr>
      <p:sp>
        <p:nvSpPr>
          <p:cNvPr id="425" name="Google Shape;425;p6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26" name="Google Shape;426;p6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9" name="Shape 429"/>
        <p:cNvGrpSpPr/>
        <p:nvPr/>
      </p:nvGrpSpPr>
      <p:grpSpPr>
        <a:xfrm>
          <a:off x="0" y="0"/>
          <a:ext cx="0" cy="0"/>
          <a:chOff x="0" y="0"/>
          <a:chExt cx="0" cy="0"/>
        </a:xfrm>
      </p:grpSpPr>
      <p:sp>
        <p:nvSpPr>
          <p:cNvPr id="430" name="Google Shape;430;p7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31" name="Google Shape;431;p7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p7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36" name="Google Shape;436;p7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7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41" name="Google Shape;441;p7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4" name="Shape 444"/>
        <p:cNvGrpSpPr/>
        <p:nvPr/>
      </p:nvGrpSpPr>
      <p:grpSpPr>
        <a:xfrm>
          <a:off x="0" y="0"/>
          <a:ext cx="0" cy="0"/>
          <a:chOff x="0" y="0"/>
          <a:chExt cx="0" cy="0"/>
        </a:xfrm>
      </p:grpSpPr>
      <p:sp>
        <p:nvSpPr>
          <p:cNvPr id="445" name="Google Shape;445;p7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46" name="Google Shape;446;p7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p7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1" name="Google Shape;451;p7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p7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56" name="Google Shape;456;p7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9" name="Shape 459"/>
        <p:cNvGrpSpPr/>
        <p:nvPr/>
      </p:nvGrpSpPr>
      <p:grpSpPr>
        <a:xfrm>
          <a:off x="0" y="0"/>
          <a:ext cx="0" cy="0"/>
          <a:chOff x="0" y="0"/>
          <a:chExt cx="0" cy="0"/>
        </a:xfrm>
      </p:grpSpPr>
      <p:sp>
        <p:nvSpPr>
          <p:cNvPr id="460" name="Google Shape;460;p7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1" name="Google Shape;461;p7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4" name="Shape 464"/>
        <p:cNvGrpSpPr/>
        <p:nvPr/>
      </p:nvGrpSpPr>
      <p:grpSpPr>
        <a:xfrm>
          <a:off x="0" y="0"/>
          <a:ext cx="0" cy="0"/>
          <a:chOff x="0" y="0"/>
          <a:chExt cx="0" cy="0"/>
        </a:xfrm>
      </p:grpSpPr>
      <p:sp>
        <p:nvSpPr>
          <p:cNvPr id="465" name="Google Shape;465;p7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6" name="Google Shape;466;p7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9" name="Shape 469"/>
        <p:cNvGrpSpPr/>
        <p:nvPr/>
      </p:nvGrpSpPr>
      <p:grpSpPr>
        <a:xfrm>
          <a:off x="0" y="0"/>
          <a:ext cx="0" cy="0"/>
          <a:chOff x="0" y="0"/>
          <a:chExt cx="0" cy="0"/>
        </a:xfrm>
      </p:grpSpPr>
      <p:sp>
        <p:nvSpPr>
          <p:cNvPr id="470" name="Google Shape;470;p7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71" name="Google Shape;471;p7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4" name="Shape 474"/>
        <p:cNvGrpSpPr/>
        <p:nvPr/>
      </p:nvGrpSpPr>
      <p:grpSpPr>
        <a:xfrm>
          <a:off x="0" y="0"/>
          <a:ext cx="0" cy="0"/>
          <a:chOff x="0" y="0"/>
          <a:chExt cx="0" cy="0"/>
        </a:xfrm>
      </p:grpSpPr>
      <p:sp>
        <p:nvSpPr>
          <p:cNvPr id="475" name="Google Shape;475;p7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76" name="Google Shape;476;p7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8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81" name="Google Shape;481;p8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 name="Shape 484"/>
        <p:cNvGrpSpPr/>
        <p:nvPr/>
      </p:nvGrpSpPr>
      <p:grpSpPr>
        <a:xfrm>
          <a:off x="0" y="0"/>
          <a:ext cx="0" cy="0"/>
          <a:chOff x="0" y="0"/>
          <a:chExt cx="0" cy="0"/>
        </a:xfrm>
      </p:grpSpPr>
      <p:sp>
        <p:nvSpPr>
          <p:cNvPr id="485" name="Google Shape;485;p8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86" name="Google Shape;486;p8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9" name="Shape 489"/>
        <p:cNvGrpSpPr/>
        <p:nvPr/>
      </p:nvGrpSpPr>
      <p:grpSpPr>
        <a:xfrm>
          <a:off x="0" y="0"/>
          <a:ext cx="0" cy="0"/>
          <a:chOff x="0" y="0"/>
          <a:chExt cx="0" cy="0"/>
        </a:xfrm>
      </p:grpSpPr>
      <p:sp>
        <p:nvSpPr>
          <p:cNvPr id="490" name="Google Shape;490;p8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91" name="Google Shape;491;p8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p8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96" name="Google Shape;496;p8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9" name="Shape 499"/>
        <p:cNvGrpSpPr/>
        <p:nvPr/>
      </p:nvGrpSpPr>
      <p:grpSpPr>
        <a:xfrm>
          <a:off x="0" y="0"/>
          <a:ext cx="0" cy="0"/>
          <a:chOff x="0" y="0"/>
          <a:chExt cx="0" cy="0"/>
        </a:xfrm>
      </p:grpSpPr>
      <p:sp>
        <p:nvSpPr>
          <p:cNvPr id="500" name="Google Shape;500;p8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01" name="Google Shape;501;p8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4" name="Shape 504"/>
        <p:cNvGrpSpPr/>
        <p:nvPr/>
      </p:nvGrpSpPr>
      <p:grpSpPr>
        <a:xfrm>
          <a:off x="0" y="0"/>
          <a:ext cx="0" cy="0"/>
          <a:chOff x="0" y="0"/>
          <a:chExt cx="0" cy="0"/>
        </a:xfrm>
      </p:grpSpPr>
      <p:sp>
        <p:nvSpPr>
          <p:cNvPr id="505" name="Google Shape;505;p8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06" name="Google Shape;506;p8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p8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11" name="Google Shape;511;p8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p8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16" name="Google Shape;516;p8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9" name="Shape 519"/>
        <p:cNvGrpSpPr/>
        <p:nvPr/>
      </p:nvGrpSpPr>
      <p:grpSpPr>
        <a:xfrm>
          <a:off x="0" y="0"/>
          <a:ext cx="0" cy="0"/>
          <a:chOff x="0" y="0"/>
          <a:chExt cx="0" cy="0"/>
        </a:xfrm>
      </p:grpSpPr>
      <p:sp>
        <p:nvSpPr>
          <p:cNvPr id="520" name="Google Shape;520;p8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21" name="Google Shape;521;p8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p8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26" name="Google Shape;526;p8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9" name="Shape 529"/>
        <p:cNvGrpSpPr/>
        <p:nvPr/>
      </p:nvGrpSpPr>
      <p:grpSpPr>
        <a:xfrm>
          <a:off x="0" y="0"/>
          <a:ext cx="0" cy="0"/>
          <a:chOff x="0" y="0"/>
          <a:chExt cx="0" cy="0"/>
        </a:xfrm>
      </p:grpSpPr>
      <p:sp>
        <p:nvSpPr>
          <p:cNvPr id="530" name="Google Shape;530;p9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31" name="Google Shape;531;p9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4" name="Shape 534"/>
        <p:cNvGrpSpPr/>
        <p:nvPr/>
      </p:nvGrpSpPr>
      <p:grpSpPr>
        <a:xfrm>
          <a:off x="0" y="0"/>
          <a:ext cx="0" cy="0"/>
          <a:chOff x="0" y="0"/>
          <a:chExt cx="0" cy="0"/>
        </a:xfrm>
      </p:grpSpPr>
      <p:sp>
        <p:nvSpPr>
          <p:cNvPr id="535" name="Google Shape;535;p9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36" name="Google Shape;536;p9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9" name="Shape 539"/>
        <p:cNvGrpSpPr/>
        <p:nvPr/>
      </p:nvGrpSpPr>
      <p:grpSpPr>
        <a:xfrm>
          <a:off x="0" y="0"/>
          <a:ext cx="0" cy="0"/>
          <a:chOff x="0" y="0"/>
          <a:chExt cx="0" cy="0"/>
        </a:xfrm>
      </p:grpSpPr>
      <p:sp>
        <p:nvSpPr>
          <p:cNvPr id="540" name="Google Shape;540;p9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41" name="Google Shape;541;p9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4" name="Shape 544"/>
        <p:cNvGrpSpPr/>
        <p:nvPr/>
      </p:nvGrpSpPr>
      <p:grpSpPr>
        <a:xfrm>
          <a:off x="0" y="0"/>
          <a:ext cx="0" cy="0"/>
          <a:chOff x="0" y="0"/>
          <a:chExt cx="0" cy="0"/>
        </a:xfrm>
      </p:grpSpPr>
      <p:sp>
        <p:nvSpPr>
          <p:cNvPr id="545" name="Google Shape;545;p9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46" name="Google Shape;546;p9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9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1" name="Google Shape;551;p9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4" name="Shape 554"/>
        <p:cNvGrpSpPr/>
        <p:nvPr/>
      </p:nvGrpSpPr>
      <p:grpSpPr>
        <a:xfrm>
          <a:off x="0" y="0"/>
          <a:ext cx="0" cy="0"/>
          <a:chOff x="0" y="0"/>
          <a:chExt cx="0" cy="0"/>
        </a:xfrm>
      </p:grpSpPr>
      <p:sp>
        <p:nvSpPr>
          <p:cNvPr id="555" name="Google Shape;555;p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56" name="Google Shape;556;p9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9" name="Shape 559"/>
        <p:cNvGrpSpPr/>
        <p:nvPr/>
      </p:nvGrpSpPr>
      <p:grpSpPr>
        <a:xfrm>
          <a:off x="0" y="0"/>
          <a:ext cx="0" cy="0"/>
          <a:chOff x="0" y="0"/>
          <a:chExt cx="0" cy="0"/>
        </a:xfrm>
      </p:grpSpPr>
      <p:sp>
        <p:nvSpPr>
          <p:cNvPr id="560" name="Google Shape;560;p9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61" name="Google Shape;561;p9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4" name="Shape 564"/>
        <p:cNvGrpSpPr/>
        <p:nvPr/>
      </p:nvGrpSpPr>
      <p:grpSpPr>
        <a:xfrm>
          <a:off x="0" y="0"/>
          <a:ext cx="0" cy="0"/>
          <a:chOff x="0" y="0"/>
          <a:chExt cx="0" cy="0"/>
        </a:xfrm>
      </p:grpSpPr>
      <p:sp>
        <p:nvSpPr>
          <p:cNvPr id="565" name="Google Shape;565;p9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66" name="Google Shape;566;p9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9" name="Shape 569"/>
        <p:cNvGrpSpPr/>
        <p:nvPr/>
      </p:nvGrpSpPr>
      <p:grpSpPr>
        <a:xfrm>
          <a:off x="0" y="0"/>
          <a:ext cx="0" cy="0"/>
          <a:chOff x="0" y="0"/>
          <a:chExt cx="0" cy="0"/>
        </a:xfrm>
      </p:grpSpPr>
      <p:sp>
        <p:nvSpPr>
          <p:cNvPr id="570" name="Google Shape;570;p9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1" name="Google Shape;571;p9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p9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p9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9" name="Shape 579"/>
        <p:cNvGrpSpPr/>
        <p:nvPr/>
      </p:nvGrpSpPr>
      <p:grpSpPr>
        <a:xfrm>
          <a:off x="0" y="0"/>
          <a:ext cx="0" cy="0"/>
          <a:chOff x="0" y="0"/>
          <a:chExt cx="0" cy="0"/>
        </a:xfrm>
      </p:grpSpPr>
      <p:sp>
        <p:nvSpPr>
          <p:cNvPr id="580" name="Google Shape;580;p10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1" name="Google Shape;581;p10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4" name="Shape 584"/>
        <p:cNvGrpSpPr/>
        <p:nvPr/>
      </p:nvGrpSpPr>
      <p:grpSpPr>
        <a:xfrm>
          <a:off x="0" y="0"/>
          <a:ext cx="0" cy="0"/>
          <a:chOff x="0" y="0"/>
          <a:chExt cx="0" cy="0"/>
        </a:xfrm>
      </p:grpSpPr>
      <p:sp>
        <p:nvSpPr>
          <p:cNvPr id="585" name="Google Shape;585;p10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6" name="Google Shape;586;p10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9" name="Shape 589"/>
        <p:cNvGrpSpPr/>
        <p:nvPr/>
      </p:nvGrpSpPr>
      <p:grpSpPr>
        <a:xfrm>
          <a:off x="0" y="0"/>
          <a:ext cx="0" cy="0"/>
          <a:chOff x="0" y="0"/>
          <a:chExt cx="0" cy="0"/>
        </a:xfrm>
      </p:grpSpPr>
      <p:sp>
        <p:nvSpPr>
          <p:cNvPr id="590" name="Google Shape;590;p10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91" name="Google Shape;591;p10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4" name="Shape 594"/>
        <p:cNvGrpSpPr/>
        <p:nvPr/>
      </p:nvGrpSpPr>
      <p:grpSpPr>
        <a:xfrm>
          <a:off x="0" y="0"/>
          <a:ext cx="0" cy="0"/>
          <a:chOff x="0" y="0"/>
          <a:chExt cx="0" cy="0"/>
        </a:xfrm>
      </p:grpSpPr>
      <p:sp>
        <p:nvSpPr>
          <p:cNvPr id="595" name="Google Shape;595;p10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96" name="Google Shape;596;p10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9" name="Shape 599"/>
        <p:cNvGrpSpPr/>
        <p:nvPr/>
      </p:nvGrpSpPr>
      <p:grpSpPr>
        <a:xfrm>
          <a:off x="0" y="0"/>
          <a:ext cx="0" cy="0"/>
          <a:chOff x="0" y="0"/>
          <a:chExt cx="0" cy="0"/>
        </a:xfrm>
      </p:grpSpPr>
      <p:sp>
        <p:nvSpPr>
          <p:cNvPr id="600" name="Google Shape;600;p10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01" name="Google Shape;601;p10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p10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06" name="Google Shape;606;p10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9" name="Shape 609"/>
        <p:cNvGrpSpPr/>
        <p:nvPr/>
      </p:nvGrpSpPr>
      <p:grpSpPr>
        <a:xfrm>
          <a:off x="0" y="0"/>
          <a:ext cx="0" cy="0"/>
          <a:chOff x="0" y="0"/>
          <a:chExt cx="0" cy="0"/>
        </a:xfrm>
      </p:grpSpPr>
      <p:sp>
        <p:nvSpPr>
          <p:cNvPr id="610" name="Google Shape;610;p10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11" name="Google Shape;611;p10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4" name="Shape 614"/>
        <p:cNvGrpSpPr/>
        <p:nvPr/>
      </p:nvGrpSpPr>
      <p:grpSpPr>
        <a:xfrm>
          <a:off x="0" y="0"/>
          <a:ext cx="0" cy="0"/>
          <a:chOff x="0" y="0"/>
          <a:chExt cx="0" cy="0"/>
        </a:xfrm>
      </p:grpSpPr>
      <p:sp>
        <p:nvSpPr>
          <p:cNvPr id="615" name="Google Shape;615;p10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16" name="Google Shape;616;p10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p10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21" name="Google Shape;621;p10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4" name="Shape 624"/>
        <p:cNvGrpSpPr/>
        <p:nvPr/>
      </p:nvGrpSpPr>
      <p:grpSpPr>
        <a:xfrm>
          <a:off x="0" y="0"/>
          <a:ext cx="0" cy="0"/>
          <a:chOff x="0" y="0"/>
          <a:chExt cx="0" cy="0"/>
        </a:xfrm>
      </p:grpSpPr>
      <p:sp>
        <p:nvSpPr>
          <p:cNvPr id="625" name="Google Shape;625;p10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26" name="Google Shape;626;p10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9" name="Shape 629"/>
        <p:cNvGrpSpPr/>
        <p:nvPr/>
      </p:nvGrpSpPr>
      <p:grpSpPr>
        <a:xfrm>
          <a:off x="0" y="0"/>
          <a:ext cx="0" cy="0"/>
          <a:chOff x="0" y="0"/>
          <a:chExt cx="0" cy="0"/>
        </a:xfrm>
      </p:grpSpPr>
      <p:sp>
        <p:nvSpPr>
          <p:cNvPr id="630" name="Google Shape;630;p11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1" name="Google Shape;631;p11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4" name="Shape 634"/>
        <p:cNvGrpSpPr/>
        <p:nvPr/>
      </p:nvGrpSpPr>
      <p:grpSpPr>
        <a:xfrm>
          <a:off x="0" y="0"/>
          <a:ext cx="0" cy="0"/>
          <a:chOff x="0" y="0"/>
          <a:chExt cx="0" cy="0"/>
        </a:xfrm>
      </p:grpSpPr>
      <p:sp>
        <p:nvSpPr>
          <p:cNvPr id="635" name="Google Shape;635;p11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36" name="Google Shape;636;p11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9" name="Shape 639"/>
        <p:cNvGrpSpPr/>
        <p:nvPr/>
      </p:nvGrpSpPr>
      <p:grpSpPr>
        <a:xfrm>
          <a:off x="0" y="0"/>
          <a:ext cx="0" cy="0"/>
          <a:chOff x="0" y="0"/>
          <a:chExt cx="0" cy="0"/>
        </a:xfrm>
      </p:grpSpPr>
      <p:sp>
        <p:nvSpPr>
          <p:cNvPr id="640" name="Google Shape;640;p11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41" name="Google Shape;641;p11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p11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46" name="Google Shape;646;p11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9" name="Shape 649"/>
        <p:cNvGrpSpPr/>
        <p:nvPr/>
      </p:nvGrpSpPr>
      <p:grpSpPr>
        <a:xfrm>
          <a:off x="0" y="0"/>
          <a:ext cx="0" cy="0"/>
          <a:chOff x="0" y="0"/>
          <a:chExt cx="0" cy="0"/>
        </a:xfrm>
      </p:grpSpPr>
      <p:sp>
        <p:nvSpPr>
          <p:cNvPr id="650" name="Google Shape;650;hf002f62f5ca6d5c_0_8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51" name="Google Shape;651;hf002f62f5ca6d5c_0_8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g3f69acae762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56" name="Google Shape;656;g3f69acae762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9" name="Shape 659"/>
        <p:cNvGrpSpPr/>
        <p:nvPr/>
      </p:nvGrpSpPr>
      <p:grpSpPr>
        <a:xfrm>
          <a:off x="0" y="0"/>
          <a:ext cx="0" cy="0"/>
          <a:chOff x="0" y="0"/>
          <a:chExt cx="0" cy="0"/>
        </a:xfrm>
      </p:grpSpPr>
      <p:sp>
        <p:nvSpPr>
          <p:cNvPr id="660" name="Google Shape;660;g3f69acae762_0_1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61" name="Google Shape;661;g3f69acae762_0_1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4" name="Shape 664"/>
        <p:cNvGrpSpPr/>
        <p:nvPr/>
      </p:nvGrpSpPr>
      <p:grpSpPr>
        <a:xfrm>
          <a:off x="0" y="0"/>
          <a:ext cx="0" cy="0"/>
          <a:chOff x="0" y="0"/>
          <a:chExt cx="0" cy="0"/>
        </a:xfrm>
      </p:grpSpPr>
      <p:sp>
        <p:nvSpPr>
          <p:cNvPr id="665" name="Google Shape;665;g3f69acae762_0_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66" name="Google Shape;666;g3f69acae762_0_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9" name="Shape 669"/>
        <p:cNvGrpSpPr/>
        <p:nvPr/>
      </p:nvGrpSpPr>
      <p:grpSpPr>
        <a:xfrm>
          <a:off x="0" y="0"/>
          <a:ext cx="0" cy="0"/>
          <a:chOff x="0" y="0"/>
          <a:chExt cx="0" cy="0"/>
        </a:xfrm>
      </p:grpSpPr>
      <p:sp>
        <p:nvSpPr>
          <p:cNvPr id="670" name="Google Shape;670;g3f7156d7ccb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71" name="Google Shape;671;g3f7156d7ccb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4" name="Shape 674"/>
        <p:cNvGrpSpPr/>
        <p:nvPr/>
      </p:nvGrpSpPr>
      <p:grpSpPr>
        <a:xfrm>
          <a:off x="0" y="0"/>
          <a:ext cx="0" cy="0"/>
          <a:chOff x="0" y="0"/>
          <a:chExt cx="0" cy="0"/>
        </a:xfrm>
      </p:grpSpPr>
      <p:sp>
        <p:nvSpPr>
          <p:cNvPr id="675" name="Google Shape;675;g3faf5860435_0_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76" name="Google Shape;676;g3faf5860435_0_1: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9" name="Shape 679"/>
        <p:cNvGrpSpPr/>
        <p:nvPr/>
      </p:nvGrpSpPr>
      <p:grpSpPr>
        <a:xfrm>
          <a:off x="0" y="0"/>
          <a:ext cx="0" cy="0"/>
          <a:chOff x="0" y="0"/>
          <a:chExt cx="0" cy="0"/>
        </a:xfrm>
      </p:grpSpPr>
      <p:sp>
        <p:nvSpPr>
          <p:cNvPr id="680" name="Google Shape;680;g3faf5860435_0_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81" name="Google Shape;681;g3faf5860435_0_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4" name="Shape 684"/>
        <p:cNvGrpSpPr/>
        <p:nvPr/>
      </p:nvGrpSpPr>
      <p:grpSpPr>
        <a:xfrm>
          <a:off x="0" y="0"/>
          <a:ext cx="0" cy="0"/>
          <a:chOff x="0" y="0"/>
          <a:chExt cx="0" cy="0"/>
        </a:xfrm>
      </p:grpSpPr>
      <p:sp>
        <p:nvSpPr>
          <p:cNvPr id="685" name="Google Shape;685;hf002f62f5ca6d5c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86" name="Google Shape;686;hf002f62f5ca6d5c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9" name="Shape 689"/>
        <p:cNvGrpSpPr/>
        <p:nvPr/>
      </p:nvGrpSpPr>
      <p:grpSpPr>
        <a:xfrm>
          <a:off x="0" y="0"/>
          <a:ext cx="0" cy="0"/>
          <a:chOff x="0" y="0"/>
          <a:chExt cx="0" cy="0"/>
        </a:xfrm>
      </p:grpSpPr>
      <p:sp>
        <p:nvSpPr>
          <p:cNvPr id="690" name="Google Shape;690;hf002f62f5ca6d5c_0_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91" name="Google Shape;691;hf002f62f5ca6d5c_0_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4" name="Shape 694"/>
        <p:cNvGrpSpPr/>
        <p:nvPr/>
      </p:nvGrpSpPr>
      <p:grpSpPr>
        <a:xfrm>
          <a:off x="0" y="0"/>
          <a:ext cx="0" cy="0"/>
          <a:chOff x="0" y="0"/>
          <a:chExt cx="0" cy="0"/>
        </a:xfrm>
      </p:grpSpPr>
      <p:sp>
        <p:nvSpPr>
          <p:cNvPr id="695" name="Google Shape;695;hf002f62f5ca6d5c_0_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696" name="Google Shape;696;hf002f62f5ca6d5c_0_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hf002f62f5ca6d5c_0_9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01" name="Google Shape;701;hf002f62f5ca6d5c_0_9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4" name="Shape 704"/>
        <p:cNvGrpSpPr/>
        <p:nvPr/>
      </p:nvGrpSpPr>
      <p:grpSpPr>
        <a:xfrm>
          <a:off x="0" y="0"/>
          <a:ext cx="0" cy="0"/>
          <a:chOff x="0" y="0"/>
          <a:chExt cx="0" cy="0"/>
        </a:xfrm>
      </p:grpSpPr>
      <p:sp>
        <p:nvSpPr>
          <p:cNvPr id="705" name="Google Shape;705;g3d90891dc36_0_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06" name="Google Shape;706;g3d90891dc36_0_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0" name="Shape 710"/>
        <p:cNvGrpSpPr/>
        <p:nvPr/>
      </p:nvGrpSpPr>
      <p:grpSpPr>
        <a:xfrm>
          <a:off x="0" y="0"/>
          <a:ext cx="0" cy="0"/>
          <a:chOff x="0" y="0"/>
          <a:chExt cx="0" cy="0"/>
        </a:xfrm>
      </p:grpSpPr>
      <p:sp>
        <p:nvSpPr>
          <p:cNvPr id="711" name="Google Shape;711;g3ab13fdb44f_0_29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2" name="Google Shape;712;g3ab13fdb44f_0_2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13" name="Google Shape;713;g3ab13fdb44f_0_29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6" name="Shape 716"/>
        <p:cNvGrpSpPr/>
        <p:nvPr/>
      </p:nvGrpSpPr>
      <p:grpSpPr>
        <a:xfrm>
          <a:off x="0" y="0"/>
          <a:ext cx="0" cy="0"/>
          <a:chOff x="0" y="0"/>
          <a:chExt cx="0" cy="0"/>
        </a:xfrm>
      </p:grpSpPr>
      <p:sp>
        <p:nvSpPr>
          <p:cNvPr id="717" name="Google Shape;717;g3ab13fdb44f_0_30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18" name="Google Shape;718;g3ab13fdb44f_0_30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228600" lvl="0" marL="228600" rtl="0" algn="l">
              <a:lnSpc>
                <a:spcPct val="100000"/>
              </a:lnSpc>
              <a:spcBef>
                <a:spcPts val="0"/>
              </a:spcBef>
              <a:spcAft>
                <a:spcPts val="0"/>
              </a:spcAft>
              <a:buClr>
                <a:srgbClr val="FF0000"/>
              </a:buClr>
              <a:buSzPts val="1200"/>
              <a:buFont typeface="Arial"/>
              <a:buAutoNum type="arabicPeriod"/>
            </a:pPr>
            <a:r>
              <a:rPr b="0" i="0" lang="en-US">
                <a:solidFill>
                  <a:srgbClr val="FF0000"/>
                </a:solidFill>
                <a:latin typeface="Arial"/>
                <a:ea typeface="Arial"/>
                <a:cs typeface="Arial"/>
                <a:sym typeface="Arial"/>
              </a:rPr>
              <a:t>Khi Chúa đem những người Si-on bị bắt trở về, chúng tôi như người đang mơ, bấy giờ miệng chúng tôi vui cười, lưỡi chúng tôi thốt lên bao lời hân hoan.  </a:t>
            </a:r>
            <a:endParaRPr b="0" i="0">
              <a:solidFill>
                <a:srgbClr val="FF0000"/>
              </a:solidFill>
              <a:latin typeface="Arial"/>
              <a:ea typeface="Arial"/>
              <a:cs typeface="Arial"/>
              <a:sym typeface="Arial"/>
            </a:endParaRPr>
          </a:p>
          <a:p>
            <a:pPr indent="0" lvl="0" marL="0" rtl="0" algn="l">
              <a:lnSpc>
                <a:spcPct val="100000"/>
              </a:lnSpc>
              <a:spcBef>
                <a:spcPts val="0"/>
              </a:spcBef>
              <a:spcAft>
                <a:spcPts val="0"/>
              </a:spcAft>
              <a:buClr>
                <a:srgbClr val="FF0000"/>
              </a:buClr>
              <a:buSzPts val="1200"/>
              <a:buFont typeface="Arial"/>
              <a:buNone/>
            </a:pPr>
            <a:r>
              <a:rPr b="0" i="0" lang="en-US">
                <a:solidFill>
                  <a:srgbClr val="FF0000"/>
                </a:solidFill>
                <a:latin typeface="Arial"/>
                <a:ea typeface="Arial"/>
                <a:cs typeface="Arial"/>
                <a:sym typeface="Arial"/>
              </a:rPr>
              <a:t>ĐK: Chúa đã đối xử nhân từ với chúng con, nên chúng con mừng vui bao hân hoan.  </a:t>
            </a:r>
            <a:endParaRPr b="0" i="0">
              <a:solidFill>
                <a:srgbClr val="FF0000"/>
              </a:solidFill>
              <a:latin typeface="Arial"/>
              <a:ea typeface="Arial"/>
              <a:cs typeface="Arial"/>
              <a:sym typeface="Arial"/>
            </a:endParaRPr>
          </a:p>
          <a:p>
            <a:pPr indent="0" lvl="0" marL="0" rtl="0" algn="l">
              <a:lnSpc>
                <a:spcPct val="100000"/>
              </a:lnSpc>
              <a:spcBef>
                <a:spcPts val="0"/>
              </a:spcBef>
              <a:spcAft>
                <a:spcPts val="0"/>
              </a:spcAft>
              <a:buClr>
                <a:srgbClr val="FF0000"/>
              </a:buClr>
              <a:buSzPts val="1200"/>
              <a:buFont typeface="Arial"/>
              <a:buNone/>
            </a:pPr>
            <a:r>
              <a:rPr b="0" i="0" lang="en-US">
                <a:solidFill>
                  <a:srgbClr val="FF0000"/>
                </a:solidFill>
                <a:latin typeface="Arial"/>
                <a:ea typeface="Arial"/>
                <a:cs typeface="Arial"/>
                <a:sym typeface="Arial"/>
              </a:rPr>
              <a:t>2. Và bấy giờ thiên hạ nhỏ to nói với nhau rằng: Chúa thương đối xử khoan dung. Chúa đã xử rất ư nhân từ, nên chúng tôi xiết bao vui mừng hân hoan.  </a:t>
            </a:r>
            <a:endParaRPr b="0" i="0">
              <a:solidFill>
                <a:srgbClr val="FF0000"/>
              </a:solidFill>
              <a:latin typeface="Arial"/>
              <a:ea typeface="Arial"/>
              <a:cs typeface="Arial"/>
              <a:sym typeface="Arial"/>
            </a:endParaRPr>
          </a:p>
          <a:p>
            <a:pPr indent="0" lvl="0" marL="0" rtl="0" algn="l">
              <a:lnSpc>
                <a:spcPct val="100000"/>
              </a:lnSpc>
              <a:spcBef>
                <a:spcPts val="0"/>
              </a:spcBef>
              <a:spcAft>
                <a:spcPts val="0"/>
              </a:spcAft>
              <a:buClr>
                <a:srgbClr val="FF0000"/>
              </a:buClr>
              <a:buSzPts val="1200"/>
              <a:buFont typeface="Arial"/>
              <a:buNone/>
            </a:pPr>
            <a:r>
              <a:rPr b="0" i="0" lang="en-US">
                <a:solidFill>
                  <a:srgbClr val="FF0000"/>
                </a:solidFill>
                <a:latin typeface="Arial"/>
                <a:ea typeface="Arial"/>
                <a:cs typeface="Arial"/>
                <a:sym typeface="Arial"/>
              </a:rPr>
              <a:t>3. Lạy Chúa thương biến đổi phận con như suối phương Nam. Ai gieo trong lệ đau thương, sẽ được gặt hái trong vui mừng, những khúc ca biến tan trong niềm hân hoan.</a:t>
            </a:r>
            <a:endParaRPr/>
          </a:p>
        </p:txBody>
      </p:sp>
      <p:sp>
        <p:nvSpPr>
          <p:cNvPr id="719" name="Google Shape;719;g3ab13fdb44f_0_30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2" name="Shape 722"/>
        <p:cNvGrpSpPr/>
        <p:nvPr/>
      </p:nvGrpSpPr>
      <p:grpSpPr>
        <a:xfrm>
          <a:off x="0" y="0"/>
          <a:ext cx="0" cy="0"/>
          <a:chOff x="0" y="0"/>
          <a:chExt cx="0" cy="0"/>
        </a:xfrm>
      </p:grpSpPr>
      <p:sp>
        <p:nvSpPr>
          <p:cNvPr id="723" name="Google Shape;723;g3ab13fdb44f_0_30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4" name="Google Shape;724;g3ab13fdb44f_0_30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25" name="Google Shape;725;g3ab13fdb44f_0_30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8" name="Shape 728"/>
        <p:cNvGrpSpPr/>
        <p:nvPr/>
      </p:nvGrpSpPr>
      <p:grpSpPr>
        <a:xfrm>
          <a:off x="0" y="0"/>
          <a:ext cx="0" cy="0"/>
          <a:chOff x="0" y="0"/>
          <a:chExt cx="0" cy="0"/>
        </a:xfrm>
      </p:grpSpPr>
      <p:sp>
        <p:nvSpPr>
          <p:cNvPr id="729" name="Google Shape;729;g3ab13fdb44f_0_31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0" name="Google Shape;730;g3ab13fdb44f_0_31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31" name="Google Shape;731;g3ab13fdb44f_0_31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4" name="Shape 734"/>
        <p:cNvGrpSpPr/>
        <p:nvPr/>
      </p:nvGrpSpPr>
      <p:grpSpPr>
        <a:xfrm>
          <a:off x="0" y="0"/>
          <a:ext cx="0" cy="0"/>
          <a:chOff x="0" y="0"/>
          <a:chExt cx="0" cy="0"/>
        </a:xfrm>
      </p:grpSpPr>
      <p:sp>
        <p:nvSpPr>
          <p:cNvPr id="735" name="Google Shape;735;g3ab13fdb44f_0_31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36" name="Google Shape;736;g3ab13fdb44f_0_31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37" name="Google Shape;737;g3ab13fdb44f_0_31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0" name="Shape 740"/>
        <p:cNvGrpSpPr/>
        <p:nvPr/>
      </p:nvGrpSpPr>
      <p:grpSpPr>
        <a:xfrm>
          <a:off x="0" y="0"/>
          <a:ext cx="0" cy="0"/>
          <a:chOff x="0" y="0"/>
          <a:chExt cx="0" cy="0"/>
        </a:xfrm>
      </p:grpSpPr>
      <p:sp>
        <p:nvSpPr>
          <p:cNvPr id="741" name="Google Shape;741;g3ab13fdb44f_0_3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2" name="Google Shape;742;g3ab13fdb44f_0_3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43" name="Google Shape;743;g3ab13fdb44f_0_32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46" name="Shape 746"/>
        <p:cNvGrpSpPr/>
        <p:nvPr/>
      </p:nvGrpSpPr>
      <p:grpSpPr>
        <a:xfrm>
          <a:off x="0" y="0"/>
          <a:ext cx="0" cy="0"/>
          <a:chOff x="0" y="0"/>
          <a:chExt cx="0" cy="0"/>
        </a:xfrm>
      </p:grpSpPr>
      <p:sp>
        <p:nvSpPr>
          <p:cNvPr id="747" name="Google Shape;747;g3ab13fdb44f_0_32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8" name="Google Shape;748;g3ab13fdb44f_0_32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49" name="Google Shape;749;g3ab13fdb44f_0_32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2" name="Shape 752"/>
        <p:cNvGrpSpPr/>
        <p:nvPr/>
      </p:nvGrpSpPr>
      <p:grpSpPr>
        <a:xfrm>
          <a:off x="0" y="0"/>
          <a:ext cx="0" cy="0"/>
          <a:chOff x="0" y="0"/>
          <a:chExt cx="0" cy="0"/>
        </a:xfrm>
      </p:grpSpPr>
      <p:sp>
        <p:nvSpPr>
          <p:cNvPr id="753" name="Google Shape;753;g3ab13fdb44f_0_33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4" name="Google Shape;754;g3ab13fdb44f_0_33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55" name="Google Shape;755;g3ab13fdb44f_0_33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8" name="Shape 758"/>
        <p:cNvGrpSpPr/>
        <p:nvPr/>
      </p:nvGrpSpPr>
      <p:grpSpPr>
        <a:xfrm>
          <a:off x="0" y="0"/>
          <a:ext cx="0" cy="0"/>
          <a:chOff x="0" y="0"/>
          <a:chExt cx="0" cy="0"/>
        </a:xfrm>
      </p:grpSpPr>
      <p:sp>
        <p:nvSpPr>
          <p:cNvPr id="759" name="Google Shape;759;g3ab13fdb44f_0_33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0" name="Google Shape;760;g3ab13fdb44f_0_33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61" name="Google Shape;761;g3ab13fdb44f_0_33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4" name="Shape 764"/>
        <p:cNvGrpSpPr/>
        <p:nvPr/>
      </p:nvGrpSpPr>
      <p:grpSpPr>
        <a:xfrm>
          <a:off x="0" y="0"/>
          <a:ext cx="0" cy="0"/>
          <a:chOff x="0" y="0"/>
          <a:chExt cx="0" cy="0"/>
        </a:xfrm>
      </p:grpSpPr>
      <p:sp>
        <p:nvSpPr>
          <p:cNvPr id="765" name="Google Shape;765;g3ab13fdb44f_0_34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66" name="Google Shape;766;g3ab13fdb44f_0_3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67" name="Google Shape;767;g3ab13fdb44f_0_34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0" name="Shape 770"/>
        <p:cNvGrpSpPr/>
        <p:nvPr/>
      </p:nvGrpSpPr>
      <p:grpSpPr>
        <a:xfrm>
          <a:off x="0" y="0"/>
          <a:ext cx="0" cy="0"/>
          <a:chOff x="0" y="0"/>
          <a:chExt cx="0" cy="0"/>
        </a:xfrm>
      </p:grpSpPr>
      <p:sp>
        <p:nvSpPr>
          <p:cNvPr id="771" name="Google Shape;771;g3ab13fdb44f_0_34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2" name="Google Shape;772;g3ab13fdb44f_0_34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73" name="Google Shape;773;g3ab13fdb44f_0_34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6" name="Shape 776"/>
        <p:cNvGrpSpPr/>
        <p:nvPr/>
      </p:nvGrpSpPr>
      <p:grpSpPr>
        <a:xfrm>
          <a:off x="0" y="0"/>
          <a:ext cx="0" cy="0"/>
          <a:chOff x="0" y="0"/>
          <a:chExt cx="0" cy="0"/>
        </a:xfrm>
      </p:grpSpPr>
      <p:sp>
        <p:nvSpPr>
          <p:cNvPr id="777" name="Google Shape;777;g3ab13fdb44f_0_35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78" name="Google Shape;778;g3ab13fdb44f_0_35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79" name="Google Shape;779;g3ab13fdb44f_0_350: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2" name="Shape 782"/>
        <p:cNvGrpSpPr/>
        <p:nvPr/>
      </p:nvGrpSpPr>
      <p:grpSpPr>
        <a:xfrm>
          <a:off x="0" y="0"/>
          <a:ext cx="0" cy="0"/>
          <a:chOff x="0" y="0"/>
          <a:chExt cx="0" cy="0"/>
        </a:xfrm>
      </p:grpSpPr>
      <p:sp>
        <p:nvSpPr>
          <p:cNvPr id="783" name="Google Shape;783;g3ab13fdb44f_0_35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84" name="Google Shape;784;g3ab13fdb44f_0_35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152400" lvl="0" marL="228600" rtl="0" algn="l">
              <a:lnSpc>
                <a:spcPct val="100000"/>
              </a:lnSpc>
              <a:spcBef>
                <a:spcPts val="0"/>
              </a:spcBef>
              <a:spcAft>
                <a:spcPts val="0"/>
              </a:spcAft>
              <a:buClr>
                <a:schemeClr val="dk1"/>
              </a:buClr>
              <a:buSzPts val="1200"/>
              <a:buFont typeface="Calibri"/>
              <a:buNone/>
            </a:pPr>
            <a:r>
              <a:t/>
            </a:r>
            <a:endParaRPr/>
          </a:p>
        </p:txBody>
      </p:sp>
      <p:sp>
        <p:nvSpPr>
          <p:cNvPr id="785" name="Google Shape;785;g3ab13fdb44f_0_355: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hf002f62f5ca6d5c_0_9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90" name="Google Shape;790;hf002f62f5ca6d5c_0_9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3" name="Shape 793"/>
        <p:cNvGrpSpPr/>
        <p:nvPr/>
      </p:nvGrpSpPr>
      <p:grpSpPr>
        <a:xfrm>
          <a:off x="0" y="0"/>
          <a:ext cx="0" cy="0"/>
          <a:chOff x="0" y="0"/>
          <a:chExt cx="0" cy="0"/>
        </a:xfrm>
      </p:grpSpPr>
      <p:sp>
        <p:nvSpPr>
          <p:cNvPr id="794" name="Google Shape;794;g3d48ab63a6f_0_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795" name="Google Shape;795;g3d48ab63a6f_0_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9" name="Shape 799"/>
        <p:cNvGrpSpPr/>
        <p:nvPr/>
      </p:nvGrpSpPr>
      <p:grpSpPr>
        <a:xfrm>
          <a:off x="0" y="0"/>
          <a:ext cx="0" cy="0"/>
          <a:chOff x="0" y="0"/>
          <a:chExt cx="0" cy="0"/>
        </a:xfrm>
      </p:grpSpPr>
      <p:sp>
        <p:nvSpPr>
          <p:cNvPr id="800" name="Google Shape;800;g3e6e2da66e2_0_6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01" name="Google Shape;801;g3e6e2da66e2_0_6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g3e6e2da66e2_0_7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06" name="Google Shape;806;g3e6e2da66e2_0_7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9" name="Shape 809"/>
        <p:cNvGrpSpPr/>
        <p:nvPr/>
      </p:nvGrpSpPr>
      <p:grpSpPr>
        <a:xfrm>
          <a:off x="0" y="0"/>
          <a:ext cx="0" cy="0"/>
          <a:chOff x="0" y="0"/>
          <a:chExt cx="0" cy="0"/>
        </a:xfrm>
      </p:grpSpPr>
      <p:sp>
        <p:nvSpPr>
          <p:cNvPr id="810" name="Google Shape;810;g3faf5860435_0_1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11" name="Google Shape;811;g3faf5860435_0_1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4" name="Shape 814"/>
        <p:cNvGrpSpPr/>
        <p:nvPr/>
      </p:nvGrpSpPr>
      <p:grpSpPr>
        <a:xfrm>
          <a:off x="0" y="0"/>
          <a:ext cx="0" cy="0"/>
          <a:chOff x="0" y="0"/>
          <a:chExt cx="0" cy="0"/>
        </a:xfrm>
      </p:grpSpPr>
      <p:sp>
        <p:nvSpPr>
          <p:cNvPr id="815" name="Google Shape;815;g3e26ec1f821_0_2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16" name="Google Shape;816;g3e26ec1f821_0_2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9" name="Shape 819"/>
        <p:cNvGrpSpPr/>
        <p:nvPr/>
      </p:nvGrpSpPr>
      <p:grpSpPr>
        <a:xfrm>
          <a:off x="0" y="0"/>
          <a:ext cx="0" cy="0"/>
          <a:chOff x="0" y="0"/>
          <a:chExt cx="0" cy="0"/>
        </a:xfrm>
      </p:grpSpPr>
      <p:sp>
        <p:nvSpPr>
          <p:cNvPr id="820" name="Google Shape;820;g3f282feffb0_0_1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1" name="Google Shape;821;g3f282feffb0_0_1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4" name="Shape 824"/>
        <p:cNvGrpSpPr/>
        <p:nvPr/>
      </p:nvGrpSpPr>
      <p:grpSpPr>
        <a:xfrm>
          <a:off x="0" y="0"/>
          <a:ext cx="0" cy="0"/>
          <a:chOff x="0" y="0"/>
          <a:chExt cx="0" cy="0"/>
        </a:xfrm>
      </p:grpSpPr>
      <p:sp>
        <p:nvSpPr>
          <p:cNvPr id="825" name="Google Shape;825;g3f282feffb0_0_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26" name="Google Shape;826;g3f282feffb0_0_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9" name="Shape 829"/>
        <p:cNvGrpSpPr/>
        <p:nvPr/>
      </p:nvGrpSpPr>
      <p:grpSpPr>
        <a:xfrm>
          <a:off x="0" y="0"/>
          <a:ext cx="0" cy="0"/>
          <a:chOff x="0" y="0"/>
          <a:chExt cx="0" cy="0"/>
        </a:xfrm>
      </p:grpSpPr>
      <p:sp>
        <p:nvSpPr>
          <p:cNvPr id="830" name="Google Shape;830;g3fb3359abd2_0_2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31" name="Google Shape;831;g3fb3359abd2_0_2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4" name="Shape 834"/>
        <p:cNvGrpSpPr/>
        <p:nvPr/>
      </p:nvGrpSpPr>
      <p:grpSpPr>
        <a:xfrm>
          <a:off x="0" y="0"/>
          <a:ext cx="0" cy="0"/>
          <a:chOff x="0" y="0"/>
          <a:chExt cx="0" cy="0"/>
        </a:xfrm>
      </p:grpSpPr>
      <p:sp>
        <p:nvSpPr>
          <p:cNvPr id="835" name="Google Shape;835;g3fb2dc0a37c_0_1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36" name="Google Shape;836;g3fb2dc0a37c_0_1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9" name="Shape 839"/>
        <p:cNvGrpSpPr/>
        <p:nvPr/>
      </p:nvGrpSpPr>
      <p:grpSpPr>
        <a:xfrm>
          <a:off x="0" y="0"/>
          <a:ext cx="0" cy="0"/>
          <a:chOff x="0" y="0"/>
          <a:chExt cx="0" cy="0"/>
        </a:xfrm>
      </p:grpSpPr>
      <p:sp>
        <p:nvSpPr>
          <p:cNvPr id="840" name="Google Shape;840;g3fb2dc0a37c_0_1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41" name="Google Shape;841;g3fb2dc0a37c_0_1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fb3359abd2_0_3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46" name="Google Shape;846;g3fb3359abd2_0_3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9" name="Shape 849"/>
        <p:cNvGrpSpPr/>
        <p:nvPr/>
      </p:nvGrpSpPr>
      <p:grpSpPr>
        <a:xfrm>
          <a:off x="0" y="0"/>
          <a:ext cx="0" cy="0"/>
          <a:chOff x="0" y="0"/>
          <a:chExt cx="0" cy="0"/>
        </a:xfrm>
      </p:grpSpPr>
      <p:sp>
        <p:nvSpPr>
          <p:cNvPr id="850" name="Google Shape;850;g3d89366497e_0_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51" name="Google Shape;851;g3d89366497e_0_4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5" name="Shape 855"/>
        <p:cNvGrpSpPr/>
        <p:nvPr/>
      </p:nvGrpSpPr>
      <p:grpSpPr>
        <a:xfrm>
          <a:off x="0" y="0"/>
          <a:ext cx="0" cy="0"/>
          <a:chOff x="0" y="0"/>
          <a:chExt cx="0" cy="0"/>
        </a:xfrm>
      </p:grpSpPr>
      <p:sp>
        <p:nvSpPr>
          <p:cNvPr id="856" name="Google Shape;856;p15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57" name="Google Shape;857;p15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58" name="Google Shape;858;p156:notes"/>
          <p:cNvSpPr txBox="1"/>
          <p:nvPr>
            <p:ph idx="12" type="sldNum"/>
          </p:nvPr>
        </p:nvSpPr>
        <p:spPr>
          <a:xfrm>
            <a:off x="5179484" y="6513910"/>
            <a:ext cx="3962400" cy="3429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2" name="Shape 862"/>
        <p:cNvGrpSpPr/>
        <p:nvPr/>
      </p:nvGrpSpPr>
      <p:grpSpPr>
        <a:xfrm>
          <a:off x="0" y="0"/>
          <a:ext cx="0" cy="0"/>
          <a:chOff x="0" y="0"/>
          <a:chExt cx="0" cy="0"/>
        </a:xfrm>
      </p:grpSpPr>
      <p:sp>
        <p:nvSpPr>
          <p:cNvPr id="863" name="Google Shape;863;g3b224b7d20a_0_9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4" name="Google Shape;864;g3b224b7d20a_0_9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7" name="Shape 867"/>
        <p:cNvGrpSpPr/>
        <p:nvPr/>
      </p:nvGrpSpPr>
      <p:grpSpPr>
        <a:xfrm>
          <a:off x="0" y="0"/>
          <a:ext cx="0" cy="0"/>
          <a:chOff x="0" y="0"/>
          <a:chExt cx="0" cy="0"/>
        </a:xfrm>
      </p:grpSpPr>
      <p:sp>
        <p:nvSpPr>
          <p:cNvPr id="868" name="Google Shape;868;g3baa6357486_0_1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69" name="Google Shape;869;g3baa6357486_0_1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2" name="Shape 872"/>
        <p:cNvGrpSpPr/>
        <p:nvPr/>
      </p:nvGrpSpPr>
      <p:grpSpPr>
        <a:xfrm>
          <a:off x="0" y="0"/>
          <a:ext cx="0" cy="0"/>
          <a:chOff x="0" y="0"/>
          <a:chExt cx="0" cy="0"/>
        </a:xfrm>
      </p:grpSpPr>
      <p:sp>
        <p:nvSpPr>
          <p:cNvPr id="873" name="Google Shape;873;hf002f62f5ca6d5c_0_9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74" name="Google Shape;874;hf002f62f5ca6d5c_0_9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p15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79" name="Google Shape;879;p15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3" name="Shape 883"/>
        <p:cNvGrpSpPr/>
        <p:nvPr/>
      </p:nvGrpSpPr>
      <p:grpSpPr>
        <a:xfrm>
          <a:off x="0" y="0"/>
          <a:ext cx="0" cy="0"/>
          <a:chOff x="0" y="0"/>
          <a:chExt cx="0" cy="0"/>
        </a:xfrm>
      </p:grpSpPr>
      <p:sp>
        <p:nvSpPr>
          <p:cNvPr id="884" name="Google Shape;884;p16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85" name="Google Shape;885;p16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8" name="Shape 888"/>
        <p:cNvGrpSpPr/>
        <p:nvPr/>
      </p:nvGrpSpPr>
      <p:grpSpPr>
        <a:xfrm>
          <a:off x="0" y="0"/>
          <a:ext cx="0" cy="0"/>
          <a:chOff x="0" y="0"/>
          <a:chExt cx="0" cy="0"/>
        </a:xfrm>
      </p:grpSpPr>
      <p:sp>
        <p:nvSpPr>
          <p:cNvPr id="889" name="Google Shape;889;p16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90" name="Google Shape;890;p16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3" name="Shape 893"/>
        <p:cNvGrpSpPr/>
        <p:nvPr/>
      </p:nvGrpSpPr>
      <p:grpSpPr>
        <a:xfrm>
          <a:off x="0" y="0"/>
          <a:ext cx="0" cy="0"/>
          <a:chOff x="0" y="0"/>
          <a:chExt cx="0" cy="0"/>
        </a:xfrm>
      </p:grpSpPr>
      <p:sp>
        <p:nvSpPr>
          <p:cNvPr id="894" name="Google Shape;894;p16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95" name="Google Shape;895;p16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8" name="Shape 898"/>
        <p:cNvGrpSpPr/>
        <p:nvPr/>
      </p:nvGrpSpPr>
      <p:grpSpPr>
        <a:xfrm>
          <a:off x="0" y="0"/>
          <a:ext cx="0" cy="0"/>
          <a:chOff x="0" y="0"/>
          <a:chExt cx="0" cy="0"/>
        </a:xfrm>
      </p:grpSpPr>
      <p:sp>
        <p:nvSpPr>
          <p:cNvPr id="899" name="Google Shape;899;p16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00" name="Google Shape;900;p16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3" name="Shape 903"/>
        <p:cNvGrpSpPr/>
        <p:nvPr/>
      </p:nvGrpSpPr>
      <p:grpSpPr>
        <a:xfrm>
          <a:off x="0" y="0"/>
          <a:ext cx="0" cy="0"/>
          <a:chOff x="0" y="0"/>
          <a:chExt cx="0" cy="0"/>
        </a:xfrm>
      </p:grpSpPr>
      <p:sp>
        <p:nvSpPr>
          <p:cNvPr id="904" name="Google Shape;904;p16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05" name="Google Shape;905;p16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p16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10" name="Google Shape;910;p16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3" name="Shape 913"/>
        <p:cNvGrpSpPr/>
        <p:nvPr/>
      </p:nvGrpSpPr>
      <p:grpSpPr>
        <a:xfrm>
          <a:off x="0" y="0"/>
          <a:ext cx="0" cy="0"/>
          <a:chOff x="0" y="0"/>
          <a:chExt cx="0" cy="0"/>
        </a:xfrm>
      </p:grpSpPr>
      <p:sp>
        <p:nvSpPr>
          <p:cNvPr id="914" name="Google Shape;914;p16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15" name="Google Shape;915;p16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8" name="Shape 918"/>
        <p:cNvGrpSpPr/>
        <p:nvPr/>
      </p:nvGrpSpPr>
      <p:grpSpPr>
        <a:xfrm>
          <a:off x="0" y="0"/>
          <a:ext cx="0" cy="0"/>
          <a:chOff x="0" y="0"/>
          <a:chExt cx="0" cy="0"/>
        </a:xfrm>
      </p:grpSpPr>
      <p:sp>
        <p:nvSpPr>
          <p:cNvPr id="919" name="Google Shape;919;p16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20" name="Google Shape;920;p16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3" name="Shape 923"/>
        <p:cNvGrpSpPr/>
        <p:nvPr/>
      </p:nvGrpSpPr>
      <p:grpSpPr>
        <a:xfrm>
          <a:off x="0" y="0"/>
          <a:ext cx="0" cy="0"/>
          <a:chOff x="0" y="0"/>
          <a:chExt cx="0" cy="0"/>
        </a:xfrm>
      </p:grpSpPr>
      <p:sp>
        <p:nvSpPr>
          <p:cNvPr id="924" name="Google Shape;924;p1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25" name="Google Shape;925;p16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p16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30" name="Google Shape;930;p169: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3" name="Shape 933"/>
        <p:cNvGrpSpPr/>
        <p:nvPr/>
      </p:nvGrpSpPr>
      <p:grpSpPr>
        <a:xfrm>
          <a:off x="0" y="0"/>
          <a:ext cx="0" cy="0"/>
          <a:chOff x="0" y="0"/>
          <a:chExt cx="0" cy="0"/>
        </a:xfrm>
      </p:grpSpPr>
      <p:sp>
        <p:nvSpPr>
          <p:cNvPr id="934" name="Google Shape;934;p17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35" name="Google Shape;935;p170: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8" name="Shape 938"/>
        <p:cNvGrpSpPr/>
        <p:nvPr/>
      </p:nvGrpSpPr>
      <p:grpSpPr>
        <a:xfrm>
          <a:off x="0" y="0"/>
          <a:ext cx="0" cy="0"/>
          <a:chOff x="0" y="0"/>
          <a:chExt cx="0" cy="0"/>
        </a:xfrm>
      </p:grpSpPr>
      <p:sp>
        <p:nvSpPr>
          <p:cNvPr id="939" name="Google Shape;939;p171: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40" name="Google Shape;940;p171: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3" name="Shape 943"/>
        <p:cNvGrpSpPr/>
        <p:nvPr/>
      </p:nvGrpSpPr>
      <p:grpSpPr>
        <a:xfrm>
          <a:off x="0" y="0"/>
          <a:ext cx="0" cy="0"/>
          <a:chOff x="0" y="0"/>
          <a:chExt cx="0" cy="0"/>
        </a:xfrm>
      </p:grpSpPr>
      <p:sp>
        <p:nvSpPr>
          <p:cNvPr id="944" name="Google Shape;944;p17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45" name="Google Shape;945;p17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8" name="Shape 948"/>
        <p:cNvGrpSpPr/>
        <p:nvPr/>
      </p:nvGrpSpPr>
      <p:grpSpPr>
        <a:xfrm>
          <a:off x="0" y="0"/>
          <a:ext cx="0" cy="0"/>
          <a:chOff x="0" y="0"/>
          <a:chExt cx="0" cy="0"/>
        </a:xfrm>
      </p:grpSpPr>
      <p:sp>
        <p:nvSpPr>
          <p:cNvPr id="949" name="Google Shape;949;p17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50" name="Google Shape;950;p17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3" name="Shape 953"/>
        <p:cNvGrpSpPr/>
        <p:nvPr/>
      </p:nvGrpSpPr>
      <p:grpSpPr>
        <a:xfrm>
          <a:off x="0" y="0"/>
          <a:ext cx="0" cy="0"/>
          <a:chOff x="0" y="0"/>
          <a:chExt cx="0" cy="0"/>
        </a:xfrm>
      </p:grpSpPr>
      <p:sp>
        <p:nvSpPr>
          <p:cNvPr id="954" name="Google Shape;954;p17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55" name="Google Shape;955;p17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8" name="Shape 958"/>
        <p:cNvGrpSpPr/>
        <p:nvPr/>
      </p:nvGrpSpPr>
      <p:grpSpPr>
        <a:xfrm>
          <a:off x="0" y="0"/>
          <a:ext cx="0" cy="0"/>
          <a:chOff x="0" y="0"/>
          <a:chExt cx="0" cy="0"/>
        </a:xfrm>
      </p:grpSpPr>
      <p:sp>
        <p:nvSpPr>
          <p:cNvPr id="959" name="Google Shape;959;p17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60" name="Google Shape;960;p175: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3" name="Shape 963"/>
        <p:cNvGrpSpPr/>
        <p:nvPr/>
      </p:nvGrpSpPr>
      <p:grpSpPr>
        <a:xfrm>
          <a:off x="0" y="0"/>
          <a:ext cx="0" cy="0"/>
          <a:chOff x="0" y="0"/>
          <a:chExt cx="0" cy="0"/>
        </a:xfrm>
      </p:grpSpPr>
      <p:sp>
        <p:nvSpPr>
          <p:cNvPr id="964" name="Google Shape;964;p17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65" name="Google Shape;965;p176: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8" name="Shape 968"/>
        <p:cNvGrpSpPr/>
        <p:nvPr/>
      </p:nvGrpSpPr>
      <p:grpSpPr>
        <a:xfrm>
          <a:off x="0" y="0"/>
          <a:ext cx="0" cy="0"/>
          <a:chOff x="0" y="0"/>
          <a:chExt cx="0" cy="0"/>
        </a:xfrm>
      </p:grpSpPr>
      <p:sp>
        <p:nvSpPr>
          <p:cNvPr id="969" name="Google Shape;969;p17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70" name="Google Shape;970;p17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3" name="Shape 973"/>
        <p:cNvGrpSpPr/>
        <p:nvPr/>
      </p:nvGrpSpPr>
      <p:grpSpPr>
        <a:xfrm>
          <a:off x="0" y="0"/>
          <a:ext cx="0" cy="0"/>
          <a:chOff x="0" y="0"/>
          <a:chExt cx="0" cy="0"/>
        </a:xfrm>
      </p:grpSpPr>
      <p:sp>
        <p:nvSpPr>
          <p:cNvPr id="974" name="Google Shape;974;p17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75" name="Google Shape;975;p178: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hf002f62f5ca6d5c_0_10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80" name="Google Shape;980;hf002f62f5ca6d5c_0_10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3f95afb83fa_0_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85" name="Google Shape;985;g3f95afb83fa_0_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8" name="Shape 988"/>
        <p:cNvGrpSpPr/>
        <p:nvPr/>
      </p:nvGrpSpPr>
      <p:grpSpPr>
        <a:xfrm>
          <a:off x="0" y="0"/>
          <a:ext cx="0" cy="0"/>
          <a:chOff x="0" y="0"/>
          <a:chExt cx="0" cy="0"/>
        </a:xfrm>
      </p:grpSpPr>
      <p:sp>
        <p:nvSpPr>
          <p:cNvPr id="989" name="Google Shape;989;g3f69acae762_0_1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0" name="Google Shape;990;g3f69acae762_0_1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3" name="Shape 993"/>
        <p:cNvGrpSpPr/>
        <p:nvPr/>
      </p:nvGrpSpPr>
      <p:grpSpPr>
        <a:xfrm>
          <a:off x="0" y="0"/>
          <a:ext cx="0" cy="0"/>
          <a:chOff x="0" y="0"/>
          <a:chExt cx="0" cy="0"/>
        </a:xfrm>
      </p:grpSpPr>
      <p:sp>
        <p:nvSpPr>
          <p:cNvPr id="994" name="Google Shape;994;g3f69acae762_0_12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995" name="Google Shape;995;g3f69acae762_0_12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8" name="Shape 998"/>
        <p:cNvGrpSpPr/>
        <p:nvPr/>
      </p:nvGrpSpPr>
      <p:grpSpPr>
        <a:xfrm>
          <a:off x="0" y="0"/>
          <a:ext cx="0" cy="0"/>
          <a:chOff x="0" y="0"/>
          <a:chExt cx="0" cy="0"/>
        </a:xfrm>
      </p:grpSpPr>
      <p:sp>
        <p:nvSpPr>
          <p:cNvPr id="999" name="Google Shape;999;g3fac4c6c2fc_0_7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00" name="Google Shape;1000;g3fac4c6c2fc_0_7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3" name="Shape 1003"/>
        <p:cNvGrpSpPr/>
        <p:nvPr/>
      </p:nvGrpSpPr>
      <p:grpSpPr>
        <a:xfrm>
          <a:off x="0" y="0"/>
          <a:ext cx="0" cy="0"/>
          <a:chOff x="0" y="0"/>
          <a:chExt cx="0" cy="0"/>
        </a:xfrm>
      </p:grpSpPr>
      <p:sp>
        <p:nvSpPr>
          <p:cNvPr id="1004" name="Google Shape;1004;hf002f62f5ca6d5c_0_1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05" name="Google Shape;1005;hf002f62f5ca6d5c_0_1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8" name="Shape 1008"/>
        <p:cNvGrpSpPr/>
        <p:nvPr/>
      </p:nvGrpSpPr>
      <p:grpSpPr>
        <a:xfrm>
          <a:off x="0" y="0"/>
          <a:ext cx="0" cy="0"/>
          <a:chOff x="0" y="0"/>
          <a:chExt cx="0" cy="0"/>
        </a:xfrm>
      </p:grpSpPr>
      <p:sp>
        <p:nvSpPr>
          <p:cNvPr id="1009" name="Google Shape;1009;g3fb3359abd2_0_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10" name="Google Shape;1010;g3fb3359abd2_0_4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3" name="Shape 1013"/>
        <p:cNvGrpSpPr/>
        <p:nvPr/>
      </p:nvGrpSpPr>
      <p:grpSpPr>
        <a:xfrm>
          <a:off x="0" y="0"/>
          <a:ext cx="0" cy="0"/>
          <a:chOff x="0" y="0"/>
          <a:chExt cx="0" cy="0"/>
        </a:xfrm>
      </p:grpSpPr>
      <p:sp>
        <p:nvSpPr>
          <p:cNvPr id="1014" name="Google Shape;1014;g3fb3359abd2_0_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15" name="Google Shape;1015;g3fb3359abd2_0_4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8" name="Shape 1018"/>
        <p:cNvGrpSpPr/>
        <p:nvPr/>
      </p:nvGrpSpPr>
      <p:grpSpPr>
        <a:xfrm>
          <a:off x="0" y="0"/>
          <a:ext cx="0" cy="0"/>
          <a:chOff x="0" y="0"/>
          <a:chExt cx="0" cy="0"/>
        </a:xfrm>
      </p:grpSpPr>
      <p:sp>
        <p:nvSpPr>
          <p:cNvPr id="1019" name="Google Shape;1019;hf002f62f5ca6d5c_0_3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20" name="Google Shape;1020;hf002f62f5ca6d5c_0_3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3" name="Shape 1023"/>
        <p:cNvGrpSpPr/>
        <p:nvPr/>
      </p:nvGrpSpPr>
      <p:grpSpPr>
        <a:xfrm>
          <a:off x="0" y="0"/>
          <a:ext cx="0" cy="0"/>
          <a:chOff x="0" y="0"/>
          <a:chExt cx="0" cy="0"/>
        </a:xfrm>
      </p:grpSpPr>
      <p:sp>
        <p:nvSpPr>
          <p:cNvPr id="1024" name="Google Shape;1024;hf002f62f5ca6d5c_0_3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25" name="Google Shape;1025;hf002f62f5ca6d5c_0_3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8" name="Shape 1028"/>
        <p:cNvGrpSpPr/>
        <p:nvPr/>
      </p:nvGrpSpPr>
      <p:grpSpPr>
        <a:xfrm>
          <a:off x="0" y="0"/>
          <a:ext cx="0" cy="0"/>
          <a:chOff x="0" y="0"/>
          <a:chExt cx="0" cy="0"/>
        </a:xfrm>
      </p:grpSpPr>
      <p:sp>
        <p:nvSpPr>
          <p:cNvPr id="1029" name="Google Shape;1029;hf002f62f5ca6d5c_0_1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30" name="Google Shape;1030;hf002f62f5ca6d5c_0_1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3" name="Shape 1033"/>
        <p:cNvGrpSpPr/>
        <p:nvPr/>
      </p:nvGrpSpPr>
      <p:grpSpPr>
        <a:xfrm>
          <a:off x="0" y="0"/>
          <a:ext cx="0" cy="0"/>
          <a:chOff x="0" y="0"/>
          <a:chExt cx="0" cy="0"/>
        </a:xfrm>
      </p:grpSpPr>
      <p:sp>
        <p:nvSpPr>
          <p:cNvPr id="1034" name="Google Shape;1034;hf002f62f5ca6d5c_0_2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35" name="Google Shape;1035;hf002f62f5ca6d5c_0_2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8" name="Shape 1038"/>
        <p:cNvGrpSpPr/>
        <p:nvPr/>
      </p:nvGrpSpPr>
      <p:grpSpPr>
        <a:xfrm>
          <a:off x="0" y="0"/>
          <a:ext cx="0" cy="0"/>
          <a:chOff x="0" y="0"/>
          <a:chExt cx="0" cy="0"/>
        </a:xfrm>
      </p:grpSpPr>
      <p:sp>
        <p:nvSpPr>
          <p:cNvPr id="1039" name="Google Shape;1039;hf002f62f5ca6d5c_0_2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40" name="Google Shape;1040;hf002f62f5ca6d5c_0_2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3" name="Shape 1043"/>
        <p:cNvGrpSpPr/>
        <p:nvPr/>
      </p:nvGrpSpPr>
      <p:grpSpPr>
        <a:xfrm>
          <a:off x="0" y="0"/>
          <a:ext cx="0" cy="0"/>
          <a:chOff x="0" y="0"/>
          <a:chExt cx="0" cy="0"/>
        </a:xfrm>
      </p:grpSpPr>
      <p:sp>
        <p:nvSpPr>
          <p:cNvPr id="1044" name="Google Shape;1044;hf002f62f5ca6d5c_0_2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45" name="Google Shape;1045;hf002f62f5ca6d5c_0_2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8" name="Shape 1048"/>
        <p:cNvGrpSpPr/>
        <p:nvPr/>
      </p:nvGrpSpPr>
      <p:grpSpPr>
        <a:xfrm>
          <a:off x="0" y="0"/>
          <a:ext cx="0" cy="0"/>
          <a:chOff x="0" y="0"/>
          <a:chExt cx="0" cy="0"/>
        </a:xfrm>
      </p:grpSpPr>
      <p:sp>
        <p:nvSpPr>
          <p:cNvPr id="1049" name="Google Shape;1049;g3e5a0c7ab5b_0_25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50" name="Google Shape;1050;g3e5a0c7ab5b_0_25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3" name="Shape 1053"/>
        <p:cNvGrpSpPr/>
        <p:nvPr/>
      </p:nvGrpSpPr>
      <p:grpSpPr>
        <a:xfrm>
          <a:off x="0" y="0"/>
          <a:ext cx="0" cy="0"/>
          <a:chOff x="0" y="0"/>
          <a:chExt cx="0" cy="0"/>
        </a:xfrm>
      </p:grpSpPr>
      <p:sp>
        <p:nvSpPr>
          <p:cNvPr id="1054" name="Google Shape;1054;p20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55" name="Google Shape;1055;p202: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8" name="Shape 1058"/>
        <p:cNvGrpSpPr/>
        <p:nvPr/>
      </p:nvGrpSpPr>
      <p:grpSpPr>
        <a:xfrm>
          <a:off x="0" y="0"/>
          <a:ext cx="0" cy="0"/>
          <a:chOff x="0" y="0"/>
          <a:chExt cx="0" cy="0"/>
        </a:xfrm>
      </p:grpSpPr>
      <p:sp>
        <p:nvSpPr>
          <p:cNvPr id="1059" name="Google Shape;1059;p20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0" name="Google Shape;1060;p203: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3" name="Shape 1063"/>
        <p:cNvGrpSpPr/>
        <p:nvPr/>
      </p:nvGrpSpPr>
      <p:grpSpPr>
        <a:xfrm>
          <a:off x="0" y="0"/>
          <a:ext cx="0" cy="0"/>
          <a:chOff x="0" y="0"/>
          <a:chExt cx="0" cy="0"/>
        </a:xfrm>
      </p:grpSpPr>
      <p:sp>
        <p:nvSpPr>
          <p:cNvPr id="1064" name="Google Shape;1064;p20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5" name="Google Shape;1065;p204: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8" name="Shape 1068"/>
        <p:cNvGrpSpPr/>
        <p:nvPr/>
      </p:nvGrpSpPr>
      <p:grpSpPr>
        <a:xfrm>
          <a:off x="0" y="0"/>
          <a:ext cx="0" cy="0"/>
          <a:chOff x="0" y="0"/>
          <a:chExt cx="0" cy="0"/>
        </a:xfrm>
      </p:grpSpPr>
      <p:sp>
        <p:nvSpPr>
          <p:cNvPr id="1069" name="Google Shape;1069;g3e5a0c7ab5b_0_335: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0" name="Google Shape;1070;g3e5a0c7ab5b_0_335: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3" name="Shape 1073"/>
        <p:cNvGrpSpPr/>
        <p:nvPr/>
      </p:nvGrpSpPr>
      <p:grpSpPr>
        <a:xfrm>
          <a:off x="0" y="0"/>
          <a:ext cx="0" cy="0"/>
          <a:chOff x="0" y="0"/>
          <a:chExt cx="0" cy="0"/>
        </a:xfrm>
      </p:grpSpPr>
      <p:sp>
        <p:nvSpPr>
          <p:cNvPr id="1074" name="Google Shape;1074;g3a42a8b53c1_2_2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75" name="Google Shape;1075;g3a42a8b53c1_2_26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8" name="Shape 1078"/>
        <p:cNvGrpSpPr/>
        <p:nvPr/>
      </p:nvGrpSpPr>
      <p:grpSpPr>
        <a:xfrm>
          <a:off x="0" y="0"/>
          <a:ext cx="0" cy="0"/>
          <a:chOff x="0" y="0"/>
          <a:chExt cx="0" cy="0"/>
        </a:xfrm>
      </p:grpSpPr>
      <p:sp>
        <p:nvSpPr>
          <p:cNvPr id="1079" name="Google Shape;1079;p20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0" name="Google Shape;1080;p207:notes"/>
          <p:cNvSpPr/>
          <p:nvPr>
            <p:ph idx="2" type="sldImg"/>
          </p:nvPr>
        </p:nvSpPr>
        <p:spPr>
          <a:xfrm>
            <a:off x="2286000" y="514350"/>
            <a:ext cx="4572000" cy="257175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3" name="Shape 1083"/>
        <p:cNvGrpSpPr/>
        <p:nvPr/>
      </p:nvGrpSpPr>
      <p:grpSpPr>
        <a:xfrm>
          <a:off x="0" y="0"/>
          <a:ext cx="0" cy="0"/>
          <a:chOff x="0" y="0"/>
          <a:chExt cx="0" cy="0"/>
        </a:xfrm>
      </p:grpSpPr>
      <p:sp>
        <p:nvSpPr>
          <p:cNvPr id="1084" name="Google Shape;1084;p20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85" name="Google Shape;1085;p20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8" name="Shape 1088"/>
        <p:cNvGrpSpPr/>
        <p:nvPr/>
      </p:nvGrpSpPr>
      <p:grpSpPr>
        <a:xfrm>
          <a:off x="0" y="0"/>
          <a:ext cx="0" cy="0"/>
          <a:chOff x="0" y="0"/>
          <a:chExt cx="0" cy="0"/>
        </a:xfrm>
      </p:grpSpPr>
      <p:sp>
        <p:nvSpPr>
          <p:cNvPr id="1089" name="Google Shape;1089;g3e5a0c7ab5b_0_33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90" name="Google Shape;1090;g3e5a0c7ab5b_0_33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3" name="Shape 1093"/>
        <p:cNvGrpSpPr/>
        <p:nvPr/>
      </p:nvGrpSpPr>
      <p:grpSpPr>
        <a:xfrm>
          <a:off x="0" y="0"/>
          <a:ext cx="0" cy="0"/>
          <a:chOff x="0" y="0"/>
          <a:chExt cx="0" cy="0"/>
        </a:xfrm>
      </p:grpSpPr>
      <p:sp>
        <p:nvSpPr>
          <p:cNvPr id="1094" name="Google Shape;1094;g3e9ce9eb37a_0_18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95" name="Google Shape;1095;g3e9ce9eb37a_0_18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9" name="Shape 1099"/>
        <p:cNvGrpSpPr/>
        <p:nvPr/>
      </p:nvGrpSpPr>
      <p:grpSpPr>
        <a:xfrm>
          <a:off x="0" y="0"/>
          <a:ext cx="0" cy="0"/>
          <a:chOff x="0" y="0"/>
          <a:chExt cx="0" cy="0"/>
        </a:xfrm>
      </p:grpSpPr>
      <p:sp>
        <p:nvSpPr>
          <p:cNvPr id="1100" name="Google Shape;1100;g3fac4c6c2fc_0_9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01" name="Google Shape;1101;g3fac4c6c2fc_0_9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g3e5a0c7ab5b_0_343: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06" name="Google Shape;1106;g3e5a0c7ab5b_0_343: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9" name="Shape 1109"/>
        <p:cNvGrpSpPr/>
        <p:nvPr/>
      </p:nvGrpSpPr>
      <p:grpSpPr>
        <a:xfrm>
          <a:off x="0" y="0"/>
          <a:ext cx="0" cy="0"/>
          <a:chOff x="0" y="0"/>
          <a:chExt cx="0" cy="0"/>
        </a:xfrm>
      </p:grpSpPr>
      <p:sp>
        <p:nvSpPr>
          <p:cNvPr id="1110" name="Google Shape;1110;g3f491e64396_0_4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11" name="Google Shape;1111;g3f491e64396_0_4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4" name="Shape 1114"/>
        <p:cNvGrpSpPr/>
        <p:nvPr/>
      </p:nvGrpSpPr>
      <p:grpSpPr>
        <a:xfrm>
          <a:off x="0" y="0"/>
          <a:ext cx="0" cy="0"/>
          <a:chOff x="0" y="0"/>
          <a:chExt cx="0" cy="0"/>
        </a:xfrm>
      </p:grpSpPr>
      <p:sp>
        <p:nvSpPr>
          <p:cNvPr id="1115" name="Google Shape;1115;g3f491e64396_0_5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16" name="Google Shape;1116;g3f491e64396_0_5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9" name="Shape 1119"/>
        <p:cNvGrpSpPr/>
        <p:nvPr/>
      </p:nvGrpSpPr>
      <p:grpSpPr>
        <a:xfrm>
          <a:off x="0" y="0"/>
          <a:ext cx="0" cy="0"/>
          <a:chOff x="0" y="0"/>
          <a:chExt cx="0" cy="0"/>
        </a:xfrm>
      </p:grpSpPr>
      <p:sp>
        <p:nvSpPr>
          <p:cNvPr id="1120" name="Google Shape;1120;g3f491e64396_0_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21" name="Google Shape;1121;g3f491e64396_0_6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4" name="Shape 1124"/>
        <p:cNvGrpSpPr/>
        <p:nvPr/>
      </p:nvGrpSpPr>
      <p:grpSpPr>
        <a:xfrm>
          <a:off x="0" y="0"/>
          <a:ext cx="0" cy="0"/>
          <a:chOff x="0" y="0"/>
          <a:chExt cx="0" cy="0"/>
        </a:xfrm>
      </p:grpSpPr>
      <p:sp>
        <p:nvSpPr>
          <p:cNvPr id="1125" name="Google Shape;1125;g3fb3359abd2_0_7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26" name="Google Shape;1126;g3fb3359abd2_0_7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9" name="Shape 1129"/>
        <p:cNvGrpSpPr/>
        <p:nvPr/>
      </p:nvGrpSpPr>
      <p:grpSpPr>
        <a:xfrm>
          <a:off x="0" y="0"/>
          <a:ext cx="0" cy="0"/>
          <a:chOff x="0" y="0"/>
          <a:chExt cx="0" cy="0"/>
        </a:xfrm>
      </p:grpSpPr>
      <p:sp>
        <p:nvSpPr>
          <p:cNvPr id="1130" name="Google Shape;1130;g3fb3359abd2_0_8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31" name="Google Shape;1131;g3fb3359abd2_0_8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4" name="Shape 1134"/>
        <p:cNvGrpSpPr/>
        <p:nvPr/>
      </p:nvGrpSpPr>
      <p:grpSpPr>
        <a:xfrm>
          <a:off x="0" y="0"/>
          <a:ext cx="0" cy="0"/>
          <a:chOff x="0" y="0"/>
          <a:chExt cx="0" cy="0"/>
        </a:xfrm>
      </p:grpSpPr>
      <p:sp>
        <p:nvSpPr>
          <p:cNvPr id="1135" name="Google Shape;1135;g3f95afb83fa_0_147: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36" name="Google Shape;1136;g3f95afb83fa_0_147: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9" name="Shape 1139"/>
        <p:cNvGrpSpPr/>
        <p:nvPr/>
      </p:nvGrpSpPr>
      <p:grpSpPr>
        <a:xfrm>
          <a:off x="0" y="0"/>
          <a:ext cx="0" cy="0"/>
          <a:chOff x="0" y="0"/>
          <a:chExt cx="0" cy="0"/>
        </a:xfrm>
      </p:grpSpPr>
      <p:sp>
        <p:nvSpPr>
          <p:cNvPr id="1140" name="Google Shape;1140;g3f54ad4d3bd_0_1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1" name="Google Shape;1141;g3f54ad4d3bd_0_14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4" name="Shape 1144"/>
        <p:cNvGrpSpPr/>
        <p:nvPr/>
      </p:nvGrpSpPr>
      <p:grpSpPr>
        <a:xfrm>
          <a:off x="0" y="0"/>
          <a:ext cx="0" cy="0"/>
          <a:chOff x="0" y="0"/>
          <a:chExt cx="0" cy="0"/>
        </a:xfrm>
      </p:grpSpPr>
      <p:sp>
        <p:nvSpPr>
          <p:cNvPr id="1145" name="Google Shape;1145;hf002f62f5ca6d5c_0_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6" name="Google Shape;1146;hf002f62f5ca6d5c_0_4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9" name="Shape 1149"/>
        <p:cNvGrpSpPr/>
        <p:nvPr/>
      </p:nvGrpSpPr>
      <p:grpSpPr>
        <a:xfrm>
          <a:off x="0" y="0"/>
          <a:ext cx="0" cy="0"/>
          <a:chOff x="0" y="0"/>
          <a:chExt cx="0" cy="0"/>
        </a:xfrm>
      </p:grpSpPr>
      <p:sp>
        <p:nvSpPr>
          <p:cNvPr id="1150" name="Google Shape;1150;hf002f62f5ca6d5c_0_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51" name="Google Shape;1151;hf002f62f5ca6d5c_0_4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4" name="Shape 1154"/>
        <p:cNvGrpSpPr/>
        <p:nvPr/>
      </p:nvGrpSpPr>
      <p:grpSpPr>
        <a:xfrm>
          <a:off x="0" y="0"/>
          <a:ext cx="0" cy="0"/>
          <a:chOff x="0" y="0"/>
          <a:chExt cx="0" cy="0"/>
        </a:xfrm>
      </p:grpSpPr>
      <p:sp>
        <p:nvSpPr>
          <p:cNvPr id="1155" name="Google Shape;1155;hf002f62f5ca6d5c_0_4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56" name="Google Shape;1156;hf002f62f5ca6d5c_0_4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9" name="Shape 1159"/>
        <p:cNvGrpSpPr/>
        <p:nvPr/>
      </p:nvGrpSpPr>
      <p:grpSpPr>
        <a:xfrm>
          <a:off x="0" y="0"/>
          <a:ext cx="0" cy="0"/>
          <a:chOff x="0" y="0"/>
          <a:chExt cx="0" cy="0"/>
        </a:xfrm>
      </p:grpSpPr>
      <p:sp>
        <p:nvSpPr>
          <p:cNvPr id="1160" name="Google Shape;1160;hf002f62f5ca6d5c_0_5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61" name="Google Shape;1161;hf002f62f5ca6d5c_0_5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4" name="Shape 1164"/>
        <p:cNvGrpSpPr/>
        <p:nvPr/>
      </p:nvGrpSpPr>
      <p:grpSpPr>
        <a:xfrm>
          <a:off x="0" y="0"/>
          <a:ext cx="0" cy="0"/>
          <a:chOff x="0" y="0"/>
          <a:chExt cx="0" cy="0"/>
        </a:xfrm>
      </p:grpSpPr>
      <p:sp>
        <p:nvSpPr>
          <p:cNvPr id="1165" name="Google Shape;1165;hf002f62f5ca6d5c_0_5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66" name="Google Shape;1166;hf002f62f5ca6d5c_0_5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9" name="Shape 1169"/>
        <p:cNvGrpSpPr/>
        <p:nvPr/>
      </p:nvGrpSpPr>
      <p:grpSpPr>
        <a:xfrm>
          <a:off x="0" y="0"/>
          <a:ext cx="0" cy="0"/>
          <a:chOff x="0" y="0"/>
          <a:chExt cx="0" cy="0"/>
        </a:xfrm>
      </p:grpSpPr>
      <p:sp>
        <p:nvSpPr>
          <p:cNvPr id="1170" name="Google Shape;1170;g3fb3359abd2_0_8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71" name="Google Shape;1171;g3fb3359abd2_0_8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4" name="Shape 1174"/>
        <p:cNvGrpSpPr/>
        <p:nvPr/>
      </p:nvGrpSpPr>
      <p:grpSpPr>
        <a:xfrm>
          <a:off x="0" y="0"/>
          <a:ext cx="0" cy="0"/>
          <a:chOff x="0" y="0"/>
          <a:chExt cx="0" cy="0"/>
        </a:xfrm>
      </p:grpSpPr>
      <p:sp>
        <p:nvSpPr>
          <p:cNvPr id="1175" name="Google Shape;1175;g3fb3359abd2_0_8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76" name="Google Shape;1176;g3fb3359abd2_0_8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9" name="Shape 1179"/>
        <p:cNvGrpSpPr/>
        <p:nvPr/>
      </p:nvGrpSpPr>
      <p:grpSpPr>
        <a:xfrm>
          <a:off x="0" y="0"/>
          <a:ext cx="0" cy="0"/>
          <a:chOff x="0" y="0"/>
          <a:chExt cx="0" cy="0"/>
        </a:xfrm>
      </p:grpSpPr>
      <p:sp>
        <p:nvSpPr>
          <p:cNvPr id="1180" name="Google Shape;1180;g3fb3359abd2_0_9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81" name="Google Shape;1181;g3fb3359abd2_0_9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4" name="Shape 1184"/>
        <p:cNvGrpSpPr/>
        <p:nvPr/>
      </p:nvGrpSpPr>
      <p:grpSpPr>
        <a:xfrm>
          <a:off x="0" y="0"/>
          <a:ext cx="0" cy="0"/>
          <a:chOff x="0" y="0"/>
          <a:chExt cx="0" cy="0"/>
        </a:xfrm>
      </p:grpSpPr>
      <p:sp>
        <p:nvSpPr>
          <p:cNvPr id="1185" name="Google Shape;1185;hf002f62f5ca6d5c_0_6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86" name="Google Shape;1186;hf002f62f5ca6d5c_0_6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9" name="Shape 1189"/>
        <p:cNvGrpSpPr/>
        <p:nvPr/>
      </p:nvGrpSpPr>
      <p:grpSpPr>
        <a:xfrm>
          <a:off x="0" y="0"/>
          <a:ext cx="0" cy="0"/>
          <a:chOff x="0" y="0"/>
          <a:chExt cx="0" cy="0"/>
        </a:xfrm>
      </p:grpSpPr>
      <p:sp>
        <p:nvSpPr>
          <p:cNvPr id="1190" name="Google Shape;1190;hf002f62f5ca6d5c_0_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1" name="Google Shape;1191;hf002f62f5ca6d5c_0_6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4" name="Shape 1194"/>
        <p:cNvGrpSpPr/>
        <p:nvPr/>
      </p:nvGrpSpPr>
      <p:grpSpPr>
        <a:xfrm>
          <a:off x="0" y="0"/>
          <a:ext cx="0" cy="0"/>
          <a:chOff x="0" y="0"/>
          <a:chExt cx="0" cy="0"/>
        </a:xfrm>
      </p:grpSpPr>
      <p:sp>
        <p:nvSpPr>
          <p:cNvPr id="1195" name="Google Shape;1195;hf002f62f5ca6d5c_0_72: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96" name="Google Shape;1196;hf002f62f5ca6d5c_0_72: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9" name="Shape 1199"/>
        <p:cNvGrpSpPr/>
        <p:nvPr/>
      </p:nvGrpSpPr>
      <p:grpSpPr>
        <a:xfrm>
          <a:off x="0" y="0"/>
          <a:ext cx="0" cy="0"/>
          <a:chOff x="0" y="0"/>
          <a:chExt cx="0" cy="0"/>
        </a:xfrm>
      </p:grpSpPr>
      <p:sp>
        <p:nvSpPr>
          <p:cNvPr id="1200" name="Google Shape;1200;hf002f62f5ca6d5c_0_7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01" name="Google Shape;1201;hf002f62f5ca6d5c_0_7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4" name="Shape 1204"/>
        <p:cNvGrpSpPr/>
        <p:nvPr/>
      </p:nvGrpSpPr>
      <p:grpSpPr>
        <a:xfrm>
          <a:off x="0" y="0"/>
          <a:ext cx="0" cy="0"/>
          <a:chOff x="0" y="0"/>
          <a:chExt cx="0" cy="0"/>
        </a:xfrm>
      </p:grpSpPr>
      <p:sp>
        <p:nvSpPr>
          <p:cNvPr id="1205" name="Google Shape;1205;hf002f62f5ca6d5c_0_106: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06" name="Google Shape;1206;hf002f62f5ca6d5c_0_106: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9" name="Shape 1209"/>
        <p:cNvGrpSpPr/>
        <p:nvPr/>
      </p:nvGrpSpPr>
      <p:grpSpPr>
        <a:xfrm>
          <a:off x="0" y="0"/>
          <a:ext cx="0" cy="0"/>
          <a:chOff x="0" y="0"/>
          <a:chExt cx="0" cy="0"/>
        </a:xfrm>
      </p:grpSpPr>
      <p:sp>
        <p:nvSpPr>
          <p:cNvPr id="1210" name="Google Shape;1210;g3fb3359abd2_0_14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1" name="Google Shape;1211;g3fb3359abd2_0_14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4" name="Shape 1214"/>
        <p:cNvGrpSpPr/>
        <p:nvPr/>
      </p:nvGrpSpPr>
      <p:grpSpPr>
        <a:xfrm>
          <a:off x="0" y="0"/>
          <a:ext cx="0" cy="0"/>
          <a:chOff x="0" y="0"/>
          <a:chExt cx="0" cy="0"/>
        </a:xfrm>
      </p:grpSpPr>
      <p:sp>
        <p:nvSpPr>
          <p:cNvPr id="1215" name="Google Shape;1215;g3fb3359abd2_0_14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16" name="Google Shape;1216;g3fb3359abd2_0_14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9" name="Shape 1219"/>
        <p:cNvGrpSpPr/>
        <p:nvPr/>
      </p:nvGrpSpPr>
      <p:grpSpPr>
        <a:xfrm>
          <a:off x="0" y="0"/>
          <a:ext cx="0" cy="0"/>
          <a:chOff x="0" y="0"/>
          <a:chExt cx="0" cy="0"/>
        </a:xfrm>
      </p:grpSpPr>
      <p:sp>
        <p:nvSpPr>
          <p:cNvPr id="1220" name="Google Shape;1220;g3fb3359abd2_0_14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21" name="Google Shape;1221;g3fb3359abd2_0_14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4" name="Shape 1224"/>
        <p:cNvGrpSpPr/>
        <p:nvPr/>
      </p:nvGrpSpPr>
      <p:grpSpPr>
        <a:xfrm>
          <a:off x="0" y="0"/>
          <a:ext cx="0" cy="0"/>
          <a:chOff x="0" y="0"/>
          <a:chExt cx="0" cy="0"/>
        </a:xfrm>
      </p:grpSpPr>
      <p:sp>
        <p:nvSpPr>
          <p:cNvPr id="1225" name="Google Shape;1225;hf002f62f5ca6d5c_0_80: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26" name="Google Shape;1226;hf002f62f5ca6d5c_0_80: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g3fb3359abd2_0_164: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31" name="Google Shape;1231;g3fb3359abd2_0_164: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4" name="Shape 1234"/>
        <p:cNvGrpSpPr/>
        <p:nvPr/>
      </p:nvGrpSpPr>
      <p:grpSpPr>
        <a:xfrm>
          <a:off x="0" y="0"/>
          <a:ext cx="0" cy="0"/>
          <a:chOff x="0" y="0"/>
          <a:chExt cx="0" cy="0"/>
        </a:xfrm>
      </p:grpSpPr>
      <p:sp>
        <p:nvSpPr>
          <p:cNvPr id="1235" name="Google Shape;1235;g3fb3359abd2_0_168: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36" name="Google Shape;1236;g3fb3359abd2_0_168: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9" name="Shape 1239"/>
        <p:cNvGrpSpPr/>
        <p:nvPr/>
      </p:nvGrpSpPr>
      <p:grpSpPr>
        <a:xfrm>
          <a:off x="0" y="0"/>
          <a:ext cx="0" cy="0"/>
          <a:chOff x="0" y="0"/>
          <a:chExt cx="0" cy="0"/>
        </a:xfrm>
      </p:grpSpPr>
      <p:sp>
        <p:nvSpPr>
          <p:cNvPr id="1240" name="Google Shape;1240;g3fb2dc0a37c_0_109:notes"/>
          <p:cNvSpPr txBox="1"/>
          <p:nvPr>
            <p:ph idx="1" type="body"/>
          </p:nvPr>
        </p:nvSpPr>
        <p:spPr>
          <a:xfrm>
            <a:off x="914400" y="3257550"/>
            <a:ext cx="7315200" cy="30861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241" name="Google Shape;1241;g3fb2dc0a37c_0_109:notes"/>
          <p:cNvSpPr/>
          <p:nvPr>
            <p:ph idx="2" type="sldImg"/>
          </p:nvPr>
        </p:nvSpPr>
        <p:spPr>
          <a:xfrm>
            <a:off x="2286000" y="514350"/>
            <a:ext cx="4572000" cy="25719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5" name="Shape 15"/>
        <p:cNvGrpSpPr/>
        <p:nvPr/>
      </p:nvGrpSpPr>
      <p:grpSpPr>
        <a:xfrm>
          <a:off x="0" y="0"/>
          <a:ext cx="0" cy="0"/>
          <a:chOff x="0" y="0"/>
          <a:chExt cx="0" cy="0"/>
        </a:xfrm>
      </p:grpSpPr>
      <p:sp>
        <p:nvSpPr>
          <p:cNvPr id="16" name="Google Shape;16;p246"/>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7" name="Google Shape;17;p246"/>
          <p:cNvSpPr txBox="1"/>
          <p:nvPr>
            <p:ph idx="1" type="body"/>
          </p:nvPr>
        </p:nvSpPr>
        <p:spPr>
          <a:xfrm>
            <a:off x="457200" y="1200150"/>
            <a:ext cx="8229600" cy="3394472"/>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 name="Google Shape;18;p246"/>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246"/>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246"/>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21" name="Shape 21"/>
        <p:cNvGrpSpPr/>
        <p:nvPr/>
      </p:nvGrpSpPr>
      <p:grpSpPr>
        <a:xfrm>
          <a:off x="0" y="0"/>
          <a:ext cx="0" cy="0"/>
          <a:chOff x="0" y="0"/>
          <a:chExt cx="0" cy="0"/>
        </a:xfrm>
      </p:grpSpPr>
      <p:sp>
        <p:nvSpPr>
          <p:cNvPr id="22" name="Google Shape;22;p247"/>
          <p:cNvSpPr txBox="1"/>
          <p:nvPr>
            <p:ph type="ctrTitle"/>
          </p:nvPr>
        </p:nvSpPr>
        <p:spPr>
          <a:xfrm>
            <a:off x="685800" y="1597822"/>
            <a:ext cx="7772400" cy="1102519"/>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3" name="Google Shape;23;p247"/>
          <p:cNvSpPr txBox="1"/>
          <p:nvPr>
            <p:ph idx="1" type="subTitle"/>
          </p:nvPr>
        </p:nvSpPr>
        <p:spPr>
          <a:xfrm>
            <a:off x="1371600" y="2914650"/>
            <a:ext cx="6400800" cy="131445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24" name="Google Shape;24;p247"/>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247"/>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247"/>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248"/>
          <p:cNvSpPr txBox="1"/>
          <p:nvPr>
            <p:ph type="title"/>
          </p:nvPr>
        </p:nvSpPr>
        <p:spPr>
          <a:xfrm>
            <a:off x="722313" y="3305178"/>
            <a:ext cx="7772400" cy="1021557"/>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Arial"/>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9" name="Google Shape;29;p248"/>
          <p:cNvSpPr txBox="1"/>
          <p:nvPr>
            <p:ph idx="1" type="body"/>
          </p:nvPr>
        </p:nvSpPr>
        <p:spPr>
          <a:xfrm>
            <a:off x="722313" y="2180035"/>
            <a:ext cx="7772400" cy="1125140"/>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30" name="Google Shape;30;p248"/>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248"/>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248"/>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249"/>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249"/>
          <p:cNvSpPr txBox="1"/>
          <p:nvPr>
            <p:ph idx="1" type="body"/>
          </p:nvPr>
        </p:nvSpPr>
        <p:spPr>
          <a:xfrm>
            <a:off x="457200" y="1200150"/>
            <a:ext cx="4038600" cy="339447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6" name="Google Shape;36;p249"/>
          <p:cNvSpPr txBox="1"/>
          <p:nvPr>
            <p:ph idx="2" type="body"/>
          </p:nvPr>
        </p:nvSpPr>
        <p:spPr>
          <a:xfrm>
            <a:off x="4648200" y="1200150"/>
            <a:ext cx="4038600" cy="339447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37" name="Google Shape;37;p249"/>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249"/>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249"/>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250"/>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Arial"/>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2" name="Google Shape;42;p250"/>
          <p:cNvSpPr txBox="1"/>
          <p:nvPr>
            <p:ph idx="1" type="body"/>
          </p:nvPr>
        </p:nvSpPr>
        <p:spPr>
          <a:xfrm>
            <a:off x="457200" y="1151335"/>
            <a:ext cx="4040188" cy="47982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3" name="Google Shape;43;p250"/>
          <p:cNvSpPr txBox="1"/>
          <p:nvPr>
            <p:ph idx="2" type="body"/>
          </p:nvPr>
        </p:nvSpPr>
        <p:spPr>
          <a:xfrm>
            <a:off x="457200" y="1631156"/>
            <a:ext cx="4040188" cy="2963466"/>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4" name="Google Shape;44;p250"/>
          <p:cNvSpPr txBox="1"/>
          <p:nvPr>
            <p:ph idx="3" type="body"/>
          </p:nvPr>
        </p:nvSpPr>
        <p:spPr>
          <a:xfrm>
            <a:off x="4645031" y="1151335"/>
            <a:ext cx="4041775" cy="47982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45" name="Google Shape;45;p250"/>
          <p:cNvSpPr txBox="1"/>
          <p:nvPr>
            <p:ph idx="4" type="body"/>
          </p:nvPr>
        </p:nvSpPr>
        <p:spPr>
          <a:xfrm>
            <a:off x="4645031" y="1631156"/>
            <a:ext cx="4041775" cy="2963466"/>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46" name="Google Shape;46;p250"/>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7" name="Google Shape;47;p250"/>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250"/>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251"/>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1" name="Google Shape;51;p251"/>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2" name="Google Shape;52;p251"/>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251"/>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 name="Shape 54"/>
        <p:cNvGrpSpPr/>
        <p:nvPr/>
      </p:nvGrpSpPr>
      <p:grpSpPr>
        <a:xfrm>
          <a:off x="0" y="0"/>
          <a:ext cx="0" cy="0"/>
          <a:chOff x="0" y="0"/>
          <a:chExt cx="0" cy="0"/>
        </a:xfrm>
      </p:grpSpPr>
      <p:sp>
        <p:nvSpPr>
          <p:cNvPr id="55" name="Google Shape;55;p252"/>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6" name="Google Shape;56;p252"/>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252"/>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8" name="Shape 58"/>
        <p:cNvGrpSpPr/>
        <p:nvPr/>
      </p:nvGrpSpPr>
      <p:grpSpPr>
        <a:xfrm>
          <a:off x="0" y="0"/>
          <a:ext cx="0" cy="0"/>
          <a:chOff x="0" y="0"/>
          <a:chExt cx="0" cy="0"/>
        </a:xfrm>
      </p:grpSpPr>
      <p:sp>
        <p:nvSpPr>
          <p:cNvPr id="59" name="Google Shape;59;p253"/>
          <p:cNvSpPr txBox="1"/>
          <p:nvPr>
            <p:ph type="title"/>
          </p:nvPr>
        </p:nvSpPr>
        <p:spPr>
          <a:xfrm>
            <a:off x="457206" y="204788"/>
            <a:ext cx="3008313" cy="8715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Arial"/>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253"/>
          <p:cNvSpPr txBox="1"/>
          <p:nvPr>
            <p:ph idx="1" type="body"/>
          </p:nvPr>
        </p:nvSpPr>
        <p:spPr>
          <a:xfrm>
            <a:off x="3575050" y="204789"/>
            <a:ext cx="5111750" cy="4389835"/>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61" name="Google Shape;61;p253"/>
          <p:cNvSpPr txBox="1"/>
          <p:nvPr>
            <p:ph idx="2" type="body"/>
          </p:nvPr>
        </p:nvSpPr>
        <p:spPr>
          <a:xfrm>
            <a:off x="457206" y="1076328"/>
            <a:ext cx="3008313" cy="3518297"/>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2" name="Google Shape;62;p253"/>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3" name="Google Shape;63;p253"/>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253"/>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5" name="Shape 65"/>
        <p:cNvGrpSpPr/>
        <p:nvPr/>
      </p:nvGrpSpPr>
      <p:grpSpPr>
        <a:xfrm>
          <a:off x="0" y="0"/>
          <a:ext cx="0" cy="0"/>
          <a:chOff x="0" y="0"/>
          <a:chExt cx="0" cy="0"/>
        </a:xfrm>
      </p:grpSpPr>
      <p:sp>
        <p:nvSpPr>
          <p:cNvPr id="66" name="Google Shape;66;p254"/>
          <p:cNvSpPr txBox="1"/>
          <p:nvPr>
            <p:ph type="title"/>
          </p:nvPr>
        </p:nvSpPr>
        <p:spPr>
          <a:xfrm>
            <a:off x="1792288" y="3600450"/>
            <a:ext cx="5486400" cy="425054"/>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Arial"/>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254"/>
          <p:cNvSpPr/>
          <p:nvPr>
            <p:ph idx="2" type="pic"/>
          </p:nvPr>
        </p:nvSpPr>
        <p:spPr>
          <a:xfrm>
            <a:off x="1792288" y="459581"/>
            <a:ext cx="5486400" cy="3086100"/>
          </a:xfrm>
          <a:prstGeom prst="rect">
            <a:avLst/>
          </a:prstGeom>
          <a:noFill/>
          <a:ln>
            <a:noFill/>
          </a:ln>
        </p:spPr>
      </p:sp>
      <p:sp>
        <p:nvSpPr>
          <p:cNvPr id="68" name="Google Shape;68;p254"/>
          <p:cNvSpPr txBox="1"/>
          <p:nvPr>
            <p:ph idx="1" type="body"/>
          </p:nvPr>
        </p:nvSpPr>
        <p:spPr>
          <a:xfrm>
            <a:off x="1792288" y="4025504"/>
            <a:ext cx="5486400" cy="603646"/>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69" name="Google Shape;69;p254"/>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0" name="Google Shape;70;p254"/>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1" name="Google Shape;71;p254"/>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2" name="Shape 72"/>
        <p:cNvGrpSpPr/>
        <p:nvPr/>
      </p:nvGrpSpPr>
      <p:grpSpPr>
        <a:xfrm>
          <a:off x="0" y="0"/>
          <a:ext cx="0" cy="0"/>
          <a:chOff x="0" y="0"/>
          <a:chExt cx="0" cy="0"/>
        </a:xfrm>
      </p:grpSpPr>
      <p:sp>
        <p:nvSpPr>
          <p:cNvPr id="73" name="Google Shape;73;p255"/>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4" name="Google Shape;74;p255"/>
          <p:cNvSpPr txBox="1"/>
          <p:nvPr>
            <p:ph idx="1" type="body"/>
          </p:nvPr>
        </p:nvSpPr>
        <p:spPr>
          <a:xfrm rot="5400000">
            <a:off x="2874764" y="-1217414"/>
            <a:ext cx="3394472"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75" name="Google Shape;75;p255"/>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255"/>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7" name="Google Shape;77;p255"/>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8" name="Shape 78"/>
        <p:cNvGrpSpPr/>
        <p:nvPr/>
      </p:nvGrpSpPr>
      <p:grpSpPr>
        <a:xfrm>
          <a:off x="0" y="0"/>
          <a:ext cx="0" cy="0"/>
          <a:chOff x="0" y="0"/>
          <a:chExt cx="0" cy="0"/>
        </a:xfrm>
      </p:grpSpPr>
      <p:sp>
        <p:nvSpPr>
          <p:cNvPr id="79" name="Google Shape;79;p256"/>
          <p:cNvSpPr txBox="1"/>
          <p:nvPr>
            <p:ph type="title"/>
          </p:nvPr>
        </p:nvSpPr>
        <p:spPr>
          <a:xfrm rot="5400000">
            <a:off x="5463778" y="1371603"/>
            <a:ext cx="4388644"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0" name="Google Shape;80;p256"/>
          <p:cNvSpPr txBox="1"/>
          <p:nvPr>
            <p:ph idx="1" type="body"/>
          </p:nvPr>
        </p:nvSpPr>
        <p:spPr>
          <a:xfrm rot="5400000">
            <a:off x="1272778" y="-609597"/>
            <a:ext cx="4388644"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1" name="Google Shape;81;p256"/>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2" name="Google Shape;82;p256"/>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3" name="Google Shape;83;p256"/>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245"/>
          <p:cNvSpPr txBox="1"/>
          <p:nvPr>
            <p:ph type="title"/>
          </p:nvPr>
        </p:nvSpPr>
        <p:spPr>
          <a:xfrm>
            <a:off x="457200" y="205979"/>
            <a:ext cx="8229600" cy="85725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245"/>
          <p:cNvSpPr txBox="1"/>
          <p:nvPr>
            <p:ph idx="1" type="body"/>
          </p:nvPr>
        </p:nvSpPr>
        <p:spPr>
          <a:xfrm>
            <a:off x="457200" y="1200150"/>
            <a:ext cx="8229600" cy="3394472"/>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Arial"/>
                <a:ea typeface="Arial"/>
                <a:cs typeface="Arial"/>
                <a:sym typeface="Arial"/>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9pPr>
          </a:lstStyle>
          <a:p/>
        </p:txBody>
      </p:sp>
      <p:sp>
        <p:nvSpPr>
          <p:cNvPr id="12" name="Google Shape;12;p245"/>
          <p:cNvSpPr txBox="1"/>
          <p:nvPr>
            <p:ph idx="10" type="dt"/>
          </p:nvPr>
        </p:nvSpPr>
        <p:spPr>
          <a:xfrm>
            <a:off x="457200" y="4767264"/>
            <a:ext cx="2133600" cy="273844"/>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13" name="Google Shape;13;p245"/>
          <p:cNvSpPr txBox="1"/>
          <p:nvPr>
            <p:ph idx="11" type="ftr"/>
          </p:nvPr>
        </p:nvSpPr>
        <p:spPr>
          <a:xfrm>
            <a:off x="3124200" y="4767264"/>
            <a:ext cx="2895600" cy="273844"/>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Arial"/>
                <a:ea typeface="Arial"/>
                <a:cs typeface="Arial"/>
                <a:sym typeface="Arial"/>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Arial"/>
                <a:ea typeface="Arial"/>
                <a:cs typeface="Arial"/>
                <a:sym typeface="Arial"/>
              </a:defRPr>
            </a:lvl9pPr>
          </a:lstStyle>
          <a:p/>
        </p:txBody>
      </p:sp>
      <p:sp>
        <p:nvSpPr>
          <p:cNvPr id="14" name="Google Shape;14;p245"/>
          <p:cNvSpPr txBox="1"/>
          <p:nvPr>
            <p:ph idx="12" type="sldNum"/>
          </p:nvPr>
        </p:nvSpPr>
        <p:spPr>
          <a:xfrm>
            <a:off x="6553200" y="4767264"/>
            <a:ext cx="2133600" cy="273844"/>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 Id="rId3" Type="http://schemas.openxmlformats.org/officeDocument/2006/relationships/image" Target="../media/image3.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 Id="rId3" Type="http://schemas.openxmlformats.org/officeDocument/2006/relationships/image" Target="../media/image3.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 Id="rId3" Type="http://schemas.openxmlformats.org/officeDocument/2006/relationships/image" Target="../media/image3.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0.xml"/><Relationship Id="rId3" Type="http://schemas.openxmlformats.org/officeDocument/2006/relationships/image" Target="../media/image6.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1.xml"/><Relationship Id="rId3" Type="http://schemas.openxmlformats.org/officeDocument/2006/relationships/image" Target="../media/image5.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 Id="rId3" Type="http://schemas.openxmlformats.org/officeDocument/2006/relationships/image" Target="../media/image4.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 Id="rId3" Type="http://schemas.openxmlformats.org/officeDocument/2006/relationships/image" Target="../media/image3.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jp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jp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jp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jp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1.xml"/><Relationship Id="rId3" Type="http://schemas.openxmlformats.org/officeDocument/2006/relationships/image" Target="../media/image3.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8.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pic>
        <p:nvPicPr>
          <p:cNvPr id="88" name="Google Shape;88;g3faf5860435_0_266"/>
          <p:cNvPicPr preferRelativeResize="0"/>
          <p:nvPr/>
        </p:nvPicPr>
        <p:blipFill>
          <a:blip r:embed="rId3">
            <a:alphaModFix/>
          </a:blip>
          <a:stretch>
            <a:fillRect/>
          </a:stretch>
        </p:blipFill>
        <p:spPr>
          <a:xfrm>
            <a:off x="0" y="0"/>
            <a:ext cx="9144003" cy="514349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 name="Shape 92"/>
        <p:cNvGrpSpPr/>
        <p:nvPr/>
      </p:nvGrpSpPr>
      <p:grpSpPr>
        <a:xfrm>
          <a:off x="0" y="0"/>
          <a:ext cx="0" cy="0"/>
          <a:chOff x="0" y="0"/>
          <a:chExt cx="0" cy="0"/>
        </a:xfrm>
      </p:grpSpPr>
      <p:sp>
        <p:nvSpPr>
          <p:cNvPr id="93" name="Google Shape;93;p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3200"/>
              <a:buNone/>
            </a:pPr>
            <a:r>
              <a:t/>
            </a:r>
            <a:endParaRPr b="1">
              <a:solidFill>
                <a:schemeClr val="dk1"/>
              </a:solidFill>
              <a:latin typeface="Times New Roman"/>
              <a:ea typeface="Times New Roman"/>
              <a:cs typeface="Times New Roman"/>
              <a:sym typeface="Times New Roman"/>
            </a:endParaRPr>
          </a:p>
          <a:p>
            <a:pPr indent="0" lvl="0" marL="0" rtl="0" algn="ctr">
              <a:lnSpc>
                <a:spcPct val="100000"/>
              </a:lnSpc>
              <a:spcBef>
                <a:spcPts val="0"/>
              </a:spcBef>
              <a:spcAft>
                <a:spcPts val="0"/>
              </a:spcAft>
              <a:buClr>
                <a:schemeClr val="lt1"/>
              </a:buClr>
              <a:buSzPts val="8000"/>
              <a:buNone/>
            </a:pPr>
            <a:r>
              <a:rPr b="1" lang="en-US" sz="8000">
                <a:solidFill>
                  <a:schemeClr val="lt1"/>
                </a:solidFill>
                <a:latin typeface="Times New Roman"/>
                <a:ea typeface="Times New Roman"/>
                <a:cs typeface="Times New Roman"/>
                <a:sym typeface="Times New Roman"/>
              </a:rPr>
              <a:t>Nhân danh Cha </a:t>
            </a:r>
            <a:r>
              <a:rPr b="1" lang="en-US" sz="8000">
                <a:solidFill>
                  <a:srgbClr val="EE0000"/>
                </a:solidFill>
                <a:latin typeface="Times New Roman"/>
                <a:ea typeface="Times New Roman"/>
                <a:cs typeface="Times New Roman"/>
                <a:sym typeface="Times New Roman"/>
              </a:rPr>
              <a:t>†</a:t>
            </a:r>
            <a:r>
              <a:rPr b="1" lang="en-US" sz="8000">
                <a:solidFill>
                  <a:schemeClr val="lt1"/>
                </a:solidFill>
                <a:latin typeface="Times New Roman"/>
                <a:ea typeface="Times New Roman"/>
                <a:cs typeface="Times New Roman"/>
                <a:sym typeface="Times New Roman"/>
              </a:rPr>
              <a:t> </a:t>
            </a:r>
            <a:endParaRPr/>
          </a:p>
          <a:p>
            <a:pPr indent="0" lvl="0" marL="0" rtl="0" algn="ctr">
              <a:lnSpc>
                <a:spcPct val="100000"/>
              </a:lnSpc>
              <a:spcBef>
                <a:spcPts val="0"/>
              </a:spcBef>
              <a:spcAft>
                <a:spcPts val="0"/>
              </a:spcAft>
              <a:buClr>
                <a:schemeClr val="lt1"/>
              </a:buClr>
              <a:buSzPts val="8000"/>
              <a:buNone/>
            </a:pPr>
            <a:r>
              <a:rPr b="1" lang="en-US" sz="8000">
                <a:solidFill>
                  <a:schemeClr val="lt1"/>
                </a:solidFill>
                <a:latin typeface="Times New Roman"/>
                <a:ea typeface="Times New Roman"/>
                <a:cs typeface="Times New Roman"/>
                <a:sym typeface="Times New Roman"/>
              </a:rPr>
              <a:t>và Con </a:t>
            </a:r>
            <a:r>
              <a:rPr b="1" lang="en-US" sz="8000">
                <a:solidFill>
                  <a:srgbClr val="EE0000"/>
                </a:solidFill>
                <a:latin typeface="Times New Roman"/>
                <a:ea typeface="Times New Roman"/>
                <a:cs typeface="Times New Roman"/>
                <a:sym typeface="Times New Roman"/>
              </a:rPr>
              <a:t>†</a:t>
            </a:r>
            <a:r>
              <a:rPr b="1" lang="en-US" sz="8000">
                <a:solidFill>
                  <a:schemeClr val="lt1"/>
                </a:solidFill>
                <a:latin typeface="Times New Roman"/>
                <a:ea typeface="Times New Roman"/>
                <a:cs typeface="Times New Roman"/>
                <a:sym typeface="Times New Roman"/>
              </a:rPr>
              <a:t> và Thánh Thần </a:t>
            </a:r>
            <a:r>
              <a:rPr b="1" lang="en-US" sz="8000">
                <a:solidFill>
                  <a:srgbClr val="EE0000"/>
                </a:solidFill>
                <a:latin typeface="Times New Roman"/>
                <a:ea typeface="Times New Roman"/>
                <a:cs typeface="Times New Roman"/>
                <a:sym typeface="Times New Roman"/>
              </a:rPr>
              <a:t>†</a:t>
            </a:r>
            <a:r>
              <a:rPr b="1" lang="en-US" sz="8000">
                <a:solidFill>
                  <a:schemeClr val="lt1"/>
                </a:solidFill>
                <a:latin typeface="Times New Roman"/>
                <a:ea typeface="Times New Roman"/>
                <a:cs typeface="Times New Roman"/>
                <a:sym typeface="Times New Roman"/>
              </a:rPr>
              <a:t>. Amen.</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 name="Shape 97"/>
        <p:cNvGrpSpPr/>
        <p:nvPr/>
      </p:nvGrpSpPr>
      <p:grpSpPr>
        <a:xfrm>
          <a:off x="0" y="0"/>
          <a:ext cx="0" cy="0"/>
          <a:chOff x="0" y="0"/>
          <a:chExt cx="0" cy="0"/>
        </a:xfrm>
      </p:grpSpPr>
      <p:sp>
        <p:nvSpPr>
          <p:cNvPr id="98" name="Google Shape;98;p3"/>
          <p:cNvSpPr txBox="1"/>
          <p:nvPr>
            <p:ph idx="1" type="subTitle"/>
          </p:nvPr>
        </p:nvSpPr>
        <p:spPr>
          <a:xfrm>
            <a:off x="0" y="0"/>
            <a:ext cx="9144000" cy="5143500"/>
          </a:xfrm>
          <a:prstGeom prst="rect">
            <a:avLst/>
          </a:prstGeom>
          <a:solidFill>
            <a:srgbClr val="002060"/>
          </a:solidFill>
          <a:ln cap="flat" cmpd="sng" w="9525">
            <a:solidFill>
              <a:srgbClr val="002060"/>
            </a:solidFill>
            <a:prstDash val="solid"/>
            <a:round/>
            <a:headEnd len="sm" w="sm" type="none"/>
            <a:tailEnd len="sm" w="sm" type="none"/>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accent4"/>
              </a:buClr>
              <a:buSzPts val="4000"/>
              <a:buNone/>
            </a:pPr>
            <a:r>
              <a:rPr b="1" lang="en-US" sz="4000">
                <a:solidFill>
                  <a:schemeClr val="accent4"/>
                </a:solidFill>
                <a:latin typeface="Times New Roman"/>
                <a:ea typeface="Times New Roman"/>
                <a:cs typeface="Times New Roman"/>
                <a:sym typeface="Times New Roman"/>
              </a:rPr>
              <a:t>KINH CHÚA THÁNH THẦN</a:t>
            </a:r>
            <a:endParaRPr b="1" sz="4000">
              <a:solidFill>
                <a:schemeClr val="accent4"/>
              </a:solidFill>
              <a:latin typeface="Times New Roman"/>
              <a:ea typeface="Times New Roman"/>
              <a:cs typeface="Times New Roman"/>
              <a:sym typeface="Times New Roman"/>
            </a:endParaRPr>
          </a:p>
          <a:p>
            <a:pPr indent="0" lvl="0" marL="0" rtl="0" algn="just">
              <a:lnSpc>
                <a:spcPct val="100000"/>
              </a:lnSpc>
              <a:spcBef>
                <a:spcPts val="60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lạy ơn Đức Chúa Thánh Thần, thiêng liêng sáng láng vô cùng.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 name="Shape 102"/>
        <p:cNvGrpSpPr/>
        <p:nvPr/>
      </p:nvGrpSpPr>
      <p:grpSpPr>
        <a:xfrm>
          <a:off x="0" y="0"/>
          <a:ext cx="0" cy="0"/>
          <a:chOff x="0" y="0"/>
          <a:chExt cx="0" cy="0"/>
        </a:xfrm>
      </p:grpSpPr>
      <p:sp>
        <p:nvSpPr>
          <p:cNvPr id="103" name="Google Shape;103;p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xin Đức Chúa Thánh Thần xuống đầy lòng chúng con, là kẻ tin cậy Đức Chúa Trời,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5"/>
          <p:cNvSpPr txBox="1"/>
          <p:nvPr>
            <p:ph idx="1" type="subTitle"/>
          </p:nvPr>
        </p:nvSpPr>
        <p:spPr>
          <a:xfrm>
            <a:off x="0" y="0"/>
            <a:ext cx="9144000" cy="5143500"/>
          </a:xfrm>
          <a:prstGeom prst="rect">
            <a:avLst/>
          </a:prstGeom>
          <a:solidFill>
            <a:srgbClr val="002060"/>
          </a:solidFill>
          <a:ln>
            <a:noFill/>
          </a:ln>
        </p:spPr>
        <p:txBody>
          <a:bodyPr anchorCtr="0" anchor="t" bIns="91425" lIns="91425" spcFirstLastPara="1" rIns="91425" wrap="square" tIns="18287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đốt lửa kính mến Đức Chúa Trời trong lòng chúng con;</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xin Đức Chúa Trời cho Đức Chúa Thánh Thần xuống,</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 name="Shape 117"/>
        <p:cNvGrpSpPr/>
        <p:nvPr/>
      </p:nvGrpSpPr>
      <p:grpSpPr>
        <a:xfrm>
          <a:off x="0" y="0"/>
          <a:ext cx="0" cy="0"/>
          <a:chOff x="0" y="0"/>
          <a:chExt cx="0" cy="0"/>
        </a:xfrm>
      </p:grpSpPr>
      <p:sp>
        <p:nvSpPr>
          <p:cNvPr id="118" name="Google Shape;118;p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18287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sửa lại mọi sự trong ngoài chúng con. Chúng con cầu cùng Đức Chúa Trời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sp>
        <p:nvSpPr>
          <p:cNvPr id="123" name="Google Shape;123;p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18287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xưa đã cho Đức Chúa Thánh Thần xuống soi lòng dạy dỗ các Thánh Tông Đồ,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9"/>
          <p:cNvSpPr txBox="1"/>
          <p:nvPr>
            <p:ph idx="1" type="subTitle"/>
          </p:nvPr>
        </p:nvSpPr>
        <p:spPr>
          <a:xfrm>
            <a:off x="0" y="0"/>
            <a:ext cx="9144000" cy="5143500"/>
          </a:xfrm>
          <a:prstGeom prst="rect">
            <a:avLst/>
          </a:prstGeom>
          <a:solidFill>
            <a:srgbClr val="002060"/>
          </a:solidFill>
          <a:ln>
            <a:noFill/>
          </a:ln>
        </p:spPr>
        <p:txBody>
          <a:bodyPr anchorCtr="0" anchor="t" bIns="91425" lIns="91425" spcFirstLastPara="1" rIns="91425" wrap="square" tIns="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thì rày chúng con cũng xin Đức Chúa Trời cho Đức Chúa Thánh Thần lại xuống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10"/>
          <p:cNvSpPr txBox="1"/>
          <p:nvPr>
            <p:ph idx="1" type="subTitle"/>
          </p:nvPr>
        </p:nvSpPr>
        <p:spPr>
          <a:xfrm>
            <a:off x="1" y="0"/>
            <a:ext cx="9144000" cy="5143499"/>
          </a:xfrm>
          <a:prstGeom prst="rect">
            <a:avLst/>
          </a:prstGeom>
          <a:solidFill>
            <a:srgbClr val="002060"/>
          </a:solidFill>
          <a:ln>
            <a:noFill/>
          </a:ln>
        </p:spPr>
        <p:txBody>
          <a:bodyPr anchorCtr="0" anchor="t" bIns="91425" lIns="91425" spcFirstLastPara="1" rIns="91425" wrap="square" tIns="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an ủi dạy dỗ chúng con làm những việc lành,</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11"/>
          <p:cNvSpPr txBox="1"/>
          <p:nvPr>
            <p:ph idx="1" type="subTitle"/>
          </p:nvPr>
        </p:nvSpPr>
        <p:spPr>
          <a:xfrm>
            <a:off x="0" y="0"/>
            <a:ext cx="9144000" cy="5143500"/>
          </a:xfrm>
          <a:prstGeom prst="rect">
            <a:avLst/>
          </a:prstGeom>
          <a:solidFill>
            <a:srgbClr val="002060"/>
          </a:solidFill>
          <a:ln>
            <a:noFill/>
          </a:ln>
        </p:spPr>
        <p:txBody>
          <a:bodyPr anchorCtr="0" anchor="t" bIns="91425" lIns="91425" spcFirstLastPara="1" rIns="91425" wrap="square" tIns="91425">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vì công nghiệp vô cùng Đức Chúa Giêsu Kitô là Chúa chúng con. Amen.</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g3e5a0c7ab5b_0_37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25000" lnSpcReduction="10000"/>
          </a:bodyPr>
          <a:lstStyle/>
          <a:p>
            <a:pPr indent="0" lvl="0" marL="0" rtl="0" algn="ctr">
              <a:lnSpc>
                <a:spcPct val="100000"/>
              </a:lnSpc>
              <a:spcBef>
                <a:spcPts val="0"/>
              </a:spcBef>
              <a:spcAft>
                <a:spcPts val="0"/>
              </a:spcAft>
              <a:buClr>
                <a:schemeClr val="accent4"/>
              </a:buClr>
              <a:buSzPct val="100000"/>
              <a:buNone/>
            </a:pPr>
            <a:r>
              <a:rPr b="1" lang="en-US" sz="17600">
                <a:solidFill>
                  <a:schemeClr val="accent4"/>
                </a:solidFill>
                <a:latin typeface="Times New Roman"/>
                <a:ea typeface="Times New Roman"/>
                <a:cs typeface="Times New Roman"/>
                <a:sym typeface="Times New Roman"/>
              </a:rPr>
              <a:t>KINH TRUYỀN TIN</a:t>
            </a:r>
            <a:endParaRPr/>
          </a:p>
          <a:p>
            <a:pPr indent="0" lvl="0" marL="0" rtl="0" algn="just">
              <a:lnSpc>
                <a:spcPct val="100000"/>
              </a:lnSpc>
              <a:spcBef>
                <a:spcPts val="1440"/>
              </a:spcBef>
              <a:spcAft>
                <a:spcPts val="0"/>
              </a:spcAft>
              <a:buClr>
                <a:schemeClr val="accent4"/>
              </a:buClr>
              <a:buSzPct val="100000"/>
              <a:buNone/>
            </a:pPr>
            <a:r>
              <a:rPr b="1" i="1" lang="en-US" sz="19200" u="sng">
                <a:solidFill>
                  <a:schemeClr val="accent4"/>
                </a:solidFill>
                <a:latin typeface="Times New Roman"/>
                <a:ea typeface="Times New Roman"/>
                <a:cs typeface="Times New Roman"/>
                <a:sym typeface="Times New Roman"/>
              </a:rPr>
              <a:t>Xướng:</a:t>
            </a:r>
            <a:r>
              <a:rPr b="1" lang="en-US" sz="26400">
                <a:solidFill>
                  <a:schemeClr val="accent4"/>
                </a:solidFill>
                <a:latin typeface="Times New Roman"/>
                <a:ea typeface="Times New Roman"/>
                <a:cs typeface="Times New Roman"/>
                <a:sym typeface="Times New Roman"/>
              </a:rPr>
              <a:t> </a:t>
            </a:r>
            <a:r>
              <a:rPr b="1" lang="en-US" sz="28800">
                <a:solidFill>
                  <a:schemeClr val="lt1"/>
                </a:solidFill>
                <a:latin typeface="Times New Roman"/>
                <a:ea typeface="Times New Roman"/>
                <a:cs typeface="Times New Roman"/>
                <a:sym typeface="Times New Roman"/>
              </a:rPr>
              <a:t>Đức Chúa Trời sai Thánh Thiên Thần truyền tin cho Rất Thánh Đức Bà Maria.</a:t>
            </a:r>
            <a:endParaRPr/>
          </a:p>
          <a:p>
            <a:pPr indent="0" lvl="0" marL="0" rtl="0" algn="ctr">
              <a:lnSpc>
                <a:spcPct val="120000"/>
              </a:lnSpc>
              <a:spcBef>
                <a:spcPts val="64"/>
              </a:spcBef>
              <a:spcAft>
                <a:spcPts val="0"/>
              </a:spcAft>
              <a:buClr>
                <a:srgbClr val="888888"/>
              </a:buClr>
              <a:buSzPct val="100000"/>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sp>
        <p:nvSpPr>
          <p:cNvPr id="148" name="Google Shape;148;g3e5a0c7ab5b_0_38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Đáp: </a:t>
            </a:r>
            <a:r>
              <a:rPr b="1" lang="en-US" sz="7200">
                <a:solidFill>
                  <a:schemeClr val="lt1"/>
                </a:solidFill>
                <a:latin typeface="Times New Roman"/>
                <a:ea typeface="Times New Roman"/>
                <a:cs typeface="Times New Roman"/>
                <a:sym typeface="Times New Roman"/>
              </a:rPr>
              <a:t>Và Rất Thánh Đức Bà chịu thai bởi phép Đức Chúa Thánh Thần. </a:t>
            </a:r>
            <a:r>
              <a:rPr b="1" i="1" lang="en-US" sz="4800">
                <a:solidFill>
                  <a:schemeClr val="accent4"/>
                </a:solidFill>
                <a:latin typeface="Times New Roman"/>
                <a:ea typeface="Times New Roman"/>
                <a:cs typeface="Times New Roman"/>
                <a:sym typeface="Times New Roman"/>
              </a:rPr>
              <a:t>Kính mừng….. </a:t>
            </a:r>
            <a:br>
              <a:rPr b="1" i="1" lang="en-US" sz="6000">
                <a:solidFill>
                  <a:schemeClr val="accent4"/>
                </a:solidFill>
                <a:latin typeface="Times New Roman"/>
                <a:ea typeface="Times New Roman"/>
                <a:cs typeface="Times New Roman"/>
                <a:sym typeface="Times New Roman"/>
              </a:rPr>
            </a:br>
            <a:endParaRPr b="1" i="1" sz="6000">
              <a:solidFill>
                <a:schemeClr val="accent4"/>
              </a:solidFill>
              <a:latin typeface="Times New Roman"/>
              <a:ea typeface="Times New Roman"/>
              <a:cs typeface="Times New Roman"/>
              <a:sym typeface="Times New Roman"/>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g3e5a0c7ab5b_0_38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7200"/>
              <a:buNone/>
            </a:pPr>
            <a:r>
              <a:t/>
            </a:r>
            <a:endParaRPr b="1" i="1" sz="7200" u="sng">
              <a:solidFill>
                <a:schemeClr val="accen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Xướng: </a:t>
            </a:r>
            <a:r>
              <a:rPr b="1" lang="en-US" sz="7200">
                <a:solidFill>
                  <a:schemeClr val="lt1"/>
                </a:solidFill>
                <a:latin typeface="Times New Roman"/>
                <a:ea typeface="Times New Roman"/>
                <a:cs typeface="Times New Roman"/>
                <a:sym typeface="Times New Roman"/>
              </a:rPr>
              <a:t>Này tôi là tôi tá Đức Chúa Trời.</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g3e5a0c7ab5b_0_39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Đáp: </a:t>
            </a:r>
            <a:r>
              <a:rPr b="1" lang="en-US" sz="7500">
                <a:solidFill>
                  <a:schemeClr val="lt1"/>
                </a:solidFill>
                <a:latin typeface="Times New Roman"/>
                <a:ea typeface="Times New Roman"/>
                <a:cs typeface="Times New Roman"/>
                <a:sym typeface="Times New Roman"/>
              </a:rPr>
              <a:t>Tôi xin vâng như lời Thánh Thiên Thần truyền.</a:t>
            </a:r>
            <a:endParaRPr/>
          </a:p>
          <a:p>
            <a:pPr indent="0" lvl="0" marL="0" rtl="0" algn="ctr">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Kính mừng….. </a:t>
            </a:r>
            <a:br>
              <a:rPr b="1" i="1" lang="en-US" sz="4800">
                <a:solidFill>
                  <a:schemeClr val="accent1"/>
                </a:solidFill>
                <a:latin typeface="Times New Roman"/>
                <a:ea typeface="Times New Roman"/>
                <a:cs typeface="Times New Roman"/>
                <a:sym typeface="Times New Roman"/>
              </a:rPr>
            </a:br>
            <a:endParaRPr b="1" i="1" sz="4800">
              <a:solidFill>
                <a:schemeClr val="accent1"/>
              </a:solidFill>
              <a:latin typeface="Times New Roman"/>
              <a:ea typeface="Times New Roman"/>
              <a:cs typeface="Times New Roman"/>
              <a:sym typeface="Times New Roman"/>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sp>
        <p:nvSpPr>
          <p:cNvPr id="163" name="Google Shape;163;g3e5a0c7ab5b_0_39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4400"/>
              <a:buNone/>
            </a:pPr>
            <a:r>
              <a:t/>
            </a:r>
            <a:endParaRPr b="1" i="1" sz="4400" u="sng">
              <a:solidFill>
                <a:schemeClr val="accen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u="sng">
                <a:solidFill>
                  <a:schemeClr val="accent4"/>
                </a:solidFill>
                <a:latin typeface="Times New Roman"/>
                <a:ea typeface="Times New Roman"/>
                <a:cs typeface="Times New Roman"/>
                <a:sym typeface="Times New Roman"/>
              </a:rPr>
              <a:t>Xướng:</a:t>
            </a:r>
            <a:r>
              <a:rPr b="1" lang="en-US" sz="7200">
                <a:solidFill>
                  <a:schemeClr val="accent4"/>
                </a:solidFill>
                <a:latin typeface="Times New Roman"/>
                <a:ea typeface="Times New Roman"/>
                <a:cs typeface="Times New Roman"/>
                <a:sym typeface="Times New Roman"/>
              </a:rPr>
              <a:t> </a:t>
            </a:r>
            <a:r>
              <a:rPr b="1" lang="en-US" sz="8000">
                <a:solidFill>
                  <a:schemeClr val="lt1"/>
                </a:solidFill>
                <a:latin typeface="Times New Roman"/>
                <a:ea typeface="Times New Roman"/>
                <a:cs typeface="Times New Roman"/>
                <a:sym typeface="Times New Roman"/>
              </a:rPr>
              <a:t>Chốc ấy Ngôi Thứ Hai xuống thế làm người.</a:t>
            </a:r>
            <a:endParaRPr b="1" sz="6000">
              <a:solidFill>
                <a:schemeClr val="lt1"/>
              </a:solidFill>
              <a:latin typeface="Times New Roman"/>
              <a:ea typeface="Times New Roman"/>
              <a:cs typeface="Times New Roman"/>
              <a:sym typeface="Times New Roman"/>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g3e5a0c7ab5b_0_39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1"/>
              </a:buClr>
              <a:buSzPts val="4800"/>
              <a:buNone/>
            </a:pPr>
            <a:br>
              <a:rPr b="1" i="1" lang="en-US" sz="4800" u="sng">
                <a:solidFill>
                  <a:schemeClr val="accent1"/>
                </a:solidFill>
                <a:latin typeface="Times New Roman"/>
                <a:ea typeface="Times New Roman"/>
                <a:cs typeface="Times New Roman"/>
                <a:sym typeface="Times New Roman"/>
              </a:rPr>
            </a:br>
            <a:r>
              <a:rPr b="1" i="1" lang="en-US" sz="4800">
                <a:solidFill>
                  <a:schemeClr val="accent4"/>
                </a:solidFill>
                <a:latin typeface="Times New Roman"/>
                <a:ea typeface="Times New Roman"/>
                <a:cs typeface="Times New Roman"/>
                <a:sym typeface="Times New Roman"/>
              </a:rPr>
              <a:t>Đáp: </a:t>
            </a:r>
            <a:r>
              <a:rPr b="1" lang="en-US" sz="8000">
                <a:solidFill>
                  <a:schemeClr val="lt1"/>
                </a:solidFill>
                <a:latin typeface="Times New Roman"/>
                <a:ea typeface="Times New Roman"/>
                <a:cs typeface="Times New Roman"/>
                <a:sym typeface="Times New Roman"/>
              </a:rPr>
              <a:t>Và ở cùng </a:t>
            </a:r>
            <a:br>
              <a:rPr b="1" lang="en-US" sz="8000">
                <a:solidFill>
                  <a:schemeClr val="lt1"/>
                </a:solidFill>
                <a:latin typeface="Times New Roman"/>
                <a:ea typeface="Times New Roman"/>
                <a:cs typeface="Times New Roman"/>
                <a:sym typeface="Times New Roman"/>
              </a:rPr>
            </a:br>
            <a:r>
              <a:rPr b="1" lang="en-US" sz="8000">
                <a:solidFill>
                  <a:schemeClr val="lt1"/>
                </a:solidFill>
                <a:latin typeface="Times New Roman"/>
                <a:ea typeface="Times New Roman"/>
                <a:cs typeface="Times New Roman"/>
                <a:sym typeface="Times New Roman"/>
              </a:rPr>
              <a:t>chúng con.</a:t>
            </a:r>
            <a:endParaRPr b="1" sz="6600">
              <a:solidFill>
                <a:schemeClr val="lt1"/>
              </a:solidFill>
              <a:latin typeface="Times New Roman"/>
              <a:ea typeface="Times New Roman"/>
              <a:cs typeface="Times New Roman"/>
              <a:sym typeface="Times New Roman"/>
            </a:endParaRPr>
          </a:p>
          <a:p>
            <a:pPr indent="0" lvl="0" marL="0" rtl="0" algn="ctr">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Kính mừng….. </a:t>
            </a:r>
            <a:br>
              <a:rPr b="1" i="1" lang="en-US" sz="4800">
                <a:solidFill>
                  <a:schemeClr val="accent1"/>
                </a:solidFill>
                <a:latin typeface="Times New Roman"/>
                <a:ea typeface="Times New Roman"/>
                <a:cs typeface="Times New Roman"/>
                <a:sym typeface="Times New Roman"/>
              </a:rPr>
            </a:br>
            <a:endParaRPr b="1" i="1" sz="4800">
              <a:solidFill>
                <a:schemeClr val="accent1"/>
              </a:solidFill>
              <a:latin typeface="Times New Roman"/>
              <a:ea typeface="Times New Roman"/>
              <a:cs typeface="Times New Roman"/>
              <a:sym typeface="Times New Roman"/>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g3e5a0c7ab5b_0_40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4000"/>
              <a:buNone/>
            </a:pPr>
            <a:r>
              <a:t/>
            </a:r>
            <a:endParaRPr b="1" i="1" sz="4000" u="sng">
              <a:solidFill>
                <a:schemeClr val="accen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Xướng:</a:t>
            </a:r>
            <a:r>
              <a:rPr b="1" lang="en-US" sz="7200">
                <a:solidFill>
                  <a:schemeClr val="accent4"/>
                </a:solidFill>
                <a:latin typeface="Times New Roman"/>
                <a:ea typeface="Times New Roman"/>
                <a:cs typeface="Times New Roman"/>
                <a:sym typeface="Times New Roman"/>
              </a:rPr>
              <a:t> </a:t>
            </a:r>
            <a:r>
              <a:rPr b="1" lang="en-US" sz="7200">
                <a:solidFill>
                  <a:schemeClr val="lt1"/>
                </a:solidFill>
                <a:latin typeface="Times New Roman"/>
                <a:ea typeface="Times New Roman"/>
                <a:cs typeface="Times New Roman"/>
                <a:sym typeface="Times New Roman"/>
              </a:rPr>
              <a:t>Lạy Rất Thánh Đức Mẹ Chúa Trời, xin cầu cho chúng con.</a:t>
            </a:r>
            <a:endParaRPr b="1" sz="6000">
              <a:solidFill>
                <a:schemeClr val="lt1"/>
              </a:solidFill>
              <a:latin typeface="Times New Roman"/>
              <a:ea typeface="Times New Roman"/>
              <a:cs typeface="Times New Roman"/>
              <a:sym typeface="Times New Roman"/>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7" name="Shape 177"/>
        <p:cNvGrpSpPr/>
        <p:nvPr/>
      </p:nvGrpSpPr>
      <p:grpSpPr>
        <a:xfrm>
          <a:off x="0" y="0"/>
          <a:ext cx="0" cy="0"/>
          <a:chOff x="0" y="0"/>
          <a:chExt cx="0" cy="0"/>
        </a:xfrm>
      </p:grpSpPr>
      <p:sp>
        <p:nvSpPr>
          <p:cNvPr id="178" name="Google Shape;178;g3e5a0c7ab5b_0_40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rgbClr val="888888"/>
              </a:buClr>
              <a:buSzPts val="4400"/>
              <a:buNone/>
            </a:pPr>
            <a:r>
              <a:t/>
            </a:r>
            <a:endParaRPr b="1" i="1" sz="4400" u="sng">
              <a:solidFill>
                <a:schemeClr val="lt1"/>
              </a:solidFill>
              <a:latin typeface="Times New Roman"/>
              <a:ea typeface="Times New Roman"/>
              <a:cs typeface="Times New Roman"/>
              <a:sym typeface="Times New Roman"/>
            </a:endParaRPr>
          </a:p>
          <a:p>
            <a:pPr indent="0" lvl="0" marL="0" rtl="0" algn="just">
              <a:lnSpc>
                <a:spcPct val="100000"/>
              </a:lnSpc>
              <a:spcBef>
                <a:spcPts val="1200"/>
              </a:spcBef>
              <a:spcAft>
                <a:spcPts val="0"/>
              </a:spcAft>
              <a:buClr>
                <a:schemeClr val="accent4"/>
              </a:buClr>
              <a:buSzPts val="4800"/>
              <a:buNone/>
            </a:pPr>
            <a:r>
              <a:rPr b="1" i="1" lang="en-US" sz="4800">
                <a:solidFill>
                  <a:schemeClr val="accent4"/>
                </a:solidFill>
                <a:latin typeface="Times New Roman"/>
                <a:ea typeface="Times New Roman"/>
                <a:cs typeface="Times New Roman"/>
                <a:sym typeface="Times New Roman"/>
              </a:rPr>
              <a:t>Đáp:</a:t>
            </a:r>
            <a:r>
              <a:rPr b="1" i="1" lang="en-US" sz="7200">
                <a:solidFill>
                  <a:schemeClr val="accent4"/>
                </a:solidFill>
                <a:latin typeface="Times New Roman"/>
                <a:ea typeface="Times New Roman"/>
                <a:cs typeface="Times New Roman"/>
                <a:sym typeface="Times New Roman"/>
              </a:rPr>
              <a:t> </a:t>
            </a:r>
            <a:r>
              <a:rPr b="1" lang="en-US" sz="8000">
                <a:solidFill>
                  <a:schemeClr val="lt1"/>
                </a:solidFill>
                <a:latin typeface="Times New Roman"/>
                <a:ea typeface="Times New Roman"/>
                <a:cs typeface="Times New Roman"/>
                <a:sym typeface="Times New Roman"/>
              </a:rPr>
              <a:t>Đáng chịu lấy những sự Chúa Kitô đã hứa.</a:t>
            </a:r>
            <a:endParaRPr b="1" sz="6000">
              <a:solidFill>
                <a:schemeClr val="lt1"/>
              </a:solidFill>
              <a:latin typeface="Times New Roman"/>
              <a:ea typeface="Times New Roman"/>
              <a:cs typeface="Times New Roman"/>
              <a:sym typeface="Times New Roman"/>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g3e5a0c7ab5b_0_41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20000"/>
          </a:bodyPr>
          <a:lstStyle/>
          <a:p>
            <a:pPr indent="0" lvl="0" marL="0" rtl="0" algn="ctr">
              <a:lnSpc>
                <a:spcPct val="100000"/>
              </a:lnSpc>
              <a:spcBef>
                <a:spcPts val="0"/>
              </a:spcBef>
              <a:spcAft>
                <a:spcPts val="0"/>
              </a:spcAft>
              <a:buClr>
                <a:schemeClr val="accent4"/>
              </a:buClr>
              <a:buSzPct val="100000"/>
              <a:buNone/>
            </a:pPr>
            <a:r>
              <a:rPr b="1" lang="en-US" sz="4800">
                <a:solidFill>
                  <a:schemeClr val="accent4"/>
                </a:solidFill>
                <a:latin typeface="Times New Roman"/>
                <a:ea typeface="Times New Roman"/>
                <a:cs typeface="Times New Roman"/>
                <a:sym typeface="Times New Roman"/>
              </a:rPr>
              <a:t>LỜI NGUYỆN</a:t>
            </a:r>
            <a:endParaRPr b="1" sz="4950">
              <a:solidFill>
                <a:schemeClr val="accent4"/>
              </a:solidFill>
              <a:latin typeface="Times New Roman"/>
              <a:ea typeface="Times New Roman"/>
              <a:cs typeface="Times New Roman"/>
              <a:sym typeface="Times New Roman"/>
            </a:endParaRPr>
          </a:p>
          <a:p>
            <a:pPr indent="0" lvl="0" marL="0" rtl="0" algn="just">
              <a:lnSpc>
                <a:spcPct val="100000"/>
              </a:lnSpc>
              <a:spcBef>
                <a:spcPts val="1572"/>
              </a:spcBef>
              <a:spcAft>
                <a:spcPts val="0"/>
              </a:spcAft>
              <a:buClr>
                <a:schemeClr val="lt1"/>
              </a:buClr>
              <a:buSzPct val="100000"/>
              <a:buNone/>
            </a:pPr>
            <a:r>
              <a:rPr b="1" lang="en-US" sz="8500">
                <a:solidFill>
                  <a:schemeClr val="lt1"/>
                </a:solidFill>
                <a:latin typeface="Times New Roman"/>
                <a:ea typeface="Times New Roman"/>
                <a:cs typeface="Times New Roman"/>
                <a:sym typeface="Times New Roman"/>
              </a:rPr>
              <a:t>Lạy Chúa, chúng con xin Chúa ban ơn Chúa xuống trong linh hồn chúng con,</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g3e5a0c7ab5b_0_41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là kẻ đã nhờ lời Thánh Thiên Thần truyền, mà biết thật Chúa Kitô là Con Chúa</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g3e5a0c7ab5b_0_41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đã xuống thế làm người, thì xin vì công ơn Con Chúa chịu nạn </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7" name="Shape 197"/>
        <p:cNvGrpSpPr/>
        <p:nvPr/>
      </p:nvGrpSpPr>
      <p:grpSpPr>
        <a:xfrm>
          <a:off x="0" y="0"/>
          <a:ext cx="0" cy="0"/>
          <a:chOff x="0" y="0"/>
          <a:chExt cx="0" cy="0"/>
        </a:xfrm>
      </p:grpSpPr>
      <p:sp>
        <p:nvSpPr>
          <p:cNvPr id="198" name="Google Shape;198;g3e5a0c7ab5b_0_42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chịu chết trên cây Thánh Giá, cho chúng con ngày sau khi sống lại,</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g3e5a0c7ab5b_0_42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rgbClr val="888888"/>
              </a:buClr>
              <a:buSzPts val="1800"/>
              <a:buNone/>
            </a:pPr>
            <a:r>
              <a:t/>
            </a:r>
            <a:endParaRPr b="1" sz="18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được đến nơi vinh hiển, cũng vì công nghiệp Chúa Kitô là Chúa chúng con. Amen.</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2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TIN</a:t>
            </a:r>
            <a:endParaRPr b="1" sz="4950">
              <a:solidFill>
                <a:schemeClr val="accent4"/>
              </a:solidFill>
              <a:latin typeface="Times New Roman"/>
              <a:ea typeface="Times New Roman"/>
              <a:cs typeface="Times New Roman"/>
              <a:sym typeface="Times New Roman"/>
            </a:endParaRPr>
          </a:p>
          <a:p>
            <a:pPr indent="0" lvl="0" marL="0" rtl="0" algn="just">
              <a:lnSpc>
                <a:spcPct val="100000"/>
              </a:lnSpc>
              <a:spcBef>
                <a:spcPts val="1480"/>
              </a:spcBef>
              <a:spcAft>
                <a:spcPts val="0"/>
              </a:spcAft>
              <a:buClr>
                <a:schemeClr val="lt1"/>
              </a:buClr>
              <a:buSzPct val="100000"/>
              <a:buNone/>
            </a:pPr>
            <a:r>
              <a:rPr b="1" lang="en-US" sz="8000">
                <a:solidFill>
                  <a:schemeClr val="lt1"/>
                </a:solidFill>
                <a:latin typeface="Times New Roman"/>
                <a:ea typeface="Times New Roman"/>
                <a:cs typeface="Times New Roman"/>
                <a:sym typeface="Times New Roman"/>
              </a:rPr>
              <a:t>Lạy Chúa con, con tin thật có một Đức Chúa Trời là Đấng thưởng phạt vô cùng.</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2" name="Shape 212"/>
        <p:cNvGrpSpPr/>
        <p:nvPr/>
      </p:nvGrpSpPr>
      <p:grpSpPr>
        <a:xfrm>
          <a:off x="0" y="0"/>
          <a:ext cx="0" cy="0"/>
          <a:chOff x="0" y="0"/>
          <a:chExt cx="0" cy="0"/>
        </a:xfrm>
      </p:grpSpPr>
      <p:sp>
        <p:nvSpPr>
          <p:cNvPr id="213" name="Google Shape;213;p2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Con lại tin thật Đức Chúa Trời có Ba Ngôi, mà Ngôi Thứ Hai đã xuống thế làm người,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2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chịu nạn chịu chết mà chuộc tội cho thiên hạ.</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 name="Shape 222"/>
        <p:cNvGrpSpPr/>
        <p:nvPr/>
      </p:nvGrpSpPr>
      <p:grpSpPr>
        <a:xfrm>
          <a:off x="0" y="0"/>
          <a:ext cx="0" cy="0"/>
          <a:chOff x="0" y="0"/>
          <a:chExt cx="0" cy="0"/>
        </a:xfrm>
      </p:grpSpPr>
      <p:sp>
        <p:nvSpPr>
          <p:cNvPr id="223" name="Google Shape;223;p28"/>
          <p:cNvSpPr txBox="1"/>
          <p:nvPr>
            <p:ph idx="1" type="subTitle"/>
          </p:nvPr>
        </p:nvSpPr>
        <p:spPr>
          <a:xfrm>
            <a:off x="0" y="1"/>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Bấy nhiêu điều ấy cùng các điều Hội Thánh dạy</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2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thì con tin vững vàng, vì Chúa là</a:t>
            </a: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Đấng thông minh</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0"/>
          <p:cNvSpPr txBox="1"/>
          <p:nvPr>
            <p:ph idx="1" type="subTitle"/>
          </p:nvPr>
        </p:nvSpPr>
        <p:spPr>
          <a:xfrm>
            <a:off x="0" y="-9"/>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chân thật vô cùng đã phán truyền cho Hội Thánh. Amen.</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7" name="Shape 237"/>
        <p:cNvGrpSpPr/>
        <p:nvPr/>
      </p:nvGrpSpPr>
      <p:grpSpPr>
        <a:xfrm>
          <a:off x="0" y="0"/>
          <a:ext cx="0" cy="0"/>
          <a:chOff x="0" y="0"/>
          <a:chExt cx="0" cy="0"/>
        </a:xfrm>
      </p:grpSpPr>
      <p:sp>
        <p:nvSpPr>
          <p:cNvPr id="238" name="Google Shape;238;p3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CẬY</a:t>
            </a:r>
            <a:endParaRPr b="1" sz="4400">
              <a:solidFill>
                <a:schemeClr val="accent4"/>
              </a:solidFill>
              <a:latin typeface="Times New Roman"/>
              <a:ea typeface="Times New Roman"/>
              <a:cs typeface="Times New Roman"/>
              <a:sym typeface="Times New Roman"/>
            </a:endParaRPr>
          </a:p>
          <a:p>
            <a:pPr indent="0" lvl="0" marL="0" rtl="0" algn="just">
              <a:lnSpc>
                <a:spcPct val="100000"/>
              </a:lnSpc>
              <a:spcBef>
                <a:spcPts val="1480"/>
              </a:spcBef>
              <a:spcAft>
                <a:spcPts val="0"/>
              </a:spcAft>
              <a:buClr>
                <a:schemeClr val="lt1"/>
              </a:buClr>
              <a:buSzPct val="100000"/>
              <a:buNone/>
            </a:pPr>
            <a:r>
              <a:rPr b="1" lang="en-US" sz="8000">
                <a:solidFill>
                  <a:schemeClr val="lt1"/>
                </a:solidFill>
                <a:latin typeface="Times New Roman"/>
                <a:ea typeface="Times New Roman"/>
                <a:cs typeface="Times New Roman"/>
                <a:sym typeface="Times New Roman"/>
              </a:rPr>
              <a:t>Lạy Chúa con, con trông cậy vững vàng, vì công nghiệp Đức Chúa Giêsu</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thì Chúa sẽ ban ơn cho con giữ đạo nên ở đời này,</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7" name="Shape 247"/>
        <p:cNvGrpSpPr/>
        <p:nvPr/>
      </p:nvGrpSpPr>
      <p:grpSpPr>
        <a:xfrm>
          <a:off x="0" y="0"/>
          <a:ext cx="0" cy="0"/>
          <a:chOff x="0" y="0"/>
          <a:chExt cx="0" cy="0"/>
        </a:xfrm>
      </p:grpSpPr>
      <p:sp>
        <p:nvSpPr>
          <p:cNvPr id="248" name="Google Shape;248;p3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cho ngày sau được lên thiên đàng xem thấy mặt Đức Chúa Trời hưởng phước đời đời,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2" name="Shape 252"/>
        <p:cNvGrpSpPr/>
        <p:nvPr/>
      </p:nvGrpSpPr>
      <p:grpSpPr>
        <a:xfrm>
          <a:off x="0" y="0"/>
          <a:ext cx="0" cy="0"/>
          <a:chOff x="0" y="0"/>
          <a:chExt cx="0" cy="0"/>
        </a:xfrm>
      </p:grpSpPr>
      <p:sp>
        <p:nvSpPr>
          <p:cNvPr id="253" name="Google Shape;253;p34"/>
          <p:cNvSpPr txBox="1"/>
          <p:nvPr>
            <p:ph idx="1" type="subTitle"/>
          </p:nvPr>
        </p:nvSpPr>
        <p:spPr>
          <a:xfrm>
            <a:off x="0" y="1"/>
            <a:ext cx="9144000" cy="5143499"/>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vì Chúa là Đấng phép tắc và lòng lành vô cùng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3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t/>
            </a:r>
            <a:endParaRPr b="1" sz="40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đã phán hứa sự ấy chẳng có lẽ nào sai đặng.  Amen.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2" name="Shape 262"/>
        <p:cNvGrpSpPr/>
        <p:nvPr/>
      </p:nvGrpSpPr>
      <p:grpSpPr>
        <a:xfrm>
          <a:off x="0" y="0"/>
          <a:ext cx="0" cy="0"/>
          <a:chOff x="0" y="0"/>
          <a:chExt cx="0" cy="0"/>
        </a:xfrm>
      </p:grpSpPr>
      <p:sp>
        <p:nvSpPr>
          <p:cNvPr id="263" name="Google Shape;263;p3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13715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MẾN</a:t>
            </a:r>
            <a:endParaRPr b="1" sz="4400">
              <a:solidFill>
                <a:schemeClr val="accent4"/>
              </a:solidFill>
              <a:latin typeface="Times New Roman"/>
              <a:ea typeface="Times New Roman"/>
              <a:cs typeface="Times New Roman"/>
              <a:sym typeface="Times New Roman"/>
            </a:endParaRPr>
          </a:p>
          <a:p>
            <a:pPr indent="0" lvl="0" marL="0" rtl="0" algn="just">
              <a:lnSpc>
                <a:spcPct val="100000"/>
              </a:lnSpc>
              <a:spcBef>
                <a:spcPts val="1443"/>
              </a:spcBef>
              <a:spcAft>
                <a:spcPts val="0"/>
              </a:spcAft>
              <a:buClr>
                <a:schemeClr val="lt1"/>
              </a:buClr>
              <a:buSzPct val="100000"/>
              <a:buNone/>
            </a:pPr>
            <a:r>
              <a:rPr b="1" lang="en-US" sz="7800">
                <a:solidFill>
                  <a:schemeClr val="lt1"/>
                </a:solidFill>
                <a:latin typeface="Times New Roman"/>
                <a:ea typeface="Times New Roman"/>
                <a:cs typeface="Times New Roman"/>
                <a:sym typeface="Times New Roman"/>
              </a:rPr>
              <a:t>Lạy Chúa con, con kính mến Chúa hết lòng hết sức trên hết mọi sự,</a:t>
            </a:r>
            <a:endParaRPr b="1" sz="7800">
              <a:solidFill>
                <a:schemeClr val="lt1"/>
              </a:solidFill>
              <a:latin typeface="Times New Roman"/>
              <a:ea typeface="Times New Roman"/>
              <a:cs typeface="Times New Roman"/>
              <a:sym typeface="Times New Roman"/>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7" name="Shape 267"/>
        <p:cNvGrpSpPr/>
        <p:nvPr/>
      </p:nvGrpSpPr>
      <p:grpSpPr>
        <a:xfrm>
          <a:off x="0" y="0"/>
          <a:ext cx="0" cy="0"/>
          <a:chOff x="0" y="0"/>
          <a:chExt cx="0" cy="0"/>
        </a:xfrm>
      </p:grpSpPr>
      <p:sp>
        <p:nvSpPr>
          <p:cNvPr id="268" name="Google Shape;268;p3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vì Chúa là Đấng trọn tốt trọn lành vô cùng,</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3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lại vì Chúa thì con thương yêu người ta như mình con vậy.  Amen.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3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ctr">
              <a:lnSpc>
                <a:spcPct val="100000"/>
              </a:lnSpc>
              <a:spcBef>
                <a:spcPts val="0"/>
              </a:spcBef>
              <a:spcAft>
                <a:spcPts val="0"/>
              </a:spcAft>
              <a:buClr>
                <a:schemeClr val="accent4"/>
              </a:buClr>
              <a:buSzPts val="4400"/>
              <a:buNone/>
            </a:pPr>
            <a:r>
              <a:rPr b="1" lang="en-US" sz="4400">
                <a:solidFill>
                  <a:schemeClr val="accent4"/>
                </a:solidFill>
                <a:latin typeface="Times New Roman"/>
                <a:ea typeface="Times New Roman"/>
                <a:cs typeface="Times New Roman"/>
                <a:sym typeface="Times New Roman"/>
              </a:rPr>
              <a:t>KINH SẤP MÌNH</a:t>
            </a:r>
            <a:endParaRPr b="1" sz="4400">
              <a:solidFill>
                <a:schemeClr val="accent4"/>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Lạy Chúa con, con sấp mình xuống trước mặt Chúa con. Con tin thật Chúa ở khắp mọi nơi,</a:t>
            </a:r>
            <a:endParaRPr b="1" sz="8800">
              <a:solidFill>
                <a:schemeClr val="lt1"/>
              </a:solidFill>
              <a:latin typeface="Times New Roman"/>
              <a:ea typeface="Times New Roman"/>
              <a:cs typeface="Times New Roman"/>
              <a:sym typeface="Times New Roman"/>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2" name="Shape 282"/>
        <p:cNvGrpSpPr/>
        <p:nvPr/>
      </p:nvGrpSpPr>
      <p:grpSpPr>
        <a:xfrm>
          <a:off x="0" y="0"/>
          <a:ext cx="0" cy="0"/>
          <a:chOff x="0" y="0"/>
          <a:chExt cx="0" cy="0"/>
        </a:xfrm>
      </p:grpSpPr>
      <p:sp>
        <p:nvSpPr>
          <p:cNvPr id="283" name="Google Shape;283;p4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thông biết mọi sự, hằng xem thấy con, hằng nghe lời con cầu nguyện.</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7" name="Shape 287"/>
        <p:cNvGrpSpPr/>
        <p:nvPr/>
      </p:nvGrpSpPr>
      <p:grpSpPr>
        <a:xfrm>
          <a:off x="0" y="0"/>
          <a:ext cx="0" cy="0"/>
          <a:chOff x="0" y="0"/>
          <a:chExt cx="0" cy="0"/>
        </a:xfrm>
      </p:grpSpPr>
      <p:sp>
        <p:nvSpPr>
          <p:cNvPr id="288" name="Google Shape;288;p4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Xin Chúa rất nhân từ  hãy đoái xem sự nghèo ngặt con và nhậm lời con nguyện.</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Lạy Chúa, xin hãy mở miệng lưỡi con ra, thì con sẽ cao rao những lời ngợi khen Chúa.</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4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Lạy Chúa chúng con! Vì dấu † Thánh giá, xin chữa † chúng con, cho khỏi † kẻ thù.</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idx="1" type="subTitle"/>
          </p:nvPr>
        </p:nvSpPr>
        <p:spPr>
          <a:xfrm>
            <a:off x="0" y="1"/>
            <a:ext cx="9030984"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lt1"/>
              </a:buClr>
              <a:buSzPts val="7200"/>
              <a:buNone/>
            </a:pPr>
            <a:br>
              <a:rPr b="1" lang="en-US" sz="48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Nhân danh Cha </a:t>
            </a:r>
            <a:r>
              <a:rPr b="1" lang="en-US" sz="7200">
                <a:solidFill>
                  <a:srgbClr val="EE0000"/>
                </a:solidFill>
                <a:latin typeface="Times New Roman"/>
                <a:ea typeface="Times New Roman"/>
                <a:cs typeface="Times New Roman"/>
                <a:sym typeface="Times New Roman"/>
              </a:rPr>
              <a:t>†</a:t>
            </a:r>
            <a:r>
              <a:rPr b="1" lang="en-US" sz="7200">
                <a:solidFill>
                  <a:schemeClr val="lt1"/>
                </a:solidFill>
                <a:latin typeface="Times New Roman"/>
                <a:ea typeface="Times New Roman"/>
                <a:cs typeface="Times New Roman"/>
                <a:sym typeface="Times New Roman"/>
              </a:rPr>
              <a:t> </a:t>
            </a:r>
            <a:endParaRPr/>
          </a:p>
          <a:p>
            <a:pPr indent="0" lvl="0" marL="0" rtl="0" algn="ctr">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Con </a:t>
            </a:r>
            <a:r>
              <a:rPr b="1" lang="en-US" sz="7200">
                <a:solidFill>
                  <a:srgbClr val="EE0000"/>
                </a:solidFill>
                <a:latin typeface="Times New Roman"/>
                <a:ea typeface="Times New Roman"/>
                <a:cs typeface="Times New Roman"/>
                <a:sym typeface="Times New Roman"/>
              </a:rPr>
              <a:t>†</a:t>
            </a:r>
            <a:r>
              <a:rPr b="1" lang="en-US" sz="7200">
                <a:solidFill>
                  <a:schemeClr val="lt1"/>
                </a:solidFill>
                <a:latin typeface="Times New Roman"/>
                <a:ea typeface="Times New Roman"/>
                <a:cs typeface="Times New Roman"/>
                <a:sym typeface="Times New Roman"/>
              </a:rPr>
              <a:t> và Thánh Thần </a:t>
            </a:r>
            <a:r>
              <a:rPr b="1" lang="en-US" sz="7200">
                <a:solidFill>
                  <a:srgbClr val="EE0000"/>
                </a:solidFill>
                <a:latin typeface="Times New Roman"/>
                <a:ea typeface="Times New Roman"/>
                <a:cs typeface="Times New Roman"/>
                <a:sym typeface="Times New Roman"/>
              </a:rPr>
              <a:t>†</a:t>
            </a:r>
            <a:r>
              <a:rPr b="1" lang="en-US" sz="7200">
                <a:solidFill>
                  <a:schemeClr val="lt1"/>
                </a:solidFill>
                <a:latin typeface="Times New Roman"/>
                <a:ea typeface="Times New Roman"/>
                <a:cs typeface="Times New Roman"/>
                <a:sym typeface="Times New Roman"/>
              </a:rPr>
              <a:t>. Amen.</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LẠY NỮ VƯƠNG</a:t>
            </a:r>
            <a:endParaRPr/>
          </a:p>
          <a:p>
            <a:pPr indent="0" lvl="0" marL="0" rtl="0" algn="just">
              <a:lnSpc>
                <a:spcPct val="100000"/>
              </a:lnSpc>
              <a:spcBef>
                <a:spcPts val="1443"/>
              </a:spcBef>
              <a:spcAft>
                <a:spcPts val="0"/>
              </a:spcAft>
              <a:buClr>
                <a:schemeClr val="lt1"/>
              </a:buClr>
              <a:buSzPct val="100000"/>
              <a:buNone/>
            </a:pPr>
            <a:r>
              <a:rPr b="1" lang="en-US" sz="7800">
                <a:solidFill>
                  <a:schemeClr val="lt1"/>
                </a:solidFill>
                <a:latin typeface="Times New Roman"/>
                <a:ea typeface="Times New Roman"/>
                <a:cs typeface="Times New Roman"/>
                <a:sym typeface="Times New Roman"/>
              </a:rPr>
              <a:t>Lạy Nữ Vương, Mẹ nhân lành làm cho chúng con đặng sống, đặng vui, đặng cậy.</a:t>
            </a:r>
            <a:endParaRPr b="1" sz="7800">
              <a:solidFill>
                <a:schemeClr val="lt1"/>
              </a:solidFill>
              <a:latin typeface="Times New Roman"/>
              <a:ea typeface="Times New Roman"/>
              <a:cs typeface="Times New Roman"/>
              <a:sym typeface="Times New Roman"/>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2" name="Shape 312"/>
        <p:cNvGrpSpPr/>
        <p:nvPr/>
      </p:nvGrpSpPr>
      <p:grpSpPr>
        <a:xfrm>
          <a:off x="0" y="0"/>
          <a:ext cx="0" cy="0"/>
          <a:chOff x="0" y="0"/>
          <a:chExt cx="0" cy="0"/>
        </a:xfrm>
      </p:grpSpPr>
      <p:sp>
        <p:nvSpPr>
          <p:cNvPr id="313" name="Google Shape;313;p4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Thân lạy Mẹ! chúng con, con cháu Evà ở chốn khách đày kêu đến cùng Bà,</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7" name="Shape 317"/>
        <p:cNvGrpSpPr/>
        <p:nvPr/>
      </p:nvGrpSpPr>
      <p:grpSpPr>
        <a:xfrm>
          <a:off x="0" y="0"/>
          <a:ext cx="0" cy="0"/>
          <a:chOff x="0" y="0"/>
          <a:chExt cx="0" cy="0"/>
        </a:xfrm>
      </p:grpSpPr>
      <p:sp>
        <p:nvSpPr>
          <p:cNvPr id="318" name="Google Shape;318;p4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ở nơi khóc lóc than thở kêu khẩn Bà thương. Hỡi Ôi! Bà là chủ bầu chúng con,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500"/>
              <a:buNone/>
            </a:pPr>
            <a:r>
              <a:t/>
            </a:r>
            <a:endParaRPr b="1" sz="44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lt1"/>
              </a:buClr>
              <a:buSzPts val="7500"/>
              <a:buNone/>
            </a:pPr>
            <a:r>
              <a:rPr b="1" lang="en-US" sz="7500">
                <a:solidFill>
                  <a:schemeClr val="lt1"/>
                </a:solidFill>
                <a:latin typeface="Times New Roman"/>
                <a:ea typeface="Times New Roman"/>
                <a:cs typeface="Times New Roman"/>
                <a:sym typeface="Times New Roman"/>
              </a:rPr>
              <a:t>xin ghé mắt thương xem chúng con. Đến sau khỏi đày,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7" name="Shape 327"/>
        <p:cNvGrpSpPr/>
        <p:nvPr/>
      </p:nvGrpSpPr>
      <p:grpSpPr>
        <a:xfrm>
          <a:off x="0" y="0"/>
          <a:ext cx="0" cy="0"/>
          <a:chOff x="0" y="0"/>
          <a:chExt cx="0" cy="0"/>
        </a:xfrm>
      </p:grpSpPr>
      <p:sp>
        <p:nvSpPr>
          <p:cNvPr id="328" name="Google Shape;328;p4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xin cho chúng con được thấy Đức Chúa Giêsu con lòng Bà gồm phúc lạ.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2" name="Shape 332"/>
        <p:cNvGrpSpPr/>
        <p:nvPr/>
      </p:nvGrpSpPr>
      <p:grpSpPr>
        <a:xfrm>
          <a:off x="0" y="0"/>
          <a:ext cx="0" cy="0"/>
          <a:chOff x="0" y="0"/>
          <a:chExt cx="0" cy="0"/>
        </a:xfrm>
      </p:grpSpPr>
      <p:sp>
        <p:nvSpPr>
          <p:cNvPr id="333" name="Google Shape;333;p5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Ôi khoan thay! nhân thay! dịu thay! Thánh Maria trọn đời đồng trinh. Amen.</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7" name="Shape 337"/>
        <p:cNvGrpSpPr/>
        <p:nvPr/>
      </p:nvGrpSpPr>
      <p:grpSpPr>
        <a:xfrm>
          <a:off x="0" y="0"/>
          <a:ext cx="0" cy="0"/>
          <a:chOff x="0" y="0"/>
          <a:chExt cx="0" cy="0"/>
        </a:xfrm>
      </p:grpSpPr>
      <p:sp>
        <p:nvSpPr>
          <p:cNvPr id="338" name="Google Shape;338;p5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10000"/>
          </a:bodyPr>
          <a:lstStyle/>
          <a:p>
            <a:pPr indent="0" lvl="0" marL="0" rtl="0" algn="ctr">
              <a:lnSpc>
                <a:spcPct val="100000"/>
              </a:lnSpc>
              <a:spcBef>
                <a:spcPts val="0"/>
              </a:spcBef>
              <a:spcAft>
                <a:spcPts val="0"/>
              </a:spcAft>
              <a:buClr>
                <a:schemeClr val="accent4"/>
              </a:buClr>
              <a:buSzPct val="100000"/>
              <a:buNone/>
            </a:pPr>
            <a:r>
              <a:rPr b="1" lang="en-US" sz="4400">
                <a:solidFill>
                  <a:schemeClr val="accent4"/>
                </a:solidFill>
                <a:latin typeface="Times New Roman"/>
                <a:ea typeface="Times New Roman"/>
                <a:cs typeface="Times New Roman"/>
                <a:sym typeface="Times New Roman"/>
              </a:rPr>
              <a:t>KINH NGHĨA ĐỨC TIN</a:t>
            </a:r>
            <a:endParaRPr/>
          </a:p>
          <a:p>
            <a:pPr indent="0" lvl="0" marL="0" rtl="0" algn="just">
              <a:lnSpc>
                <a:spcPct val="100000"/>
              </a:lnSpc>
              <a:spcBef>
                <a:spcPts val="1443"/>
              </a:spcBef>
              <a:spcAft>
                <a:spcPts val="0"/>
              </a:spcAft>
              <a:buClr>
                <a:schemeClr val="lt1"/>
              </a:buClr>
              <a:buSzPct val="100000"/>
              <a:buNone/>
            </a:pPr>
            <a:r>
              <a:rPr b="1" lang="en-US" sz="7800">
                <a:solidFill>
                  <a:schemeClr val="lt1"/>
                </a:solidFill>
                <a:latin typeface="Times New Roman"/>
                <a:ea typeface="Times New Roman"/>
                <a:cs typeface="Times New Roman"/>
                <a:sym typeface="Times New Roman"/>
              </a:rPr>
              <a:t>Ngày Chúa Nhật hôm nay, chúng con hợp nhau kính lạy thờ phượng Chúa, </a:t>
            </a:r>
            <a:endParaRPr b="1" sz="7800">
              <a:solidFill>
                <a:schemeClr val="lt1"/>
              </a:solidFill>
              <a:latin typeface="Times New Roman"/>
              <a:ea typeface="Times New Roman"/>
              <a:cs typeface="Times New Roman"/>
              <a:sym typeface="Times New Roman"/>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2" name="Shape 342"/>
        <p:cNvGrpSpPr/>
        <p:nvPr/>
      </p:nvGrpSpPr>
      <p:grpSpPr>
        <a:xfrm>
          <a:off x="0" y="0"/>
          <a:ext cx="0" cy="0"/>
          <a:chOff x="0" y="0"/>
          <a:chExt cx="0" cy="0"/>
        </a:xfrm>
      </p:grpSpPr>
      <p:sp>
        <p:nvSpPr>
          <p:cNvPr id="343" name="Google Shape;343;p5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khong khen cảm tạ ơn Chúa về mọi ơn lành Chúa đã ban cho chúng con,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7" name="Shape 347"/>
        <p:cNvGrpSpPr/>
        <p:nvPr/>
      </p:nvGrpSpPr>
      <p:grpSpPr>
        <a:xfrm>
          <a:off x="0" y="0"/>
          <a:ext cx="0" cy="0"/>
          <a:chOff x="0" y="0"/>
          <a:chExt cx="0" cy="0"/>
        </a:xfrm>
      </p:grpSpPr>
      <p:sp>
        <p:nvSpPr>
          <p:cNvPr id="348" name="Google Shape;348;p5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phạt tạ Chúa vì những tội lỗi chúng con đã phạm mất lòng Chúa:</a:t>
            </a:r>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4"/>
          <p:cNvSpPr txBox="1"/>
          <p:nvPr>
            <p:ph idx="1" type="subTitle"/>
          </p:nvPr>
        </p:nvSpPr>
        <p:spPr>
          <a:xfrm>
            <a:off x="92467" y="-205483"/>
            <a:ext cx="9051533" cy="5348983"/>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thì chúng con dám xin Chúa hãy khứng ban những ơn cần kíp cho chúng con được rỗi linh hồn. </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7" name="Shape 357"/>
        <p:cNvGrpSpPr/>
        <p:nvPr/>
      </p:nvGrpSpPr>
      <p:grpSpPr>
        <a:xfrm>
          <a:off x="0" y="0"/>
          <a:ext cx="0" cy="0"/>
          <a:chOff x="0" y="0"/>
          <a:chExt cx="0" cy="0"/>
        </a:xfrm>
      </p:grpSpPr>
      <p:sp>
        <p:nvSpPr>
          <p:cNvPr id="358" name="Google Shape;358;p5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300"/>
              <a:buNone/>
            </a:pPr>
            <a:r>
              <a:rPr b="1" lang="en-US" sz="7300">
                <a:solidFill>
                  <a:schemeClr val="lt1"/>
                </a:solidFill>
                <a:latin typeface="Times New Roman"/>
                <a:ea typeface="Times New Roman"/>
                <a:cs typeface="Times New Roman"/>
                <a:sym typeface="Times New Roman"/>
              </a:rPr>
              <a:t>Nên chúng con cả lòng tin vững vàng mọi điều đạo thánh Chúa dạy, </a:t>
            </a:r>
            <a:endParaRPr b="1" sz="7300">
              <a:solidFill>
                <a:schemeClr val="lt1"/>
              </a:solidFill>
              <a:latin typeface="Times New Roman"/>
              <a:ea typeface="Times New Roman"/>
              <a:cs typeface="Times New Roman"/>
              <a:sym typeface="Times New Roman"/>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2" name="Shape 362"/>
        <p:cNvGrpSpPr/>
        <p:nvPr/>
      </p:nvGrpSpPr>
      <p:grpSpPr>
        <a:xfrm>
          <a:off x="0" y="0"/>
          <a:ext cx="0" cy="0"/>
          <a:chOff x="0" y="0"/>
          <a:chExt cx="0" cy="0"/>
        </a:xfrm>
      </p:grpSpPr>
      <p:sp>
        <p:nvSpPr>
          <p:cNvPr id="363" name="Google Shape;363;p5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nhất là những điều cần kíp này là có một Đức Chúa Trời phép tắc vô cùng dựng nên trời đất, </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7" name="Shape 367"/>
        <p:cNvGrpSpPr/>
        <p:nvPr/>
      </p:nvGrpSpPr>
      <p:grpSpPr>
        <a:xfrm>
          <a:off x="0" y="0"/>
          <a:ext cx="0" cy="0"/>
          <a:chOff x="0" y="0"/>
          <a:chExt cx="0" cy="0"/>
        </a:xfrm>
      </p:grpSpPr>
      <p:sp>
        <p:nvSpPr>
          <p:cNvPr id="368" name="Google Shape;368;p57"/>
          <p:cNvSpPr txBox="1"/>
          <p:nvPr>
            <p:ph idx="1" type="subTitle"/>
          </p:nvPr>
        </p:nvSpPr>
        <p:spPr>
          <a:xfrm>
            <a:off x="0" y="-308225"/>
            <a:ext cx="9144000" cy="5451725"/>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mà Người có Ba Ngôi. Ngôi Thứ Nhất là Cha, Ngôi Thứ Hai là Con, Ngôi Thứ Ba là Thánh Thần; </a:t>
            </a:r>
            <a:endParaRPr/>
          </a:p>
          <a:p>
            <a:pPr indent="0" lvl="0" marL="0" rtl="0" algn="just">
              <a:lnSpc>
                <a:spcPct val="100000"/>
              </a:lnSpc>
              <a:spcBef>
                <a:spcPts val="1400"/>
              </a:spcBef>
              <a:spcAft>
                <a:spcPts val="0"/>
              </a:spcAft>
              <a:buClr>
                <a:srgbClr val="888888"/>
              </a:buClr>
              <a:buSzPts val="7000"/>
              <a:buNone/>
            </a:pPr>
            <a:r>
              <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2" name="Shape 372"/>
        <p:cNvGrpSpPr/>
        <p:nvPr/>
      </p:nvGrpSpPr>
      <p:grpSpPr>
        <a:xfrm>
          <a:off x="0" y="0"/>
          <a:ext cx="0" cy="0"/>
          <a:chOff x="0" y="0"/>
          <a:chExt cx="0" cy="0"/>
        </a:xfrm>
      </p:grpSpPr>
      <p:sp>
        <p:nvSpPr>
          <p:cNvPr id="373" name="Google Shape;373;p5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Ba Ngôi cũng một tính một phép, cho nên Ba Ngôi cũng một Chúa mà thôi.</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7" name="Shape 377"/>
        <p:cNvGrpSpPr/>
        <p:nvPr/>
      </p:nvGrpSpPr>
      <p:grpSpPr>
        <a:xfrm>
          <a:off x="0" y="0"/>
          <a:ext cx="0" cy="0"/>
          <a:chOff x="0" y="0"/>
          <a:chExt cx="0" cy="0"/>
        </a:xfrm>
      </p:grpSpPr>
      <p:sp>
        <p:nvSpPr>
          <p:cNvPr id="378" name="Google Shape;378;p5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Chúng con tin Ngôi Thứ Hai ra đời làm người, sinh bởi Bà Maria Đồng Trinh,</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6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đặt tên là Giêsu, ở thế gian ba mươi ba năm, đoạn chịu chết trên cây Thánh giá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7" name="Shape 387"/>
        <p:cNvGrpSpPr/>
        <p:nvPr/>
      </p:nvGrpSpPr>
      <p:grpSpPr>
        <a:xfrm>
          <a:off x="0" y="0"/>
          <a:ext cx="0" cy="0"/>
          <a:chOff x="0" y="0"/>
          <a:chExt cx="0" cy="0"/>
        </a:xfrm>
      </p:grpSpPr>
      <p:sp>
        <p:nvSpPr>
          <p:cNvPr id="388" name="Google Shape;388;p6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t/>
            </a:r>
            <a:endParaRPr b="1" sz="44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mà chuộc tội cho thiên hạ, đến ngày thứ ba Người sống lại; </a:t>
            </a:r>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2" name="Shape 392"/>
        <p:cNvGrpSpPr/>
        <p:nvPr/>
      </p:nvGrpSpPr>
      <p:grpSpPr>
        <a:xfrm>
          <a:off x="0" y="0"/>
          <a:ext cx="0" cy="0"/>
          <a:chOff x="0" y="0"/>
          <a:chExt cx="0" cy="0"/>
        </a:xfrm>
      </p:grpSpPr>
      <p:sp>
        <p:nvSpPr>
          <p:cNvPr id="393" name="Google Shape;393;p62"/>
          <p:cNvSpPr txBox="1"/>
          <p:nvPr>
            <p:ph idx="1" type="subTitle"/>
          </p:nvPr>
        </p:nvSpPr>
        <p:spPr>
          <a:xfrm>
            <a:off x="0" y="-164387"/>
            <a:ext cx="9144000" cy="5307887"/>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khỏi bốn mươi ngày lên trời; đủ mười ngày lại cho Đức Chúa Thánh Thần</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63"/>
          <p:cNvSpPr txBox="1"/>
          <p:nvPr>
            <p:ph idx="1" type="subTitle"/>
          </p:nvPr>
        </p:nvSpPr>
        <p:spPr>
          <a:xfrm>
            <a:off x="0" y="0"/>
            <a:ext cx="9226193"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xuống trên các thánh Tông đồ và Hội Thánh mới lập;</a:t>
            </a:r>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2" name="Shape 402"/>
        <p:cNvGrpSpPr/>
        <p:nvPr/>
      </p:nvGrpSpPr>
      <p:grpSpPr>
        <a:xfrm>
          <a:off x="0" y="0"/>
          <a:ext cx="0" cy="0"/>
          <a:chOff x="0" y="0"/>
          <a:chExt cx="0" cy="0"/>
        </a:xfrm>
      </p:grpSpPr>
      <p:sp>
        <p:nvSpPr>
          <p:cNvPr id="403" name="Google Shape;403;p6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ai chẳng thông công cùng Hội Thánh ấy thì chẳng đặng rỗi linh hồn;</a:t>
            </a:r>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7" name="Shape 407"/>
        <p:cNvGrpSpPr/>
        <p:nvPr/>
      </p:nvGrpSpPr>
      <p:grpSpPr>
        <a:xfrm>
          <a:off x="0" y="0"/>
          <a:ext cx="0" cy="0"/>
          <a:chOff x="0" y="0"/>
          <a:chExt cx="0" cy="0"/>
        </a:xfrm>
      </p:grpSpPr>
      <p:sp>
        <p:nvSpPr>
          <p:cNvPr id="408" name="Google Shape;408;p65"/>
          <p:cNvSpPr txBox="1"/>
          <p:nvPr>
            <p:ph idx="1" type="subTitle"/>
          </p:nvPr>
        </p:nvSpPr>
        <p:spPr>
          <a:xfrm>
            <a:off x="0" y="0"/>
            <a:ext cx="9144000" cy="5143499"/>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mà linh hồn là giống thiêng liêng chẳng hề chết đặng; và đến ngày tận thế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2" name="Shape 412"/>
        <p:cNvGrpSpPr/>
        <p:nvPr/>
      </p:nvGrpSpPr>
      <p:grpSpPr>
        <a:xfrm>
          <a:off x="0" y="0"/>
          <a:ext cx="0" cy="0"/>
          <a:chOff x="0" y="0"/>
          <a:chExt cx="0" cy="0"/>
        </a:xfrm>
      </p:grpSpPr>
      <p:sp>
        <p:nvSpPr>
          <p:cNvPr id="413" name="Google Shape;413;p6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xác loài người ta sẽ sống lại mà chịu phán xét;</a:t>
            </a:r>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7" name="Shape 417"/>
        <p:cNvGrpSpPr/>
        <p:nvPr/>
      </p:nvGrpSpPr>
      <p:grpSpPr>
        <a:xfrm>
          <a:off x="0" y="0"/>
          <a:ext cx="0" cy="0"/>
          <a:chOff x="0" y="0"/>
          <a:chExt cx="0" cy="0"/>
        </a:xfrm>
      </p:grpSpPr>
      <p:sp>
        <p:nvSpPr>
          <p:cNvPr id="418" name="Google Shape;418;p6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kẻ lành lên thiên đàng hưởng phước đời đời; kẻ dữ sa hỏa ngục chịu phạt vô cùng.</a:t>
            </a:r>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6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Mà chúng con tin các sự ấy mà thôi thì chưa đủ cho đặng lên </a:t>
            </a: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thiên đàng;</a:t>
            </a:r>
            <a:endParaRPr/>
          </a:p>
        </p:txBody>
      </p:sp>
    </p:spTree>
  </p:cSld>
  <p:clrMapOvr>
    <a:masterClrMapping/>
  </p:clrMapOvr>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7" name="Shape 427"/>
        <p:cNvGrpSpPr/>
        <p:nvPr/>
      </p:nvGrpSpPr>
      <p:grpSpPr>
        <a:xfrm>
          <a:off x="0" y="0"/>
          <a:ext cx="0" cy="0"/>
          <a:chOff x="0" y="0"/>
          <a:chExt cx="0" cy="0"/>
        </a:xfrm>
      </p:grpSpPr>
      <p:sp>
        <p:nvSpPr>
          <p:cNvPr id="428" name="Google Shape;428;p6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song phải giữ Mười điều răn Đức Chúa Trời cùng Năm luật điều Hội Thánh,</a:t>
            </a:r>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2" name="Shape 432"/>
        <p:cNvGrpSpPr/>
        <p:nvPr/>
      </p:nvGrpSpPr>
      <p:grpSpPr>
        <a:xfrm>
          <a:off x="0" y="0"/>
          <a:ext cx="0" cy="0"/>
          <a:chOff x="0" y="0"/>
          <a:chExt cx="0" cy="0"/>
        </a:xfrm>
      </p:grpSpPr>
      <p:sp>
        <p:nvSpPr>
          <p:cNvPr id="433" name="Google Shape;433;p7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làm những việc lành phước đức.</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Nhân vì sự ấy, chúng con hằng phải sợ hãi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7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và trốn tránh các tội lỗi, nhất là bảy mối tội đầu, là căn nguyên mọi tội lỗi khác.</a:t>
            </a:r>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72"/>
          <p:cNvSpPr txBox="1"/>
          <p:nvPr>
            <p:ph idx="1" type="subTitle"/>
          </p:nvPr>
        </p:nvSpPr>
        <p:spPr>
          <a:xfrm>
            <a:off x="0" y="-246580"/>
            <a:ext cx="9144000" cy="539008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6800"/>
              <a:buNone/>
            </a:pPr>
            <a:r>
              <a:rPr b="1" lang="en-US" sz="6800">
                <a:solidFill>
                  <a:schemeClr val="lt1"/>
                </a:solidFill>
                <a:latin typeface="Times New Roman"/>
                <a:ea typeface="Times New Roman"/>
                <a:cs typeface="Times New Roman"/>
                <a:sym typeface="Times New Roman"/>
              </a:rPr>
              <a:t>Vậy chúng con phải ân cần lo lắng mà năng chịu các phép bí tích Đức</a:t>
            </a:r>
            <a:r>
              <a:rPr b="1" lang="en-US" sz="6000">
                <a:solidFill>
                  <a:schemeClr val="lt1"/>
                </a:solidFill>
                <a:latin typeface="Times New Roman"/>
                <a:ea typeface="Times New Roman"/>
                <a:cs typeface="Times New Roman"/>
                <a:sym typeface="Times New Roman"/>
              </a:rPr>
              <a:t> </a:t>
            </a:r>
            <a:r>
              <a:rPr b="1" lang="en-US" sz="6800">
                <a:solidFill>
                  <a:schemeClr val="lt1"/>
                </a:solidFill>
                <a:latin typeface="Times New Roman"/>
                <a:ea typeface="Times New Roman"/>
                <a:cs typeface="Times New Roman"/>
                <a:sym typeface="Times New Roman"/>
              </a:rPr>
              <a:t>Chúa</a:t>
            </a:r>
            <a:r>
              <a:rPr b="1" lang="en-US" sz="6000">
                <a:solidFill>
                  <a:schemeClr val="lt1"/>
                </a:solidFill>
                <a:latin typeface="Times New Roman"/>
                <a:ea typeface="Times New Roman"/>
                <a:cs typeface="Times New Roman"/>
                <a:sym typeface="Times New Roman"/>
              </a:rPr>
              <a:t> </a:t>
            </a:r>
            <a:r>
              <a:rPr b="1" lang="en-US" sz="6800">
                <a:solidFill>
                  <a:schemeClr val="lt1"/>
                </a:solidFill>
                <a:latin typeface="Times New Roman"/>
                <a:ea typeface="Times New Roman"/>
                <a:cs typeface="Times New Roman"/>
                <a:sym typeface="Times New Roman"/>
              </a:rPr>
              <a:t>Giêsu đã truyền,</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7" name="Shape 447"/>
        <p:cNvGrpSpPr/>
        <p:nvPr/>
      </p:nvGrpSpPr>
      <p:grpSpPr>
        <a:xfrm>
          <a:off x="0" y="0"/>
          <a:ext cx="0" cy="0"/>
          <a:chOff x="0" y="0"/>
          <a:chExt cx="0" cy="0"/>
        </a:xfrm>
      </p:grpSpPr>
      <p:sp>
        <p:nvSpPr>
          <p:cNvPr id="448" name="Google Shape;448;p7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là những phương linh nghiệm cho chúng con đặng nên thánh.</a:t>
            </a:r>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2" name="Shape 452"/>
        <p:cNvGrpSpPr/>
        <p:nvPr/>
      </p:nvGrpSpPr>
      <p:grpSpPr>
        <a:xfrm>
          <a:off x="0" y="0"/>
          <a:ext cx="0" cy="0"/>
          <a:chOff x="0" y="0"/>
          <a:chExt cx="0" cy="0"/>
        </a:xfrm>
      </p:grpSpPr>
      <p:sp>
        <p:nvSpPr>
          <p:cNvPr id="453" name="Google Shape;453;p7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Có bảy phép bí tích mà thôi, song phép Rửa tội, phép Mình Thánh Chúa,</a:t>
            </a:r>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7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cùng phép Giải tội, là ba phép cần kíp hơn cho chúng con đặng rỗi. </a:t>
            </a:r>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2" name="Shape 462"/>
        <p:cNvGrpSpPr/>
        <p:nvPr/>
      </p:nvGrpSpPr>
      <p:grpSpPr>
        <a:xfrm>
          <a:off x="0" y="0"/>
          <a:ext cx="0" cy="0"/>
          <a:chOff x="0" y="0"/>
          <a:chExt cx="0" cy="0"/>
        </a:xfrm>
      </p:grpSpPr>
      <p:sp>
        <p:nvSpPr>
          <p:cNvPr id="463" name="Google Shape;463;p7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Ấy vậy chúng con hằng phải ra sức lo lắng thể nào mà chịu các phép trọng ấy cho nên, </a:t>
            </a:r>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7" name="Shape 467"/>
        <p:cNvGrpSpPr/>
        <p:nvPr/>
      </p:nvGrpSpPr>
      <p:grpSpPr>
        <a:xfrm>
          <a:off x="0" y="0"/>
          <a:ext cx="0" cy="0"/>
          <a:chOff x="0" y="0"/>
          <a:chExt cx="0" cy="0"/>
        </a:xfrm>
      </p:grpSpPr>
      <p:sp>
        <p:nvSpPr>
          <p:cNvPr id="468" name="Google Shape;468;p7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cùng tin thật vững vàng mà giữ cẩn thận các điều trước này,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2" name="Shape 472"/>
        <p:cNvGrpSpPr/>
        <p:nvPr/>
      </p:nvGrpSpPr>
      <p:grpSpPr>
        <a:xfrm>
          <a:off x="0" y="0"/>
          <a:ext cx="0" cy="0"/>
          <a:chOff x="0" y="0"/>
          <a:chExt cx="0" cy="0"/>
        </a:xfrm>
      </p:grpSpPr>
      <p:sp>
        <p:nvSpPr>
          <p:cNvPr id="473" name="Google Shape;473;p7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thì mới đặng hưởng  phúc thanh nhàn đời đời kiếp kiếp. Amen.</a:t>
            </a:r>
            <a:endParaRPr/>
          </a:p>
        </p:txBody>
      </p:sp>
    </p:spTree>
  </p:cSld>
  <p:clrMapOvr>
    <a:masterClrMapping/>
  </p:clrMapOvr>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7" name="Shape 477"/>
        <p:cNvGrpSpPr/>
        <p:nvPr/>
      </p:nvGrpSpPr>
      <p:grpSpPr>
        <a:xfrm>
          <a:off x="0" y="0"/>
          <a:ext cx="0" cy="0"/>
          <a:chOff x="0" y="0"/>
          <a:chExt cx="0" cy="0"/>
        </a:xfrm>
      </p:grpSpPr>
      <p:sp>
        <p:nvSpPr>
          <p:cNvPr id="478" name="Google Shape;478;p79"/>
          <p:cNvSpPr txBox="1"/>
          <p:nvPr>
            <p:ph idx="1" type="subTitle"/>
          </p:nvPr>
        </p:nvSpPr>
        <p:spPr>
          <a:xfrm>
            <a:off x="0" y="-143838"/>
            <a:ext cx="9144000" cy="5287338"/>
          </a:xfrm>
          <a:prstGeom prst="rect">
            <a:avLst/>
          </a:prstGeom>
          <a:solidFill>
            <a:srgbClr val="002060"/>
          </a:solidFill>
          <a:ln>
            <a:noFill/>
          </a:ln>
        </p:spPr>
        <p:txBody>
          <a:bodyPr anchorCtr="0" anchor="t" bIns="45700" lIns="91425" spcFirstLastPara="1" rIns="91425" wrap="square" tIns="45700">
            <a:noAutofit/>
          </a:bodyPr>
          <a:lstStyle/>
          <a:p>
            <a:pPr indent="0" lvl="0" marL="0" rtl="0" algn="ctr">
              <a:lnSpc>
                <a:spcPct val="100000"/>
              </a:lnSpc>
              <a:spcBef>
                <a:spcPts val="0"/>
              </a:spcBef>
              <a:spcAft>
                <a:spcPts val="0"/>
              </a:spcAft>
              <a:buClr>
                <a:schemeClr val="accent4"/>
              </a:buClr>
              <a:buSzPts val="4400"/>
              <a:buNone/>
            </a:pPr>
            <a:r>
              <a:rPr b="1" lang="en-US" sz="4400">
                <a:solidFill>
                  <a:schemeClr val="accent4"/>
                </a:solidFill>
                <a:latin typeface="Times New Roman"/>
                <a:ea typeface="Times New Roman"/>
                <a:cs typeface="Times New Roman"/>
                <a:sym typeface="Times New Roman"/>
              </a:rPr>
              <a:t>Đạo Đức Chúa Trời có 10 điều răn:</a:t>
            </a:r>
            <a:endParaRPr/>
          </a:p>
          <a:p>
            <a:pPr indent="0" lvl="0" marL="0" rtl="0" algn="just">
              <a:lnSpc>
                <a:spcPct val="100000"/>
              </a:lnSpc>
              <a:spcBef>
                <a:spcPts val="1440"/>
              </a:spcBef>
              <a:spcAft>
                <a:spcPts val="0"/>
              </a:spcAft>
              <a:buClr>
                <a:schemeClr val="accent4"/>
              </a:buClr>
              <a:buSzPts val="6600"/>
              <a:buNone/>
            </a:pPr>
            <a:r>
              <a:rPr b="1" lang="en-US" sz="66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Thờ phượng một Đức Chúa Trời và kính mến người trên hết mọi sự.</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2" name="Shape 482"/>
        <p:cNvGrpSpPr/>
        <p:nvPr/>
      </p:nvGrpSpPr>
      <p:grpSpPr>
        <a:xfrm>
          <a:off x="0" y="0"/>
          <a:ext cx="0" cy="0"/>
          <a:chOff x="0" y="0"/>
          <a:chExt cx="0" cy="0"/>
        </a:xfrm>
      </p:grpSpPr>
      <p:sp>
        <p:nvSpPr>
          <p:cNvPr id="483" name="Google Shape;483;p8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hai: </a:t>
            </a:r>
            <a:r>
              <a:rPr b="1" lang="en-US" sz="7200">
                <a:solidFill>
                  <a:schemeClr val="lt1"/>
                </a:solidFill>
                <a:latin typeface="Times New Roman"/>
                <a:ea typeface="Times New Roman"/>
                <a:cs typeface="Times New Roman"/>
                <a:sym typeface="Times New Roman"/>
              </a:rPr>
              <a:t>Chớ kêu tên Đức Chúa Trời vô cớ.</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 </a:t>
            </a:r>
            <a:r>
              <a:rPr b="1" lang="en-US" sz="7200">
                <a:solidFill>
                  <a:schemeClr val="lt1"/>
                </a:solidFill>
                <a:latin typeface="Times New Roman"/>
                <a:ea typeface="Times New Roman"/>
                <a:cs typeface="Times New Roman"/>
                <a:sym typeface="Times New Roman"/>
              </a:rPr>
              <a:t>Giữ ngày Chúa Nhật.</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7" name="Shape 487"/>
        <p:cNvGrpSpPr/>
        <p:nvPr/>
      </p:nvGrpSpPr>
      <p:grpSpPr>
        <a:xfrm>
          <a:off x="0" y="0"/>
          <a:ext cx="0" cy="0"/>
          <a:chOff x="0" y="0"/>
          <a:chExt cx="0" cy="0"/>
        </a:xfrm>
      </p:grpSpPr>
      <p:sp>
        <p:nvSpPr>
          <p:cNvPr id="488" name="Google Shape;488;p8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Thảo kính cha mẹ.</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Chớ giết người.</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2" name="Shape 492"/>
        <p:cNvGrpSpPr/>
        <p:nvPr/>
      </p:nvGrpSpPr>
      <p:grpSpPr>
        <a:xfrm>
          <a:off x="0" y="0"/>
          <a:ext cx="0" cy="0"/>
          <a:chOff x="0" y="0"/>
          <a:chExt cx="0" cy="0"/>
        </a:xfrm>
      </p:grpSpPr>
      <p:sp>
        <p:nvSpPr>
          <p:cNvPr id="493" name="Google Shape;493;p8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 </a:t>
            </a:r>
            <a:r>
              <a:rPr b="1" lang="en-US" sz="7200">
                <a:solidFill>
                  <a:schemeClr val="lt1"/>
                </a:solidFill>
                <a:latin typeface="Times New Roman"/>
                <a:ea typeface="Times New Roman"/>
                <a:cs typeface="Times New Roman"/>
                <a:sym typeface="Times New Roman"/>
              </a:rPr>
              <a:t>Chớ làm sự dâm dục.</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bảy: </a:t>
            </a:r>
            <a:r>
              <a:rPr b="1" lang="en-US" sz="7200">
                <a:solidFill>
                  <a:schemeClr val="lt1"/>
                </a:solidFill>
                <a:latin typeface="Times New Roman"/>
                <a:ea typeface="Times New Roman"/>
                <a:cs typeface="Times New Roman"/>
                <a:sym typeface="Times New Roman"/>
              </a:rPr>
              <a:t>Chớ lấy của người.</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8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tám: </a:t>
            </a:r>
            <a:r>
              <a:rPr b="1" lang="en-US" sz="7200">
                <a:solidFill>
                  <a:schemeClr val="lt1"/>
                </a:solidFill>
                <a:latin typeface="Times New Roman"/>
                <a:ea typeface="Times New Roman"/>
                <a:cs typeface="Times New Roman"/>
                <a:sym typeface="Times New Roman"/>
              </a:rPr>
              <a:t>Chớ làm chứng dối.</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chín: </a:t>
            </a:r>
            <a:r>
              <a:rPr b="1" lang="en-US" sz="7200">
                <a:solidFill>
                  <a:schemeClr val="lt1"/>
                </a:solidFill>
                <a:latin typeface="Times New Roman"/>
                <a:ea typeface="Times New Roman"/>
                <a:cs typeface="Times New Roman"/>
                <a:sym typeface="Times New Roman"/>
              </a:rPr>
              <a:t>Chớ muốn vợ chồng người.</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2" name="Shape 502"/>
        <p:cNvGrpSpPr/>
        <p:nvPr/>
      </p:nvGrpSpPr>
      <p:grpSpPr>
        <a:xfrm>
          <a:off x="0" y="0"/>
          <a:ext cx="0" cy="0"/>
          <a:chOff x="0" y="0"/>
          <a:chExt cx="0" cy="0"/>
        </a:xfrm>
      </p:grpSpPr>
      <p:sp>
        <p:nvSpPr>
          <p:cNvPr id="503" name="Google Shape;503;p8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mười: </a:t>
            </a:r>
            <a:r>
              <a:rPr b="1" lang="en-US" sz="7200">
                <a:solidFill>
                  <a:schemeClr val="lt1"/>
                </a:solidFill>
                <a:latin typeface="Times New Roman"/>
                <a:ea typeface="Times New Roman"/>
                <a:cs typeface="Times New Roman"/>
                <a:sym typeface="Times New Roman"/>
              </a:rPr>
              <a:t>Chớ tham </a:t>
            </a:r>
            <a:br>
              <a:rPr b="1" lang="en-US" sz="7200">
                <a:solidFill>
                  <a:schemeClr val="lt1"/>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của người.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lt1"/>
              </a:buClr>
              <a:buSzPts val="7200"/>
              <a:buNone/>
            </a:pPr>
            <a:r>
              <a:rPr b="1" lang="en-US" sz="7200">
                <a:solidFill>
                  <a:schemeClr val="lt1"/>
                </a:solidFill>
                <a:latin typeface="Times New Roman"/>
                <a:ea typeface="Times New Roman"/>
                <a:cs typeface="Times New Roman"/>
                <a:sym typeface="Times New Roman"/>
              </a:rPr>
              <a:t>Mười điều răn ấy tóm về hai này mà chớ:</a:t>
            </a:r>
            <a:endParaRPr b="1" i="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7" name="Shape 507"/>
        <p:cNvGrpSpPr/>
        <p:nvPr/>
      </p:nvGrpSpPr>
      <p:grpSpPr>
        <a:xfrm>
          <a:off x="0" y="0"/>
          <a:ext cx="0" cy="0"/>
          <a:chOff x="0" y="0"/>
          <a:chExt cx="0" cy="0"/>
        </a:xfrm>
      </p:grpSpPr>
      <p:sp>
        <p:nvSpPr>
          <p:cNvPr id="508" name="Google Shape;508;p85"/>
          <p:cNvSpPr txBox="1"/>
          <p:nvPr>
            <p:ph idx="1" type="subTitle"/>
          </p:nvPr>
        </p:nvSpPr>
        <p:spPr>
          <a:xfrm>
            <a:off x="0" y="-226031"/>
            <a:ext cx="9144000" cy="5369531"/>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lt1"/>
              </a:buClr>
              <a:buSzPts val="7000"/>
              <a:buNone/>
            </a:pPr>
            <a:r>
              <a:rPr b="1" lang="en-US" sz="7000">
                <a:solidFill>
                  <a:schemeClr val="lt1"/>
                </a:solidFill>
                <a:latin typeface="Times New Roman"/>
                <a:ea typeface="Times New Roman"/>
                <a:cs typeface="Times New Roman"/>
                <a:sym typeface="Times New Roman"/>
              </a:rPr>
              <a:t>trước kính mến một Đức Chúa Trời trên hết mọi sự; sau lại yêu người như mình ta vậy. </a:t>
            </a:r>
            <a:r>
              <a:rPr b="1" i="1" lang="en-US" sz="7000">
                <a:solidFill>
                  <a:schemeClr val="lt1"/>
                </a:solidFill>
                <a:latin typeface="Times New Roman"/>
                <a:ea typeface="Times New Roman"/>
                <a:cs typeface="Times New Roman"/>
                <a:sym typeface="Times New Roman"/>
              </a:rPr>
              <a:t>Amen.</a:t>
            </a:r>
            <a:endParaRPr/>
          </a:p>
          <a:p>
            <a:pPr indent="0" lvl="0" marL="0" rtl="0" algn="just">
              <a:lnSpc>
                <a:spcPct val="100000"/>
              </a:lnSpc>
              <a:spcBef>
                <a:spcPts val="0"/>
              </a:spcBef>
              <a:spcAft>
                <a:spcPts val="0"/>
              </a:spcAft>
              <a:buClr>
                <a:srgbClr val="888888"/>
              </a:buClr>
              <a:buSzPts val="7000"/>
              <a:buNone/>
            </a:pPr>
            <a:r>
              <a:t/>
            </a:r>
            <a:endParaRPr b="1" i="1" sz="7000">
              <a:solidFill>
                <a:schemeClr val="lt1"/>
              </a:solidFill>
              <a:latin typeface="Times New Roman"/>
              <a:ea typeface="Times New Roman"/>
              <a:cs typeface="Times New Roman"/>
              <a:sym typeface="Times New Roman"/>
            </a:endParaRPr>
          </a:p>
        </p:txBody>
      </p:sp>
    </p:spTree>
  </p:cSld>
  <p:clrMapOvr>
    <a:masterClrMapping/>
  </p:clrMapOvr>
</p:sld>
</file>

<file path=ppt/slides/slide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2" name="Shape 512"/>
        <p:cNvGrpSpPr/>
        <p:nvPr/>
      </p:nvGrpSpPr>
      <p:grpSpPr>
        <a:xfrm>
          <a:off x="0" y="0"/>
          <a:ext cx="0" cy="0"/>
          <a:chOff x="0" y="0"/>
          <a:chExt cx="0" cy="0"/>
        </a:xfrm>
      </p:grpSpPr>
      <p:sp>
        <p:nvSpPr>
          <p:cNvPr id="513" name="Google Shape;513;p8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ctr">
              <a:lnSpc>
                <a:spcPct val="100000"/>
              </a:lnSpc>
              <a:spcBef>
                <a:spcPts val="0"/>
              </a:spcBef>
              <a:spcAft>
                <a:spcPts val="0"/>
              </a:spcAft>
              <a:buClr>
                <a:schemeClr val="accent4"/>
              </a:buClr>
              <a:buSzPts val="4500"/>
              <a:buNone/>
            </a:pPr>
            <a:r>
              <a:rPr b="1" lang="en-US" sz="4500">
                <a:solidFill>
                  <a:schemeClr val="accent4"/>
                </a:solidFill>
                <a:latin typeface="Times New Roman"/>
                <a:ea typeface="Times New Roman"/>
                <a:cs typeface="Times New Roman"/>
                <a:sym typeface="Times New Roman"/>
              </a:rPr>
              <a:t>Hội Thánh có 5 điều răn:</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nhất: </a:t>
            </a:r>
            <a:r>
              <a:rPr b="1" lang="en-US" sz="7200">
                <a:solidFill>
                  <a:schemeClr val="lt1"/>
                </a:solidFill>
                <a:latin typeface="Times New Roman"/>
                <a:ea typeface="Times New Roman"/>
                <a:cs typeface="Times New Roman"/>
                <a:sym typeface="Times New Roman"/>
              </a:rPr>
              <a:t>dự lễ và kiêng việc xác ngày Chúa Nhật cùng các ngày lễ buộc;</a:t>
            </a:r>
            <a:endParaRPr/>
          </a:p>
        </p:txBody>
      </p:sp>
    </p:spTree>
  </p:cSld>
  <p:clrMapOvr>
    <a:masterClrMapping/>
  </p:clrMapOvr>
</p:sld>
</file>

<file path=ppt/slides/slide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87"/>
          <p:cNvSpPr txBox="1"/>
          <p:nvPr>
            <p:ph idx="1" type="subTitle"/>
          </p:nvPr>
        </p:nvSpPr>
        <p:spPr>
          <a:xfrm>
            <a:off x="0" y="-236306"/>
            <a:ext cx="9144000" cy="5379806"/>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6800"/>
              <a:buNone/>
            </a:pPr>
            <a:r>
              <a:rPr b="1" lang="en-US" sz="6800">
                <a:solidFill>
                  <a:schemeClr val="accent4"/>
                </a:solidFill>
                <a:latin typeface="Times New Roman"/>
                <a:ea typeface="Times New Roman"/>
                <a:cs typeface="Times New Roman"/>
                <a:sym typeface="Times New Roman"/>
              </a:rPr>
              <a:t>Thứ hai: </a:t>
            </a:r>
            <a:r>
              <a:rPr b="1" lang="en-US" sz="6800">
                <a:solidFill>
                  <a:schemeClr val="lt1"/>
                </a:solidFill>
                <a:latin typeface="Times New Roman"/>
                <a:ea typeface="Times New Roman"/>
                <a:cs typeface="Times New Roman"/>
                <a:sym typeface="Times New Roman"/>
              </a:rPr>
              <a:t>xưng tội trong một năm ít là một lần;</a:t>
            </a:r>
            <a:endParaRPr b="1" sz="6800">
              <a:solidFill>
                <a:schemeClr val="lt1"/>
              </a:solidFill>
              <a:latin typeface="Times New Roman"/>
              <a:ea typeface="Times New Roman"/>
              <a:cs typeface="Times New Roman"/>
              <a:sym typeface="Times New Roman"/>
            </a:endParaRPr>
          </a:p>
          <a:p>
            <a:pPr indent="0" lvl="0" marL="0" rtl="0" algn="just">
              <a:lnSpc>
                <a:spcPct val="100000"/>
              </a:lnSpc>
              <a:spcBef>
                <a:spcPts val="1360"/>
              </a:spcBef>
              <a:spcAft>
                <a:spcPts val="0"/>
              </a:spcAft>
              <a:buClr>
                <a:schemeClr val="accent4"/>
              </a:buClr>
              <a:buSzPts val="6800"/>
              <a:buNone/>
            </a:pPr>
            <a:r>
              <a:rPr b="1" lang="en-US" sz="6800">
                <a:solidFill>
                  <a:schemeClr val="accent4"/>
                </a:solidFill>
                <a:latin typeface="Times New Roman"/>
                <a:ea typeface="Times New Roman"/>
                <a:cs typeface="Times New Roman"/>
                <a:sym typeface="Times New Roman"/>
              </a:rPr>
              <a:t>Thứ ba: </a:t>
            </a:r>
            <a:r>
              <a:rPr b="1" lang="en-US" sz="6800">
                <a:solidFill>
                  <a:schemeClr val="lt1"/>
                </a:solidFill>
                <a:latin typeface="Times New Roman"/>
                <a:ea typeface="Times New Roman"/>
                <a:cs typeface="Times New Roman"/>
                <a:sym typeface="Times New Roman"/>
              </a:rPr>
              <a:t>rước Mình Thánh Chúa trong mùa Phục Sinh;</a:t>
            </a:r>
            <a:endParaRPr sz="6800">
              <a:solidFill>
                <a:schemeClr val="lt1"/>
              </a:solidFill>
              <a:latin typeface="Times New Roman"/>
              <a:ea typeface="Times New Roman"/>
              <a:cs typeface="Times New Roman"/>
              <a:sym typeface="Times New Roman"/>
            </a:endParaRPr>
          </a:p>
        </p:txBody>
      </p:sp>
    </p:spTree>
  </p:cSld>
  <p:clrMapOvr>
    <a:masterClrMapping/>
  </p:clrMapOvr>
</p:sld>
</file>

<file path=ppt/slides/slide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2" name="Shape 522"/>
        <p:cNvGrpSpPr/>
        <p:nvPr/>
      </p:nvGrpSpPr>
      <p:grpSpPr>
        <a:xfrm>
          <a:off x="0" y="0"/>
          <a:ext cx="0" cy="0"/>
          <a:chOff x="0" y="0"/>
          <a:chExt cx="0" cy="0"/>
        </a:xfrm>
      </p:grpSpPr>
      <p:sp>
        <p:nvSpPr>
          <p:cNvPr id="523" name="Google Shape;523;p88"/>
          <p:cNvSpPr txBox="1"/>
          <p:nvPr>
            <p:ph idx="1" type="subTitle"/>
          </p:nvPr>
        </p:nvSpPr>
        <p:spPr>
          <a:xfrm>
            <a:off x="0" y="0"/>
            <a:ext cx="9144000" cy="5143499"/>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bốn: </a:t>
            </a:r>
            <a:r>
              <a:rPr b="1" lang="en-US" sz="7200">
                <a:solidFill>
                  <a:schemeClr val="lt1"/>
                </a:solidFill>
                <a:latin typeface="Times New Roman"/>
                <a:ea typeface="Times New Roman"/>
                <a:cs typeface="Times New Roman"/>
                <a:sym typeface="Times New Roman"/>
              </a:rPr>
              <a:t>giữ chay và kiêng thịt những ngày Hội Thánh buộc;</a:t>
            </a:r>
            <a:endParaRPr/>
          </a:p>
        </p:txBody>
      </p:sp>
    </p:spTree>
  </p:cSld>
  <p:clrMapOvr>
    <a:masterClrMapping/>
  </p:clrMapOvr>
</p:sld>
</file>

<file path=ppt/slides/slide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7" name="Shape 527"/>
        <p:cNvGrpSpPr/>
        <p:nvPr/>
      </p:nvGrpSpPr>
      <p:grpSpPr>
        <a:xfrm>
          <a:off x="0" y="0"/>
          <a:ext cx="0" cy="0"/>
          <a:chOff x="0" y="0"/>
          <a:chExt cx="0" cy="0"/>
        </a:xfrm>
      </p:grpSpPr>
      <p:sp>
        <p:nvSpPr>
          <p:cNvPr id="528" name="Google Shape;528;p8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năm: </a:t>
            </a:r>
            <a:r>
              <a:rPr b="1" lang="en-US" sz="7200">
                <a:solidFill>
                  <a:schemeClr val="lt1"/>
                </a:solidFill>
                <a:latin typeface="Times New Roman"/>
                <a:ea typeface="Times New Roman"/>
                <a:cs typeface="Times New Roman"/>
                <a:sym typeface="Times New Roman"/>
              </a:rPr>
              <a:t>góp công góp của xây dựng Hội Thánh, tùy theo khả năng của mình.</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2" name="Shape 532"/>
        <p:cNvGrpSpPr/>
        <p:nvPr/>
      </p:nvGrpSpPr>
      <p:grpSpPr>
        <a:xfrm>
          <a:off x="0" y="0"/>
          <a:ext cx="0" cy="0"/>
          <a:chOff x="0" y="0"/>
          <a:chExt cx="0" cy="0"/>
        </a:xfrm>
      </p:grpSpPr>
      <p:sp>
        <p:nvSpPr>
          <p:cNvPr id="533" name="Google Shape;533;p9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85000" lnSpcReduction="10000"/>
          </a:bodyPr>
          <a:lstStyle/>
          <a:p>
            <a:pPr indent="0" lvl="0" marL="0" rtl="0" algn="ctr">
              <a:lnSpc>
                <a:spcPct val="100000"/>
              </a:lnSpc>
              <a:spcBef>
                <a:spcPts val="0"/>
              </a:spcBef>
              <a:spcAft>
                <a:spcPts val="0"/>
              </a:spcAft>
              <a:buClr>
                <a:schemeClr val="accent4"/>
              </a:buClr>
              <a:buSzPct val="100000"/>
              <a:buNone/>
            </a:pPr>
            <a:r>
              <a:rPr b="1" lang="en-US" sz="4800">
                <a:solidFill>
                  <a:schemeClr val="accent4"/>
                </a:solidFill>
                <a:latin typeface="Times New Roman"/>
                <a:ea typeface="Times New Roman"/>
                <a:cs typeface="Times New Roman"/>
                <a:sym typeface="Times New Roman"/>
              </a:rPr>
              <a:t>Đạo Đức Chúa Trời có 7 phép Bí tích:</a:t>
            </a:r>
            <a:endParaRPr/>
          </a:p>
          <a:p>
            <a:pPr indent="0" lvl="0" marL="0" rtl="0" algn="just">
              <a:lnSpc>
                <a:spcPct val="100000"/>
              </a:lnSpc>
              <a:spcBef>
                <a:spcPts val="1445"/>
              </a:spcBef>
              <a:spcAft>
                <a:spcPts val="0"/>
              </a:spcAft>
              <a:buClr>
                <a:schemeClr val="accent4"/>
              </a:buClr>
              <a:buSzPct val="100000"/>
              <a:buNone/>
            </a:pPr>
            <a:r>
              <a:rPr b="1" lang="en-US" sz="8500">
                <a:solidFill>
                  <a:schemeClr val="accent4"/>
                </a:solidFill>
                <a:latin typeface="Times New Roman"/>
                <a:ea typeface="Times New Roman"/>
                <a:cs typeface="Times New Roman"/>
                <a:sym typeface="Times New Roman"/>
              </a:rPr>
              <a:t>Thứ nhất: </a:t>
            </a:r>
            <a:r>
              <a:rPr b="1" lang="en-US" sz="8500">
                <a:solidFill>
                  <a:schemeClr val="lt1"/>
                </a:solidFill>
                <a:latin typeface="Times New Roman"/>
                <a:ea typeface="Times New Roman"/>
                <a:cs typeface="Times New Roman"/>
                <a:sym typeface="Times New Roman"/>
              </a:rPr>
              <a:t>là phép Rửa tội.</a:t>
            </a:r>
            <a:endParaRPr/>
          </a:p>
          <a:p>
            <a:pPr indent="0" lvl="0" marL="0" rtl="0" algn="just">
              <a:lnSpc>
                <a:spcPct val="100000"/>
              </a:lnSpc>
              <a:spcBef>
                <a:spcPts val="1445"/>
              </a:spcBef>
              <a:spcAft>
                <a:spcPts val="0"/>
              </a:spcAft>
              <a:buClr>
                <a:schemeClr val="accent4"/>
              </a:buClr>
              <a:buSzPct val="100000"/>
              <a:buNone/>
            </a:pPr>
            <a:r>
              <a:rPr b="1" lang="en-US" sz="8500">
                <a:solidFill>
                  <a:schemeClr val="accent4"/>
                </a:solidFill>
                <a:latin typeface="Times New Roman"/>
                <a:ea typeface="Times New Roman"/>
                <a:cs typeface="Times New Roman"/>
                <a:sym typeface="Times New Roman"/>
              </a:rPr>
              <a:t>Thứ hai: </a:t>
            </a:r>
            <a:r>
              <a:rPr b="1" lang="en-US" sz="8500">
                <a:solidFill>
                  <a:schemeClr val="lt1"/>
                </a:solidFill>
                <a:latin typeface="Times New Roman"/>
                <a:ea typeface="Times New Roman"/>
                <a:cs typeface="Times New Roman"/>
                <a:sym typeface="Times New Roman"/>
              </a:rPr>
              <a:t>là phép Thêm sức.</a:t>
            </a:r>
            <a:endParaRPr/>
          </a:p>
        </p:txBody>
      </p:sp>
    </p:spTree>
  </p:cSld>
  <p:clrMapOvr>
    <a:masterClrMapping/>
  </p:clrMapOvr>
</p:sld>
</file>

<file path=ppt/slides/slide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7" name="Shape 537"/>
        <p:cNvGrpSpPr/>
        <p:nvPr/>
      </p:nvGrpSpPr>
      <p:grpSpPr>
        <a:xfrm>
          <a:off x="0" y="0"/>
          <a:ext cx="0" cy="0"/>
          <a:chOff x="0" y="0"/>
          <a:chExt cx="0" cy="0"/>
        </a:xfrm>
      </p:grpSpPr>
      <p:sp>
        <p:nvSpPr>
          <p:cNvPr id="538" name="Google Shape;538;p9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ba: </a:t>
            </a:r>
            <a:r>
              <a:rPr b="1" lang="en-US" sz="7200">
                <a:solidFill>
                  <a:schemeClr val="lt1"/>
                </a:solidFill>
                <a:latin typeface="Times New Roman"/>
                <a:ea typeface="Times New Roman"/>
                <a:cs typeface="Times New Roman"/>
                <a:sym typeface="Times New Roman"/>
              </a:rPr>
              <a:t>là phép Mình Thánh Chúa.</a:t>
            </a:r>
            <a:endParaRPr/>
          </a:p>
          <a:p>
            <a:pPr indent="0" lvl="0" marL="0" rtl="0" algn="l">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bốn: </a:t>
            </a:r>
            <a:r>
              <a:rPr b="1" lang="en-US" sz="7200">
                <a:solidFill>
                  <a:schemeClr val="lt1"/>
                </a:solidFill>
                <a:latin typeface="Times New Roman"/>
                <a:ea typeface="Times New Roman"/>
                <a:cs typeface="Times New Roman"/>
                <a:sym typeface="Times New Roman"/>
              </a:rPr>
              <a:t>là phép Giải tội.</a:t>
            </a:r>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2" name="Shape 542"/>
        <p:cNvGrpSpPr/>
        <p:nvPr/>
      </p:nvGrpSpPr>
      <p:grpSpPr>
        <a:xfrm>
          <a:off x="0" y="0"/>
          <a:ext cx="0" cy="0"/>
          <a:chOff x="0" y="0"/>
          <a:chExt cx="0" cy="0"/>
        </a:xfrm>
      </p:grpSpPr>
      <p:sp>
        <p:nvSpPr>
          <p:cNvPr id="543" name="Google Shape;543;p9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năm: </a:t>
            </a:r>
            <a:r>
              <a:rPr b="1" lang="en-US" sz="7200">
                <a:solidFill>
                  <a:schemeClr val="lt1"/>
                </a:solidFill>
                <a:latin typeface="Times New Roman"/>
                <a:ea typeface="Times New Roman"/>
                <a:cs typeface="Times New Roman"/>
                <a:sym typeface="Times New Roman"/>
              </a:rPr>
              <a:t>là phép Xức dầu thánh.</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sáu: </a:t>
            </a:r>
            <a:r>
              <a:rPr b="1" lang="en-US" sz="7200">
                <a:solidFill>
                  <a:schemeClr val="lt1"/>
                </a:solidFill>
                <a:latin typeface="Times New Roman"/>
                <a:ea typeface="Times New Roman"/>
                <a:cs typeface="Times New Roman"/>
                <a:sym typeface="Times New Roman"/>
              </a:rPr>
              <a:t>là phép Truyền chức thánh.</a:t>
            </a:r>
            <a:endParaRPr/>
          </a:p>
        </p:txBody>
      </p:sp>
    </p:spTree>
  </p:cSld>
  <p:clrMapOvr>
    <a:masterClrMapping/>
  </p:clrMapOvr>
</p:sld>
</file>

<file path=ppt/slides/slide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7" name="Shape 547"/>
        <p:cNvGrpSpPr/>
        <p:nvPr/>
      </p:nvGrpSpPr>
      <p:grpSpPr>
        <a:xfrm>
          <a:off x="0" y="0"/>
          <a:ext cx="0" cy="0"/>
          <a:chOff x="0" y="0"/>
          <a:chExt cx="0" cy="0"/>
        </a:xfrm>
      </p:grpSpPr>
      <p:sp>
        <p:nvSpPr>
          <p:cNvPr id="548" name="Google Shape;548;p9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Thứ bảy: </a:t>
            </a:r>
            <a:r>
              <a:rPr b="1" lang="en-US" sz="7200">
                <a:solidFill>
                  <a:schemeClr val="lt1"/>
                </a:solidFill>
                <a:latin typeface="Times New Roman"/>
                <a:ea typeface="Times New Roman"/>
                <a:cs typeface="Times New Roman"/>
                <a:sym typeface="Times New Roman"/>
              </a:rPr>
              <a:t>là phép Hôn phối.</a:t>
            </a:r>
            <a:endParaRPr/>
          </a:p>
        </p:txBody>
      </p:sp>
    </p:spTree>
  </p:cSld>
  <p:clrMapOvr>
    <a:masterClrMapping/>
  </p:clrMapOvr>
</p:sld>
</file>

<file path=ppt/slides/slide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2" name="Shape 552"/>
        <p:cNvGrpSpPr/>
        <p:nvPr/>
      </p:nvGrpSpPr>
      <p:grpSpPr>
        <a:xfrm>
          <a:off x="0" y="0"/>
          <a:ext cx="0" cy="0"/>
          <a:chOff x="0" y="0"/>
          <a:chExt cx="0" cy="0"/>
        </a:xfrm>
      </p:grpSpPr>
      <p:sp>
        <p:nvSpPr>
          <p:cNvPr id="553" name="Google Shape;553;p9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rgbClr val="888888"/>
              </a:buClr>
              <a:buSzPts val="1200"/>
              <a:buNone/>
            </a:pPr>
            <a:r>
              <a:t/>
            </a:r>
            <a:endParaRPr b="1" sz="1200">
              <a:solidFill>
                <a:schemeClr val="lt1"/>
              </a:solidFill>
              <a:latin typeface="Times New Roman"/>
              <a:ea typeface="Times New Roman"/>
              <a:cs typeface="Times New Roman"/>
              <a:sym typeface="Times New Roman"/>
            </a:endParaRPr>
          </a:p>
          <a:p>
            <a:pPr indent="0" lvl="0" marL="0" rtl="0" algn="just">
              <a:lnSpc>
                <a:spcPct val="100000"/>
              </a:lnSpc>
              <a:spcBef>
                <a:spcPts val="990"/>
              </a:spcBef>
              <a:spcAft>
                <a:spcPts val="0"/>
              </a:spcAft>
              <a:buClr>
                <a:schemeClr val="accent4"/>
              </a:buClr>
              <a:buSzPts val="4950"/>
              <a:buNone/>
            </a:pPr>
            <a:r>
              <a:rPr b="1" lang="en-US" sz="4950">
                <a:solidFill>
                  <a:schemeClr val="accent4"/>
                </a:solidFill>
                <a:latin typeface="Times New Roman"/>
                <a:ea typeface="Times New Roman"/>
                <a:cs typeface="Times New Roman"/>
                <a:sym typeface="Times New Roman"/>
              </a:rPr>
              <a:t>Thương người có mười bốn mối</a:t>
            </a:r>
            <a:endParaRPr b="1" sz="4950">
              <a:solidFill>
                <a:schemeClr val="accent4"/>
              </a:solidFill>
              <a:latin typeface="Times New Roman"/>
              <a:ea typeface="Times New Roman"/>
              <a:cs typeface="Times New Roman"/>
              <a:sym typeface="Times New Roman"/>
            </a:endParaRPr>
          </a:p>
          <a:p>
            <a:pPr indent="0" lvl="0" marL="0" rtl="0" algn="just">
              <a:lnSpc>
                <a:spcPct val="100000"/>
              </a:lnSpc>
              <a:spcBef>
                <a:spcPts val="990"/>
              </a:spcBef>
              <a:spcAft>
                <a:spcPts val="0"/>
              </a:spcAft>
              <a:buClr>
                <a:schemeClr val="accent4"/>
              </a:buClr>
              <a:buSzPts val="4950"/>
              <a:buNone/>
            </a:pPr>
            <a:r>
              <a:rPr b="1" i="1" lang="en-US" sz="4950">
                <a:solidFill>
                  <a:schemeClr val="accent4"/>
                </a:solidFill>
                <a:latin typeface="Times New Roman"/>
                <a:ea typeface="Times New Roman"/>
                <a:cs typeface="Times New Roman"/>
                <a:sym typeface="Times New Roman"/>
              </a:rPr>
              <a:t>Thương xác bảy mối:</a:t>
            </a:r>
            <a:endParaRPr b="1" i="1" sz="4950">
              <a:solidFill>
                <a:schemeClr val="accent4"/>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Cho kẻ đói ăn.</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255"/>
              </a:spcBef>
              <a:spcAft>
                <a:spcPts val="0"/>
              </a:spcAft>
              <a:buClr>
                <a:srgbClr val="888888"/>
              </a:buClr>
              <a:buSzPts val="1275"/>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7" name="Shape 557"/>
        <p:cNvGrpSpPr/>
        <p:nvPr/>
      </p:nvGrpSpPr>
      <p:grpSpPr>
        <a:xfrm>
          <a:off x="0" y="0"/>
          <a:ext cx="0" cy="0"/>
          <a:chOff x="0" y="0"/>
          <a:chExt cx="0" cy="0"/>
        </a:xfrm>
      </p:grpSpPr>
      <p:sp>
        <p:nvSpPr>
          <p:cNvPr id="558" name="Google Shape;558;p9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hai: </a:t>
            </a:r>
            <a:r>
              <a:rPr b="1" lang="en-US" sz="7200">
                <a:solidFill>
                  <a:schemeClr val="lt1"/>
                </a:solidFill>
                <a:latin typeface="Times New Roman"/>
                <a:ea typeface="Times New Roman"/>
                <a:cs typeface="Times New Roman"/>
                <a:sym typeface="Times New Roman"/>
              </a:rPr>
              <a:t>Cho kẻ khát uống.</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 </a:t>
            </a:r>
            <a:r>
              <a:rPr b="1" lang="en-US" sz="7200">
                <a:solidFill>
                  <a:schemeClr val="lt1"/>
                </a:solidFill>
                <a:latin typeface="Times New Roman"/>
                <a:ea typeface="Times New Roman"/>
                <a:cs typeface="Times New Roman"/>
                <a:sym typeface="Times New Roman"/>
              </a:rPr>
              <a:t>Cho kẻ rách rưới ăn mặc.</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2" name="Shape 562"/>
        <p:cNvGrpSpPr/>
        <p:nvPr/>
      </p:nvGrpSpPr>
      <p:grpSpPr>
        <a:xfrm>
          <a:off x="0" y="0"/>
          <a:ext cx="0" cy="0"/>
          <a:chOff x="0" y="0"/>
          <a:chExt cx="0" cy="0"/>
        </a:xfrm>
      </p:grpSpPr>
      <p:sp>
        <p:nvSpPr>
          <p:cNvPr id="563" name="Google Shape;563;p9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Viếng kẻ liệt cùng kẻ tù rạc.</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Cho khách đỗ nhà.</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7" name="Shape 567"/>
        <p:cNvGrpSpPr/>
        <p:nvPr/>
      </p:nvGrpSpPr>
      <p:grpSpPr>
        <a:xfrm>
          <a:off x="0" y="0"/>
          <a:ext cx="0" cy="0"/>
          <a:chOff x="0" y="0"/>
          <a:chExt cx="0" cy="0"/>
        </a:xfrm>
      </p:grpSpPr>
      <p:sp>
        <p:nvSpPr>
          <p:cNvPr id="568" name="Google Shape;568;p9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 </a:t>
            </a:r>
            <a:r>
              <a:rPr b="1" lang="en-US" sz="7200">
                <a:solidFill>
                  <a:schemeClr val="lt1"/>
                </a:solidFill>
                <a:latin typeface="Times New Roman"/>
                <a:ea typeface="Times New Roman"/>
                <a:cs typeface="Times New Roman"/>
                <a:sym typeface="Times New Roman"/>
              </a:rPr>
              <a:t>Chuộc kẻ làm tôi.</a:t>
            </a:r>
            <a:endParaRPr b="1" sz="7200">
              <a:solidFill>
                <a:schemeClr val="lt1"/>
              </a:solidFill>
              <a:latin typeface="Times New Roman"/>
              <a:ea typeface="Times New Roman"/>
              <a:cs typeface="Times New Roman"/>
              <a:sym typeface="Times New Roman"/>
            </a:endParaRPr>
          </a:p>
          <a:p>
            <a:pPr indent="0" lvl="0" marL="0" rtl="0" algn="l">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bảy: </a:t>
            </a:r>
            <a:r>
              <a:rPr b="1" lang="en-US" sz="7200">
                <a:solidFill>
                  <a:schemeClr val="lt1"/>
                </a:solidFill>
                <a:latin typeface="Times New Roman"/>
                <a:ea typeface="Times New Roman"/>
                <a:cs typeface="Times New Roman"/>
                <a:sym typeface="Times New Roman"/>
              </a:rPr>
              <a:t>Chôn xác kẻ chết.</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2" name="Shape 572"/>
        <p:cNvGrpSpPr/>
        <p:nvPr/>
      </p:nvGrpSpPr>
      <p:grpSpPr>
        <a:xfrm>
          <a:off x="0" y="0"/>
          <a:ext cx="0" cy="0"/>
          <a:chOff x="0" y="0"/>
          <a:chExt cx="0" cy="0"/>
        </a:xfrm>
      </p:grpSpPr>
      <p:sp>
        <p:nvSpPr>
          <p:cNvPr id="573" name="Google Shape;573;p9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rgbClr val="888888"/>
              </a:buClr>
              <a:buSzPts val="825"/>
              <a:buNone/>
            </a:pPr>
            <a:r>
              <a:t/>
            </a:r>
            <a:endParaRPr b="1" sz="825">
              <a:solidFill>
                <a:schemeClr val="lt1"/>
              </a:solidFill>
              <a:latin typeface="Times New Roman"/>
              <a:ea typeface="Times New Roman"/>
              <a:cs typeface="Times New Roman"/>
              <a:sym typeface="Times New Roman"/>
            </a:endParaRPr>
          </a:p>
          <a:p>
            <a:pPr indent="0" lvl="0" marL="0" rtl="0" algn="just">
              <a:lnSpc>
                <a:spcPct val="100000"/>
              </a:lnSpc>
              <a:spcBef>
                <a:spcPts val="1080"/>
              </a:spcBef>
              <a:spcAft>
                <a:spcPts val="0"/>
              </a:spcAft>
              <a:buClr>
                <a:schemeClr val="accent4"/>
              </a:buClr>
              <a:buSzPts val="5400"/>
              <a:buNone/>
            </a:pPr>
            <a:r>
              <a:rPr b="1" i="1" lang="en-US" sz="5400">
                <a:solidFill>
                  <a:schemeClr val="accent4"/>
                </a:solidFill>
                <a:latin typeface="Times New Roman"/>
                <a:ea typeface="Times New Roman"/>
                <a:cs typeface="Times New Roman"/>
                <a:sym typeface="Times New Roman"/>
              </a:rPr>
              <a:t>	Thương linh hồn bảy mối:</a:t>
            </a:r>
            <a:endParaRPr b="1" i="1" sz="5400">
              <a:solidFill>
                <a:schemeClr val="accent4"/>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Lấy lời lành khuyên người.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9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hai: </a:t>
            </a:r>
            <a:r>
              <a:rPr b="1" lang="en-US" sz="7200">
                <a:solidFill>
                  <a:schemeClr val="lt1"/>
                </a:solidFill>
                <a:latin typeface="Times New Roman"/>
                <a:ea typeface="Times New Roman"/>
                <a:cs typeface="Times New Roman"/>
                <a:sym typeface="Times New Roman"/>
              </a:rPr>
              <a:t>Mở dạy kẻ mê muội.</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 </a:t>
            </a:r>
            <a:r>
              <a:rPr b="1" lang="en-US" sz="7200">
                <a:solidFill>
                  <a:schemeClr val="lt1"/>
                </a:solidFill>
                <a:latin typeface="Times New Roman"/>
                <a:ea typeface="Times New Roman"/>
                <a:cs typeface="Times New Roman"/>
                <a:sym typeface="Times New Roman"/>
              </a:rPr>
              <a:t>An ủi kẻ âu lo.</a:t>
            </a:r>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2" name="Shape 582"/>
        <p:cNvGrpSpPr/>
        <p:nvPr/>
      </p:nvGrpSpPr>
      <p:grpSpPr>
        <a:xfrm>
          <a:off x="0" y="0"/>
          <a:ext cx="0" cy="0"/>
          <a:chOff x="0" y="0"/>
          <a:chExt cx="0" cy="0"/>
        </a:xfrm>
      </p:grpSpPr>
      <p:sp>
        <p:nvSpPr>
          <p:cNvPr id="583" name="Google Shape;583;p10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Răn bảo kẻ có tội.</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Tha kẻ dể ta.</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7" name="Shape 587"/>
        <p:cNvGrpSpPr/>
        <p:nvPr/>
      </p:nvGrpSpPr>
      <p:grpSpPr>
        <a:xfrm>
          <a:off x="0" y="0"/>
          <a:ext cx="0" cy="0"/>
          <a:chOff x="0" y="0"/>
          <a:chExt cx="0" cy="0"/>
        </a:xfrm>
      </p:grpSpPr>
      <p:sp>
        <p:nvSpPr>
          <p:cNvPr id="588" name="Google Shape;588;p10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 </a:t>
            </a:r>
            <a:r>
              <a:rPr b="1" lang="en-US" sz="7200">
                <a:solidFill>
                  <a:schemeClr val="lt1"/>
                </a:solidFill>
                <a:latin typeface="Times New Roman"/>
                <a:ea typeface="Times New Roman"/>
                <a:cs typeface="Times New Roman"/>
                <a:sym typeface="Times New Roman"/>
              </a:rPr>
              <a:t>Nhịn kẻ mất lòng ta.</a:t>
            </a:r>
            <a:endParaRPr b="1" sz="7200">
              <a:solidFill>
                <a:schemeClr val="lt1"/>
              </a:solidFill>
              <a:latin typeface="Times New Roman"/>
              <a:ea typeface="Times New Roman"/>
              <a:cs typeface="Times New Roman"/>
              <a:sym typeface="Times New Roman"/>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bảy: </a:t>
            </a:r>
            <a:r>
              <a:rPr b="1" lang="en-US" sz="7200">
                <a:solidFill>
                  <a:schemeClr val="lt1"/>
                </a:solidFill>
                <a:latin typeface="Times New Roman"/>
                <a:ea typeface="Times New Roman"/>
                <a:cs typeface="Times New Roman"/>
                <a:sym typeface="Times New Roman"/>
              </a:rPr>
              <a:t>Cầu cho kẻ sống và kẻ chết.</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2" name="Shape 592"/>
        <p:cNvGrpSpPr/>
        <p:nvPr/>
      </p:nvGrpSpPr>
      <p:grpSpPr>
        <a:xfrm>
          <a:off x="0" y="0"/>
          <a:ext cx="0" cy="0"/>
          <a:chOff x="0" y="0"/>
          <a:chExt cx="0" cy="0"/>
        </a:xfrm>
      </p:grpSpPr>
      <p:sp>
        <p:nvSpPr>
          <p:cNvPr id="593" name="Google Shape;593;p10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4950"/>
              <a:buNone/>
            </a:pPr>
            <a:r>
              <a:rPr b="1" lang="en-US" sz="4950">
                <a:solidFill>
                  <a:schemeClr val="accent4"/>
                </a:solidFill>
                <a:latin typeface="Times New Roman"/>
                <a:ea typeface="Times New Roman"/>
                <a:cs typeface="Times New Roman"/>
                <a:sym typeface="Times New Roman"/>
              </a:rPr>
              <a:t>	</a:t>
            </a:r>
            <a:r>
              <a:rPr b="1" lang="en-US" sz="4000">
                <a:solidFill>
                  <a:schemeClr val="accent4"/>
                </a:solidFill>
                <a:latin typeface="Times New Roman"/>
                <a:ea typeface="Times New Roman"/>
                <a:cs typeface="Times New Roman"/>
                <a:sym typeface="Times New Roman"/>
              </a:rPr>
              <a:t>CẢI TỘI BẢY MỐI CÓ BẢY ĐỨC</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nhất: </a:t>
            </a:r>
            <a:r>
              <a:rPr b="1" lang="en-US" sz="7200">
                <a:solidFill>
                  <a:schemeClr val="lt1"/>
                </a:solidFill>
                <a:latin typeface="Times New Roman"/>
                <a:ea typeface="Times New Roman"/>
                <a:cs typeface="Times New Roman"/>
                <a:sym typeface="Times New Roman"/>
              </a:rPr>
              <a:t>Khiêm nhượng, chớ kiêu ngạo.</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7" name="Shape 597"/>
        <p:cNvGrpSpPr/>
        <p:nvPr/>
      </p:nvGrpSpPr>
      <p:grpSpPr>
        <a:xfrm>
          <a:off x="0" y="0"/>
          <a:ext cx="0" cy="0"/>
          <a:chOff x="0" y="0"/>
          <a:chExt cx="0" cy="0"/>
        </a:xfrm>
      </p:grpSpPr>
      <p:sp>
        <p:nvSpPr>
          <p:cNvPr id="598" name="Google Shape;598;p10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hai: </a:t>
            </a:r>
            <a:r>
              <a:rPr b="1" lang="en-US" sz="7000">
                <a:solidFill>
                  <a:schemeClr val="lt1"/>
                </a:solidFill>
                <a:latin typeface="Times New Roman"/>
                <a:ea typeface="Times New Roman"/>
                <a:cs typeface="Times New Roman"/>
                <a:sym typeface="Times New Roman"/>
              </a:rPr>
              <a:t>Rộng rãi, chớ hà tiện.</a:t>
            </a:r>
            <a:endParaRPr/>
          </a:p>
          <a:p>
            <a:pPr indent="0" lvl="0" marL="0" rtl="0" algn="just">
              <a:lnSpc>
                <a:spcPct val="100000"/>
              </a:lnSpc>
              <a:spcBef>
                <a:spcPts val="140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ba: </a:t>
            </a:r>
            <a:r>
              <a:rPr b="1" lang="en-US" sz="7000">
                <a:solidFill>
                  <a:schemeClr val="lt1"/>
                </a:solidFill>
                <a:latin typeface="Times New Roman"/>
                <a:ea typeface="Times New Roman"/>
                <a:cs typeface="Times New Roman"/>
                <a:sym typeface="Times New Roman"/>
              </a:rPr>
              <a:t>Giữ mình sạch sẽ, chớ mê dâm dục.</a:t>
            </a:r>
            <a:endParaRPr/>
          </a:p>
          <a:p>
            <a:pPr indent="0" lvl="0" marL="0" rtl="0" algn="just">
              <a:lnSpc>
                <a:spcPct val="100000"/>
              </a:lnSpc>
              <a:spcBef>
                <a:spcPts val="1400"/>
              </a:spcBef>
              <a:spcAft>
                <a:spcPts val="0"/>
              </a:spcAft>
              <a:buClr>
                <a:srgbClr val="888888"/>
              </a:buClr>
              <a:buSzPts val="7000"/>
              <a:buNone/>
            </a:pPr>
            <a:r>
              <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2" name="Shape 602"/>
        <p:cNvGrpSpPr/>
        <p:nvPr/>
      </p:nvGrpSpPr>
      <p:grpSpPr>
        <a:xfrm>
          <a:off x="0" y="0"/>
          <a:ext cx="0" cy="0"/>
          <a:chOff x="0" y="0"/>
          <a:chExt cx="0" cy="0"/>
        </a:xfrm>
      </p:grpSpPr>
      <p:sp>
        <p:nvSpPr>
          <p:cNvPr id="603" name="Google Shape;603;p10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 </a:t>
            </a:r>
            <a:r>
              <a:rPr b="1" lang="en-US" sz="7200">
                <a:solidFill>
                  <a:schemeClr val="lt1"/>
                </a:solidFill>
                <a:latin typeface="Times New Roman"/>
                <a:ea typeface="Times New Roman"/>
                <a:cs typeface="Times New Roman"/>
                <a:sym typeface="Times New Roman"/>
              </a:rPr>
              <a:t>Hay nhịn, Chớ hờn giận.</a:t>
            </a:r>
            <a:endParaRPr/>
          </a:p>
          <a:p>
            <a:pPr indent="0" lvl="0" marL="0" rtl="0" algn="just">
              <a:lnSpc>
                <a:spcPct val="100000"/>
              </a:lnSpc>
              <a:spcBef>
                <a:spcPts val="144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năm: </a:t>
            </a:r>
            <a:r>
              <a:rPr b="1" lang="en-US" sz="7200">
                <a:solidFill>
                  <a:schemeClr val="lt1"/>
                </a:solidFill>
                <a:latin typeface="Times New Roman"/>
                <a:ea typeface="Times New Roman"/>
                <a:cs typeface="Times New Roman"/>
                <a:sym typeface="Times New Roman"/>
              </a:rPr>
              <a:t>Kiêng bớt, chớ mê ăn uống.</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b="1" sz="7200">
              <a:solidFill>
                <a:schemeClr val="lt1"/>
              </a:solidFill>
              <a:latin typeface="Times New Roman"/>
              <a:ea typeface="Times New Roman"/>
              <a:cs typeface="Times New Roman"/>
              <a:sym typeface="Times New Roman"/>
            </a:endParaRPr>
          </a:p>
          <a:p>
            <a:pPr indent="0" lvl="0" marL="0" rtl="0" algn="ctr">
              <a:lnSpc>
                <a:spcPct val="100000"/>
              </a:lnSpc>
              <a:spcBef>
                <a:spcPts val="1440"/>
              </a:spcBef>
              <a:spcAft>
                <a:spcPts val="0"/>
              </a:spcAft>
              <a:buClr>
                <a:srgbClr val="888888"/>
              </a:buClr>
              <a:buSzPts val="7200"/>
              <a:buNone/>
            </a:pPr>
            <a:r>
              <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1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10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sáu: </a:t>
            </a:r>
            <a:r>
              <a:rPr b="1" lang="en-US" sz="7000">
                <a:solidFill>
                  <a:schemeClr val="lt1"/>
                </a:solidFill>
                <a:latin typeface="Times New Roman"/>
                <a:ea typeface="Times New Roman"/>
                <a:cs typeface="Times New Roman"/>
                <a:sym typeface="Times New Roman"/>
              </a:rPr>
              <a:t>Yêu người, chớ ghen ghét.</a:t>
            </a:r>
            <a:endParaRPr b="1" sz="7000">
              <a:solidFill>
                <a:schemeClr val="lt1"/>
              </a:solidFill>
              <a:latin typeface="Times New Roman"/>
              <a:ea typeface="Times New Roman"/>
              <a:cs typeface="Times New Roman"/>
              <a:sym typeface="Times New Roman"/>
            </a:endParaRPr>
          </a:p>
          <a:p>
            <a:pPr indent="0" lvl="0" marL="0" rtl="0" algn="just">
              <a:lnSpc>
                <a:spcPct val="100000"/>
              </a:lnSpc>
              <a:spcBef>
                <a:spcPts val="1400"/>
              </a:spcBef>
              <a:spcAft>
                <a:spcPts val="0"/>
              </a:spcAft>
              <a:buClr>
                <a:schemeClr val="accent4"/>
              </a:buClr>
              <a:buSzPts val="7000"/>
              <a:buNone/>
            </a:pPr>
            <a:r>
              <a:rPr b="1" lang="en-US" sz="7000">
                <a:solidFill>
                  <a:schemeClr val="accent4"/>
                </a:solidFill>
                <a:latin typeface="Times New Roman"/>
                <a:ea typeface="Times New Roman"/>
                <a:cs typeface="Times New Roman"/>
                <a:sym typeface="Times New Roman"/>
              </a:rPr>
              <a:t>Thứ bảy: </a:t>
            </a:r>
            <a:r>
              <a:rPr b="1" lang="en-US" sz="7000">
                <a:solidFill>
                  <a:schemeClr val="lt1"/>
                </a:solidFill>
                <a:latin typeface="Times New Roman"/>
                <a:ea typeface="Times New Roman"/>
                <a:cs typeface="Times New Roman"/>
                <a:sym typeface="Times New Roman"/>
              </a:rPr>
              <a:t>Siêng năng việc Đức Chúa Trời, chớ làm biếng.</a:t>
            </a:r>
            <a:endParaRPr b="1" sz="7000">
              <a:solidFill>
                <a:schemeClr val="lt1"/>
              </a:solidFill>
              <a:latin typeface="Times New Roman"/>
              <a:ea typeface="Times New Roman"/>
              <a:cs typeface="Times New Roman"/>
              <a:sym typeface="Times New Roman"/>
            </a:endParaRPr>
          </a:p>
          <a:p>
            <a:pPr indent="0" lvl="0" marL="0" rtl="0" algn="ctr">
              <a:lnSpc>
                <a:spcPct val="100000"/>
              </a:lnSpc>
              <a:spcBef>
                <a:spcPts val="255"/>
              </a:spcBef>
              <a:spcAft>
                <a:spcPts val="0"/>
              </a:spcAft>
              <a:buClr>
                <a:srgbClr val="888888"/>
              </a:buClr>
              <a:buSzPts val="1275"/>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1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2" name="Shape 612"/>
        <p:cNvGrpSpPr/>
        <p:nvPr/>
      </p:nvGrpSpPr>
      <p:grpSpPr>
        <a:xfrm>
          <a:off x="0" y="0"/>
          <a:ext cx="0" cy="0"/>
          <a:chOff x="0" y="0"/>
          <a:chExt cx="0" cy="0"/>
        </a:xfrm>
      </p:grpSpPr>
      <p:sp>
        <p:nvSpPr>
          <p:cNvPr id="613" name="Google Shape;613;p10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a:bodyPr>
          <a:lstStyle/>
          <a:p>
            <a:pPr indent="0" lvl="0" marL="0" rtl="0" algn="just">
              <a:lnSpc>
                <a:spcPct val="100000"/>
              </a:lnSpc>
              <a:spcBef>
                <a:spcPts val="0"/>
              </a:spcBef>
              <a:spcAft>
                <a:spcPts val="0"/>
              </a:spcAft>
              <a:buClr>
                <a:schemeClr val="accent4"/>
              </a:buClr>
              <a:buSzPct val="100000"/>
              <a:buNone/>
            </a:pPr>
            <a:r>
              <a:rPr b="1" lang="en-US" sz="4950">
                <a:solidFill>
                  <a:schemeClr val="accent4"/>
                </a:solidFill>
                <a:latin typeface="Times New Roman"/>
                <a:ea typeface="Times New Roman"/>
                <a:cs typeface="Times New Roman"/>
                <a:sym typeface="Times New Roman"/>
              </a:rPr>
              <a:t>		</a:t>
            </a:r>
            <a:r>
              <a:rPr b="1" lang="en-US" sz="4400">
                <a:solidFill>
                  <a:schemeClr val="accent4"/>
                </a:solidFill>
                <a:latin typeface="Times New Roman"/>
                <a:ea typeface="Times New Roman"/>
                <a:cs typeface="Times New Roman"/>
                <a:sym typeface="Times New Roman"/>
              </a:rPr>
              <a:t>PHƯỚC THẬT TÁM MỐI</a:t>
            </a:r>
            <a:endParaRPr/>
          </a:p>
          <a:p>
            <a:pPr indent="0" lvl="0" marL="0" rtl="0" algn="just">
              <a:lnSpc>
                <a:spcPct val="100000"/>
              </a:lnSpc>
              <a:spcBef>
                <a:spcPts val="1295"/>
              </a:spcBef>
              <a:spcAft>
                <a:spcPts val="0"/>
              </a:spcAft>
              <a:buClr>
                <a:schemeClr val="accent4"/>
              </a:buClr>
              <a:buSzPct val="100000"/>
              <a:buNone/>
            </a:pPr>
            <a:r>
              <a:rPr b="1" lang="en-US" sz="7000">
                <a:solidFill>
                  <a:schemeClr val="accent4"/>
                </a:solidFill>
                <a:latin typeface="Times New Roman"/>
                <a:ea typeface="Times New Roman"/>
                <a:cs typeface="Times New Roman"/>
                <a:sym typeface="Times New Roman"/>
              </a:rPr>
              <a:t>Thứ nhất:</a:t>
            </a:r>
            <a:r>
              <a:rPr b="1" lang="en-US" sz="7000">
                <a:solidFill>
                  <a:schemeClr val="lt1"/>
                </a:solidFill>
                <a:latin typeface="Times New Roman"/>
                <a:ea typeface="Times New Roman"/>
                <a:cs typeface="Times New Roman"/>
                <a:sym typeface="Times New Roman"/>
              </a:rPr>
              <a:t>	Ai có lòng khó khăn, ấy là phước thật, vì chưng nước Đức Chúa Trời là của mình vậy.</a:t>
            </a:r>
            <a:endParaRPr/>
          </a:p>
        </p:txBody>
      </p:sp>
    </p:spTree>
  </p:cSld>
  <p:clrMapOvr>
    <a:masterClrMapping/>
  </p:clrMapOvr>
</p:sld>
</file>

<file path=ppt/slides/slide1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7" name="Shape 617"/>
        <p:cNvGrpSpPr/>
        <p:nvPr/>
      </p:nvGrpSpPr>
      <p:grpSpPr>
        <a:xfrm>
          <a:off x="0" y="0"/>
          <a:ext cx="0" cy="0"/>
          <a:chOff x="0" y="0"/>
          <a:chExt cx="0" cy="0"/>
        </a:xfrm>
      </p:grpSpPr>
      <p:sp>
        <p:nvSpPr>
          <p:cNvPr id="618" name="Google Shape;618;p10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hai: </a:t>
            </a:r>
            <a:r>
              <a:rPr b="1" lang="en-US" sz="7200">
                <a:solidFill>
                  <a:schemeClr val="lt1"/>
                </a:solidFill>
                <a:latin typeface="Times New Roman"/>
                <a:ea typeface="Times New Roman"/>
                <a:cs typeface="Times New Roman"/>
                <a:sym typeface="Times New Roman"/>
              </a:rPr>
              <a:t>Ai hiền lành, ấy là phước thật, vì chưng sẽ được đất Đức Chúa Trời làm của mình vậy.</a:t>
            </a:r>
            <a:endParaRPr sz="1600">
              <a:solidFill>
                <a:schemeClr val="lt1"/>
              </a:solidFill>
              <a:latin typeface="Times New Roman"/>
              <a:ea typeface="Times New Roman"/>
              <a:cs typeface="Times New Roman"/>
              <a:sym typeface="Times New Roman"/>
            </a:endParaRPr>
          </a:p>
        </p:txBody>
      </p:sp>
    </p:spTree>
  </p:cSld>
  <p:clrMapOvr>
    <a:masterClrMapping/>
  </p:clrMapOvr>
</p:sld>
</file>

<file path=ppt/slides/slide1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10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ba:</a:t>
            </a:r>
            <a:r>
              <a:rPr b="1" lang="en-US" sz="7200">
                <a:solidFill>
                  <a:schemeClr val="lt1"/>
                </a:solidFill>
                <a:latin typeface="Times New Roman"/>
                <a:ea typeface="Times New Roman"/>
                <a:cs typeface="Times New Roman"/>
                <a:sym typeface="Times New Roman"/>
              </a:rPr>
              <a:t>	Ai khóc lóc, ấy là phước thật, vì chưng sẽ được an ủi vậy.</a:t>
            </a:r>
            <a:endParaRPr sz="7200">
              <a:solidFill>
                <a:schemeClr val="lt1"/>
              </a:solidFill>
              <a:latin typeface="Times New Roman"/>
              <a:ea typeface="Times New Roman"/>
              <a:cs typeface="Times New Roman"/>
              <a:sym typeface="Times New Roman"/>
            </a:endParaRPr>
          </a:p>
        </p:txBody>
      </p:sp>
    </p:spTree>
  </p:cSld>
  <p:clrMapOvr>
    <a:masterClrMapping/>
  </p:clrMapOvr>
</p:sld>
</file>

<file path=ppt/slides/slide1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7" name="Shape 627"/>
        <p:cNvGrpSpPr/>
        <p:nvPr/>
      </p:nvGrpSpPr>
      <p:grpSpPr>
        <a:xfrm>
          <a:off x="0" y="0"/>
          <a:ext cx="0" cy="0"/>
          <a:chOff x="0" y="0"/>
          <a:chExt cx="0" cy="0"/>
        </a:xfrm>
      </p:grpSpPr>
      <p:sp>
        <p:nvSpPr>
          <p:cNvPr id="628" name="Google Shape;628;p10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bốn:</a:t>
            </a:r>
            <a:r>
              <a:rPr b="1" lang="en-US" sz="7200">
                <a:solidFill>
                  <a:schemeClr val="lt1"/>
                </a:solidFill>
                <a:latin typeface="Times New Roman"/>
                <a:ea typeface="Times New Roman"/>
                <a:cs typeface="Times New Roman"/>
                <a:sym typeface="Times New Roman"/>
              </a:rPr>
              <a:t>	Ai khao khát nhân đức trọn lành, ấy là phước thật, vì chưng sẽ được no đủ vậy.</a:t>
            </a:r>
            <a:endParaRPr sz="1600">
              <a:solidFill>
                <a:schemeClr val="lt1"/>
              </a:solidFill>
              <a:latin typeface="Times New Roman"/>
              <a:ea typeface="Times New Roman"/>
              <a:cs typeface="Times New Roman"/>
              <a:sym typeface="Times New Roman"/>
            </a:endParaRPr>
          </a:p>
        </p:txBody>
      </p:sp>
    </p:spTree>
  </p:cSld>
  <p:clrMapOvr>
    <a:masterClrMapping/>
  </p:clrMapOvr>
</p:sld>
</file>

<file path=ppt/slides/slide1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2" name="Shape 632"/>
        <p:cNvGrpSpPr/>
        <p:nvPr/>
      </p:nvGrpSpPr>
      <p:grpSpPr>
        <a:xfrm>
          <a:off x="0" y="0"/>
          <a:ext cx="0" cy="0"/>
          <a:chOff x="0" y="0"/>
          <a:chExt cx="0" cy="0"/>
        </a:xfrm>
      </p:grpSpPr>
      <p:sp>
        <p:nvSpPr>
          <p:cNvPr id="633" name="Google Shape;633;p11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fontScale="92500" lnSpcReduction="20000"/>
          </a:bodyPr>
          <a:lstStyle/>
          <a:p>
            <a:pPr indent="0" lvl="0" marL="0" rtl="0" algn="just">
              <a:lnSpc>
                <a:spcPct val="100000"/>
              </a:lnSpc>
              <a:spcBef>
                <a:spcPts val="0"/>
              </a:spcBef>
              <a:spcAft>
                <a:spcPts val="0"/>
              </a:spcAft>
              <a:buClr>
                <a:schemeClr val="accent4"/>
              </a:buClr>
              <a:buSzPct val="100000"/>
              <a:buNone/>
            </a:pPr>
            <a:r>
              <a:rPr b="1" lang="en-US" sz="8000">
                <a:solidFill>
                  <a:schemeClr val="accent4"/>
                </a:solidFill>
                <a:latin typeface="Times New Roman"/>
                <a:ea typeface="Times New Roman"/>
                <a:cs typeface="Times New Roman"/>
                <a:sym typeface="Times New Roman"/>
              </a:rPr>
              <a:t>Thứ năm:</a:t>
            </a:r>
            <a:r>
              <a:rPr b="1" lang="en-US" sz="8000">
                <a:solidFill>
                  <a:schemeClr val="lt1"/>
                </a:solidFill>
                <a:latin typeface="Times New Roman"/>
                <a:ea typeface="Times New Roman"/>
                <a:cs typeface="Times New Roman"/>
                <a:sym typeface="Times New Roman"/>
              </a:rPr>
              <a:t>	Ai thương xót người, ấy là phước thật, vì chưng mình sẽ được thương xót vậy.</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1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7" name="Shape 637"/>
        <p:cNvGrpSpPr/>
        <p:nvPr/>
      </p:nvGrpSpPr>
      <p:grpSpPr>
        <a:xfrm>
          <a:off x="0" y="0"/>
          <a:ext cx="0" cy="0"/>
          <a:chOff x="0" y="0"/>
          <a:chExt cx="0" cy="0"/>
        </a:xfrm>
      </p:grpSpPr>
      <p:sp>
        <p:nvSpPr>
          <p:cNvPr id="638" name="Google Shape;638;p11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lnSpcReduction="10000"/>
          </a:bodyPr>
          <a:lstStyle/>
          <a:p>
            <a:pPr indent="0" lvl="0" marL="0" rtl="0" algn="just">
              <a:lnSpc>
                <a:spcPct val="100000"/>
              </a:lnSpc>
              <a:spcBef>
                <a:spcPts val="0"/>
              </a:spcBef>
              <a:spcAft>
                <a:spcPts val="0"/>
              </a:spcAft>
              <a:buClr>
                <a:schemeClr val="accent4"/>
              </a:buClr>
              <a:buSzPts val="7200"/>
              <a:buNone/>
            </a:pPr>
            <a:r>
              <a:rPr b="1" lang="en-US" sz="7200">
                <a:solidFill>
                  <a:schemeClr val="accent4"/>
                </a:solidFill>
                <a:latin typeface="Times New Roman"/>
                <a:ea typeface="Times New Roman"/>
                <a:cs typeface="Times New Roman"/>
                <a:sym typeface="Times New Roman"/>
              </a:rPr>
              <a:t>Thứ sáu:</a:t>
            </a:r>
            <a:r>
              <a:rPr b="1" lang="en-US" sz="7200">
                <a:solidFill>
                  <a:schemeClr val="lt1"/>
                </a:solidFill>
                <a:latin typeface="Times New Roman"/>
                <a:ea typeface="Times New Roman"/>
                <a:cs typeface="Times New Roman"/>
                <a:sym typeface="Times New Roman"/>
              </a:rPr>
              <a:t>	Ai giữ lòng sạch sẽ, ấy là phước thật, vì chưng sẽ được thấy mặt Đức Chúa Trời vậy.</a:t>
            </a:r>
            <a:endParaRPr/>
          </a:p>
          <a:p>
            <a:pPr indent="0" lvl="0" marL="0" rtl="0" algn="ctr">
              <a:lnSpc>
                <a:spcPct val="100000"/>
              </a:lnSpc>
              <a:spcBef>
                <a:spcPts val="255"/>
              </a:spcBef>
              <a:spcAft>
                <a:spcPts val="0"/>
              </a:spcAft>
              <a:buClr>
                <a:srgbClr val="888888"/>
              </a:buClr>
              <a:buSzPts val="1275"/>
              <a:buNone/>
            </a:pPr>
            <a:r>
              <a:t/>
            </a:r>
            <a:endParaRPr sz="1275">
              <a:solidFill>
                <a:schemeClr val="lt1"/>
              </a:solidFill>
              <a:latin typeface="Times New Roman"/>
              <a:ea typeface="Times New Roman"/>
              <a:cs typeface="Times New Roman"/>
              <a:sym typeface="Times New Roman"/>
            </a:endParaRPr>
          </a:p>
        </p:txBody>
      </p:sp>
    </p:spTree>
  </p:cSld>
  <p:clrMapOvr>
    <a:masterClrMapping/>
  </p:clrMapOvr>
</p:sld>
</file>

<file path=ppt/slides/slide1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2" name="Shape 642"/>
        <p:cNvGrpSpPr/>
        <p:nvPr/>
      </p:nvGrpSpPr>
      <p:grpSpPr>
        <a:xfrm>
          <a:off x="0" y="0"/>
          <a:ext cx="0" cy="0"/>
          <a:chOff x="0" y="0"/>
          <a:chExt cx="0" cy="0"/>
        </a:xfrm>
      </p:grpSpPr>
      <p:sp>
        <p:nvSpPr>
          <p:cNvPr id="643" name="Google Shape;643;p11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6600"/>
              <a:buNone/>
            </a:pPr>
            <a:r>
              <a:rPr b="1" lang="en-US" sz="6600">
                <a:solidFill>
                  <a:schemeClr val="accent4"/>
                </a:solidFill>
                <a:latin typeface="Times New Roman"/>
                <a:ea typeface="Times New Roman"/>
                <a:cs typeface="Times New Roman"/>
                <a:sym typeface="Times New Roman"/>
              </a:rPr>
              <a:t>Thứ bảy:</a:t>
            </a:r>
            <a:r>
              <a:rPr b="1" lang="en-US" sz="6600">
                <a:solidFill>
                  <a:schemeClr val="lt1"/>
                </a:solidFill>
                <a:latin typeface="Times New Roman"/>
                <a:ea typeface="Times New Roman"/>
                <a:cs typeface="Times New Roman"/>
                <a:sym typeface="Times New Roman"/>
              </a:rPr>
              <a:t>	Ai làm cho người hòa thuận, ấy là phước thật, vì chưng sẽ được gọi là con Đức Chúa Trời vậy.</a:t>
            </a:r>
            <a:endParaRPr/>
          </a:p>
          <a:p>
            <a:pPr indent="0" lvl="0" marL="0" rtl="0" algn="ctr">
              <a:lnSpc>
                <a:spcPct val="100000"/>
              </a:lnSpc>
              <a:spcBef>
                <a:spcPts val="280"/>
              </a:spcBef>
              <a:spcAft>
                <a:spcPts val="0"/>
              </a:spcAft>
              <a:buClr>
                <a:srgbClr val="888888"/>
              </a:buClr>
              <a:buSzPts val="1400"/>
              <a:buNone/>
            </a:pPr>
            <a:r>
              <a:t/>
            </a:r>
            <a:endParaRPr sz="1400">
              <a:solidFill>
                <a:schemeClr val="lt1"/>
              </a:solidFill>
              <a:latin typeface="Times New Roman"/>
              <a:ea typeface="Times New Roman"/>
              <a:cs typeface="Times New Roman"/>
              <a:sym typeface="Times New Roman"/>
            </a:endParaRPr>
          </a:p>
        </p:txBody>
      </p:sp>
    </p:spTree>
  </p:cSld>
  <p:clrMapOvr>
    <a:masterClrMapping/>
  </p:clrMapOvr>
</p:sld>
</file>

<file path=ppt/slides/slide1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11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rmAutofit/>
          </a:bodyPr>
          <a:lstStyle/>
          <a:p>
            <a:pPr indent="0" lvl="0" marL="0" rtl="0" algn="just">
              <a:lnSpc>
                <a:spcPct val="100000"/>
              </a:lnSpc>
              <a:spcBef>
                <a:spcPts val="0"/>
              </a:spcBef>
              <a:spcAft>
                <a:spcPts val="0"/>
              </a:spcAft>
              <a:buClr>
                <a:schemeClr val="accent4"/>
              </a:buClr>
              <a:buSzPts val="6600"/>
              <a:buNone/>
            </a:pPr>
            <a:r>
              <a:rPr b="1" lang="en-US" sz="6600">
                <a:solidFill>
                  <a:schemeClr val="accent4"/>
                </a:solidFill>
                <a:latin typeface="Times New Roman"/>
                <a:ea typeface="Times New Roman"/>
                <a:cs typeface="Times New Roman"/>
                <a:sym typeface="Times New Roman"/>
              </a:rPr>
              <a:t>Thứ tám:</a:t>
            </a:r>
            <a:r>
              <a:rPr b="1" lang="en-US" sz="6600">
                <a:solidFill>
                  <a:schemeClr val="lt1"/>
                </a:solidFill>
                <a:latin typeface="Times New Roman"/>
                <a:ea typeface="Times New Roman"/>
                <a:cs typeface="Times New Roman"/>
                <a:sym typeface="Times New Roman"/>
              </a:rPr>
              <a:t>	Ai chịu khốn nạn vì đạo ngay, ấy là phước thật, vì chưng nước Đức Chúa Trời là của mình vậy.</a:t>
            </a:r>
            <a:endParaRPr/>
          </a:p>
          <a:p>
            <a:pPr indent="0" lvl="0" marL="0" rtl="0" algn="ctr">
              <a:lnSpc>
                <a:spcPct val="100000"/>
              </a:lnSpc>
              <a:spcBef>
                <a:spcPts val="280"/>
              </a:spcBef>
              <a:spcAft>
                <a:spcPts val="0"/>
              </a:spcAft>
              <a:buClr>
                <a:srgbClr val="888888"/>
              </a:buClr>
              <a:buSzPts val="1400"/>
              <a:buNone/>
            </a:pPr>
            <a:r>
              <a:t/>
            </a:r>
            <a:endParaRPr sz="1400">
              <a:solidFill>
                <a:schemeClr val="lt1"/>
              </a:solidFill>
              <a:latin typeface="Times New Roman"/>
              <a:ea typeface="Times New Roman"/>
              <a:cs typeface="Times New Roman"/>
              <a:sym typeface="Times New Roman"/>
            </a:endParaRPr>
          </a:p>
        </p:txBody>
      </p:sp>
    </p:spTree>
  </p:cSld>
  <p:clrMapOvr>
    <a:masterClrMapping/>
  </p:clrMapOvr>
</p:sld>
</file>

<file path=ppt/slides/slide1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2" name="Shape 652"/>
        <p:cNvGrpSpPr/>
        <p:nvPr/>
      </p:nvGrpSpPr>
      <p:grpSpPr>
        <a:xfrm>
          <a:off x="0" y="0"/>
          <a:ext cx="0" cy="0"/>
          <a:chOff x="0" y="0"/>
          <a:chExt cx="0" cy="0"/>
        </a:xfrm>
      </p:grpSpPr>
      <p:pic>
        <p:nvPicPr>
          <p:cNvPr id="653" name="Google Shape;653;hf002f62f5ca6d5c_0_86"/>
          <p:cNvPicPr preferRelativeResize="0"/>
          <p:nvPr/>
        </p:nvPicPr>
        <p:blipFill>
          <a:blip r:embed="rId3">
            <a:alphaModFix/>
          </a:blip>
          <a:stretch>
            <a:fillRect/>
          </a:stretch>
        </p:blipFill>
        <p:spPr>
          <a:xfrm>
            <a:off x="0" y="0"/>
            <a:ext cx="9144003" cy="5143490"/>
          </a:xfrm>
          <a:prstGeom prst="rect">
            <a:avLst/>
          </a:prstGeom>
          <a:noFill/>
          <a:ln>
            <a:noFill/>
          </a:ln>
        </p:spPr>
      </p:pic>
    </p:spTree>
  </p:cSld>
  <p:clrMapOvr>
    <a:masterClrMapping/>
  </p:clrMapOvr>
</p:sld>
</file>

<file path=ppt/slides/slide1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7" name="Shape 657"/>
        <p:cNvGrpSpPr/>
        <p:nvPr/>
      </p:nvGrpSpPr>
      <p:grpSpPr>
        <a:xfrm>
          <a:off x="0" y="0"/>
          <a:ext cx="0" cy="0"/>
          <a:chOff x="0" y="0"/>
          <a:chExt cx="0" cy="0"/>
        </a:xfrm>
      </p:grpSpPr>
      <p:sp>
        <p:nvSpPr>
          <p:cNvPr id="658" name="Google Shape;658;g3f69acae762_0_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NHẬP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HÃY ĐẾN TUNG HÔ</a:t>
            </a:r>
            <a:br>
              <a:rPr b="1" i="0" lang="en-US" sz="4700">
                <a:latin typeface="Times New Roman"/>
                <a:ea typeface="Times New Roman"/>
                <a:cs typeface="Times New Roman"/>
                <a:sym typeface="Times New Roman"/>
              </a:rPr>
            </a:br>
            <a:r>
              <a:rPr b="1" i="1" lang="en-US" sz="3300">
                <a:solidFill>
                  <a:schemeClr val="accent4"/>
                </a:solidFill>
                <a:latin typeface="Times New Roman"/>
                <a:ea typeface="Times New Roman"/>
                <a:cs typeface="Times New Roman"/>
                <a:sym typeface="Times New Roman"/>
              </a:rPr>
              <a:t>(</a:t>
            </a:r>
            <a:r>
              <a:rPr b="1" i="1" lang="en-US" sz="3300">
                <a:solidFill>
                  <a:schemeClr val="accent4"/>
                </a:solidFill>
                <a:latin typeface="Times New Roman"/>
                <a:ea typeface="Times New Roman"/>
                <a:cs typeface="Times New Roman"/>
                <a:sym typeface="Times New Roman"/>
              </a:rPr>
              <a:t>Kim Long</a:t>
            </a:r>
            <a:r>
              <a:rPr b="1" i="1" lang="en-US" sz="3300">
                <a:solidFill>
                  <a:schemeClr val="accent4"/>
                </a:solidFill>
                <a:latin typeface="Times New Roman"/>
                <a:ea typeface="Times New Roman"/>
                <a:cs typeface="Times New Roman"/>
                <a:sym typeface="Times New Roman"/>
              </a:rPr>
              <a:t>)</a:t>
            </a:r>
            <a:endParaRPr b="1" sz="3300">
              <a:solidFill>
                <a:schemeClr val="accent4"/>
              </a:solidFill>
              <a:latin typeface="Times New Roman"/>
              <a:ea typeface="Times New Roman"/>
              <a:cs typeface="Times New Roman"/>
              <a:sym typeface="Times New Roman"/>
            </a:endParaRPr>
          </a:p>
        </p:txBody>
      </p:sp>
    </p:spTree>
  </p:cSld>
  <p:clrMapOvr>
    <a:masterClrMapping/>
  </p:clrMapOvr>
</p:sld>
</file>

<file path=ppt/slides/slide1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2" name="Shape 662"/>
        <p:cNvGrpSpPr/>
        <p:nvPr/>
      </p:nvGrpSpPr>
      <p:grpSpPr>
        <a:xfrm>
          <a:off x="0" y="0"/>
          <a:ext cx="0" cy="0"/>
          <a:chOff x="0" y="0"/>
          <a:chExt cx="0" cy="0"/>
        </a:xfrm>
      </p:grpSpPr>
      <p:sp>
        <p:nvSpPr>
          <p:cNvPr id="663" name="Google Shape;663;g3f69acae762_0_1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Hãy đến tung hô Chúa reo mừng Đấng cứu thoát ta.</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7" name="Shape 667"/>
        <p:cNvGrpSpPr/>
        <p:nvPr/>
      </p:nvGrpSpPr>
      <p:grpSpPr>
        <a:xfrm>
          <a:off x="0" y="0"/>
          <a:ext cx="0" cy="0"/>
          <a:chOff x="0" y="0"/>
          <a:chExt cx="0" cy="0"/>
        </a:xfrm>
      </p:grpSpPr>
      <p:sp>
        <p:nvSpPr>
          <p:cNvPr id="668" name="Google Shape;668;g3f69acae762_0_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Nào cùng đến trước Thiên nhan.</a:t>
            </a:r>
            <a:endParaRPr b="1" sz="75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Nào cùng đến trước Thiên nhan,</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2" name="Shape 672"/>
        <p:cNvGrpSpPr/>
        <p:nvPr/>
      </p:nvGrpSpPr>
      <p:grpSpPr>
        <a:xfrm>
          <a:off x="0" y="0"/>
          <a:ext cx="0" cy="0"/>
          <a:chOff x="0" y="0"/>
          <a:chExt cx="0" cy="0"/>
        </a:xfrm>
      </p:grpSpPr>
      <p:sp>
        <p:nvSpPr>
          <p:cNvPr id="673" name="Google Shape;673;g3f7156d7ccb_0_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dâng lời cảm tạ và tung hô Chúa.</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g3faf5860435_0_1"/>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1. </a:t>
            </a:r>
            <a:r>
              <a:rPr b="1" lang="en-US" sz="7500">
                <a:solidFill>
                  <a:schemeClr val="lt1"/>
                </a:solidFill>
                <a:latin typeface="Times New Roman"/>
                <a:ea typeface="Times New Roman"/>
                <a:cs typeface="Times New Roman"/>
                <a:sym typeface="Times New Roman"/>
              </a:rPr>
              <a:t>Chúa là nguồn quang minh tâm trí con, </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2" name="Shape 682"/>
        <p:cNvGrpSpPr/>
        <p:nvPr/>
      </p:nvGrpSpPr>
      <p:grpSpPr>
        <a:xfrm>
          <a:off x="0" y="0"/>
          <a:ext cx="0" cy="0"/>
          <a:chOff x="0" y="0"/>
          <a:chExt cx="0" cy="0"/>
        </a:xfrm>
      </p:grpSpPr>
      <p:sp>
        <p:nvSpPr>
          <p:cNvPr id="683" name="Google Shape;683;g3faf5860435_0_5"/>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sáng soi trên đường thế gian mịt mù.</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7" name="Shape 687"/>
        <p:cNvGrpSpPr/>
        <p:nvPr/>
      </p:nvGrpSpPr>
      <p:grpSpPr>
        <a:xfrm>
          <a:off x="0" y="0"/>
          <a:ext cx="0" cy="0"/>
          <a:chOff x="0" y="0"/>
          <a:chExt cx="0" cy="0"/>
        </a:xfrm>
      </p:grpSpPr>
      <p:sp>
        <p:nvSpPr>
          <p:cNvPr id="688" name="Google Shape;688;hf002f62f5ca6d5c_0_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Dìu con tiến bước về nơi ước mong, dẫu ngàn nguy khó rắc gieo trên đường.</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2" name="Shape 692"/>
        <p:cNvGrpSpPr/>
        <p:nvPr/>
      </p:nvGrpSpPr>
      <p:grpSpPr>
        <a:xfrm>
          <a:off x="0" y="0"/>
          <a:ext cx="0" cy="0"/>
          <a:chOff x="0" y="0"/>
          <a:chExt cx="0" cy="0"/>
        </a:xfrm>
      </p:grpSpPr>
      <p:sp>
        <p:nvSpPr>
          <p:cNvPr id="693" name="Google Shape;693;hf002f62f5ca6d5c_0_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Hãy đến tung hô Chúa reo mừng Đấng cứu thoát ta.</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7" name="Shape 697"/>
        <p:cNvGrpSpPr/>
        <p:nvPr/>
      </p:nvGrpSpPr>
      <p:grpSpPr>
        <a:xfrm>
          <a:off x="0" y="0"/>
          <a:ext cx="0" cy="0"/>
          <a:chOff x="0" y="0"/>
          <a:chExt cx="0" cy="0"/>
        </a:xfrm>
      </p:grpSpPr>
      <p:sp>
        <p:nvSpPr>
          <p:cNvPr id="698" name="Google Shape;698;hf002f62f5ca6d5c_0_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Nào cùng đến trước Thiên nhan.</a:t>
            </a:r>
            <a:endParaRPr b="1" sz="75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Nào cùng đến trước Thiên nhan,</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pic>
        <p:nvPicPr>
          <p:cNvPr id="703" name="Google Shape;703;hf002f62f5ca6d5c_0_90"/>
          <p:cNvPicPr preferRelativeResize="0"/>
          <p:nvPr/>
        </p:nvPicPr>
        <p:blipFill>
          <a:blip r:embed="rId3">
            <a:alphaModFix/>
          </a:blip>
          <a:stretch>
            <a:fillRect/>
          </a:stretch>
        </p:blipFill>
        <p:spPr>
          <a:xfrm>
            <a:off x="0" y="0"/>
            <a:ext cx="9144003" cy="5143490"/>
          </a:xfrm>
          <a:prstGeom prst="rect">
            <a:avLst/>
          </a:prstGeom>
          <a:noFill/>
          <a:ln>
            <a:noFill/>
          </a:ln>
        </p:spPr>
      </p:pic>
    </p:spTree>
  </p:cSld>
  <p:clrMapOvr>
    <a:masterClrMapping/>
  </p:clrMapOvr>
</p:sld>
</file>

<file path=ppt/slides/slide1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7" name="Shape 707"/>
        <p:cNvGrpSpPr/>
        <p:nvPr/>
      </p:nvGrpSpPr>
      <p:grpSpPr>
        <a:xfrm>
          <a:off x="0" y="0"/>
          <a:ext cx="0" cy="0"/>
          <a:chOff x="0" y="0"/>
          <a:chExt cx="0" cy="0"/>
        </a:xfrm>
      </p:grpSpPr>
      <p:sp>
        <p:nvSpPr>
          <p:cNvPr id="708" name="Google Shape;708;g3d90891dc36_0_0"/>
          <p:cNvSpPr txBox="1"/>
          <p:nvPr>
            <p:ph type="ctrTitle"/>
          </p:nvPr>
        </p:nvSpPr>
        <p:spPr>
          <a:xfrm>
            <a:off x="0" y="0"/>
            <a:ext cx="9144000" cy="595800"/>
          </a:xfrm>
          <a:prstGeom prst="rect">
            <a:avLst/>
          </a:prstGeom>
          <a:solidFill>
            <a:srgbClr val="002060"/>
          </a:solidFill>
          <a:ln>
            <a:noFill/>
          </a:ln>
        </p:spPr>
        <p:txBody>
          <a:bodyPr anchorCtr="0" anchor="b" bIns="0" lIns="91425" spcFirstLastPara="1" rIns="91425" wrap="square" tIns="0">
            <a:noAutofit/>
          </a:bodyPr>
          <a:lstStyle/>
          <a:p>
            <a:pPr indent="0" lvl="0" marL="0" rtl="0" algn="ctr">
              <a:lnSpc>
                <a:spcPct val="100000"/>
              </a:lnSpc>
              <a:spcBef>
                <a:spcPts val="0"/>
              </a:spcBef>
              <a:spcAft>
                <a:spcPts val="0"/>
              </a:spcAft>
              <a:buClr>
                <a:schemeClr val="accent4"/>
              </a:buClr>
              <a:buSzPts val="15840"/>
              <a:buFont typeface="Arial"/>
              <a:buNone/>
            </a:pPr>
            <a:r>
              <a:rPr b="1" lang="en-US" sz="4000">
                <a:solidFill>
                  <a:schemeClr val="accent4"/>
                </a:solidFill>
                <a:latin typeface="Times New Roman"/>
                <a:ea typeface="Times New Roman"/>
                <a:cs typeface="Times New Roman"/>
                <a:sym typeface="Times New Roman"/>
              </a:rPr>
              <a:t>KINH VINH DANH</a:t>
            </a:r>
            <a:endParaRPr b="1" sz="4000">
              <a:solidFill>
                <a:schemeClr val="accent2"/>
              </a:solidFill>
              <a:latin typeface="Times New Roman"/>
              <a:ea typeface="Times New Roman"/>
              <a:cs typeface="Times New Roman"/>
              <a:sym typeface="Times New Roman"/>
            </a:endParaRPr>
          </a:p>
        </p:txBody>
      </p:sp>
      <p:sp>
        <p:nvSpPr>
          <p:cNvPr id="709" name="Google Shape;709;g3d90891dc36_0_0"/>
          <p:cNvSpPr txBox="1"/>
          <p:nvPr/>
        </p:nvSpPr>
        <p:spPr>
          <a:xfrm>
            <a:off x="0" y="514350"/>
            <a:ext cx="9144000" cy="4629000"/>
          </a:xfrm>
          <a:prstGeom prst="rect">
            <a:avLst/>
          </a:prstGeom>
          <a:solidFill>
            <a:srgbClr val="002060"/>
          </a:solidFill>
          <a:ln>
            <a:noFill/>
          </a:ln>
        </p:spPr>
        <p:txBody>
          <a:bodyPr anchorCtr="0" anchor="ctr" bIns="0" lIns="91425" spcFirstLastPara="1" rIns="91425" wrap="square" tIns="0">
            <a:noAutofit/>
          </a:bodyPr>
          <a:lstStyle/>
          <a:p>
            <a:pPr indent="0" lvl="0" marL="0" marR="0" rtl="0" algn="just">
              <a:lnSpc>
                <a:spcPct val="100000"/>
              </a:lnSpc>
              <a:spcBef>
                <a:spcPts val="0"/>
              </a:spcBef>
              <a:spcAft>
                <a:spcPts val="0"/>
              </a:spcAft>
              <a:buClr>
                <a:srgbClr val="EE0000"/>
              </a:buClr>
              <a:buSzPts val="9600"/>
              <a:buFont typeface="Times"/>
              <a:buNone/>
            </a:pPr>
            <a:r>
              <a:rPr b="1" i="0" lang="en-US" sz="7600" u="none" cap="none" strike="noStrike">
                <a:solidFill>
                  <a:srgbClr val="FFFF00"/>
                </a:solidFill>
                <a:latin typeface="Times"/>
                <a:ea typeface="Times"/>
                <a:cs typeface="Times"/>
                <a:sym typeface="Times"/>
              </a:rPr>
              <a:t>CT:</a:t>
            </a:r>
            <a:r>
              <a:rPr b="1" i="1" lang="en-US" sz="7600" u="none" cap="none" strike="noStrike">
                <a:solidFill>
                  <a:srgbClr val="C00000"/>
                </a:solidFill>
                <a:latin typeface="Times"/>
                <a:ea typeface="Times"/>
                <a:cs typeface="Times"/>
                <a:sym typeface="Times"/>
              </a:rPr>
              <a:t> </a:t>
            </a:r>
            <a:r>
              <a:rPr b="1" i="0" lang="en-US" sz="7600" u="none" cap="none" strike="noStrike">
                <a:solidFill>
                  <a:schemeClr val="lt1"/>
                </a:solidFill>
                <a:latin typeface="Times"/>
                <a:ea typeface="Times"/>
                <a:cs typeface="Times"/>
                <a:sym typeface="Times"/>
              </a:rPr>
              <a:t>Vinh danh Thiên Chúa trên các tầng trời</a:t>
            </a:r>
            <a:endParaRPr b="1" i="0" sz="7600" u="none" cap="none" strike="noStrike">
              <a:solidFill>
                <a:schemeClr val="lt1"/>
              </a:solidFill>
              <a:latin typeface="Times"/>
              <a:ea typeface="Times"/>
              <a:cs typeface="Times"/>
              <a:sym typeface="Times"/>
            </a:endParaRPr>
          </a:p>
        </p:txBody>
      </p:sp>
    </p:spTree>
  </p:cSld>
  <p:clrMapOvr>
    <a:masterClrMapping/>
  </p:clrMapOvr>
</p:sld>
</file>

<file path=ppt/slides/slide1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4" name="Shape 714"/>
        <p:cNvGrpSpPr/>
        <p:nvPr/>
      </p:nvGrpSpPr>
      <p:grpSpPr>
        <a:xfrm>
          <a:off x="0" y="0"/>
          <a:ext cx="0" cy="0"/>
          <a:chOff x="0" y="0"/>
          <a:chExt cx="0" cy="0"/>
        </a:xfrm>
      </p:grpSpPr>
      <p:sp>
        <p:nvSpPr>
          <p:cNvPr id="715" name="Google Shape;715;g3ab13fdb44f_0_29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FF3399"/>
              </a:buClr>
              <a:buSzPts val="9600"/>
              <a:buFont typeface="Times"/>
              <a:buNone/>
            </a:pPr>
            <a:r>
              <a:rPr b="1" lang="en-US" sz="7600">
                <a:solidFill>
                  <a:srgbClr val="FF3399"/>
                </a:solidFill>
                <a:latin typeface="Times"/>
                <a:ea typeface="Times"/>
                <a:cs typeface="Times"/>
                <a:sym typeface="Times"/>
              </a:rPr>
              <a:t>A+B: </a:t>
            </a:r>
            <a:r>
              <a:rPr b="1" lang="en-US" sz="7600">
                <a:solidFill>
                  <a:schemeClr val="lt1"/>
                </a:solidFill>
                <a:latin typeface="Times"/>
                <a:ea typeface="Times"/>
                <a:cs typeface="Times"/>
                <a:sym typeface="Times"/>
              </a:rPr>
              <a:t>và bình an dưới thế cho người thiện tâm.</a:t>
            </a:r>
            <a:endParaRPr b="1" sz="7600">
              <a:solidFill>
                <a:schemeClr val="lt1"/>
              </a:solidFill>
              <a:latin typeface="Times"/>
              <a:ea typeface="Times"/>
              <a:cs typeface="Times"/>
              <a:sym typeface="Times"/>
            </a:endParaRPr>
          </a:p>
        </p:txBody>
      </p:sp>
    </p:spTree>
  </p:cSld>
  <p:clrMapOvr>
    <a:masterClrMapping/>
  </p:clrMapOvr>
</p:sld>
</file>

<file path=ppt/slides/slide1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720" name="Shape 720"/>
        <p:cNvGrpSpPr/>
        <p:nvPr/>
      </p:nvGrpSpPr>
      <p:grpSpPr>
        <a:xfrm>
          <a:off x="0" y="0"/>
          <a:ext cx="0" cy="0"/>
          <a:chOff x="0" y="0"/>
          <a:chExt cx="0" cy="0"/>
        </a:xfrm>
      </p:grpSpPr>
      <p:sp>
        <p:nvSpPr>
          <p:cNvPr id="721" name="Google Shape;721;g3ab13fdb44f_0_30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800"/>
              <a:buFont typeface="Times"/>
              <a:buNone/>
            </a:pPr>
            <a:r>
              <a:rPr b="1" lang="en-US" sz="76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Chúng con ca ngợi Chúa,</a:t>
            </a:r>
            <a:br>
              <a:rPr b="1" lang="en-US" sz="7600">
                <a:latin typeface="Times"/>
                <a:ea typeface="Times"/>
                <a:cs typeface="Times"/>
                <a:sym typeface="Times"/>
              </a:rPr>
            </a:br>
            <a:r>
              <a:rPr b="1" lang="en-US" sz="7600">
                <a:solidFill>
                  <a:srgbClr val="FFFF00"/>
                </a:solidFill>
                <a:latin typeface="Times"/>
                <a:ea typeface="Times"/>
                <a:cs typeface="Times"/>
                <a:sym typeface="Times"/>
              </a:rPr>
              <a:t>B:</a:t>
            </a:r>
            <a:r>
              <a:rPr b="1" lang="en-US" sz="7600">
                <a:latin typeface="Times"/>
                <a:ea typeface="Times"/>
                <a:cs typeface="Times"/>
                <a:sym typeface="Times"/>
              </a:rPr>
              <a:t> </a:t>
            </a:r>
            <a:r>
              <a:rPr b="1" lang="en-US" sz="7600">
                <a:solidFill>
                  <a:schemeClr val="lt1"/>
                </a:solidFill>
                <a:latin typeface="Times"/>
                <a:ea typeface="Times"/>
                <a:cs typeface="Times"/>
                <a:sym typeface="Times"/>
              </a:rPr>
              <a:t>chúng con chúc tụng Chúa,</a:t>
            </a:r>
            <a:endParaRPr b="1" sz="7600">
              <a:solidFill>
                <a:schemeClr val="lt1"/>
              </a:solidFill>
              <a:latin typeface="Times"/>
              <a:ea typeface="Times"/>
              <a:cs typeface="Times"/>
              <a:sym typeface="Times"/>
            </a:endParaRPr>
          </a:p>
        </p:txBody>
      </p:sp>
    </p:spTree>
  </p:cSld>
  <p:clrMapOvr>
    <a:masterClrMapping/>
  </p:clrMapOvr>
</p:sld>
</file>

<file path=ppt/slides/slide1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6" name="Shape 726"/>
        <p:cNvGrpSpPr/>
        <p:nvPr/>
      </p:nvGrpSpPr>
      <p:grpSpPr>
        <a:xfrm>
          <a:off x="0" y="0"/>
          <a:ext cx="0" cy="0"/>
          <a:chOff x="0" y="0"/>
          <a:chExt cx="0" cy="0"/>
        </a:xfrm>
      </p:grpSpPr>
      <p:sp>
        <p:nvSpPr>
          <p:cNvPr id="727" name="Google Shape;727;g3ab13fdb44f_0_30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800"/>
              <a:buFont typeface="Times"/>
              <a:buNone/>
            </a:pPr>
            <a:r>
              <a:rPr b="1" lang="en-US" sz="7600">
                <a:solidFill>
                  <a:srgbClr val="EE0000"/>
                </a:solidFill>
                <a:latin typeface="Times"/>
                <a:ea typeface="Times"/>
                <a:cs typeface="Times"/>
                <a:sym typeface="Times"/>
              </a:rPr>
              <a:t>A:</a:t>
            </a:r>
            <a:r>
              <a:rPr b="1" lang="en-US" sz="7600">
                <a:latin typeface="Times"/>
                <a:ea typeface="Times"/>
                <a:cs typeface="Times"/>
                <a:sym typeface="Times"/>
              </a:rPr>
              <a:t> </a:t>
            </a:r>
            <a:r>
              <a:rPr b="1" lang="en-US" sz="7600">
                <a:solidFill>
                  <a:schemeClr val="lt1"/>
                </a:solidFill>
                <a:latin typeface="Times"/>
                <a:ea typeface="Times"/>
                <a:cs typeface="Times"/>
                <a:sym typeface="Times"/>
              </a:rPr>
              <a:t>chúng   con thờ lạy Chúa,</a:t>
            </a:r>
            <a:br>
              <a:rPr b="1" lang="en-US" sz="7600">
                <a:latin typeface="Times"/>
                <a:ea typeface="Times"/>
                <a:cs typeface="Times"/>
                <a:sym typeface="Times"/>
              </a:rPr>
            </a:br>
            <a:r>
              <a:rPr b="1" lang="en-US" sz="7600">
                <a:solidFill>
                  <a:srgbClr val="FFFF00"/>
                </a:solidFill>
                <a:latin typeface="Times"/>
                <a:ea typeface="Times"/>
                <a:cs typeface="Times"/>
                <a:sym typeface="Times"/>
              </a:rPr>
              <a:t>B:</a:t>
            </a:r>
            <a:r>
              <a:rPr b="1" lang="en-US" sz="7600">
                <a:solidFill>
                  <a:schemeClr val="accent1"/>
                </a:solidFill>
                <a:latin typeface="Times"/>
                <a:ea typeface="Times"/>
                <a:cs typeface="Times"/>
                <a:sym typeface="Times"/>
              </a:rPr>
              <a:t> </a:t>
            </a:r>
            <a:r>
              <a:rPr b="1" lang="en-US" sz="7600">
                <a:solidFill>
                  <a:schemeClr val="lt1"/>
                </a:solidFill>
                <a:latin typeface="Times"/>
                <a:ea typeface="Times"/>
                <a:cs typeface="Times"/>
                <a:sym typeface="Times"/>
              </a:rPr>
              <a:t>chúng con tôn vinh Chúa,</a:t>
            </a:r>
            <a:endParaRPr b="1" sz="7600">
              <a:solidFill>
                <a:schemeClr val="lt1"/>
              </a:solidFill>
              <a:latin typeface="Times"/>
              <a:ea typeface="Times"/>
              <a:cs typeface="Times"/>
              <a:sym typeface="Times"/>
            </a:endParaRPr>
          </a:p>
        </p:txBody>
      </p:sp>
    </p:spTree>
  </p:cSld>
  <p:clrMapOvr>
    <a:masterClrMapping/>
  </p:clrMapOvr>
</p:sld>
</file>

<file path=ppt/slides/slide1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2" name="Shape 732"/>
        <p:cNvGrpSpPr/>
        <p:nvPr/>
      </p:nvGrpSpPr>
      <p:grpSpPr>
        <a:xfrm>
          <a:off x="0" y="0"/>
          <a:ext cx="0" cy="0"/>
          <a:chOff x="0" y="0"/>
          <a:chExt cx="0" cy="0"/>
        </a:xfrm>
      </p:grpSpPr>
      <p:sp>
        <p:nvSpPr>
          <p:cNvPr id="733" name="Google Shape;733;g3ab13fdb44f_0_31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800"/>
              <a:buFont typeface="Times"/>
              <a:buNone/>
            </a:pPr>
            <a:r>
              <a:rPr b="1" lang="en-US" sz="7600">
                <a:solidFill>
                  <a:srgbClr val="EE0000"/>
                </a:solidFill>
                <a:latin typeface="Times"/>
                <a:ea typeface="Times"/>
                <a:cs typeface="Times"/>
                <a:sym typeface="Times"/>
              </a:rPr>
              <a:t>A:</a:t>
            </a:r>
            <a:r>
              <a:rPr b="1" lang="en-US" sz="7600">
                <a:latin typeface="Times"/>
                <a:ea typeface="Times"/>
                <a:cs typeface="Times"/>
                <a:sym typeface="Times"/>
              </a:rPr>
              <a:t> </a:t>
            </a:r>
            <a:r>
              <a:rPr b="1" lang="en-US" sz="7600">
                <a:solidFill>
                  <a:schemeClr val="lt1"/>
                </a:solidFill>
                <a:latin typeface="Times"/>
                <a:ea typeface="Times"/>
                <a:cs typeface="Times"/>
                <a:sym typeface="Times"/>
              </a:rPr>
              <a:t>chúng con cảm tạ Chúa vì vinh quang cao cả Chúa.</a:t>
            </a:r>
            <a:endParaRPr sz="7600">
              <a:solidFill>
                <a:schemeClr val="lt1"/>
              </a:solidFill>
            </a:endParaRPr>
          </a:p>
        </p:txBody>
      </p:sp>
    </p:spTree>
  </p:cSld>
  <p:clrMapOvr>
    <a:masterClrMapping/>
  </p:clrMapOvr>
</p:sld>
</file>

<file path=ppt/slides/slide1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8" name="Shape 738"/>
        <p:cNvGrpSpPr/>
        <p:nvPr/>
      </p:nvGrpSpPr>
      <p:grpSpPr>
        <a:xfrm>
          <a:off x="0" y="0"/>
          <a:ext cx="0" cy="0"/>
          <a:chOff x="0" y="0"/>
          <a:chExt cx="0" cy="0"/>
        </a:xfrm>
      </p:grpSpPr>
      <p:sp>
        <p:nvSpPr>
          <p:cNvPr id="739" name="Google Shape;739;g3ab13fdb44f_0_31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8200"/>
              <a:buFont typeface="Times"/>
              <a:buNone/>
            </a:pPr>
            <a:r>
              <a:rPr b="1" lang="en-US" sz="7600">
                <a:solidFill>
                  <a:srgbClr val="FFFF00"/>
                </a:solidFill>
                <a:latin typeface="Times"/>
                <a:ea typeface="Times"/>
                <a:cs typeface="Times"/>
                <a:sym typeface="Times"/>
              </a:rPr>
              <a:t>B:</a:t>
            </a:r>
            <a:r>
              <a:rPr b="1" lang="en-US" sz="7600">
                <a:latin typeface="Times"/>
                <a:ea typeface="Times"/>
                <a:cs typeface="Times"/>
                <a:sym typeface="Times"/>
              </a:rPr>
              <a:t> </a:t>
            </a:r>
            <a:r>
              <a:rPr b="1" lang="en-US" sz="7600">
                <a:solidFill>
                  <a:schemeClr val="lt1"/>
                </a:solidFill>
                <a:latin typeface="Times"/>
                <a:ea typeface="Times"/>
                <a:cs typeface="Times"/>
                <a:sym typeface="Times"/>
              </a:rPr>
              <a:t>Lạy Chúa là Thiên Chúa, là Vua trên trời, là Chúa Cha toàn năng.</a:t>
            </a:r>
            <a:endParaRPr b="1" sz="7600">
              <a:solidFill>
                <a:schemeClr val="lt1"/>
              </a:solidFill>
              <a:latin typeface="Times"/>
              <a:ea typeface="Times"/>
              <a:cs typeface="Times"/>
              <a:sym typeface="Times"/>
            </a:endParaRPr>
          </a:p>
        </p:txBody>
      </p:sp>
    </p:spTree>
  </p:cSld>
  <p:clrMapOvr>
    <a:masterClrMapping/>
  </p:clrMapOvr>
</p:sld>
</file>

<file path=ppt/slides/slide1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4" name="Shape 744"/>
        <p:cNvGrpSpPr/>
        <p:nvPr/>
      </p:nvGrpSpPr>
      <p:grpSpPr>
        <a:xfrm>
          <a:off x="0" y="0"/>
          <a:ext cx="0" cy="0"/>
          <a:chOff x="0" y="0"/>
          <a:chExt cx="0" cy="0"/>
        </a:xfrm>
      </p:grpSpPr>
      <p:sp>
        <p:nvSpPr>
          <p:cNvPr id="745" name="Google Shape;745;g3ab13fdb44f_0_32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000"/>
              <a:buFont typeface="Times"/>
              <a:buNone/>
            </a:pPr>
            <a:r>
              <a:rPr b="1" lang="en-US" sz="80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Lạy Con Một Thiên Chúa, Chúa Giêsu Kitô</a:t>
            </a:r>
            <a:endParaRPr sz="7600">
              <a:solidFill>
                <a:schemeClr val="lt1"/>
              </a:solidFill>
            </a:endParaRPr>
          </a:p>
        </p:txBody>
      </p:sp>
    </p:spTree>
  </p:cSld>
  <p:clrMapOvr>
    <a:masterClrMapping/>
  </p:clrMapOvr>
</p:sld>
</file>

<file path=ppt/slides/slide1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0" name="Shape 750"/>
        <p:cNvGrpSpPr/>
        <p:nvPr/>
      </p:nvGrpSpPr>
      <p:grpSpPr>
        <a:xfrm>
          <a:off x="0" y="0"/>
          <a:ext cx="0" cy="0"/>
          <a:chOff x="0" y="0"/>
          <a:chExt cx="0" cy="0"/>
        </a:xfrm>
      </p:grpSpPr>
      <p:sp>
        <p:nvSpPr>
          <p:cNvPr id="751" name="Google Shape;751;g3ab13fdb44f_0_32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7200"/>
              <a:buFont typeface="Times"/>
              <a:buNone/>
            </a:pPr>
            <a:r>
              <a:rPr b="1" lang="en-US" sz="7600">
                <a:solidFill>
                  <a:srgbClr val="FFFF00"/>
                </a:solidFill>
                <a:latin typeface="Times"/>
                <a:ea typeface="Times"/>
                <a:cs typeface="Times"/>
                <a:sym typeface="Times"/>
              </a:rPr>
              <a:t>B:</a:t>
            </a:r>
            <a:r>
              <a:rPr b="1" lang="en-US" sz="7600">
                <a:solidFill>
                  <a:schemeClr val="lt1"/>
                </a:solidFill>
                <a:latin typeface="Times"/>
                <a:ea typeface="Times"/>
                <a:cs typeface="Times"/>
                <a:sym typeface="Times"/>
              </a:rPr>
              <a:t> Lạy Chúa là Thiên Chúa, là Chiên Thiên Chúa, là Con Ðức Chúa Cha,</a:t>
            </a:r>
            <a:endParaRPr sz="4800">
              <a:solidFill>
                <a:schemeClr val="lt1"/>
              </a:solidFill>
            </a:endParaRPr>
          </a:p>
        </p:txBody>
      </p:sp>
    </p:spTree>
  </p:cSld>
  <p:clrMapOvr>
    <a:masterClrMapping/>
  </p:clrMapOvr>
</p:sld>
</file>

<file path=ppt/slides/slide1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6" name="Shape 756"/>
        <p:cNvGrpSpPr/>
        <p:nvPr/>
      </p:nvGrpSpPr>
      <p:grpSpPr>
        <a:xfrm>
          <a:off x="0" y="0"/>
          <a:ext cx="0" cy="0"/>
          <a:chOff x="0" y="0"/>
          <a:chExt cx="0" cy="0"/>
        </a:xfrm>
      </p:grpSpPr>
      <p:sp>
        <p:nvSpPr>
          <p:cNvPr id="757" name="Google Shape;757;g3ab13fdb44f_0_33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000"/>
              <a:buFont typeface="Times"/>
              <a:buNone/>
            </a:pPr>
            <a:r>
              <a:rPr b="1" lang="en-US" sz="76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Chúa xóa tội trần gian, xin thương xót chúng con,</a:t>
            </a:r>
            <a:endParaRPr b="1" sz="7600">
              <a:solidFill>
                <a:schemeClr val="lt1"/>
              </a:solidFill>
              <a:latin typeface="Times"/>
              <a:ea typeface="Times"/>
              <a:cs typeface="Times"/>
              <a:sym typeface="Times"/>
            </a:endParaRPr>
          </a:p>
        </p:txBody>
      </p:sp>
    </p:spTree>
  </p:cSld>
  <p:clrMapOvr>
    <a:masterClrMapping/>
  </p:clrMapOvr>
</p:sld>
</file>

<file path=ppt/slides/slide1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2" name="Shape 762"/>
        <p:cNvGrpSpPr/>
        <p:nvPr/>
      </p:nvGrpSpPr>
      <p:grpSpPr>
        <a:xfrm>
          <a:off x="0" y="0"/>
          <a:ext cx="0" cy="0"/>
          <a:chOff x="0" y="0"/>
          <a:chExt cx="0" cy="0"/>
        </a:xfrm>
      </p:grpSpPr>
      <p:sp>
        <p:nvSpPr>
          <p:cNvPr id="763" name="Google Shape;763;g3ab13fdb44f_0_33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8000"/>
              <a:buFont typeface="Times"/>
              <a:buNone/>
            </a:pPr>
            <a:r>
              <a:rPr b="1" lang="en-US" sz="7600">
                <a:solidFill>
                  <a:srgbClr val="FFFF00"/>
                </a:solidFill>
                <a:latin typeface="Times"/>
                <a:ea typeface="Times"/>
                <a:cs typeface="Times"/>
                <a:sym typeface="Times"/>
              </a:rPr>
              <a:t>B:</a:t>
            </a:r>
            <a:r>
              <a:rPr b="1" lang="en-US" sz="7600">
                <a:solidFill>
                  <a:schemeClr val="accent1"/>
                </a:solidFill>
                <a:latin typeface="Times"/>
                <a:ea typeface="Times"/>
                <a:cs typeface="Times"/>
                <a:sym typeface="Times"/>
              </a:rPr>
              <a:t> </a:t>
            </a:r>
            <a:r>
              <a:rPr b="1" lang="en-US" sz="7600">
                <a:solidFill>
                  <a:schemeClr val="lt1"/>
                </a:solidFill>
                <a:latin typeface="Times"/>
                <a:ea typeface="Times"/>
                <a:cs typeface="Times"/>
                <a:sym typeface="Times"/>
              </a:rPr>
              <a:t>Chúa xóa tội trần gian, xin nhậm lời chúng con cầu khẩn.</a:t>
            </a:r>
            <a:endParaRPr sz="7600">
              <a:solidFill>
                <a:schemeClr val="lt1"/>
              </a:solidFill>
            </a:endParaRPr>
          </a:p>
        </p:txBody>
      </p:sp>
    </p:spTree>
  </p:cSld>
  <p:clrMapOvr>
    <a:masterClrMapping/>
  </p:clrMapOvr>
</p:sld>
</file>

<file path=ppt/slides/slide1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8" name="Shape 768"/>
        <p:cNvGrpSpPr/>
        <p:nvPr/>
      </p:nvGrpSpPr>
      <p:grpSpPr>
        <a:xfrm>
          <a:off x="0" y="0"/>
          <a:ext cx="0" cy="0"/>
          <a:chOff x="0" y="0"/>
          <a:chExt cx="0" cy="0"/>
        </a:xfrm>
      </p:grpSpPr>
      <p:sp>
        <p:nvSpPr>
          <p:cNvPr id="769" name="Google Shape;769;g3ab13fdb44f_0_34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EE0000"/>
              </a:buClr>
              <a:buSzPts val="8000"/>
              <a:buFont typeface="Times"/>
              <a:buNone/>
            </a:pPr>
            <a:r>
              <a:rPr b="1" lang="en-US" sz="7600">
                <a:solidFill>
                  <a:srgbClr val="EE0000"/>
                </a:solidFill>
                <a:latin typeface="Times"/>
                <a:ea typeface="Times"/>
                <a:cs typeface="Times"/>
                <a:sym typeface="Times"/>
              </a:rPr>
              <a:t>A: </a:t>
            </a:r>
            <a:r>
              <a:rPr b="1" lang="en-US" sz="7600">
                <a:solidFill>
                  <a:schemeClr val="lt1"/>
                </a:solidFill>
                <a:latin typeface="Times"/>
                <a:ea typeface="Times"/>
                <a:cs typeface="Times"/>
                <a:sym typeface="Times"/>
              </a:rPr>
              <a:t>Chúa ngự bên hữu Ðức Chúa Cha, xin thương xót chúng con.</a:t>
            </a:r>
            <a:endParaRPr b="1" sz="7600">
              <a:solidFill>
                <a:schemeClr val="lt1"/>
              </a:solidFill>
              <a:latin typeface="Times"/>
              <a:ea typeface="Times"/>
              <a:cs typeface="Times"/>
              <a:sym typeface="Times"/>
            </a:endParaRPr>
          </a:p>
        </p:txBody>
      </p:sp>
    </p:spTree>
  </p:cSld>
  <p:clrMapOvr>
    <a:masterClrMapping/>
  </p:clrMapOvr>
</p:sld>
</file>

<file path=ppt/slides/slide1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4" name="Shape 774"/>
        <p:cNvGrpSpPr/>
        <p:nvPr/>
      </p:nvGrpSpPr>
      <p:grpSpPr>
        <a:xfrm>
          <a:off x="0" y="0"/>
          <a:ext cx="0" cy="0"/>
          <a:chOff x="0" y="0"/>
          <a:chExt cx="0" cy="0"/>
        </a:xfrm>
      </p:grpSpPr>
      <p:sp>
        <p:nvSpPr>
          <p:cNvPr id="775" name="Google Shape;775;g3ab13fdb44f_0_34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1"/>
              </a:buClr>
              <a:buSzPts val="8800"/>
              <a:buFont typeface="Times"/>
              <a:buNone/>
            </a:pPr>
            <a:r>
              <a:rPr b="1" lang="en-US" sz="7600">
                <a:solidFill>
                  <a:srgbClr val="FFFF00"/>
                </a:solidFill>
                <a:latin typeface="Times"/>
                <a:ea typeface="Times"/>
                <a:cs typeface="Times"/>
                <a:sym typeface="Times"/>
              </a:rPr>
              <a:t>B:</a:t>
            </a:r>
            <a:r>
              <a:rPr b="1" lang="en-US" sz="7600">
                <a:solidFill>
                  <a:schemeClr val="accent1"/>
                </a:solidFill>
                <a:latin typeface="Times"/>
                <a:ea typeface="Times"/>
                <a:cs typeface="Times"/>
                <a:sym typeface="Times"/>
              </a:rPr>
              <a:t> </a:t>
            </a:r>
            <a:r>
              <a:rPr b="1" lang="en-US" sz="7600">
                <a:solidFill>
                  <a:schemeClr val="lt1"/>
                </a:solidFill>
                <a:latin typeface="Times"/>
                <a:ea typeface="Times"/>
                <a:cs typeface="Times"/>
                <a:sym typeface="Times"/>
              </a:rPr>
              <a:t>Vì lạy Chúa Giêsu Kitô, chỉ có Chúa là Ðấng Thánh,</a:t>
            </a:r>
            <a:endParaRPr sz="7600">
              <a:solidFill>
                <a:schemeClr val="lt1"/>
              </a:solidFill>
            </a:endParaRPr>
          </a:p>
        </p:txBody>
      </p:sp>
    </p:spTree>
  </p:cSld>
  <p:clrMapOvr>
    <a:masterClrMapping/>
  </p:clrMapOvr>
</p:sld>
</file>

<file path=ppt/slides/slide1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0" name="Shape 780"/>
        <p:cNvGrpSpPr/>
        <p:nvPr/>
      </p:nvGrpSpPr>
      <p:grpSpPr>
        <a:xfrm>
          <a:off x="0" y="0"/>
          <a:ext cx="0" cy="0"/>
          <a:chOff x="0" y="0"/>
          <a:chExt cx="0" cy="0"/>
        </a:xfrm>
      </p:grpSpPr>
      <p:sp>
        <p:nvSpPr>
          <p:cNvPr id="781" name="Google Shape;781;g3ab13fdb44f_0_350"/>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dk1"/>
              </a:buClr>
              <a:buSzPts val="8000"/>
              <a:buFont typeface="Times"/>
              <a:buNone/>
            </a:pPr>
            <a:r>
              <a:rPr b="1" lang="en-US" sz="7600">
                <a:solidFill>
                  <a:schemeClr val="lt1"/>
                </a:solidFill>
                <a:latin typeface="Times"/>
                <a:ea typeface="Times"/>
                <a:cs typeface="Times"/>
                <a:sym typeface="Times"/>
              </a:rPr>
              <a:t>chỉ có Chúa là Chúa, chỉ có Chúa là Ðấng Tối Cao,</a:t>
            </a:r>
            <a:endParaRPr sz="7600">
              <a:solidFill>
                <a:schemeClr val="lt1"/>
              </a:solidFill>
            </a:endParaRPr>
          </a:p>
        </p:txBody>
      </p:sp>
    </p:spTree>
  </p:cSld>
  <p:clrMapOvr>
    <a:masterClrMapping/>
  </p:clrMapOvr>
</p:sld>
</file>

<file path=ppt/slides/slide1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6" name="Shape 786"/>
        <p:cNvGrpSpPr/>
        <p:nvPr/>
      </p:nvGrpSpPr>
      <p:grpSpPr>
        <a:xfrm>
          <a:off x="0" y="0"/>
          <a:ext cx="0" cy="0"/>
          <a:chOff x="0" y="0"/>
          <a:chExt cx="0" cy="0"/>
        </a:xfrm>
      </p:grpSpPr>
      <p:sp>
        <p:nvSpPr>
          <p:cNvPr id="787" name="Google Shape;787;g3ab13fdb44f_0_355"/>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rgbClr val="FF3399"/>
              </a:buClr>
              <a:buSzPts val="7200"/>
              <a:buFont typeface="Times"/>
              <a:buNone/>
            </a:pPr>
            <a:r>
              <a:rPr b="1" lang="en-US" sz="7200">
                <a:solidFill>
                  <a:srgbClr val="FF3399"/>
                </a:solidFill>
                <a:latin typeface="Times"/>
                <a:ea typeface="Times"/>
                <a:cs typeface="Times"/>
                <a:sym typeface="Times"/>
              </a:rPr>
              <a:t>A+B: </a:t>
            </a:r>
            <a:r>
              <a:rPr b="1" lang="en-US" sz="7200">
                <a:solidFill>
                  <a:schemeClr val="lt1"/>
                </a:solidFill>
                <a:latin typeface="Times"/>
                <a:ea typeface="Times"/>
                <a:cs typeface="Times"/>
                <a:sym typeface="Times"/>
              </a:rPr>
              <a:t>Cùng Ðức Chúa Thánh Thần trong vinh quang Ðức Chúa Cha.</a:t>
            </a:r>
            <a:r>
              <a:rPr b="1" lang="en-US" sz="7200">
                <a:latin typeface="Times"/>
                <a:ea typeface="Times"/>
                <a:cs typeface="Times"/>
                <a:sym typeface="Times"/>
              </a:rPr>
              <a:t> </a:t>
            </a:r>
            <a:r>
              <a:rPr b="1" lang="en-US" sz="7200">
                <a:solidFill>
                  <a:schemeClr val="lt1"/>
                </a:solidFill>
                <a:latin typeface="Times"/>
                <a:ea typeface="Times"/>
                <a:cs typeface="Times"/>
                <a:sym typeface="Times"/>
              </a:rPr>
              <a:t>Amen.</a:t>
            </a:r>
            <a:endParaRPr sz="7200">
              <a:solidFill>
                <a:schemeClr val="lt1"/>
              </a:solidFill>
            </a:endParaRPr>
          </a:p>
        </p:txBody>
      </p:sp>
    </p:spTree>
  </p:cSld>
  <p:clrMapOvr>
    <a:masterClrMapping/>
  </p:clrMapOvr>
</p:sld>
</file>

<file path=ppt/slides/slide1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pic>
        <p:nvPicPr>
          <p:cNvPr id="792" name="Google Shape;792;hf002f62f5ca6d5c_0_94"/>
          <p:cNvPicPr preferRelativeResize="0"/>
          <p:nvPr/>
        </p:nvPicPr>
        <p:blipFill>
          <a:blip r:embed="rId3">
            <a:alphaModFix/>
          </a:blip>
          <a:stretch>
            <a:fillRect/>
          </a:stretch>
        </p:blipFill>
        <p:spPr>
          <a:xfrm>
            <a:off x="0" y="0"/>
            <a:ext cx="9144003" cy="5143490"/>
          </a:xfrm>
          <a:prstGeom prst="rect">
            <a:avLst/>
          </a:prstGeom>
          <a:noFill/>
          <a:ln>
            <a:noFill/>
          </a:ln>
        </p:spPr>
      </p:pic>
    </p:spTree>
  </p:cSld>
  <p:clrMapOvr>
    <a:masterClrMapping/>
  </p:clrMapOvr>
</p:sld>
</file>

<file path=ppt/slides/slide1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796" name="Shape 796"/>
        <p:cNvGrpSpPr/>
        <p:nvPr/>
      </p:nvGrpSpPr>
      <p:grpSpPr>
        <a:xfrm>
          <a:off x="0" y="0"/>
          <a:ext cx="0" cy="0"/>
          <a:chOff x="0" y="0"/>
          <a:chExt cx="0" cy="0"/>
        </a:xfrm>
      </p:grpSpPr>
      <p:sp>
        <p:nvSpPr>
          <p:cNvPr id="797" name="Google Shape;797;g3d48ab63a6f_0_9"/>
          <p:cNvSpPr/>
          <p:nvPr/>
        </p:nvSpPr>
        <p:spPr>
          <a:xfrm>
            <a:off x="1143" y="0"/>
            <a:ext cx="9141600" cy="51435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pic>
        <p:nvPicPr>
          <p:cNvPr id="798" name="Google Shape;798;g3d48ab63a6f_0_9"/>
          <p:cNvPicPr preferRelativeResize="0"/>
          <p:nvPr/>
        </p:nvPicPr>
        <p:blipFill>
          <a:blip r:embed="rId3">
            <a:alphaModFix/>
          </a:blip>
          <a:stretch>
            <a:fillRect/>
          </a:stretch>
        </p:blipFill>
        <p:spPr>
          <a:xfrm>
            <a:off x="0" y="0"/>
            <a:ext cx="9144000" cy="5143500"/>
          </a:xfrm>
          <a:prstGeom prst="rect">
            <a:avLst/>
          </a:prstGeom>
          <a:noFill/>
          <a:ln>
            <a:noFill/>
          </a:ln>
        </p:spPr>
      </p:pic>
    </p:spTree>
  </p:cSld>
  <p:clrMapOvr>
    <a:masterClrMapping/>
  </p:clrMapOvr>
</p:sld>
</file>

<file path=ppt/slides/slide1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2" name="Shape 802"/>
        <p:cNvGrpSpPr/>
        <p:nvPr/>
      </p:nvGrpSpPr>
      <p:grpSpPr>
        <a:xfrm>
          <a:off x="0" y="0"/>
          <a:ext cx="0" cy="0"/>
          <a:chOff x="0" y="0"/>
          <a:chExt cx="0" cy="0"/>
        </a:xfrm>
      </p:grpSpPr>
      <p:sp>
        <p:nvSpPr>
          <p:cNvPr id="803" name="Google Shape;803;g3e6e2da66e2_0_6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ĐÁP CA</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THÁNH VỊNH </a:t>
            </a:r>
            <a:r>
              <a:rPr b="1" lang="en-US" sz="6700">
                <a:solidFill>
                  <a:srgbClr val="FFFF00"/>
                </a:solidFill>
                <a:latin typeface="Times New Roman"/>
                <a:ea typeface="Times New Roman"/>
                <a:cs typeface="Times New Roman"/>
                <a:sym typeface="Times New Roman"/>
              </a:rPr>
              <a:t>144</a:t>
            </a:r>
            <a:br>
              <a:rPr b="1" i="0" lang="en-US" sz="4700">
                <a:latin typeface="Times New Roman"/>
                <a:ea typeface="Times New Roman"/>
                <a:cs typeface="Times New Roman"/>
                <a:sym typeface="Times New Roman"/>
              </a:rPr>
            </a:br>
            <a:r>
              <a:rPr b="1" i="1" lang="en-US" sz="4700">
                <a:solidFill>
                  <a:schemeClr val="accent4"/>
                </a:solidFill>
                <a:latin typeface="Times New Roman"/>
                <a:ea typeface="Times New Roman"/>
                <a:cs typeface="Times New Roman"/>
                <a:sym typeface="Times New Roman"/>
              </a:rPr>
              <a:t>(Lm. Thái Nguyên)</a:t>
            </a:r>
            <a:br>
              <a:rPr b="1" i="1" lang="en-US" sz="4700">
                <a:solidFill>
                  <a:schemeClr val="accent4"/>
                </a:solidFill>
                <a:latin typeface="Times New Roman"/>
                <a:ea typeface="Times New Roman"/>
                <a:cs typeface="Times New Roman"/>
                <a:sym typeface="Times New Roman"/>
              </a:rPr>
            </a:br>
            <a:r>
              <a:rPr b="1" i="1" lang="en-US" sz="4700">
                <a:solidFill>
                  <a:schemeClr val="accent4"/>
                </a:solidFill>
                <a:latin typeface="Times New Roman"/>
                <a:ea typeface="Times New Roman"/>
                <a:cs typeface="Times New Roman"/>
                <a:sym typeface="Times New Roman"/>
              </a:rPr>
              <a:t>(03 câu)</a:t>
            </a:r>
            <a:endParaRPr b="1" sz="4700">
              <a:solidFill>
                <a:schemeClr val="accent4"/>
              </a:solidFill>
              <a:latin typeface="Times New Roman"/>
              <a:ea typeface="Times New Roman"/>
              <a:cs typeface="Times New Roman"/>
              <a:sym typeface="Times New Roman"/>
            </a:endParaRPr>
          </a:p>
        </p:txBody>
      </p:sp>
    </p:spTree>
  </p:cSld>
  <p:clrMapOvr>
    <a:masterClrMapping/>
  </p:clrMapOvr>
</p:sld>
</file>

<file path=ppt/slides/slide1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7" name="Shape 807"/>
        <p:cNvGrpSpPr/>
        <p:nvPr/>
      </p:nvGrpSpPr>
      <p:grpSpPr>
        <a:xfrm>
          <a:off x="0" y="0"/>
          <a:ext cx="0" cy="0"/>
          <a:chOff x="0" y="0"/>
          <a:chExt cx="0" cy="0"/>
        </a:xfrm>
      </p:grpSpPr>
      <p:sp>
        <p:nvSpPr>
          <p:cNvPr id="808" name="Google Shape;808;g3e6e2da66e2_0_7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000">
                <a:solidFill>
                  <a:srgbClr val="FFFF00"/>
                </a:solidFill>
                <a:latin typeface="Times New Roman"/>
                <a:ea typeface="Times New Roman"/>
                <a:cs typeface="Times New Roman"/>
                <a:sym typeface="Times New Roman"/>
              </a:rPr>
              <a:t>1. </a:t>
            </a:r>
            <a:r>
              <a:rPr b="1" lang="en-US" sz="7000">
                <a:solidFill>
                  <a:schemeClr val="lt1"/>
                </a:solidFill>
                <a:latin typeface="Times New Roman"/>
                <a:ea typeface="Times New Roman"/>
                <a:cs typeface="Times New Roman"/>
                <a:sym typeface="Times New Roman"/>
              </a:rPr>
              <a:t>Hằng ngày con sẽ chúc tụng Chúa, và con xin ca ngợi danh Ngài tới muôn muôn đời. </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2" name="Shape 812"/>
        <p:cNvGrpSpPr/>
        <p:nvPr/>
      </p:nvGrpSpPr>
      <p:grpSpPr>
        <a:xfrm>
          <a:off x="0" y="0"/>
          <a:ext cx="0" cy="0"/>
          <a:chOff x="0" y="0"/>
          <a:chExt cx="0" cy="0"/>
        </a:xfrm>
      </p:grpSpPr>
      <p:sp>
        <p:nvSpPr>
          <p:cNvPr id="813" name="Google Shape;813;g3faf5860435_0_13"/>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000">
                <a:solidFill>
                  <a:schemeClr val="lt1"/>
                </a:solidFill>
                <a:latin typeface="Times New Roman"/>
                <a:ea typeface="Times New Roman"/>
                <a:cs typeface="Times New Roman"/>
                <a:sym typeface="Times New Roman"/>
              </a:rPr>
              <a:t>Chúa vĩ đại và rất đáng ngợi khen. Chúa cao vượt nào ai đo lường được.</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7" name="Shape 817"/>
        <p:cNvGrpSpPr/>
        <p:nvPr/>
      </p:nvGrpSpPr>
      <p:grpSpPr>
        <a:xfrm>
          <a:off x="0" y="0"/>
          <a:ext cx="0" cy="0"/>
          <a:chOff x="0" y="0"/>
          <a:chExt cx="0" cy="0"/>
        </a:xfrm>
      </p:grpSpPr>
      <p:sp>
        <p:nvSpPr>
          <p:cNvPr id="818" name="Google Shape;818;g3e26ec1f821_0_29"/>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Chúa ở gần Chúa luôn ở gần những ai kêu cầu Ngài.</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2" name="Shape 822"/>
        <p:cNvGrpSpPr/>
        <p:nvPr/>
      </p:nvGrpSpPr>
      <p:grpSpPr>
        <a:xfrm>
          <a:off x="0" y="0"/>
          <a:ext cx="0" cy="0"/>
          <a:chOff x="0" y="0"/>
          <a:chExt cx="0" cy="0"/>
        </a:xfrm>
      </p:grpSpPr>
      <p:sp>
        <p:nvSpPr>
          <p:cNvPr id="823" name="Google Shape;823;g3f282feffb0_0_1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100">
                <a:solidFill>
                  <a:srgbClr val="FFFF00"/>
                </a:solidFill>
                <a:latin typeface="Times New Roman"/>
                <a:ea typeface="Times New Roman"/>
                <a:cs typeface="Times New Roman"/>
                <a:sym typeface="Times New Roman"/>
              </a:rPr>
              <a:t>2. </a:t>
            </a:r>
            <a:r>
              <a:rPr b="1" lang="en-US" sz="7100">
                <a:solidFill>
                  <a:schemeClr val="lt1"/>
                </a:solidFill>
                <a:latin typeface="Times New Roman"/>
                <a:ea typeface="Times New Roman"/>
                <a:cs typeface="Times New Roman"/>
                <a:sym typeface="Times New Roman"/>
              </a:rPr>
              <a:t>Ngài là Thiên Chúa luôn từ ái, và luôn yêu thương hết mọi người chẳng bao giờ cùng.</a:t>
            </a:r>
            <a:endParaRPr b="1" sz="7100">
              <a:solidFill>
                <a:schemeClr val="lt1"/>
              </a:solidFill>
              <a:latin typeface="Times New Roman"/>
              <a:ea typeface="Times New Roman"/>
              <a:cs typeface="Times New Roman"/>
              <a:sym typeface="Times New Roman"/>
            </a:endParaRPr>
          </a:p>
        </p:txBody>
      </p:sp>
    </p:spTree>
  </p:cSld>
  <p:clrMapOvr>
    <a:masterClrMapping/>
  </p:clrMapOvr>
</p:sld>
</file>

<file path=ppt/slides/slide1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7" name="Shape 827"/>
        <p:cNvGrpSpPr/>
        <p:nvPr/>
      </p:nvGrpSpPr>
      <p:grpSpPr>
        <a:xfrm>
          <a:off x="0" y="0"/>
          <a:ext cx="0" cy="0"/>
          <a:chOff x="0" y="0"/>
          <a:chExt cx="0" cy="0"/>
        </a:xfrm>
      </p:grpSpPr>
      <p:sp>
        <p:nvSpPr>
          <p:cNvPr id="828" name="Google Shape;828;g3f282feffb0_0_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100">
                <a:solidFill>
                  <a:schemeClr val="lt1"/>
                </a:solidFill>
                <a:latin typeface="Times New Roman"/>
                <a:ea typeface="Times New Roman"/>
                <a:cs typeface="Times New Roman"/>
                <a:sym typeface="Times New Roman"/>
              </a:rPr>
              <a:t>Phúc ân Ngài hằng chan chứa đầy dư, Chúa nhân từ tạo tác bao kỳ công.</a:t>
            </a:r>
            <a:endParaRPr b="1" sz="7100">
              <a:solidFill>
                <a:schemeClr val="lt1"/>
              </a:solidFill>
              <a:latin typeface="Times New Roman"/>
              <a:ea typeface="Times New Roman"/>
              <a:cs typeface="Times New Roman"/>
              <a:sym typeface="Times New Roman"/>
            </a:endParaRPr>
          </a:p>
        </p:txBody>
      </p:sp>
    </p:spTree>
  </p:cSld>
  <p:clrMapOvr>
    <a:masterClrMapping/>
  </p:clrMapOvr>
</p:sld>
</file>

<file path=ppt/slides/slide1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2" name="Shape 832"/>
        <p:cNvGrpSpPr/>
        <p:nvPr/>
      </p:nvGrpSpPr>
      <p:grpSpPr>
        <a:xfrm>
          <a:off x="0" y="0"/>
          <a:ext cx="0" cy="0"/>
          <a:chOff x="0" y="0"/>
          <a:chExt cx="0" cy="0"/>
        </a:xfrm>
      </p:grpSpPr>
      <p:sp>
        <p:nvSpPr>
          <p:cNvPr id="833" name="Google Shape;833;g3fb3359abd2_0_2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Chúa ở gần Chúa luôn ở gần những ai kêu cầu Ngài.</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7" name="Shape 837"/>
        <p:cNvGrpSpPr/>
        <p:nvPr/>
      </p:nvGrpSpPr>
      <p:grpSpPr>
        <a:xfrm>
          <a:off x="0" y="0"/>
          <a:ext cx="0" cy="0"/>
          <a:chOff x="0" y="0"/>
          <a:chExt cx="0" cy="0"/>
        </a:xfrm>
      </p:grpSpPr>
      <p:sp>
        <p:nvSpPr>
          <p:cNvPr id="838" name="Google Shape;838;g3fb2dc0a37c_0_1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6900">
                <a:solidFill>
                  <a:srgbClr val="FFFF00"/>
                </a:solidFill>
                <a:latin typeface="Times New Roman"/>
                <a:ea typeface="Times New Roman"/>
                <a:cs typeface="Times New Roman"/>
                <a:sym typeface="Times New Roman"/>
              </a:rPr>
              <a:t>3. </a:t>
            </a:r>
            <a:r>
              <a:rPr b="1" lang="en-US" sz="6900">
                <a:solidFill>
                  <a:schemeClr val="lt1"/>
                </a:solidFill>
                <a:latin typeface="Times New Roman"/>
                <a:ea typeface="Times New Roman"/>
                <a:cs typeface="Times New Roman"/>
                <a:sym typeface="Times New Roman"/>
              </a:rPr>
              <a:t>Ngài hằng công minh trong đường lối, và luôn thánh đức trong việc làm tín trung mọi điều. </a:t>
            </a:r>
            <a:endParaRPr b="1" sz="6900">
              <a:solidFill>
                <a:schemeClr val="lt1"/>
              </a:solidFill>
              <a:latin typeface="Times New Roman"/>
              <a:ea typeface="Times New Roman"/>
              <a:cs typeface="Times New Roman"/>
              <a:sym typeface="Times New Roman"/>
            </a:endParaRPr>
          </a:p>
        </p:txBody>
      </p:sp>
    </p:spTree>
  </p:cSld>
  <p:clrMapOvr>
    <a:masterClrMapping/>
  </p:clrMapOvr>
</p:sld>
</file>

<file path=ppt/slides/slide1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2" name="Shape 842"/>
        <p:cNvGrpSpPr/>
        <p:nvPr/>
      </p:nvGrpSpPr>
      <p:grpSpPr>
        <a:xfrm>
          <a:off x="0" y="0"/>
          <a:ext cx="0" cy="0"/>
          <a:chOff x="0" y="0"/>
          <a:chExt cx="0" cy="0"/>
        </a:xfrm>
      </p:grpSpPr>
      <p:sp>
        <p:nvSpPr>
          <p:cNvPr id="843" name="Google Shape;843;g3fb2dc0a37c_0_12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100">
                <a:solidFill>
                  <a:schemeClr val="lt1"/>
                </a:solidFill>
                <a:latin typeface="Times New Roman"/>
                <a:ea typeface="Times New Roman"/>
                <a:cs typeface="Times New Roman"/>
                <a:sym typeface="Times New Roman"/>
              </a:rPr>
              <a:t>Chúa ở gần mọi kẻ khấn cầu luôn, những ai lòng thành tâm kính sợ Ngài.</a:t>
            </a:r>
            <a:endParaRPr b="1" sz="7100">
              <a:solidFill>
                <a:schemeClr val="lt1"/>
              </a:solidFill>
              <a:latin typeface="Times New Roman"/>
              <a:ea typeface="Times New Roman"/>
              <a:cs typeface="Times New Roman"/>
              <a:sym typeface="Times New Roman"/>
            </a:endParaRPr>
          </a:p>
        </p:txBody>
      </p:sp>
    </p:spTree>
  </p:cSld>
  <p:clrMapOvr>
    <a:masterClrMapping/>
  </p:clrMapOvr>
</p:sld>
</file>

<file path=ppt/slides/slide1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g3fb3359abd2_0_3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Chúa ở gần Chúa luôn ở gần những ai kêu cầu Ngài.</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52" name="Shape 852"/>
        <p:cNvGrpSpPr/>
        <p:nvPr/>
      </p:nvGrpSpPr>
      <p:grpSpPr>
        <a:xfrm>
          <a:off x="0" y="0"/>
          <a:ext cx="0" cy="0"/>
          <a:chOff x="0" y="0"/>
          <a:chExt cx="0" cy="0"/>
        </a:xfrm>
      </p:grpSpPr>
      <p:sp>
        <p:nvSpPr>
          <p:cNvPr id="853" name="Google Shape;853;g3d89366497e_0_44"/>
          <p:cNvSpPr/>
          <p:nvPr/>
        </p:nvSpPr>
        <p:spPr>
          <a:xfrm>
            <a:off x="1143" y="0"/>
            <a:ext cx="9141600" cy="514350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Arial"/>
              <a:ea typeface="Arial"/>
              <a:cs typeface="Arial"/>
              <a:sym typeface="Arial"/>
            </a:endParaRPr>
          </a:p>
        </p:txBody>
      </p:sp>
      <p:pic>
        <p:nvPicPr>
          <p:cNvPr id="854" name="Google Shape;854;g3d89366497e_0_44"/>
          <p:cNvPicPr preferRelativeResize="0"/>
          <p:nvPr/>
        </p:nvPicPr>
        <p:blipFill>
          <a:blip r:embed="rId3">
            <a:alphaModFix/>
          </a:blip>
          <a:stretch>
            <a:fillRect/>
          </a:stretch>
        </p:blipFill>
        <p:spPr>
          <a:xfrm>
            <a:off x="0" y="0"/>
            <a:ext cx="9144000" cy="5143500"/>
          </a:xfrm>
          <a:prstGeom prst="rect">
            <a:avLst/>
          </a:prstGeom>
          <a:noFill/>
          <a:ln>
            <a:noFill/>
          </a:ln>
        </p:spPr>
      </p:pic>
    </p:spTree>
  </p:cSld>
  <p:clrMapOvr>
    <a:masterClrMapping/>
  </p:clrMapOvr>
</p:sld>
</file>

<file path=ppt/slides/slide1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9" name="Shape 859"/>
        <p:cNvGrpSpPr/>
        <p:nvPr/>
      </p:nvGrpSpPr>
      <p:grpSpPr>
        <a:xfrm>
          <a:off x="0" y="0"/>
          <a:ext cx="0" cy="0"/>
          <a:chOff x="0" y="0"/>
          <a:chExt cx="0" cy="0"/>
        </a:xfrm>
      </p:grpSpPr>
      <p:sp>
        <p:nvSpPr>
          <p:cNvPr id="860" name="Google Shape;860;p156"/>
          <p:cNvSpPr txBox="1"/>
          <p:nvPr>
            <p:ph type="ctrTitle"/>
          </p:nvPr>
        </p:nvSpPr>
        <p:spPr>
          <a:xfrm>
            <a:off x="0" y="497175"/>
            <a:ext cx="9144000" cy="46461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rgbClr val="EE0000"/>
              </a:buClr>
              <a:buSzPts val="8000"/>
              <a:buFont typeface="Times"/>
              <a:buNone/>
            </a:pPr>
            <a:r>
              <a:rPr b="1" i="1" lang="en-US" sz="5700">
                <a:solidFill>
                  <a:srgbClr val="FFFF00"/>
                </a:solidFill>
                <a:latin typeface="Times New Roman"/>
                <a:ea typeface="Times New Roman"/>
                <a:cs typeface="Times New Roman"/>
                <a:sym typeface="Times New Roman"/>
              </a:rPr>
              <a:t>All… All…</a:t>
            </a:r>
            <a:r>
              <a:rPr b="1" i="1" lang="en-US" sz="7200">
                <a:solidFill>
                  <a:srgbClr val="EE0000"/>
                </a:solidFill>
                <a:latin typeface="Times New Roman"/>
                <a:ea typeface="Times New Roman"/>
                <a:cs typeface="Times New Roman"/>
                <a:sym typeface="Times New Roman"/>
              </a:rPr>
              <a:t> </a:t>
            </a:r>
            <a:br>
              <a:rPr b="1" i="1" lang="en-US" sz="7400">
                <a:solidFill>
                  <a:srgbClr val="EE0000"/>
                </a:solidFill>
                <a:latin typeface="Times New Roman"/>
                <a:ea typeface="Times New Roman"/>
                <a:cs typeface="Times New Roman"/>
                <a:sym typeface="Times New Roman"/>
              </a:rPr>
            </a:br>
            <a:r>
              <a:rPr b="1" lang="en-US" sz="7200">
                <a:solidFill>
                  <a:schemeClr val="lt1"/>
                </a:solidFill>
                <a:latin typeface="Times New Roman"/>
                <a:ea typeface="Times New Roman"/>
                <a:cs typeface="Times New Roman"/>
                <a:sym typeface="Times New Roman"/>
              </a:rPr>
              <a:t>Chúc tụng Đức Vua Đấng nhân danh Chúa mà đến.</a:t>
            </a:r>
            <a:endParaRPr b="1" i="1" sz="7200">
              <a:solidFill>
                <a:schemeClr val="lt1"/>
              </a:solidFill>
              <a:latin typeface="Times New Roman"/>
              <a:ea typeface="Times New Roman"/>
              <a:cs typeface="Times New Roman"/>
              <a:sym typeface="Times New Roman"/>
            </a:endParaRPr>
          </a:p>
        </p:txBody>
      </p:sp>
      <p:sp>
        <p:nvSpPr>
          <p:cNvPr id="861" name="Google Shape;861;p156"/>
          <p:cNvSpPr txBox="1"/>
          <p:nvPr/>
        </p:nvSpPr>
        <p:spPr>
          <a:xfrm>
            <a:off x="0" y="-50800"/>
            <a:ext cx="9144000" cy="635000"/>
          </a:xfrm>
          <a:prstGeom prst="rect">
            <a:avLst/>
          </a:prstGeom>
          <a:solidFill>
            <a:srgbClr val="002060"/>
          </a:solidFill>
          <a:ln>
            <a:noFill/>
          </a:ln>
        </p:spPr>
        <p:txBody>
          <a:bodyPr anchorCtr="0" anchor="ctr" bIns="45700" lIns="91425" spcFirstLastPara="1" rIns="91425" wrap="square" tIns="45700">
            <a:normAutofit/>
          </a:bodyPr>
          <a:lstStyle/>
          <a:p>
            <a:pPr indent="0" lvl="0" marL="0" marR="0" rtl="0" algn="ctr">
              <a:lnSpc>
                <a:spcPct val="100000"/>
              </a:lnSpc>
              <a:spcBef>
                <a:spcPts val="0"/>
              </a:spcBef>
              <a:spcAft>
                <a:spcPts val="0"/>
              </a:spcAft>
              <a:buClr>
                <a:srgbClr val="FF0000"/>
              </a:buClr>
              <a:buSzPts val="3200"/>
              <a:buFont typeface="Times New Roman"/>
              <a:buNone/>
            </a:pPr>
            <a:r>
              <a:rPr b="1" i="0" lang="en-US" sz="3200" u="none" cap="none" strike="noStrike">
                <a:solidFill>
                  <a:schemeClr val="accent2"/>
                </a:solidFill>
                <a:latin typeface="Times New Roman"/>
                <a:ea typeface="Times New Roman"/>
                <a:cs typeface="Times New Roman"/>
                <a:sym typeface="Times New Roman"/>
              </a:rPr>
              <a:t>TUNG HÔ TIN MỪNG</a:t>
            </a:r>
            <a:endParaRPr b="1" i="0" sz="3200" u="none" cap="none" strike="noStrike">
              <a:solidFill>
                <a:schemeClr val="accent2"/>
              </a:solidFill>
              <a:latin typeface="Times New Roman"/>
              <a:ea typeface="Times New Roman"/>
              <a:cs typeface="Times New Roman"/>
              <a:sym typeface="Times New Roman"/>
            </a:endParaRPr>
          </a:p>
        </p:txBody>
      </p:sp>
    </p:spTree>
  </p:cSld>
  <p:clrMapOvr>
    <a:masterClrMapping/>
  </p:clrMapOvr>
</p:sld>
</file>

<file path=ppt/slides/slide1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5" name="Shape 865"/>
        <p:cNvGrpSpPr/>
        <p:nvPr/>
      </p:nvGrpSpPr>
      <p:grpSpPr>
        <a:xfrm>
          <a:off x="0" y="0"/>
          <a:ext cx="0" cy="0"/>
          <a:chOff x="0" y="0"/>
          <a:chExt cx="0" cy="0"/>
        </a:xfrm>
      </p:grpSpPr>
      <p:sp>
        <p:nvSpPr>
          <p:cNvPr id="866" name="Google Shape;866;g3b224b7d20a_0_95"/>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dk1"/>
              </a:buClr>
              <a:buSzPts val="8000"/>
              <a:buFont typeface="Times"/>
              <a:buNone/>
            </a:pPr>
            <a:r>
              <a:rPr b="1" lang="en-US" sz="6800">
                <a:solidFill>
                  <a:schemeClr val="lt1"/>
                </a:solidFill>
                <a:latin typeface="Times New Roman"/>
                <a:ea typeface="Times New Roman"/>
                <a:cs typeface="Times New Roman"/>
                <a:sym typeface="Times New Roman"/>
              </a:rPr>
              <a:t>Bình an trên trời và vinh quang trên các tầng trời.</a:t>
            </a:r>
            <a:r>
              <a:rPr b="1" lang="en-US" sz="6800">
                <a:solidFill>
                  <a:schemeClr val="lt1"/>
                </a:solidFill>
                <a:latin typeface="Times New Roman"/>
                <a:ea typeface="Times New Roman"/>
                <a:cs typeface="Times New Roman"/>
                <a:sym typeface="Times New Roman"/>
              </a:rPr>
              <a:t> </a:t>
            </a:r>
            <a:r>
              <a:rPr b="1" i="1" lang="en-US" sz="6800">
                <a:solidFill>
                  <a:srgbClr val="FFFF00"/>
                </a:solidFill>
                <a:latin typeface="Times New Roman"/>
                <a:ea typeface="Times New Roman"/>
                <a:cs typeface="Times New Roman"/>
                <a:sym typeface="Times New Roman"/>
              </a:rPr>
              <a:t>All..</a:t>
            </a:r>
            <a:endParaRPr b="1" sz="6800">
              <a:solidFill>
                <a:srgbClr val="FFFF00"/>
              </a:solidFill>
              <a:latin typeface="Times New Roman"/>
              <a:ea typeface="Times New Roman"/>
              <a:cs typeface="Times New Roman"/>
              <a:sym typeface="Times New Roman"/>
            </a:endParaRPr>
          </a:p>
        </p:txBody>
      </p:sp>
    </p:spTree>
  </p:cSld>
  <p:clrMapOvr>
    <a:masterClrMapping/>
  </p:clrMapOvr>
</p:sld>
</file>

<file path=ppt/slides/slide1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0" name="Shape 870"/>
        <p:cNvGrpSpPr/>
        <p:nvPr/>
      </p:nvGrpSpPr>
      <p:grpSpPr>
        <a:xfrm>
          <a:off x="0" y="0"/>
          <a:ext cx="0" cy="0"/>
          <a:chOff x="0" y="0"/>
          <a:chExt cx="0" cy="0"/>
        </a:xfrm>
      </p:grpSpPr>
      <p:pic>
        <p:nvPicPr>
          <p:cNvPr id="871" name="Google Shape;871;g3baa6357486_0_13"/>
          <p:cNvPicPr preferRelativeResize="0"/>
          <p:nvPr/>
        </p:nvPicPr>
        <p:blipFill>
          <a:blip r:embed="rId3">
            <a:alphaModFix/>
          </a:blip>
          <a:stretch>
            <a:fillRect/>
          </a:stretch>
        </p:blipFill>
        <p:spPr>
          <a:xfrm>
            <a:off x="0" y="0"/>
            <a:ext cx="9143990" cy="5143500"/>
          </a:xfrm>
          <a:prstGeom prst="rect">
            <a:avLst/>
          </a:prstGeom>
          <a:noFill/>
          <a:ln>
            <a:noFill/>
          </a:ln>
        </p:spPr>
      </p:pic>
    </p:spTree>
  </p:cSld>
  <p:clrMapOvr>
    <a:masterClrMapping/>
  </p:clrMapOvr>
</p:sld>
</file>

<file path=ppt/slides/slide1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5" name="Shape 875"/>
        <p:cNvGrpSpPr/>
        <p:nvPr/>
      </p:nvGrpSpPr>
      <p:grpSpPr>
        <a:xfrm>
          <a:off x="0" y="0"/>
          <a:ext cx="0" cy="0"/>
          <a:chOff x="0" y="0"/>
          <a:chExt cx="0" cy="0"/>
        </a:xfrm>
      </p:grpSpPr>
      <p:pic>
        <p:nvPicPr>
          <p:cNvPr id="876" name="Google Shape;876;hf002f62f5ca6d5c_0_98"/>
          <p:cNvPicPr preferRelativeResize="0"/>
          <p:nvPr/>
        </p:nvPicPr>
        <p:blipFill>
          <a:blip r:embed="rId3">
            <a:alphaModFix/>
          </a:blip>
          <a:stretch>
            <a:fillRect/>
          </a:stretch>
        </p:blipFill>
        <p:spPr>
          <a:xfrm>
            <a:off x="0" y="0"/>
            <a:ext cx="9144003" cy="5143490"/>
          </a:xfrm>
          <a:prstGeom prst="rect">
            <a:avLst/>
          </a:prstGeom>
          <a:noFill/>
          <a:ln>
            <a:noFill/>
          </a:ln>
        </p:spPr>
      </p:pic>
    </p:spTree>
  </p:cSld>
  <p:clrMapOvr>
    <a:masterClrMapping/>
  </p:clrMapOvr>
</p:sld>
</file>

<file path=ppt/slides/slide1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sp>
        <p:nvSpPr>
          <p:cNvPr id="881" name="Google Shape;881;p159"/>
          <p:cNvSpPr txBox="1"/>
          <p:nvPr>
            <p:ph type="ctrTitle"/>
          </p:nvPr>
        </p:nvSpPr>
        <p:spPr>
          <a:xfrm>
            <a:off x="0" y="514351"/>
            <a:ext cx="9144000" cy="4629148"/>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accent4"/>
              </a:buClr>
              <a:buSzPts val="7200"/>
              <a:buFont typeface="Times"/>
              <a:buNone/>
            </a:pPr>
            <a:r>
              <a:rPr b="1" lang="en-US" sz="7200">
                <a:solidFill>
                  <a:schemeClr val="accent4"/>
                </a:solidFill>
                <a:latin typeface="Times"/>
                <a:ea typeface="Times"/>
                <a:cs typeface="Times"/>
                <a:sym typeface="Times"/>
              </a:rPr>
              <a:t>CT: </a:t>
            </a:r>
            <a:r>
              <a:rPr b="1" lang="en-US" sz="7200">
                <a:solidFill>
                  <a:schemeClr val="lt1"/>
                </a:solidFill>
                <a:latin typeface="Times"/>
                <a:ea typeface="Times"/>
                <a:cs typeface="Times"/>
                <a:sym typeface="Times"/>
              </a:rPr>
              <a:t>Tôi tin kính một Thiên Chúa là Cha toàn năng.</a:t>
            </a:r>
            <a:endParaRPr/>
          </a:p>
        </p:txBody>
      </p:sp>
      <p:sp>
        <p:nvSpPr>
          <p:cNvPr id="882" name="Google Shape;882;p159"/>
          <p:cNvSpPr txBox="1"/>
          <p:nvPr/>
        </p:nvSpPr>
        <p:spPr>
          <a:xfrm>
            <a:off x="0" y="0"/>
            <a:ext cx="9144000" cy="738100"/>
          </a:xfrm>
          <a:prstGeom prst="rect">
            <a:avLst/>
          </a:prstGeom>
          <a:solidFill>
            <a:srgbClr val="00206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chemeClr val="accent4"/>
              </a:buClr>
              <a:buSzPts val="3600"/>
              <a:buFont typeface="Times New Roman"/>
              <a:buNone/>
            </a:pPr>
            <a:r>
              <a:rPr b="1" i="0" lang="en-US" sz="3600" u="none" cap="none" strike="noStrike">
                <a:solidFill>
                  <a:schemeClr val="accent4"/>
                </a:solidFill>
                <a:latin typeface="Times New Roman"/>
                <a:ea typeface="Times New Roman"/>
                <a:cs typeface="Times New Roman"/>
                <a:sym typeface="Times New Roman"/>
              </a:rPr>
              <a:t>KINH TIN KÍNH</a:t>
            </a:r>
            <a:endParaRPr b="1" i="0" sz="3600" u="none" cap="none" strike="noStrike">
              <a:solidFill>
                <a:schemeClr val="accent4"/>
              </a:solidFill>
              <a:latin typeface="Times New Roman"/>
              <a:ea typeface="Times New Roman"/>
              <a:cs typeface="Times New Roman"/>
              <a:sym typeface="Times New Roman"/>
            </a:endParaRPr>
          </a:p>
        </p:txBody>
      </p:sp>
    </p:spTree>
  </p:cSld>
  <p:clrMapOvr>
    <a:masterClrMapping/>
  </p:clrMapOvr>
</p:sld>
</file>

<file path=ppt/slides/slide1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6" name="Shape 886"/>
        <p:cNvGrpSpPr/>
        <p:nvPr/>
      </p:nvGrpSpPr>
      <p:grpSpPr>
        <a:xfrm>
          <a:off x="0" y="0"/>
          <a:ext cx="0" cy="0"/>
          <a:chOff x="0" y="0"/>
          <a:chExt cx="0" cy="0"/>
        </a:xfrm>
      </p:grpSpPr>
      <p:sp>
        <p:nvSpPr>
          <p:cNvPr id="887" name="Google Shape;887;p160"/>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Đấng tạo thành trời đất muôn vật hữu hình và vô hình.</a:t>
            </a:r>
            <a:endParaRPr>
              <a:latin typeface="Times New Roman"/>
              <a:ea typeface="Times New Roman"/>
              <a:cs typeface="Times New Roman"/>
              <a:sym typeface="Times New Roman"/>
            </a:endParaRPr>
          </a:p>
        </p:txBody>
      </p:sp>
    </p:spTree>
  </p:cSld>
  <p:clrMapOvr>
    <a:masterClrMapping/>
  </p:clrMapOvr>
</p:sld>
</file>

<file path=ppt/slides/slide1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1" name="Shape 891"/>
        <p:cNvGrpSpPr/>
        <p:nvPr/>
      </p:nvGrpSpPr>
      <p:grpSpPr>
        <a:xfrm>
          <a:off x="0" y="0"/>
          <a:ext cx="0" cy="0"/>
          <a:chOff x="0" y="0"/>
          <a:chExt cx="0" cy="0"/>
        </a:xfrm>
      </p:grpSpPr>
      <p:sp>
        <p:nvSpPr>
          <p:cNvPr id="892" name="Google Shape;892;p161"/>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tin kính một Chúa Giê-su Ki-tô Con Một Thiên Chúa,</a:t>
            </a:r>
            <a:endParaRPr>
              <a:latin typeface="Times New Roman"/>
              <a:ea typeface="Times New Roman"/>
              <a:cs typeface="Times New Roman"/>
              <a:sym typeface="Times New Roman"/>
            </a:endParaRPr>
          </a:p>
        </p:txBody>
      </p:sp>
    </p:spTree>
  </p:cSld>
  <p:clrMapOvr>
    <a:masterClrMapping/>
  </p:clrMapOvr>
</p:sld>
</file>

<file path=ppt/slides/slide1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6" name="Shape 896"/>
        <p:cNvGrpSpPr/>
        <p:nvPr/>
      </p:nvGrpSpPr>
      <p:grpSpPr>
        <a:xfrm>
          <a:off x="0" y="0"/>
          <a:ext cx="0" cy="0"/>
          <a:chOff x="0" y="0"/>
          <a:chExt cx="0" cy="0"/>
        </a:xfrm>
      </p:grpSpPr>
      <p:sp>
        <p:nvSpPr>
          <p:cNvPr id="897" name="Google Shape;897;p162"/>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sinh bởi Đức Chúa Cha từ trước muôn đời.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1" name="Shape 901"/>
        <p:cNvGrpSpPr/>
        <p:nvPr/>
      </p:nvGrpSpPr>
      <p:grpSpPr>
        <a:xfrm>
          <a:off x="0" y="0"/>
          <a:ext cx="0" cy="0"/>
          <a:chOff x="0" y="0"/>
          <a:chExt cx="0" cy="0"/>
        </a:xfrm>
      </p:grpSpPr>
      <p:sp>
        <p:nvSpPr>
          <p:cNvPr id="902" name="Google Shape;902;p163"/>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là Thiên Chúa bởi Thiên Chúa, Ánh Sáng bởi Ánh Sáng,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6" name="Shape 906"/>
        <p:cNvGrpSpPr/>
        <p:nvPr/>
      </p:nvGrpSpPr>
      <p:grpSpPr>
        <a:xfrm>
          <a:off x="0" y="0"/>
          <a:ext cx="0" cy="0"/>
          <a:chOff x="0" y="0"/>
          <a:chExt cx="0" cy="0"/>
        </a:xfrm>
      </p:grpSpPr>
      <p:sp>
        <p:nvSpPr>
          <p:cNvPr id="907" name="Google Shape;907;p164"/>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Thiên Chúa thật bởi Thiên Chúa Thật Được sinh ra mà không phải được tạo thành,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65"/>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đồng bản thể với Đức Chúa Cha: nhờ Người mà muôn vật được tạo thành.</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6" name="Shape 916"/>
        <p:cNvGrpSpPr/>
        <p:nvPr/>
      </p:nvGrpSpPr>
      <p:grpSpPr>
        <a:xfrm>
          <a:off x="0" y="0"/>
          <a:ext cx="0" cy="0"/>
          <a:chOff x="0" y="0"/>
          <a:chExt cx="0" cy="0"/>
        </a:xfrm>
      </p:grpSpPr>
      <p:sp>
        <p:nvSpPr>
          <p:cNvPr id="917" name="Google Shape;917;p166"/>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Vì loài người chúng ta và để cứu độ chúng ta, Người đã từ trời xuống thế.</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1" name="Shape 921"/>
        <p:cNvGrpSpPr/>
        <p:nvPr/>
      </p:nvGrpSpPr>
      <p:grpSpPr>
        <a:xfrm>
          <a:off x="0" y="0"/>
          <a:ext cx="0" cy="0"/>
          <a:chOff x="0" y="0"/>
          <a:chExt cx="0" cy="0"/>
        </a:xfrm>
      </p:grpSpPr>
      <p:sp>
        <p:nvSpPr>
          <p:cNvPr id="922" name="Google Shape;922;p167"/>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6800">
                <a:solidFill>
                  <a:schemeClr val="lt1"/>
                </a:solidFill>
                <a:latin typeface="Times New Roman"/>
                <a:ea typeface="Times New Roman"/>
                <a:cs typeface="Times New Roman"/>
                <a:sym typeface="Times New Roman"/>
              </a:rPr>
              <a:t>Bởi phép Đức Chúa Thánh Thần Người đã nhập thể trong lòng Trinh Nữ Maria, và đã làm người.</a:t>
            </a:r>
            <a:endParaRPr b="1" sz="6800">
              <a:solidFill>
                <a:schemeClr val="lt1"/>
              </a:solidFill>
              <a:latin typeface="Times New Roman"/>
              <a:ea typeface="Times New Roman"/>
              <a:cs typeface="Times New Roman"/>
              <a:sym typeface="Times New Roman"/>
            </a:endParaRPr>
          </a:p>
        </p:txBody>
      </p:sp>
    </p:spTree>
  </p:cSld>
  <p:clrMapOvr>
    <a:masterClrMapping/>
  </p:clrMapOvr>
</p:sld>
</file>

<file path=ppt/slides/slide1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6" name="Shape 926"/>
        <p:cNvGrpSpPr/>
        <p:nvPr/>
      </p:nvGrpSpPr>
      <p:grpSpPr>
        <a:xfrm>
          <a:off x="0" y="0"/>
          <a:ext cx="0" cy="0"/>
          <a:chOff x="0" y="0"/>
          <a:chExt cx="0" cy="0"/>
        </a:xfrm>
      </p:grpSpPr>
      <p:sp>
        <p:nvSpPr>
          <p:cNvPr id="927" name="Google Shape;927;p168"/>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chịu đóng đinh vào thập giá vì chúng ta, Thời quan Phong-xi-ô Phi-la-tô; </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69"/>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chịu khổ hình và mai táng, ngày thứ ba Người sống lại như lời Thánh Kinh.</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6" name="Shape 936"/>
        <p:cNvGrpSpPr/>
        <p:nvPr/>
      </p:nvGrpSpPr>
      <p:grpSpPr>
        <a:xfrm>
          <a:off x="0" y="0"/>
          <a:ext cx="0" cy="0"/>
          <a:chOff x="0" y="0"/>
          <a:chExt cx="0" cy="0"/>
        </a:xfrm>
      </p:grpSpPr>
      <p:sp>
        <p:nvSpPr>
          <p:cNvPr id="937" name="Google Shape;937;p170"/>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7000">
                <a:solidFill>
                  <a:schemeClr val="lt1"/>
                </a:solidFill>
                <a:latin typeface="Times New Roman"/>
                <a:ea typeface="Times New Roman"/>
                <a:cs typeface="Times New Roman"/>
                <a:sym typeface="Times New Roman"/>
              </a:rPr>
              <a:t>Người lên trời, ngự bên hữu Đức Chúa Cha, và Người sẽ lại đến trong vinh quang</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1" name="Shape 941"/>
        <p:cNvGrpSpPr/>
        <p:nvPr/>
      </p:nvGrpSpPr>
      <p:grpSpPr>
        <a:xfrm>
          <a:off x="0" y="0"/>
          <a:ext cx="0" cy="0"/>
          <a:chOff x="0" y="0"/>
          <a:chExt cx="0" cy="0"/>
        </a:xfrm>
      </p:grpSpPr>
      <p:sp>
        <p:nvSpPr>
          <p:cNvPr id="942" name="Google Shape;942;p171"/>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để phán xét kẻ sống và kẻ chết, Nước Người sẽ không bao giờ cùng.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6" name="Shape 946"/>
        <p:cNvGrpSpPr/>
        <p:nvPr/>
      </p:nvGrpSpPr>
      <p:grpSpPr>
        <a:xfrm>
          <a:off x="0" y="0"/>
          <a:ext cx="0" cy="0"/>
          <a:chOff x="0" y="0"/>
          <a:chExt cx="0" cy="0"/>
        </a:xfrm>
      </p:grpSpPr>
      <p:sp>
        <p:nvSpPr>
          <p:cNvPr id="947" name="Google Shape;947;p172"/>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tin kính Đức Chúa Thánh Thần là Thiên Chúa và là Đấng ban sự sống,</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1" name="Shape 951"/>
        <p:cNvGrpSpPr/>
        <p:nvPr/>
      </p:nvGrpSpPr>
      <p:grpSpPr>
        <a:xfrm>
          <a:off x="0" y="0"/>
          <a:ext cx="0" cy="0"/>
          <a:chOff x="0" y="0"/>
          <a:chExt cx="0" cy="0"/>
        </a:xfrm>
      </p:grpSpPr>
      <p:sp>
        <p:nvSpPr>
          <p:cNvPr id="952" name="Google Shape;952;p173"/>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bởi Đức Chúa Cha và Đức Chúa Con mà ra.</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6" name="Shape 956"/>
        <p:cNvGrpSpPr/>
        <p:nvPr/>
      </p:nvGrpSpPr>
      <p:grpSpPr>
        <a:xfrm>
          <a:off x="0" y="0"/>
          <a:ext cx="0" cy="0"/>
          <a:chOff x="0" y="0"/>
          <a:chExt cx="0" cy="0"/>
        </a:xfrm>
      </p:grpSpPr>
      <p:sp>
        <p:nvSpPr>
          <p:cNvPr id="957" name="Google Shape;957;p174"/>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được phụng thờ và tôn vinh cùng với Đức Chúa Cha và Đức Chúa Con.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1" name="Shape 961"/>
        <p:cNvGrpSpPr/>
        <p:nvPr/>
      </p:nvGrpSpPr>
      <p:grpSpPr>
        <a:xfrm>
          <a:off x="0" y="0"/>
          <a:ext cx="0" cy="0"/>
          <a:chOff x="0" y="0"/>
          <a:chExt cx="0" cy="0"/>
        </a:xfrm>
      </p:grpSpPr>
      <p:sp>
        <p:nvSpPr>
          <p:cNvPr id="962" name="Google Shape;962;p175"/>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Người đã dùng các Tiên tri mà phán dạy.</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6" name="Shape 966"/>
        <p:cNvGrpSpPr/>
        <p:nvPr/>
      </p:nvGrpSpPr>
      <p:grpSpPr>
        <a:xfrm>
          <a:off x="0" y="0"/>
          <a:ext cx="0" cy="0"/>
          <a:chOff x="0" y="0"/>
          <a:chExt cx="0" cy="0"/>
        </a:xfrm>
      </p:grpSpPr>
      <p:sp>
        <p:nvSpPr>
          <p:cNvPr id="967" name="Google Shape;967;p176"/>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tin Hội Thánh duy nhất, thánh thiện, công giáo và tông truyền.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1" name="Shape 971"/>
        <p:cNvGrpSpPr/>
        <p:nvPr/>
      </p:nvGrpSpPr>
      <p:grpSpPr>
        <a:xfrm>
          <a:off x="0" y="0"/>
          <a:ext cx="0" cy="0"/>
          <a:chOff x="0" y="0"/>
          <a:chExt cx="0" cy="0"/>
        </a:xfrm>
      </p:grpSpPr>
      <p:sp>
        <p:nvSpPr>
          <p:cNvPr id="972" name="Google Shape;972;p177"/>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tuyên xưng có một Phép Rửa để tha tội.</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6" name="Shape 976"/>
        <p:cNvGrpSpPr/>
        <p:nvPr/>
      </p:nvGrpSpPr>
      <p:grpSpPr>
        <a:xfrm>
          <a:off x="0" y="0"/>
          <a:ext cx="0" cy="0"/>
          <a:chOff x="0" y="0"/>
          <a:chExt cx="0" cy="0"/>
        </a:xfrm>
      </p:grpSpPr>
      <p:sp>
        <p:nvSpPr>
          <p:cNvPr id="977" name="Google Shape;977;p178"/>
          <p:cNvSpPr txBox="1"/>
          <p:nvPr>
            <p:ph type="ctrTitle"/>
          </p:nvPr>
        </p:nvSpPr>
        <p:spPr>
          <a:xfrm>
            <a:off x="0" y="0"/>
            <a:ext cx="9144000" cy="5143499"/>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New Roman"/>
                <a:ea typeface="Times New Roman"/>
                <a:cs typeface="Times New Roman"/>
                <a:sym typeface="Times New Roman"/>
              </a:rPr>
              <a:t>Tôi trông đợi kẻ chết sống lại và sự sống đời sau. Amen.</a:t>
            </a: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1" name="Shape 981"/>
        <p:cNvGrpSpPr/>
        <p:nvPr/>
      </p:nvGrpSpPr>
      <p:grpSpPr>
        <a:xfrm>
          <a:off x="0" y="0"/>
          <a:ext cx="0" cy="0"/>
          <a:chOff x="0" y="0"/>
          <a:chExt cx="0" cy="0"/>
        </a:xfrm>
      </p:grpSpPr>
      <p:pic>
        <p:nvPicPr>
          <p:cNvPr id="982" name="Google Shape;982;hf002f62f5ca6d5c_0_102"/>
          <p:cNvPicPr preferRelativeResize="0"/>
          <p:nvPr/>
        </p:nvPicPr>
        <p:blipFill>
          <a:blip r:embed="rId3">
            <a:alphaModFix/>
          </a:blip>
          <a:stretch>
            <a:fillRect/>
          </a:stretch>
        </p:blipFill>
        <p:spPr>
          <a:xfrm>
            <a:off x="0" y="0"/>
            <a:ext cx="9144003" cy="5143490"/>
          </a:xfrm>
          <a:prstGeom prst="rect">
            <a:avLst/>
          </a:prstGeom>
          <a:noFill/>
          <a:ln>
            <a:noFill/>
          </a:ln>
        </p:spPr>
      </p:pic>
    </p:spTree>
  </p:cSld>
  <p:clrMapOvr>
    <a:masterClrMapping/>
  </p:clrMapOvr>
</p:sld>
</file>

<file path=ppt/slides/slide1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g3f95afb83fa_0_24"/>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DÂNG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LÀ ĐÂY CỦA LỄ</a:t>
            </a:r>
            <a:endParaRPr b="1" sz="6700">
              <a:solidFill>
                <a:srgbClr val="FFFF00"/>
              </a:solidFill>
              <a:latin typeface="Times New Roman"/>
              <a:ea typeface="Times New Roman"/>
              <a:cs typeface="Times New Roman"/>
              <a:sym typeface="Times New Roman"/>
            </a:endParaRPr>
          </a:p>
          <a:p>
            <a:pPr indent="0" lvl="0" marL="0" rtl="0" algn="ctr">
              <a:lnSpc>
                <a:spcPct val="90000"/>
              </a:lnSpc>
              <a:spcBef>
                <a:spcPts val="0"/>
              </a:spcBef>
              <a:spcAft>
                <a:spcPts val="0"/>
              </a:spcAft>
              <a:buClr>
                <a:schemeClr val="dk1"/>
              </a:buClr>
              <a:buSzPts val="4700"/>
              <a:buFont typeface="Times New Roman"/>
              <a:buNone/>
            </a:pPr>
            <a:r>
              <a:rPr b="1" i="1" lang="en-US" sz="4700">
                <a:solidFill>
                  <a:schemeClr val="accent4"/>
                </a:solidFill>
                <a:latin typeface="Times New Roman"/>
                <a:ea typeface="Times New Roman"/>
                <a:cs typeface="Times New Roman"/>
                <a:sym typeface="Times New Roman"/>
              </a:rPr>
              <a:t>(</a:t>
            </a:r>
            <a:r>
              <a:rPr b="1" i="1" lang="en-US" sz="4700">
                <a:solidFill>
                  <a:schemeClr val="accent4"/>
                </a:solidFill>
                <a:latin typeface="Times New Roman"/>
                <a:ea typeface="Times New Roman"/>
                <a:cs typeface="Times New Roman"/>
                <a:sym typeface="Times New Roman"/>
              </a:rPr>
              <a:t>Ngọc Linh</a:t>
            </a:r>
            <a:r>
              <a:rPr b="1" i="1" lang="en-US" sz="4700">
                <a:solidFill>
                  <a:schemeClr val="accent4"/>
                </a:solidFill>
                <a:latin typeface="Times New Roman"/>
                <a:ea typeface="Times New Roman"/>
                <a:cs typeface="Times New Roman"/>
                <a:sym typeface="Times New Roman"/>
              </a:rPr>
              <a:t>)</a:t>
            </a:r>
            <a:endParaRPr b="1" sz="6700">
              <a:solidFill>
                <a:srgbClr val="FFFF00"/>
              </a:solidFill>
              <a:latin typeface="Times New Roman"/>
              <a:ea typeface="Times New Roman"/>
              <a:cs typeface="Times New Roman"/>
              <a:sym typeface="Times New Roman"/>
            </a:endParaRPr>
          </a:p>
        </p:txBody>
      </p:sp>
    </p:spTree>
  </p:cSld>
  <p:clrMapOvr>
    <a:masterClrMapping/>
  </p:clrMapOvr>
</p:sld>
</file>

<file path=ppt/slides/slide1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1" name="Shape 991"/>
        <p:cNvGrpSpPr/>
        <p:nvPr/>
      </p:nvGrpSpPr>
      <p:grpSpPr>
        <a:xfrm>
          <a:off x="0" y="0"/>
          <a:ext cx="0" cy="0"/>
          <a:chOff x="0" y="0"/>
          <a:chExt cx="0" cy="0"/>
        </a:xfrm>
      </p:grpSpPr>
      <p:sp>
        <p:nvSpPr>
          <p:cNvPr id="992" name="Google Shape;992;g3f69acae762_0_12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1. </a:t>
            </a:r>
            <a:r>
              <a:rPr b="1" lang="en-US" sz="7500">
                <a:solidFill>
                  <a:schemeClr val="lt1"/>
                </a:solidFill>
                <a:latin typeface="Times New Roman"/>
                <a:ea typeface="Times New Roman"/>
                <a:cs typeface="Times New Roman"/>
                <a:sym typeface="Times New Roman"/>
              </a:rPr>
              <a:t>Với những lao nhọc mồ hôi nước mắt, với những ưu phiền và những xót xa,</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g3f69acae762_0_12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là đây của lễ tiến dâng về Cha, là đây của lễ, lễ dâng mọn hèn.</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1" name="Shape 1001"/>
        <p:cNvGrpSpPr/>
        <p:nvPr/>
      </p:nvGrpSpPr>
      <p:grpSpPr>
        <a:xfrm>
          <a:off x="0" y="0"/>
          <a:ext cx="0" cy="0"/>
          <a:chOff x="0" y="0"/>
          <a:chExt cx="0" cy="0"/>
        </a:xfrm>
      </p:grpSpPr>
      <p:sp>
        <p:nvSpPr>
          <p:cNvPr id="1002" name="Google Shape;1002;g3fac4c6c2fc_0_7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Xin cho cuộc đời con như bánh rượu lừng hương.</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6" name="Shape 1006"/>
        <p:cNvGrpSpPr/>
        <p:nvPr/>
      </p:nvGrpSpPr>
      <p:grpSpPr>
        <a:xfrm>
          <a:off x="0" y="0"/>
          <a:ext cx="0" cy="0"/>
          <a:chOff x="0" y="0"/>
          <a:chExt cx="0" cy="0"/>
        </a:xfrm>
      </p:grpSpPr>
      <p:sp>
        <p:nvSpPr>
          <p:cNvPr id="1007" name="Google Shape;1007;hf002f62f5ca6d5c_0_1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Xin cho cuộc đời con luôn sáng ngời yêu thương.</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1" name="Shape 1011"/>
        <p:cNvGrpSpPr/>
        <p:nvPr/>
      </p:nvGrpSpPr>
      <p:grpSpPr>
        <a:xfrm>
          <a:off x="0" y="0"/>
          <a:ext cx="0" cy="0"/>
          <a:chOff x="0" y="0"/>
          <a:chExt cx="0" cy="0"/>
        </a:xfrm>
      </p:grpSpPr>
      <p:sp>
        <p:nvSpPr>
          <p:cNvPr id="1012" name="Google Shape;1012;g3fb3359abd2_0_4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400">
                <a:solidFill>
                  <a:srgbClr val="FFFF00"/>
                </a:solidFill>
                <a:latin typeface="Times New Roman"/>
                <a:ea typeface="Times New Roman"/>
                <a:cs typeface="Times New Roman"/>
                <a:sym typeface="Times New Roman"/>
              </a:rPr>
              <a:t>2. </a:t>
            </a:r>
            <a:r>
              <a:rPr b="1" lang="en-US" sz="7400">
                <a:solidFill>
                  <a:schemeClr val="lt1"/>
                </a:solidFill>
                <a:latin typeface="Times New Roman"/>
                <a:ea typeface="Times New Roman"/>
                <a:cs typeface="Times New Roman"/>
                <a:sym typeface="Times New Roman"/>
              </a:rPr>
              <a:t>Với những vui buồn thời gian lớp lớp, với những kiếm tìm và những ước mơ,</a:t>
            </a:r>
            <a:endParaRPr b="1" sz="7400">
              <a:solidFill>
                <a:schemeClr val="lt1"/>
              </a:solidFill>
              <a:latin typeface="Times New Roman"/>
              <a:ea typeface="Times New Roman"/>
              <a:cs typeface="Times New Roman"/>
              <a:sym typeface="Times New Roman"/>
            </a:endParaRPr>
          </a:p>
        </p:txBody>
      </p:sp>
    </p:spTree>
  </p:cSld>
  <p:clrMapOvr>
    <a:masterClrMapping/>
  </p:clrMapOvr>
</p:sld>
</file>

<file path=ppt/slides/slide18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6" name="Shape 1016"/>
        <p:cNvGrpSpPr/>
        <p:nvPr/>
      </p:nvGrpSpPr>
      <p:grpSpPr>
        <a:xfrm>
          <a:off x="0" y="0"/>
          <a:ext cx="0" cy="0"/>
          <a:chOff x="0" y="0"/>
          <a:chExt cx="0" cy="0"/>
        </a:xfrm>
      </p:grpSpPr>
      <p:sp>
        <p:nvSpPr>
          <p:cNvPr id="1017" name="Google Shape;1017;g3fb3359abd2_0_4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là đây của lễ tiến dâng về Cha, là đây của lễ, lễ dâng mọn hèn.</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1" name="Shape 1021"/>
        <p:cNvGrpSpPr/>
        <p:nvPr/>
      </p:nvGrpSpPr>
      <p:grpSpPr>
        <a:xfrm>
          <a:off x="0" y="0"/>
          <a:ext cx="0" cy="0"/>
          <a:chOff x="0" y="0"/>
          <a:chExt cx="0" cy="0"/>
        </a:xfrm>
      </p:grpSpPr>
      <p:sp>
        <p:nvSpPr>
          <p:cNvPr id="1022" name="Google Shape;1022;hf002f62f5ca6d5c_0_3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Xin cho cuộc đời con như bánh rượu lừng hương.</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6" name="Shape 1026"/>
        <p:cNvGrpSpPr/>
        <p:nvPr/>
      </p:nvGrpSpPr>
      <p:grpSpPr>
        <a:xfrm>
          <a:off x="0" y="0"/>
          <a:ext cx="0" cy="0"/>
          <a:chOff x="0" y="0"/>
          <a:chExt cx="0" cy="0"/>
        </a:xfrm>
      </p:grpSpPr>
      <p:sp>
        <p:nvSpPr>
          <p:cNvPr id="1027" name="Google Shape;1027;hf002f62f5ca6d5c_0_3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Xin cho cuộc đời con luôn sáng ngời yêu thương.</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1" name="Shape 1031"/>
        <p:cNvGrpSpPr/>
        <p:nvPr/>
      </p:nvGrpSpPr>
      <p:grpSpPr>
        <a:xfrm>
          <a:off x="0" y="0"/>
          <a:ext cx="0" cy="0"/>
          <a:chOff x="0" y="0"/>
          <a:chExt cx="0" cy="0"/>
        </a:xfrm>
      </p:grpSpPr>
      <p:sp>
        <p:nvSpPr>
          <p:cNvPr id="1032" name="Google Shape;1032;hf002f62f5ca6d5c_0_1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3</a:t>
            </a:r>
            <a:r>
              <a:rPr b="1" lang="en-US" sz="7500">
                <a:solidFill>
                  <a:srgbClr val="FFFF00"/>
                </a:solidFill>
                <a:latin typeface="Times New Roman"/>
                <a:ea typeface="Times New Roman"/>
                <a:cs typeface="Times New Roman"/>
                <a:sym typeface="Times New Roman"/>
              </a:rPr>
              <a:t>. </a:t>
            </a:r>
            <a:r>
              <a:rPr b="1" lang="en-US" sz="7500">
                <a:solidFill>
                  <a:schemeClr val="lt1"/>
                </a:solidFill>
                <a:latin typeface="Times New Roman"/>
                <a:ea typeface="Times New Roman"/>
                <a:cs typeface="Times New Roman"/>
                <a:sym typeface="Times New Roman"/>
              </a:rPr>
              <a:t>Với những oán hờn nhỏ nhen cố chấp, với những đố kỵ và những ghét ghen,</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6" name="Shape 1036"/>
        <p:cNvGrpSpPr/>
        <p:nvPr/>
      </p:nvGrpSpPr>
      <p:grpSpPr>
        <a:xfrm>
          <a:off x="0" y="0"/>
          <a:ext cx="0" cy="0"/>
          <a:chOff x="0" y="0"/>
          <a:chExt cx="0" cy="0"/>
        </a:xfrm>
      </p:grpSpPr>
      <p:sp>
        <p:nvSpPr>
          <p:cNvPr id="1037" name="Google Shape;1037;hf002f62f5ca6d5c_0_2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là đây của lễ tiến dâng về Cha, là đây của lễ, lễ dâng mọn hèn.</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1" name="Shape 1041"/>
        <p:cNvGrpSpPr/>
        <p:nvPr/>
      </p:nvGrpSpPr>
      <p:grpSpPr>
        <a:xfrm>
          <a:off x="0" y="0"/>
          <a:ext cx="0" cy="0"/>
          <a:chOff x="0" y="0"/>
          <a:chExt cx="0" cy="0"/>
        </a:xfrm>
      </p:grpSpPr>
      <p:sp>
        <p:nvSpPr>
          <p:cNvPr id="1042" name="Google Shape;1042;hf002f62f5ca6d5c_0_2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Xin cho cuộc đời con như bánh rượu lừng hương.</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8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6" name="Shape 1046"/>
        <p:cNvGrpSpPr/>
        <p:nvPr/>
      </p:nvGrpSpPr>
      <p:grpSpPr>
        <a:xfrm>
          <a:off x="0" y="0"/>
          <a:ext cx="0" cy="0"/>
          <a:chOff x="0" y="0"/>
          <a:chExt cx="0" cy="0"/>
        </a:xfrm>
      </p:grpSpPr>
      <p:sp>
        <p:nvSpPr>
          <p:cNvPr id="1047" name="Google Shape;1047;hf002f62f5ca6d5c_0_2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chemeClr val="lt1"/>
                </a:solidFill>
                <a:latin typeface="Times New Roman"/>
                <a:ea typeface="Times New Roman"/>
                <a:cs typeface="Times New Roman"/>
                <a:sym typeface="Times New Roman"/>
              </a:rPr>
              <a:t>Xin cho cuộc đời con luôn sáng ngời yêu thương.</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1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1" name="Shape 1051"/>
        <p:cNvGrpSpPr/>
        <p:nvPr/>
      </p:nvGrpSpPr>
      <p:grpSpPr>
        <a:xfrm>
          <a:off x="0" y="0"/>
          <a:ext cx="0" cy="0"/>
          <a:chOff x="0" y="0"/>
          <a:chExt cx="0" cy="0"/>
        </a:xfrm>
      </p:grpSpPr>
      <p:pic>
        <p:nvPicPr>
          <p:cNvPr id="1052" name="Google Shape;1052;g3e5a0c7ab5b_0_256"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19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6" name="Shape 1056"/>
        <p:cNvGrpSpPr/>
        <p:nvPr/>
      </p:nvGrpSpPr>
      <p:grpSpPr>
        <a:xfrm>
          <a:off x="0" y="0"/>
          <a:ext cx="0" cy="0"/>
          <a:chOff x="0" y="0"/>
          <a:chExt cx="0" cy="0"/>
        </a:xfrm>
      </p:grpSpPr>
      <p:sp>
        <p:nvSpPr>
          <p:cNvPr id="1057" name="Google Shape;1057;p202"/>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accent4"/>
              </a:buClr>
              <a:buSzPts val="4000"/>
              <a:buFont typeface="Times"/>
              <a:buNone/>
            </a:pPr>
            <a:br>
              <a:rPr b="1" lang="en-US" sz="4000">
                <a:solidFill>
                  <a:schemeClr val="accent4"/>
                </a:solidFill>
                <a:latin typeface="Times"/>
                <a:ea typeface="Times"/>
                <a:cs typeface="Times"/>
                <a:sym typeface="Times"/>
              </a:rPr>
            </a:br>
            <a:r>
              <a:rPr b="1" lang="en-US" sz="4000">
                <a:solidFill>
                  <a:schemeClr val="accent4"/>
                </a:solidFill>
                <a:latin typeface="Times"/>
                <a:ea typeface="Times"/>
                <a:cs typeface="Times"/>
                <a:sym typeface="Times"/>
              </a:rPr>
              <a:t>KINH THÁNH, THÁNH</a:t>
            </a:r>
            <a:br>
              <a:rPr b="1" lang="en-US" sz="4000">
                <a:solidFill>
                  <a:schemeClr val="accent4"/>
                </a:solidFill>
                <a:latin typeface="Times"/>
                <a:ea typeface="Times"/>
                <a:cs typeface="Times"/>
                <a:sym typeface="Times"/>
              </a:rPr>
            </a:br>
            <a:r>
              <a:rPr b="1" lang="en-US" sz="7200">
                <a:solidFill>
                  <a:schemeClr val="lt1"/>
                </a:solidFill>
                <a:latin typeface="Times"/>
                <a:ea typeface="Times"/>
                <a:cs typeface="Times"/>
                <a:sym typeface="Times"/>
              </a:rPr>
              <a:t>Thánh, Thánh, Thánh. Chúa là Thiên Chúa các đạo binh</a:t>
            </a:r>
            <a:br>
              <a:rPr b="1" lang="en-US" sz="7200">
                <a:solidFill>
                  <a:schemeClr val="lt1"/>
                </a:solidFill>
                <a:latin typeface="Times"/>
                <a:ea typeface="Times"/>
                <a:cs typeface="Times"/>
                <a:sym typeface="Times"/>
              </a:rPr>
            </a:br>
            <a:endParaRPr b="1" sz="7200">
              <a:solidFill>
                <a:schemeClr val="lt1"/>
              </a:solidFill>
              <a:latin typeface="Times"/>
              <a:ea typeface="Times"/>
              <a:cs typeface="Times"/>
              <a:sym typeface="Times"/>
            </a:endParaRPr>
          </a:p>
        </p:txBody>
      </p:sp>
    </p:spTree>
  </p:cSld>
  <p:clrMapOvr>
    <a:masterClrMapping/>
  </p:clrMapOvr>
</p:sld>
</file>

<file path=ppt/slides/slide19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1" name="Shape 1061"/>
        <p:cNvGrpSpPr/>
        <p:nvPr/>
      </p:nvGrpSpPr>
      <p:grpSpPr>
        <a:xfrm>
          <a:off x="0" y="0"/>
          <a:ext cx="0" cy="0"/>
          <a:chOff x="0" y="0"/>
          <a:chExt cx="0" cy="0"/>
        </a:xfrm>
      </p:grpSpPr>
      <p:sp>
        <p:nvSpPr>
          <p:cNvPr id="1062" name="Google Shape;1062;p203"/>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a:ea typeface="Times"/>
                <a:cs typeface="Times"/>
                <a:sym typeface="Times"/>
              </a:rPr>
              <a:t>Trời đất đầy vinh quang Chúa. Hoan hô Chúa trên các tầng trời.</a:t>
            </a:r>
            <a:endParaRPr b="1" sz="7200">
              <a:solidFill>
                <a:schemeClr val="lt1"/>
              </a:solidFill>
              <a:latin typeface="Times"/>
              <a:ea typeface="Times"/>
              <a:cs typeface="Times"/>
              <a:sym typeface="Times"/>
            </a:endParaRPr>
          </a:p>
        </p:txBody>
      </p:sp>
    </p:spTree>
  </p:cSld>
  <p:clrMapOvr>
    <a:masterClrMapping/>
  </p:clrMapOvr>
</p:sld>
</file>

<file path=ppt/slides/slide19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6" name="Shape 1066"/>
        <p:cNvGrpSpPr/>
        <p:nvPr/>
      </p:nvGrpSpPr>
      <p:grpSpPr>
        <a:xfrm>
          <a:off x="0" y="0"/>
          <a:ext cx="0" cy="0"/>
          <a:chOff x="0" y="0"/>
          <a:chExt cx="0" cy="0"/>
        </a:xfrm>
      </p:grpSpPr>
      <p:sp>
        <p:nvSpPr>
          <p:cNvPr id="1067" name="Google Shape;1067;p204"/>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200"/>
              <a:buFont typeface="Times"/>
              <a:buNone/>
            </a:pPr>
            <a:r>
              <a:rPr b="1" lang="en-US" sz="7200">
                <a:solidFill>
                  <a:schemeClr val="lt1"/>
                </a:solidFill>
                <a:latin typeface="Times"/>
                <a:ea typeface="Times"/>
                <a:cs typeface="Times"/>
                <a:sym typeface="Times"/>
              </a:rPr>
              <a:t>Chúc tụng Đấng ngự đến nhân danh Chúa. Hoan hô Chúa trên các tầng trời.</a:t>
            </a:r>
            <a:endParaRPr b="1" sz="7200">
              <a:solidFill>
                <a:schemeClr val="lt1"/>
              </a:solidFill>
              <a:latin typeface="Times"/>
              <a:ea typeface="Times"/>
              <a:cs typeface="Times"/>
              <a:sym typeface="Times"/>
            </a:endParaRPr>
          </a:p>
        </p:txBody>
      </p:sp>
    </p:spTree>
  </p:cSld>
  <p:clrMapOvr>
    <a:masterClrMapping/>
  </p:clrMapOvr>
</p:sld>
</file>

<file path=ppt/slides/slide19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1" name="Shape 1071"/>
        <p:cNvGrpSpPr/>
        <p:nvPr/>
      </p:nvGrpSpPr>
      <p:grpSpPr>
        <a:xfrm>
          <a:off x="0" y="0"/>
          <a:ext cx="0" cy="0"/>
          <a:chOff x="0" y="0"/>
          <a:chExt cx="0" cy="0"/>
        </a:xfrm>
      </p:grpSpPr>
      <p:pic>
        <p:nvPicPr>
          <p:cNvPr id="1072" name="Google Shape;1072;g3e5a0c7ab5b_0_335"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19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6" name="Shape 1076"/>
        <p:cNvGrpSpPr/>
        <p:nvPr/>
      </p:nvGrpSpPr>
      <p:grpSpPr>
        <a:xfrm>
          <a:off x="0" y="0"/>
          <a:ext cx="0" cy="0"/>
          <a:chOff x="0" y="0"/>
          <a:chExt cx="0" cy="0"/>
        </a:xfrm>
      </p:grpSpPr>
      <p:sp>
        <p:nvSpPr>
          <p:cNvPr id="1077" name="Google Shape;1077;g3a42a8b53c1_2_268"/>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ctr">
              <a:lnSpc>
                <a:spcPct val="100000"/>
              </a:lnSpc>
              <a:spcBef>
                <a:spcPts val="0"/>
              </a:spcBef>
              <a:spcAft>
                <a:spcPts val="0"/>
              </a:spcAft>
              <a:buClr>
                <a:schemeClr val="accent4"/>
              </a:buClr>
              <a:buSzPts val="4000"/>
              <a:buFont typeface="Times"/>
              <a:buNone/>
            </a:pPr>
            <a:br>
              <a:rPr b="1" lang="en-US" sz="4000">
                <a:solidFill>
                  <a:schemeClr val="accent4"/>
                </a:solidFill>
                <a:latin typeface="Times New Roman"/>
                <a:ea typeface="Times New Roman"/>
                <a:cs typeface="Times New Roman"/>
                <a:sym typeface="Times New Roman"/>
              </a:rPr>
            </a:br>
            <a:r>
              <a:rPr b="1" lang="en-US" sz="4000">
                <a:solidFill>
                  <a:schemeClr val="accent4"/>
                </a:solidFill>
                <a:latin typeface="Times New Roman"/>
                <a:ea typeface="Times New Roman"/>
                <a:cs typeface="Times New Roman"/>
                <a:sym typeface="Times New Roman"/>
              </a:rPr>
              <a:t>CHIÊN THIÊN CHÚA</a:t>
            </a:r>
            <a:endParaRPr b="1" sz="4000">
              <a:solidFill>
                <a:schemeClr val="accent4"/>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accent4"/>
              </a:buClr>
              <a:buSzPts val="4000"/>
              <a:buFont typeface="Times"/>
              <a:buNone/>
            </a:pPr>
            <a:r>
              <a:rPr b="1" lang="en-US" sz="6600">
                <a:solidFill>
                  <a:schemeClr val="lt1"/>
                </a:solidFill>
                <a:latin typeface="Times New Roman"/>
                <a:ea typeface="Times New Roman"/>
                <a:cs typeface="Times New Roman"/>
                <a:sym typeface="Times New Roman"/>
              </a:rPr>
              <a:t>Lạy Chiên Thiên Chúa, Đấng xóa tội trần gian, xin thương xót chúng con.</a:t>
            </a:r>
            <a:br>
              <a:rPr b="1" lang="en-US" sz="7200">
                <a:solidFill>
                  <a:schemeClr val="lt1"/>
                </a:solidFill>
                <a:latin typeface="Times New Roman"/>
                <a:ea typeface="Times New Roman"/>
                <a:cs typeface="Times New Roman"/>
                <a:sym typeface="Times New Roman"/>
              </a:rPr>
            </a:br>
            <a:endParaRPr b="1" sz="7200">
              <a:solidFill>
                <a:schemeClr val="lt1"/>
              </a:solidFill>
              <a:latin typeface="Times New Roman"/>
              <a:ea typeface="Times New Roman"/>
              <a:cs typeface="Times New Roman"/>
              <a:sym typeface="Times New Roman"/>
            </a:endParaRPr>
          </a:p>
        </p:txBody>
      </p:sp>
    </p:spTree>
  </p:cSld>
  <p:clrMapOvr>
    <a:masterClrMapping/>
  </p:clrMapOvr>
</p:sld>
</file>

<file path=ppt/slides/slide19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1" name="Shape 1081"/>
        <p:cNvGrpSpPr/>
        <p:nvPr/>
      </p:nvGrpSpPr>
      <p:grpSpPr>
        <a:xfrm>
          <a:off x="0" y="0"/>
          <a:ext cx="0" cy="0"/>
          <a:chOff x="0" y="0"/>
          <a:chExt cx="0" cy="0"/>
        </a:xfrm>
      </p:grpSpPr>
      <p:sp>
        <p:nvSpPr>
          <p:cNvPr id="1082" name="Google Shape;1082;p207"/>
          <p:cNvSpPr txBox="1"/>
          <p:nvPr>
            <p:ph type="ctrTitle"/>
          </p:nvPr>
        </p:nvSpPr>
        <p:spPr>
          <a:xfrm>
            <a:off x="0" y="0"/>
            <a:ext cx="9144000" cy="5143499"/>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7000">
                <a:solidFill>
                  <a:schemeClr val="lt1"/>
                </a:solidFill>
                <a:latin typeface="Times New Roman"/>
                <a:ea typeface="Times New Roman"/>
                <a:cs typeface="Times New Roman"/>
                <a:sym typeface="Times New Roman"/>
              </a:rPr>
              <a:t>Lạy Chiên Thiên Chúa, Đấng xóa tội trần gian: xin thương xót chúng con.</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9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6" name="Shape 1086"/>
        <p:cNvGrpSpPr/>
        <p:nvPr/>
      </p:nvGrpSpPr>
      <p:grpSpPr>
        <a:xfrm>
          <a:off x="0" y="0"/>
          <a:ext cx="0" cy="0"/>
          <a:chOff x="0" y="0"/>
          <a:chExt cx="0" cy="0"/>
        </a:xfrm>
      </p:grpSpPr>
      <p:sp>
        <p:nvSpPr>
          <p:cNvPr id="1087" name="Google Shape;1087;p208"/>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Autofit/>
          </a:bodyPr>
          <a:lstStyle/>
          <a:p>
            <a:pPr indent="0" lvl="0" marL="0" rtl="0" algn="just">
              <a:lnSpc>
                <a:spcPct val="100000"/>
              </a:lnSpc>
              <a:spcBef>
                <a:spcPts val="0"/>
              </a:spcBef>
              <a:spcAft>
                <a:spcPts val="0"/>
              </a:spcAft>
              <a:buClr>
                <a:schemeClr val="lt1"/>
              </a:buClr>
              <a:buSzPts val="7000"/>
              <a:buFont typeface="Times"/>
              <a:buNone/>
            </a:pPr>
            <a:r>
              <a:rPr b="1" lang="en-US" sz="7000">
                <a:solidFill>
                  <a:schemeClr val="lt1"/>
                </a:solidFill>
                <a:latin typeface="Times New Roman"/>
                <a:ea typeface="Times New Roman"/>
                <a:cs typeface="Times New Roman"/>
                <a:sym typeface="Times New Roman"/>
              </a:rPr>
              <a:t>Lạy Chiên Thiên Chúa, Đấng xóa tội trần gian: xin ban bình an cho chúng con.</a:t>
            </a:r>
            <a:endParaRPr b="1" sz="7000">
              <a:solidFill>
                <a:schemeClr val="lt1"/>
              </a:solidFill>
              <a:latin typeface="Times New Roman"/>
              <a:ea typeface="Times New Roman"/>
              <a:cs typeface="Times New Roman"/>
              <a:sym typeface="Times New Roman"/>
            </a:endParaRPr>
          </a:p>
        </p:txBody>
      </p:sp>
    </p:spTree>
  </p:cSld>
  <p:clrMapOvr>
    <a:masterClrMapping/>
  </p:clrMapOvr>
</p:sld>
</file>

<file path=ppt/slides/slide19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1" name="Shape 1091"/>
        <p:cNvGrpSpPr/>
        <p:nvPr/>
      </p:nvGrpSpPr>
      <p:grpSpPr>
        <a:xfrm>
          <a:off x="0" y="0"/>
          <a:ext cx="0" cy="0"/>
          <a:chOff x="0" y="0"/>
          <a:chExt cx="0" cy="0"/>
        </a:xfrm>
      </p:grpSpPr>
      <p:pic>
        <p:nvPicPr>
          <p:cNvPr id="1092" name="Google Shape;1092;g3e5a0c7ab5b_0_339"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19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6" name="Shape 1096"/>
        <p:cNvGrpSpPr/>
        <p:nvPr/>
      </p:nvGrpSpPr>
      <p:grpSpPr>
        <a:xfrm>
          <a:off x="0" y="0"/>
          <a:ext cx="0" cy="0"/>
          <a:chOff x="0" y="0"/>
          <a:chExt cx="0" cy="0"/>
        </a:xfrm>
      </p:grpSpPr>
      <p:sp>
        <p:nvSpPr>
          <p:cNvPr id="1097" name="Google Shape;1097;g3e9ce9eb37a_0_183"/>
          <p:cNvSpPr txBox="1"/>
          <p:nvPr>
            <p:ph type="ctrTitle"/>
          </p:nvPr>
        </p:nvSpPr>
        <p:spPr>
          <a:xfrm>
            <a:off x="0" y="680400"/>
            <a:ext cx="9144000" cy="44631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4"/>
              </a:buClr>
              <a:buSzPts val="4000"/>
              <a:buFont typeface="Times"/>
              <a:buNone/>
            </a:pPr>
            <a:r>
              <a:rPr b="1" lang="en-US" sz="8000">
                <a:solidFill>
                  <a:schemeClr val="lt1"/>
                </a:solidFill>
                <a:latin typeface="Times New Roman"/>
                <a:ea typeface="Times New Roman"/>
                <a:cs typeface="Times New Roman"/>
                <a:sym typeface="Times New Roman"/>
              </a:rPr>
              <a:t>Ôi Thiên Chúa, cao quý thay ân sủng của Ngài. </a:t>
            </a:r>
            <a:endParaRPr b="1" sz="8000">
              <a:solidFill>
                <a:schemeClr val="lt1"/>
              </a:solidFill>
              <a:latin typeface="Times New Roman"/>
              <a:ea typeface="Times New Roman"/>
              <a:cs typeface="Times New Roman"/>
              <a:sym typeface="Times New Roman"/>
            </a:endParaRPr>
          </a:p>
        </p:txBody>
      </p:sp>
      <p:sp>
        <p:nvSpPr>
          <p:cNvPr id="1098" name="Google Shape;1098;g3e9ce9eb37a_0_183"/>
          <p:cNvSpPr txBox="1"/>
          <p:nvPr/>
        </p:nvSpPr>
        <p:spPr>
          <a:xfrm>
            <a:off x="0" y="0"/>
            <a:ext cx="9144000" cy="800400"/>
          </a:xfrm>
          <a:prstGeom prst="rect">
            <a:avLst/>
          </a:prstGeom>
          <a:solidFill>
            <a:srgbClr val="002060"/>
          </a:solid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4000"/>
              <a:buFont typeface="Arial"/>
              <a:buNone/>
            </a:pPr>
            <a:r>
              <a:rPr b="1" i="0" lang="en-US" sz="4000" u="none" cap="none" strike="noStrike">
                <a:solidFill>
                  <a:schemeClr val="accent4"/>
                </a:solidFill>
                <a:latin typeface="Times"/>
                <a:ea typeface="Times"/>
                <a:cs typeface="Times"/>
                <a:sym typeface="Times"/>
              </a:rPr>
              <a:t>CA HIỆP LỄ</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0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2" name="Shape 1102"/>
        <p:cNvGrpSpPr/>
        <p:nvPr/>
      </p:nvGrpSpPr>
      <p:grpSpPr>
        <a:xfrm>
          <a:off x="0" y="0"/>
          <a:ext cx="0" cy="0"/>
          <a:chOff x="0" y="0"/>
          <a:chExt cx="0" cy="0"/>
        </a:xfrm>
      </p:grpSpPr>
      <p:sp>
        <p:nvSpPr>
          <p:cNvPr id="1103" name="Google Shape;1103;g3fac4c6c2fc_0_97"/>
          <p:cNvSpPr txBox="1"/>
          <p:nvPr>
            <p:ph type="ctrTitle"/>
          </p:nvPr>
        </p:nvSpPr>
        <p:spPr>
          <a:xfrm>
            <a:off x="0" y="0"/>
            <a:ext cx="9144000" cy="5143500"/>
          </a:xfrm>
          <a:prstGeom prst="rect">
            <a:avLst/>
          </a:prstGeom>
          <a:solidFill>
            <a:srgbClr val="002060"/>
          </a:solidFill>
          <a:ln>
            <a:noFill/>
          </a:ln>
        </p:spPr>
        <p:txBody>
          <a:bodyPr anchorCtr="0" anchor="t" bIns="0" lIns="91425" spcFirstLastPara="1" rIns="91425" wrap="square" tIns="0">
            <a:noAutofit/>
          </a:bodyPr>
          <a:lstStyle/>
          <a:p>
            <a:pPr indent="0" lvl="0" marL="0" rtl="0" algn="just">
              <a:lnSpc>
                <a:spcPct val="100000"/>
              </a:lnSpc>
              <a:spcBef>
                <a:spcPts val="0"/>
              </a:spcBef>
              <a:spcAft>
                <a:spcPts val="0"/>
              </a:spcAft>
              <a:buClr>
                <a:schemeClr val="accent4"/>
              </a:buClr>
              <a:buSzPts val="4000"/>
              <a:buFont typeface="Times"/>
              <a:buNone/>
            </a:pPr>
            <a:r>
              <a:rPr b="1" lang="en-US" sz="8000">
                <a:solidFill>
                  <a:schemeClr val="lt1"/>
                </a:solidFill>
                <a:latin typeface="Times New Roman"/>
                <a:ea typeface="Times New Roman"/>
                <a:cs typeface="Times New Roman"/>
                <a:sym typeface="Times New Roman"/>
              </a:rPr>
              <a:t>Con người ta tìm nương tựa trong bóng cánh của Ngài.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0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7" name="Shape 1107"/>
        <p:cNvGrpSpPr/>
        <p:nvPr/>
      </p:nvGrpSpPr>
      <p:grpSpPr>
        <a:xfrm>
          <a:off x="0" y="0"/>
          <a:ext cx="0" cy="0"/>
          <a:chOff x="0" y="0"/>
          <a:chExt cx="0" cy="0"/>
        </a:xfrm>
      </p:grpSpPr>
      <p:pic>
        <p:nvPicPr>
          <p:cNvPr id="1108" name="Google Shape;1108;g3e5a0c7ab5b_0_343" title="chen thanh.jpg"/>
          <p:cNvPicPr preferRelativeResize="0"/>
          <p:nvPr/>
        </p:nvPicPr>
        <p:blipFill rotWithShape="1">
          <a:blip r:embed="rId3">
            <a:alphaModFix/>
          </a:blip>
          <a:srcRect b="0" l="784" r="0" t="1816"/>
          <a:stretch/>
        </p:blipFill>
        <p:spPr>
          <a:xfrm>
            <a:off x="-97300" y="0"/>
            <a:ext cx="9313300" cy="5143500"/>
          </a:xfrm>
          <a:prstGeom prst="rect">
            <a:avLst/>
          </a:prstGeom>
          <a:noFill/>
          <a:ln>
            <a:noFill/>
          </a:ln>
        </p:spPr>
      </p:pic>
    </p:spTree>
  </p:cSld>
  <p:clrMapOvr>
    <a:masterClrMapping/>
  </p:clrMapOvr>
</p:sld>
</file>

<file path=ppt/slides/slide20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2" name="Shape 1112"/>
        <p:cNvGrpSpPr/>
        <p:nvPr/>
      </p:nvGrpSpPr>
      <p:grpSpPr>
        <a:xfrm>
          <a:off x="0" y="0"/>
          <a:ext cx="0" cy="0"/>
          <a:chOff x="0" y="0"/>
          <a:chExt cx="0" cy="0"/>
        </a:xfrm>
      </p:grpSpPr>
      <p:sp>
        <p:nvSpPr>
          <p:cNvPr id="1113" name="Google Shape;1113;g3f491e64396_0_48"/>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HIỆP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YÊU ĐỜI</a:t>
            </a:r>
            <a:br>
              <a:rPr b="1" lang="en-US" sz="6700">
                <a:solidFill>
                  <a:srgbClr val="FFFF00"/>
                </a:solidFill>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YÊU NGƯỜI</a:t>
            </a:r>
            <a:br>
              <a:rPr b="1" lang="en-US" sz="6700">
                <a:solidFill>
                  <a:srgbClr val="FFFF00"/>
                </a:solidFill>
                <a:latin typeface="Times New Roman"/>
                <a:ea typeface="Times New Roman"/>
                <a:cs typeface="Times New Roman"/>
                <a:sym typeface="Times New Roman"/>
              </a:rPr>
            </a:br>
            <a:r>
              <a:rPr b="1" i="1" lang="en-US" sz="4700">
                <a:solidFill>
                  <a:schemeClr val="accent4"/>
                </a:solidFill>
                <a:latin typeface="Times New Roman"/>
                <a:ea typeface="Times New Roman"/>
                <a:cs typeface="Times New Roman"/>
                <a:sym typeface="Times New Roman"/>
              </a:rPr>
              <a:t>(</a:t>
            </a:r>
            <a:r>
              <a:rPr b="1" i="1" lang="en-US" sz="4700">
                <a:solidFill>
                  <a:schemeClr val="accent4"/>
                </a:solidFill>
                <a:latin typeface="Times New Roman"/>
                <a:ea typeface="Times New Roman"/>
                <a:cs typeface="Times New Roman"/>
                <a:sym typeface="Times New Roman"/>
              </a:rPr>
              <a:t>Phanxicô</a:t>
            </a:r>
            <a:r>
              <a:rPr b="1" i="1" lang="en-US" sz="4700">
                <a:solidFill>
                  <a:schemeClr val="accent4"/>
                </a:solidFill>
                <a:latin typeface="Times New Roman"/>
                <a:ea typeface="Times New Roman"/>
                <a:cs typeface="Times New Roman"/>
                <a:sym typeface="Times New Roman"/>
              </a:rPr>
              <a:t>)</a:t>
            </a:r>
            <a:endParaRPr b="1" sz="6700">
              <a:solidFill>
                <a:schemeClr val="accent4"/>
              </a:solidFill>
              <a:latin typeface="Times New Roman"/>
              <a:ea typeface="Times New Roman"/>
              <a:cs typeface="Times New Roman"/>
              <a:sym typeface="Times New Roman"/>
            </a:endParaRPr>
          </a:p>
        </p:txBody>
      </p:sp>
    </p:spTree>
  </p:cSld>
  <p:clrMapOvr>
    <a:masterClrMapping/>
  </p:clrMapOvr>
</p:sld>
</file>

<file path=ppt/slides/slide20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7" name="Shape 1117"/>
        <p:cNvGrpSpPr/>
        <p:nvPr/>
      </p:nvGrpSpPr>
      <p:grpSpPr>
        <a:xfrm>
          <a:off x="0" y="0"/>
          <a:ext cx="0" cy="0"/>
          <a:chOff x="0" y="0"/>
          <a:chExt cx="0" cy="0"/>
        </a:xfrm>
      </p:grpSpPr>
      <p:sp>
        <p:nvSpPr>
          <p:cNvPr id="1118" name="Google Shape;1118;g3f491e64396_0_5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Tình yêu đáp đền tình yêu ân tình đền đáp ân tình.</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20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2" name="Shape 1122"/>
        <p:cNvGrpSpPr/>
        <p:nvPr/>
      </p:nvGrpSpPr>
      <p:grpSpPr>
        <a:xfrm>
          <a:off x="0" y="0"/>
          <a:ext cx="0" cy="0"/>
          <a:chOff x="0" y="0"/>
          <a:chExt cx="0" cy="0"/>
        </a:xfrm>
      </p:grpSpPr>
      <p:sp>
        <p:nvSpPr>
          <p:cNvPr id="1123" name="Google Shape;1123;g3f491e64396_0_6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Tình yêu Thiên Chúa cao mãi muôn đời.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0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7" name="Shape 1127"/>
        <p:cNvGrpSpPr/>
        <p:nvPr/>
      </p:nvGrpSpPr>
      <p:grpSpPr>
        <a:xfrm>
          <a:off x="0" y="0"/>
          <a:ext cx="0" cy="0"/>
          <a:chOff x="0" y="0"/>
          <a:chExt cx="0" cy="0"/>
        </a:xfrm>
      </p:grpSpPr>
      <p:sp>
        <p:nvSpPr>
          <p:cNvPr id="1128" name="Google Shape;1128;g3fb3359abd2_0_7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Xin cho con tình yêu thiết tha. </a:t>
            </a:r>
            <a:endParaRPr b="1" sz="80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Lòng bao la thắm như màu lá.</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0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2" name="Shape 1132"/>
        <p:cNvGrpSpPr/>
        <p:nvPr/>
      </p:nvGrpSpPr>
      <p:grpSpPr>
        <a:xfrm>
          <a:off x="0" y="0"/>
          <a:ext cx="0" cy="0"/>
          <a:chOff x="0" y="0"/>
          <a:chExt cx="0" cy="0"/>
        </a:xfrm>
      </p:grpSpPr>
      <p:sp>
        <p:nvSpPr>
          <p:cNvPr id="1133" name="Google Shape;1133;g3fb3359abd2_0_8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Xin cho con yêu dấu muôn đời.</a:t>
            </a:r>
            <a:endParaRPr b="1" sz="80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Xin cho con yêu đời yêu người.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0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7" name="Shape 1137"/>
        <p:cNvGrpSpPr/>
        <p:nvPr/>
      </p:nvGrpSpPr>
      <p:grpSpPr>
        <a:xfrm>
          <a:off x="0" y="0"/>
          <a:ext cx="0" cy="0"/>
          <a:chOff x="0" y="0"/>
          <a:chExt cx="0" cy="0"/>
        </a:xfrm>
      </p:grpSpPr>
      <p:sp>
        <p:nvSpPr>
          <p:cNvPr id="1138" name="Google Shape;1138;g3f95afb83fa_0_147"/>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rgbClr val="FFFF00"/>
                </a:solidFill>
                <a:latin typeface="Times New Roman"/>
                <a:ea typeface="Times New Roman"/>
                <a:cs typeface="Times New Roman"/>
                <a:sym typeface="Times New Roman"/>
              </a:rPr>
              <a:t>1. </a:t>
            </a:r>
            <a:r>
              <a:rPr b="1" lang="en-US" sz="8000">
                <a:solidFill>
                  <a:schemeClr val="lt1"/>
                </a:solidFill>
                <a:latin typeface="Times New Roman"/>
                <a:ea typeface="Times New Roman"/>
                <a:cs typeface="Times New Roman"/>
                <a:sym typeface="Times New Roman"/>
              </a:rPr>
              <a:t>Xin cho con yêu đời yêu người. Cảm niềm tin đi thắp môi cười.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0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2" name="Shape 1142"/>
        <p:cNvGrpSpPr/>
        <p:nvPr/>
      </p:nvGrpSpPr>
      <p:grpSpPr>
        <a:xfrm>
          <a:off x="0" y="0"/>
          <a:ext cx="0" cy="0"/>
          <a:chOff x="0" y="0"/>
          <a:chExt cx="0" cy="0"/>
        </a:xfrm>
      </p:grpSpPr>
      <p:sp>
        <p:nvSpPr>
          <p:cNvPr id="1143" name="Google Shape;1143;g3f54ad4d3bd_0_14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Dù một đời khổ đau không thôi. Tìm nhau vẫn thấy trong nhau là niềm vui,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0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7" name="Shape 1147"/>
        <p:cNvGrpSpPr/>
        <p:nvPr/>
      </p:nvGrpSpPr>
      <p:grpSpPr>
        <a:xfrm>
          <a:off x="0" y="0"/>
          <a:ext cx="0" cy="0"/>
          <a:chOff x="0" y="0"/>
          <a:chExt cx="0" cy="0"/>
        </a:xfrm>
      </p:grpSpPr>
      <p:sp>
        <p:nvSpPr>
          <p:cNvPr id="1148" name="Google Shape;1148;hf002f62f5ca6d5c_0_4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nhìn nhau vẫn thấy trong nhau đẹp một lời: Chúa là tình yêu.</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2" name="Shape 1152"/>
        <p:cNvGrpSpPr/>
        <p:nvPr/>
      </p:nvGrpSpPr>
      <p:grpSpPr>
        <a:xfrm>
          <a:off x="0" y="0"/>
          <a:ext cx="0" cy="0"/>
          <a:chOff x="0" y="0"/>
          <a:chExt cx="0" cy="0"/>
        </a:xfrm>
      </p:grpSpPr>
      <p:sp>
        <p:nvSpPr>
          <p:cNvPr id="1153" name="Google Shape;1153;hf002f62f5ca6d5c_0_4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Tình yêu đáp đền tình yêu ân tình đền đáp ân tình.</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2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7" name="Shape 1157"/>
        <p:cNvGrpSpPr/>
        <p:nvPr/>
      </p:nvGrpSpPr>
      <p:grpSpPr>
        <a:xfrm>
          <a:off x="0" y="0"/>
          <a:ext cx="0" cy="0"/>
          <a:chOff x="0" y="0"/>
          <a:chExt cx="0" cy="0"/>
        </a:xfrm>
      </p:grpSpPr>
      <p:sp>
        <p:nvSpPr>
          <p:cNvPr id="1158" name="Google Shape;1158;hf002f62f5ca6d5c_0_4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Tình yêu Thiên Chúa cao mãi muôn đời.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2" name="Shape 1162"/>
        <p:cNvGrpSpPr/>
        <p:nvPr/>
      </p:nvGrpSpPr>
      <p:grpSpPr>
        <a:xfrm>
          <a:off x="0" y="0"/>
          <a:ext cx="0" cy="0"/>
          <a:chOff x="0" y="0"/>
          <a:chExt cx="0" cy="0"/>
        </a:xfrm>
      </p:grpSpPr>
      <p:sp>
        <p:nvSpPr>
          <p:cNvPr id="1163" name="Google Shape;1163;hf002f62f5ca6d5c_0_5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Xin cho con tình yêu thiết tha. </a:t>
            </a:r>
            <a:endParaRPr b="1" sz="80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Lòng bao la thắm như màu lá.</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67" name="Shape 1167"/>
        <p:cNvGrpSpPr/>
        <p:nvPr/>
      </p:nvGrpSpPr>
      <p:grpSpPr>
        <a:xfrm>
          <a:off x="0" y="0"/>
          <a:ext cx="0" cy="0"/>
          <a:chOff x="0" y="0"/>
          <a:chExt cx="0" cy="0"/>
        </a:xfrm>
      </p:grpSpPr>
      <p:sp>
        <p:nvSpPr>
          <p:cNvPr id="1168" name="Google Shape;1168;hf002f62f5ca6d5c_0_5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Xin cho con yêu dấu muôn đời.</a:t>
            </a:r>
            <a:endParaRPr b="1" sz="80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Xin cho con yêu đời yêu người.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2" name="Shape 1172"/>
        <p:cNvGrpSpPr/>
        <p:nvPr/>
      </p:nvGrpSpPr>
      <p:grpSpPr>
        <a:xfrm>
          <a:off x="0" y="0"/>
          <a:ext cx="0" cy="0"/>
          <a:chOff x="0" y="0"/>
          <a:chExt cx="0" cy="0"/>
        </a:xfrm>
      </p:grpSpPr>
      <p:sp>
        <p:nvSpPr>
          <p:cNvPr id="1173" name="Google Shape;1173;g3fb3359abd2_0_8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rgbClr val="FFFF00"/>
                </a:solidFill>
                <a:latin typeface="Times New Roman"/>
                <a:ea typeface="Times New Roman"/>
                <a:cs typeface="Times New Roman"/>
                <a:sym typeface="Times New Roman"/>
              </a:rPr>
              <a:t>2. </a:t>
            </a:r>
            <a:r>
              <a:rPr b="1" lang="en-US" sz="8000">
                <a:solidFill>
                  <a:schemeClr val="lt1"/>
                </a:solidFill>
                <a:latin typeface="Times New Roman"/>
                <a:ea typeface="Times New Roman"/>
                <a:cs typeface="Times New Roman"/>
                <a:sym typeface="Times New Roman"/>
              </a:rPr>
              <a:t>Xin cho con yêu đời yêu người. Một tình yêu cao bóng mây trời.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7" name="Shape 1177"/>
        <p:cNvGrpSpPr/>
        <p:nvPr/>
      </p:nvGrpSpPr>
      <p:grpSpPr>
        <a:xfrm>
          <a:off x="0" y="0"/>
          <a:ext cx="0" cy="0"/>
          <a:chOff x="0" y="0"/>
          <a:chExt cx="0" cy="0"/>
        </a:xfrm>
      </p:grpSpPr>
      <p:sp>
        <p:nvSpPr>
          <p:cNvPr id="1178" name="Google Shape;1178;g3fb3359abd2_0_8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Lời hận thù bỏ quên trên môi. Dù ai gây mãi cơn đau thương đầy vơi,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2" name="Shape 1182"/>
        <p:cNvGrpSpPr/>
        <p:nvPr/>
      </p:nvGrpSpPr>
      <p:grpSpPr>
        <a:xfrm>
          <a:off x="0" y="0"/>
          <a:ext cx="0" cy="0"/>
          <a:chOff x="0" y="0"/>
          <a:chExt cx="0" cy="0"/>
        </a:xfrm>
      </p:grpSpPr>
      <p:sp>
        <p:nvSpPr>
          <p:cNvPr id="1183" name="Google Shape;1183;g3fb3359abd2_0_9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700">
                <a:solidFill>
                  <a:schemeClr val="lt1"/>
                </a:solidFill>
                <a:latin typeface="Times New Roman"/>
                <a:ea typeface="Times New Roman"/>
                <a:cs typeface="Times New Roman"/>
                <a:sym typeface="Times New Roman"/>
              </a:rPr>
              <a:t>nhìn ra trong sáng trên khuôn mặt mọi người: Chúa là tình yêu.</a:t>
            </a:r>
            <a:endParaRPr b="1" sz="7700">
              <a:solidFill>
                <a:schemeClr val="lt1"/>
              </a:solidFill>
              <a:latin typeface="Times New Roman"/>
              <a:ea typeface="Times New Roman"/>
              <a:cs typeface="Times New Roman"/>
              <a:sym typeface="Times New Roman"/>
            </a:endParaRPr>
          </a:p>
        </p:txBody>
      </p:sp>
    </p:spTree>
  </p:cSld>
  <p:clrMapOvr>
    <a:masterClrMapping/>
  </p:clrMapOvr>
</p:sld>
</file>

<file path=ppt/slides/slide2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7" name="Shape 1187"/>
        <p:cNvGrpSpPr/>
        <p:nvPr/>
      </p:nvGrpSpPr>
      <p:grpSpPr>
        <a:xfrm>
          <a:off x="0" y="0"/>
          <a:ext cx="0" cy="0"/>
          <a:chOff x="0" y="0"/>
          <a:chExt cx="0" cy="0"/>
        </a:xfrm>
      </p:grpSpPr>
      <p:sp>
        <p:nvSpPr>
          <p:cNvPr id="1188" name="Google Shape;1188;hf002f62f5ca6d5c_0_6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7500">
                <a:solidFill>
                  <a:srgbClr val="FFFF00"/>
                </a:solidFill>
                <a:latin typeface="Times New Roman"/>
                <a:ea typeface="Times New Roman"/>
                <a:cs typeface="Times New Roman"/>
                <a:sym typeface="Times New Roman"/>
              </a:rPr>
              <a:t>ĐK: </a:t>
            </a:r>
            <a:r>
              <a:rPr b="1" lang="en-US" sz="7500">
                <a:solidFill>
                  <a:schemeClr val="lt1"/>
                </a:solidFill>
                <a:latin typeface="Times New Roman"/>
                <a:ea typeface="Times New Roman"/>
                <a:cs typeface="Times New Roman"/>
                <a:sym typeface="Times New Roman"/>
              </a:rPr>
              <a:t>Tình yêu đáp đền tình yêu ân tình đền đáp ân tình.</a:t>
            </a:r>
            <a:endParaRPr b="1" sz="7500">
              <a:solidFill>
                <a:schemeClr val="lt1"/>
              </a:solidFill>
              <a:latin typeface="Times New Roman"/>
              <a:ea typeface="Times New Roman"/>
              <a:cs typeface="Times New Roman"/>
              <a:sym typeface="Times New Roman"/>
            </a:endParaRPr>
          </a:p>
        </p:txBody>
      </p:sp>
    </p:spTree>
  </p:cSld>
  <p:clrMapOvr>
    <a:masterClrMapping/>
  </p:clrMapOvr>
</p:sld>
</file>

<file path=ppt/slides/slide2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2" name="Shape 1192"/>
        <p:cNvGrpSpPr/>
        <p:nvPr/>
      </p:nvGrpSpPr>
      <p:grpSpPr>
        <a:xfrm>
          <a:off x="0" y="0"/>
          <a:ext cx="0" cy="0"/>
          <a:chOff x="0" y="0"/>
          <a:chExt cx="0" cy="0"/>
        </a:xfrm>
      </p:grpSpPr>
      <p:sp>
        <p:nvSpPr>
          <p:cNvPr id="1193" name="Google Shape;1193;hf002f62f5ca6d5c_0_6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Tình yêu Thiên Chúa cao mãi muôn đời.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7" name="Shape 1197"/>
        <p:cNvGrpSpPr/>
        <p:nvPr/>
      </p:nvGrpSpPr>
      <p:grpSpPr>
        <a:xfrm>
          <a:off x="0" y="0"/>
          <a:ext cx="0" cy="0"/>
          <a:chOff x="0" y="0"/>
          <a:chExt cx="0" cy="0"/>
        </a:xfrm>
      </p:grpSpPr>
      <p:sp>
        <p:nvSpPr>
          <p:cNvPr id="1198" name="Google Shape;1198;hf002f62f5ca6d5c_0_72"/>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Xin cho con tình yêu thiết tha. </a:t>
            </a:r>
            <a:endParaRPr b="1" sz="80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Lòng bao la thắm như màu lá.</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2" name="Shape 1202"/>
        <p:cNvGrpSpPr/>
        <p:nvPr/>
      </p:nvGrpSpPr>
      <p:grpSpPr>
        <a:xfrm>
          <a:off x="0" y="0"/>
          <a:ext cx="0" cy="0"/>
          <a:chOff x="0" y="0"/>
          <a:chExt cx="0" cy="0"/>
        </a:xfrm>
      </p:grpSpPr>
      <p:sp>
        <p:nvSpPr>
          <p:cNvPr id="1203" name="Google Shape;1203;hf002f62f5ca6d5c_0_76"/>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Xin cho con yêu dấu muôn đời.</a:t>
            </a:r>
            <a:endParaRPr b="1" sz="8000">
              <a:solidFill>
                <a:schemeClr val="lt1"/>
              </a:solidFill>
              <a:latin typeface="Times New Roman"/>
              <a:ea typeface="Times New Roman"/>
              <a:cs typeface="Times New Roman"/>
              <a:sym typeface="Times New Roman"/>
            </a:endParaRPr>
          </a:p>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Xin cho con yêu đời yêu người.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7" name="Shape 1207"/>
        <p:cNvGrpSpPr/>
        <p:nvPr/>
      </p:nvGrpSpPr>
      <p:grpSpPr>
        <a:xfrm>
          <a:off x="0" y="0"/>
          <a:ext cx="0" cy="0"/>
          <a:chOff x="0" y="0"/>
          <a:chExt cx="0" cy="0"/>
        </a:xfrm>
      </p:grpSpPr>
      <p:pic>
        <p:nvPicPr>
          <p:cNvPr id="1208" name="Google Shape;1208;hf002f62f5ca6d5c_0_106"/>
          <p:cNvPicPr preferRelativeResize="0"/>
          <p:nvPr/>
        </p:nvPicPr>
        <p:blipFill>
          <a:blip r:embed="rId3">
            <a:alphaModFix/>
          </a:blip>
          <a:stretch>
            <a:fillRect/>
          </a:stretch>
        </p:blipFill>
        <p:spPr>
          <a:xfrm>
            <a:off x="0" y="0"/>
            <a:ext cx="9144003" cy="5143490"/>
          </a:xfrm>
          <a:prstGeom prst="rect">
            <a:avLst/>
          </a:prstGeom>
          <a:noFill/>
          <a:ln>
            <a:noFill/>
          </a:ln>
        </p:spPr>
      </p:pic>
    </p:spTree>
  </p:cSld>
  <p:clrMapOvr>
    <a:masterClrMapping/>
  </p:clrMapOvr>
</p:sld>
</file>

<file path=ppt/slides/slide2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2" name="Shape 1212"/>
        <p:cNvGrpSpPr/>
        <p:nvPr/>
      </p:nvGrpSpPr>
      <p:grpSpPr>
        <a:xfrm>
          <a:off x="0" y="0"/>
          <a:ext cx="0" cy="0"/>
          <a:chOff x="0" y="0"/>
          <a:chExt cx="0" cy="0"/>
        </a:xfrm>
      </p:grpSpPr>
      <p:sp>
        <p:nvSpPr>
          <p:cNvPr id="1213" name="Google Shape;1213;g3fb3359abd2_0_140"/>
          <p:cNvSpPr txBox="1"/>
          <p:nvPr>
            <p:ph type="ctrTitle"/>
          </p:nvPr>
        </p:nvSpPr>
        <p:spPr>
          <a:xfrm>
            <a:off x="0" y="0"/>
            <a:ext cx="9144000" cy="5143500"/>
          </a:xfrm>
          <a:prstGeom prst="rect">
            <a:avLst/>
          </a:prstGeom>
          <a:solidFill>
            <a:srgbClr val="002060"/>
          </a:solidFill>
          <a:ln>
            <a:noFill/>
          </a:ln>
        </p:spPr>
        <p:txBody>
          <a:bodyPr anchorCtr="0" anchor="ctr" bIns="0" lIns="91425" spcFirstLastPara="1" rIns="91425" wrap="square" tIns="0">
            <a:normAutofit/>
          </a:bodyPr>
          <a:lstStyle/>
          <a:p>
            <a:pPr indent="0" lvl="0" marL="0" rtl="0" algn="ctr">
              <a:lnSpc>
                <a:spcPct val="90000"/>
              </a:lnSpc>
              <a:spcBef>
                <a:spcPts val="0"/>
              </a:spcBef>
              <a:spcAft>
                <a:spcPts val="0"/>
              </a:spcAft>
              <a:buClr>
                <a:schemeClr val="dk1"/>
              </a:buClr>
              <a:buSzPts val="4700"/>
              <a:buFont typeface="Times New Roman"/>
              <a:buNone/>
            </a:pPr>
            <a:r>
              <a:rPr b="1" lang="en-US" sz="4700">
                <a:solidFill>
                  <a:schemeClr val="accent4"/>
                </a:solidFill>
                <a:latin typeface="Times New Roman"/>
                <a:ea typeface="Times New Roman"/>
                <a:cs typeface="Times New Roman"/>
                <a:sym typeface="Times New Roman"/>
              </a:rPr>
              <a:t>KẾT LỄ</a:t>
            </a:r>
            <a:br>
              <a:rPr b="1" lang="en-US" sz="4700">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MẸ ĐỒNG HÀNH </a:t>
            </a:r>
            <a:br>
              <a:rPr b="1" lang="en-US" sz="6700">
                <a:solidFill>
                  <a:srgbClr val="FFFF00"/>
                </a:solidFill>
                <a:latin typeface="Times New Roman"/>
                <a:ea typeface="Times New Roman"/>
                <a:cs typeface="Times New Roman"/>
                <a:sym typeface="Times New Roman"/>
              </a:rPr>
            </a:br>
            <a:r>
              <a:rPr b="1" lang="en-US" sz="6700">
                <a:solidFill>
                  <a:srgbClr val="FFFF00"/>
                </a:solidFill>
                <a:latin typeface="Times New Roman"/>
                <a:ea typeface="Times New Roman"/>
                <a:cs typeface="Times New Roman"/>
                <a:sym typeface="Times New Roman"/>
              </a:rPr>
              <a:t>VỚI CON</a:t>
            </a:r>
            <a:br>
              <a:rPr b="1" lang="en-US" sz="6700">
                <a:solidFill>
                  <a:srgbClr val="FFFF00"/>
                </a:solidFill>
                <a:latin typeface="Times New Roman"/>
                <a:ea typeface="Times New Roman"/>
                <a:cs typeface="Times New Roman"/>
                <a:sym typeface="Times New Roman"/>
              </a:rPr>
            </a:br>
            <a:r>
              <a:rPr b="1" i="1" lang="en-US" sz="4700">
                <a:solidFill>
                  <a:srgbClr val="FFD966"/>
                </a:solidFill>
                <a:latin typeface="Times New Roman"/>
                <a:ea typeface="Times New Roman"/>
                <a:cs typeface="Times New Roman"/>
                <a:sym typeface="Times New Roman"/>
              </a:rPr>
              <a:t>(</a:t>
            </a:r>
            <a:r>
              <a:rPr b="1" i="1" lang="en-US" sz="4700">
                <a:solidFill>
                  <a:srgbClr val="FFD966"/>
                </a:solidFill>
                <a:latin typeface="Times New Roman"/>
                <a:ea typeface="Times New Roman"/>
                <a:cs typeface="Times New Roman"/>
                <a:sym typeface="Times New Roman"/>
              </a:rPr>
              <a:t>Ngọc Linh</a:t>
            </a:r>
            <a:r>
              <a:rPr b="1" i="1" lang="en-US" sz="4700">
                <a:solidFill>
                  <a:srgbClr val="FFD966"/>
                </a:solidFill>
                <a:latin typeface="Times New Roman"/>
                <a:ea typeface="Times New Roman"/>
                <a:cs typeface="Times New Roman"/>
                <a:sym typeface="Times New Roman"/>
              </a:rPr>
              <a:t>)</a:t>
            </a:r>
            <a:endParaRPr b="1" sz="4700">
              <a:solidFill>
                <a:srgbClr val="FFD966"/>
              </a:solidFill>
              <a:latin typeface="Times New Roman"/>
              <a:ea typeface="Times New Roman"/>
              <a:cs typeface="Times New Roman"/>
              <a:sym typeface="Times New Roman"/>
            </a:endParaRPr>
          </a:p>
        </p:txBody>
      </p:sp>
    </p:spTree>
  </p:cSld>
  <p:clrMapOvr>
    <a:masterClrMapping/>
  </p:clrMapOvr>
</p:sld>
</file>

<file path=ppt/slides/slide2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7" name="Shape 1217"/>
        <p:cNvGrpSpPr/>
        <p:nvPr/>
      </p:nvGrpSpPr>
      <p:grpSpPr>
        <a:xfrm>
          <a:off x="0" y="0"/>
          <a:ext cx="0" cy="0"/>
          <a:chOff x="0" y="0"/>
          <a:chExt cx="0" cy="0"/>
        </a:xfrm>
      </p:grpSpPr>
      <p:sp>
        <p:nvSpPr>
          <p:cNvPr id="1218" name="Google Shape;1218;g3fb3359abd2_0_14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rgbClr val="FFFF00"/>
                </a:solidFill>
                <a:latin typeface="Times New Roman"/>
                <a:ea typeface="Times New Roman"/>
                <a:cs typeface="Times New Roman"/>
                <a:sym typeface="Times New Roman"/>
              </a:rPr>
              <a:t>1.</a:t>
            </a:r>
            <a:r>
              <a:rPr b="1" lang="en-US" sz="8000">
                <a:solidFill>
                  <a:srgbClr val="FFFF00"/>
                </a:solidFill>
                <a:latin typeface="Times New Roman"/>
                <a:ea typeface="Times New Roman"/>
                <a:cs typeface="Times New Roman"/>
                <a:sym typeface="Times New Roman"/>
              </a:rPr>
              <a:t> </a:t>
            </a:r>
            <a:r>
              <a:rPr b="1" lang="en-US" sz="8000">
                <a:solidFill>
                  <a:schemeClr val="lt1"/>
                </a:solidFill>
                <a:latin typeface="Times New Roman"/>
                <a:ea typeface="Times New Roman"/>
                <a:cs typeface="Times New Roman"/>
                <a:sym typeface="Times New Roman"/>
              </a:rPr>
              <a:t>Mẹ ơi, trên con đường đời, xin Mẹ hằng luôn nâng đỡ.</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2" name="Shape 1222"/>
        <p:cNvGrpSpPr/>
        <p:nvPr/>
      </p:nvGrpSpPr>
      <p:grpSpPr>
        <a:xfrm>
          <a:off x="0" y="0"/>
          <a:ext cx="0" cy="0"/>
          <a:chOff x="0" y="0"/>
          <a:chExt cx="0" cy="0"/>
        </a:xfrm>
      </p:grpSpPr>
      <p:sp>
        <p:nvSpPr>
          <p:cNvPr id="1223" name="Google Shape;1223;g3fb3359abd2_0_14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Cùng con gieo chân khắp nơi, đắp xây Nước Trời chẳng ngơi,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7" name="Shape 1227"/>
        <p:cNvGrpSpPr/>
        <p:nvPr/>
      </p:nvGrpSpPr>
      <p:grpSpPr>
        <a:xfrm>
          <a:off x="0" y="0"/>
          <a:ext cx="0" cy="0"/>
          <a:chOff x="0" y="0"/>
          <a:chExt cx="0" cy="0"/>
        </a:xfrm>
      </p:grpSpPr>
      <p:sp>
        <p:nvSpPr>
          <p:cNvPr id="1228" name="Google Shape;1228;hf002f62f5ca6d5c_0_80"/>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giữa nơi gian trần đẹp tươi.</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2" name="Shape 1232"/>
        <p:cNvGrpSpPr/>
        <p:nvPr/>
      </p:nvGrpSpPr>
      <p:grpSpPr>
        <a:xfrm>
          <a:off x="0" y="0"/>
          <a:ext cx="0" cy="0"/>
          <a:chOff x="0" y="0"/>
          <a:chExt cx="0" cy="0"/>
        </a:xfrm>
      </p:grpSpPr>
      <p:sp>
        <p:nvSpPr>
          <p:cNvPr id="1233" name="Google Shape;1233;g3fb3359abd2_0_164"/>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rgbClr val="FFFF00"/>
                </a:solidFill>
                <a:latin typeface="Times New Roman"/>
                <a:ea typeface="Times New Roman"/>
                <a:cs typeface="Times New Roman"/>
                <a:sym typeface="Times New Roman"/>
              </a:rPr>
              <a:t>ĐK: </a:t>
            </a:r>
            <a:r>
              <a:rPr b="1" lang="en-US" sz="8000">
                <a:solidFill>
                  <a:schemeClr val="lt1"/>
                </a:solidFill>
                <a:latin typeface="Times New Roman"/>
                <a:ea typeface="Times New Roman"/>
                <a:cs typeface="Times New Roman"/>
                <a:sym typeface="Times New Roman"/>
              </a:rPr>
              <a:t>Kính dâng Mẹ lòng mến yêu nhiều kính dâng Mẹ tình con không thiếu.</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7" name="Shape 1237"/>
        <p:cNvGrpSpPr/>
        <p:nvPr/>
      </p:nvGrpSpPr>
      <p:grpSpPr>
        <a:xfrm>
          <a:off x="0" y="0"/>
          <a:ext cx="0" cy="0"/>
          <a:chOff x="0" y="0"/>
          <a:chExt cx="0" cy="0"/>
        </a:xfrm>
      </p:grpSpPr>
      <p:sp>
        <p:nvSpPr>
          <p:cNvPr id="1238" name="Google Shape;1238;g3fb3359abd2_0_168"/>
          <p:cNvSpPr txBox="1"/>
          <p:nvPr>
            <p:ph idx="1" type="subTitle"/>
          </p:nvPr>
        </p:nvSpPr>
        <p:spPr>
          <a:xfrm>
            <a:off x="0" y="0"/>
            <a:ext cx="9144000" cy="5143500"/>
          </a:xfrm>
          <a:prstGeom prst="rect">
            <a:avLst/>
          </a:prstGeom>
          <a:solidFill>
            <a:srgbClr val="002060"/>
          </a:solidFill>
          <a:ln>
            <a:noFill/>
          </a:ln>
        </p:spPr>
        <p:txBody>
          <a:bodyPr anchorCtr="0" anchor="t" bIns="45700" lIns="91425" spcFirstLastPara="1" rIns="91425" wrap="square" tIns="45700">
            <a:noAutofit/>
          </a:bodyPr>
          <a:lstStyle/>
          <a:p>
            <a:pPr indent="0" lvl="0" marL="0" rtl="0" algn="just">
              <a:lnSpc>
                <a:spcPct val="100000"/>
              </a:lnSpc>
              <a:spcBef>
                <a:spcPts val="0"/>
              </a:spcBef>
              <a:spcAft>
                <a:spcPts val="0"/>
              </a:spcAft>
              <a:buClr>
                <a:schemeClr val="dk1"/>
              </a:buClr>
              <a:buSzPts val="1100"/>
              <a:buNone/>
            </a:pPr>
            <a:r>
              <a:rPr b="1" lang="en-US" sz="8000">
                <a:solidFill>
                  <a:schemeClr val="lt1"/>
                </a:solidFill>
                <a:latin typeface="Times New Roman"/>
                <a:ea typeface="Times New Roman"/>
                <a:cs typeface="Times New Roman"/>
                <a:sym typeface="Times New Roman"/>
              </a:rPr>
              <a:t>Bước bên Mẹ lòng không cô liêu, sống trong Mẹ hồn ngập thương yêu.</a:t>
            </a:r>
            <a:endParaRPr b="1" sz="8000">
              <a:solidFill>
                <a:schemeClr val="lt1"/>
              </a:solidFill>
              <a:latin typeface="Times New Roman"/>
              <a:ea typeface="Times New Roman"/>
              <a:cs typeface="Times New Roman"/>
              <a:sym typeface="Times New Roman"/>
            </a:endParaRPr>
          </a:p>
        </p:txBody>
      </p:sp>
    </p:spTree>
  </p:cSld>
  <p:clrMapOvr>
    <a:masterClrMapping/>
  </p:clrMapOvr>
</p:sld>
</file>

<file path=ppt/slides/slide2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2" name="Shape 1242"/>
        <p:cNvGrpSpPr/>
        <p:nvPr/>
      </p:nvGrpSpPr>
      <p:grpSpPr>
        <a:xfrm>
          <a:off x="0" y="0"/>
          <a:ext cx="0" cy="0"/>
          <a:chOff x="0" y="0"/>
          <a:chExt cx="0" cy="0"/>
        </a:xfrm>
      </p:grpSpPr>
      <p:pic>
        <p:nvPicPr>
          <p:cNvPr id="1243" name="Google Shape;1243;g3fb2dc0a37c_0_109"/>
          <p:cNvPicPr preferRelativeResize="0"/>
          <p:nvPr/>
        </p:nvPicPr>
        <p:blipFill rotWithShape="1">
          <a:blip r:embed="rId3">
            <a:alphaModFix/>
          </a:blip>
          <a:srcRect b="0" l="0" r="0" t="0"/>
          <a:stretch/>
        </p:blipFill>
        <p:spPr>
          <a:xfrm>
            <a:off x="0" y="0"/>
            <a:ext cx="9192401" cy="514349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2013 - 202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2023-01-29T22:00:16Z</dcterms:created>
</cp:coreProperties>
</file>