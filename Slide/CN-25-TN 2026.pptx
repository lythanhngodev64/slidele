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6" r:id="rId201"/>
    <p:sldId id="457" r:id="rId202"/>
    <p:sldId id="458" r:id="rId203"/>
    <p:sldId id="459" r:id="rId204"/>
    <p:sldId id="460" r:id="rId205"/>
    <p:sldId id="461" r:id="rId206"/>
    <p:sldId id="462" r:id="rId207"/>
    <p:sldId id="463" r:id="rId208"/>
    <p:sldId id="464" r:id="rId209"/>
    <p:sldId id="465" r:id="rId210"/>
    <p:sldId id="466" r:id="rId211"/>
    <p:sldId id="467" r:id="rId212"/>
    <p:sldId id="468" r:id="rId213"/>
    <p:sldId id="469" r:id="rId214"/>
    <p:sldId id="470" r:id="rId215"/>
    <p:sldId id="471" r:id="rId216"/>
    <p:sldId id="472" r:id="rId217"/>
    <p:sldId id="473" r:id="rId218"/>
    <p:sldId id="474" r:id="rId219"/>
    <p:sldId id="475" r:id="rId220"/>
    <p:sldId id="476" r:id="rId221"/>
    <p:sldId id="477" r:id="rId222"/>
    <p:sldId id="478" r:id="rId223"/>
    <p:sldId id="479" r:id="rId224"/>
    <p:sldId id="480" r:id="rId225"/>
    <p:sldId id="481" r:id="rId226"/>
    <p:sldId id="482" r:id="rId227"/>
    <p:sldId id="483" r:id="rId228"/>
  </p:sldIdLst>
  <p:sldSz cx="9144000" cy="5143500" type="screen16x9"/>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4" roundtripDataSignature="AMtx7mjthfVgx6tKU75Q/a/76Nhb0/cp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27" Type="http://schemas.openxmlformats.org/officeDocument/2006/relationships/slide" Target="slides/slide226.xml"/><Relationship Id="rId201" Type="http://schemas.openxmlformats.org/officeDocument/2006/relationships/slide" Target="slides/slide200.xml"/><Relationship Id="rId222" Type="http://schemas.openxmlformats.org/officeDocument/2006/relationships/slide" Target="slides/slide22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8" Type="http://schemas.openxmlformats.org/officeDocument/2006/relationships/tableStyles" Target="tableStyles.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customschemas.google.com/relationships/presentationmetadata" Target="meta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notesMaster" Target="notesMasters/notesMaster1.xml"/><Relationship Id="rId19" Type="http://schemas.openxmlformats.org/officeDocument/2006/relationships/slide" Target="slides/slide18.xml"/><Relationship Id="rId224" Type="http://schemas.openxmlformats.org/officeDocument/2006/relationships/slide" Target="slides/slide223.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viewProps" Target="view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faf5860435_0_26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g3faf5860435_0_26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 name="Google Shape;101;p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 name="Google Shape;111;p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1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e5a0c7ab5b_0_37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g3e5a0c7ab5b_0_37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e5a0c7ab5b_0_38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g3e5a0c7ab5b_0_38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5a0c7ab5b_0_38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3e5a0c7ab5b_0_38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e5a0c7ab5b_0_39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g3e5a0c7ab5b_0_391: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e5a0c7ab5b_0_3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e5a0c7ab5b_0_39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e5a0c7ab5b_0_39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g3e5a0c7ab5b_0_39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e5a0c7ab5b_0_40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e5a0c7ab5b_0_40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e5a0c7ab5b_0_40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g3e5a0c7ab5b_0_40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e5a0c7ab5b_0_41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e5a0c7ab5b_0_411: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e5a0c7ab5b_0_41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g3e5a0c7ab5b_0_41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5a0c7ab5b_0_41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g3e5a0c7ab5b_0_41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e5a0c7ab5b_0_42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3e5a0c7ab5b_0_42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e5a0c7ab5b_0_42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g3e5a0c7ab5b_0_42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2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2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2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2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2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3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3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3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p3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3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p3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3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p3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3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3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p3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3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3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3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3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3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4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4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4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4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4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4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p4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4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4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p4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4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4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4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p4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4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1" name="Google Shape;321;p4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4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p4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5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5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5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p5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5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5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5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5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5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5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5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6" name="Google Shape;356;p5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5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1" name="Google Shape;361;p5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5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6" name="Google Shape;366;p5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5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1" name="Google Shape;371;p5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5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6" name="Google Shape;376;p5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6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1" name="Google Shape;381;p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6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6" name="Google Shape;386;p6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6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1" name="Google Shape;391;p6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6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6" name="Google Shape;396;p6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6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p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6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6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6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1" name="Google Shape;411;p6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6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6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1" name="Google Shape;421;p6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6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6" name="Google Shape;426;p6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7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1" name="Google Shape;431;p7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7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6" name="Google Shape;436;p7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7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1" name="Google Shape;441;p7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7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6" name="Google Shape;446;p7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7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1" name="Google Shape;451;p7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7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6" name="Google Shape;456;p7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1" name="Google Shape;461;p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7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6" name="Google Shape;466;p7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7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1" name="Google Shape;471;p7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7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6" name="Google Shape;476;p7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8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1" name="Google Shape;481;p8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8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6" name="Google Shape;486;p8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8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1" name="Google Shape;491;p8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8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6" name="Google Shape;496;p8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8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p8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8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6" name="Google Shape;506;p8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8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1" name="Google Shape;511;p8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8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6" name="Google Shape;516;p8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8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p8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8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6" name="Google Shape;526;p8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9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1" name="Google Shape;531;p9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9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p9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9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1" name="Google Shape;541;p9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9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p9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9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p9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6" name="Google Shape;556;p9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9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1" name="Google Shape;561;p9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9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6" name="Google Shape;566;p9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9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1" name="Google Shape;571;p9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9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6" name="Google Shape;576;p9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10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1" name="Google Shape;581;p10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10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6" name="Google Shape;586;p10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10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1" name="Google Shape;591;p10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10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6" name="Google Shape;596;p10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10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1" name="Google Shape;601;p10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0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6" name="Google Shape;606;p10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10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1" name="Google Shape;611;p10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10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6" name="Google Shape;616;p10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10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1" name="Google Shape;621;p10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10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6" name="Google Shape;626;p10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1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1" name="Google Shape;631;p11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11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6" name="Google Shape;636;p11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1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1" name="Google Shape;641;p11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11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6" name="Google Shape;646;p11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hf002f62f5ca6d5c_0_8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1" name="Google Shape;651;hf002f62f5ca6d5c_0_8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f69acae762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6" name="Google Shape;656;g3f69acae762_0_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3f69acae762_0_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1" name="Google Shape;661;g3f69acae762_0_1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3f69acae762_0_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6" name="Google Shape;666;g3f69acae762_0_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3f7156d7ccb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1" name="Google Shape;671;g3f7156d7ccb_0_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3faf5860435_0_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3faf5860435_0_1: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3faf5860435_0_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g3faf5860435_0_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hf002f62f5ca6d5c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6" name="Google Shape;686;hf002f62f5ca6d5c_0_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hf002f62f5ca6d5c_0_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hf002f62f5ca6d5c_0_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hf002f62f5ca6d5c_0_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hf002f62f5ca6d5c_0_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hf002f62f5ca6d5c_0_9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1" name="Google Shape;701;hf002f62f5ca6d5c_0_9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3d90891dc36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6" name="Google Shape;706;g3d90891dc36_0_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3ab13fdb44f_0_29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2" name="Google Shape;712;g3ab13fdb44f_0_2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13" name="Google Shape;713;g3ab13fdb44f_0_29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126</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3ab13fdb44f_0_30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3ab13fdb44f_0_30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rgbClr val="FF0000"/>
              </a:buClr>
              <a:buSzPts val="1200"/>
              <a:buFont typeface="Arial"/>
              <a:buAutoNum type="arabicPeriod"/>
            </a:pPr>
            <a:r>
              <a:rPr lang="en-US" b="0" i="0">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19" name="Google Shape;719;g3ab13fdb44f_0_30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127</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3ab13fdb44f_0_30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3ab13fdb44f_0_30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25" name="Google Shape;725;g3ab13fdb44f_0_30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128</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3ab13fdb44f_0_31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3ab13fdb44f_0_3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31" name="Google Shape;731;g3ab13fdb44f_0_31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129</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3ab13fdb44f_0_31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6" name="Google Shape;736;g3ab13fdb44f_0_31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37" name="Google Shape;737;g3ab13fdb44f_0_31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130</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3ab13fdb44f_0_3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g3ab13fdb44f_0_3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43" name="Google Shape;743;g3ab13fdb44f_0_32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131</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3ab13fdb44f_0_32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3ab13fdb44f_0_3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49" name="Google Shape;749;g3ab13fdb44f_0_32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132</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3ab13fdb44f_0_33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 name="Google Shape;754;g3ab13fdb44f_0_33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55" name="Google Shape;755;g3ab13fdb44f_0_33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133</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3ab13fdb44f_0_33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0" name="Google Shape;760;g3ab13fdb44f_0_33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61" name="Google Shape;761;g3ab13fdb44f_0_33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134</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3ab13fdb44f_0_34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6" name="Google Shape;766;g3ab13fdb44f_0_3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67" name="Google Shape;767;g3ab13fdb44f_0_34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135</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3ab13fdb44f_0_34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2" name="Google Shape;772;g3ab13fdb44f_0_34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73" name="Google Shape;773;g3ab13fdb44f_0_34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136</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3ab13fdb44f_0_35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3ab13fdb44f_0_35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79" name="Google Shape;779;g3ab13fdb44f_0_35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137</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3ab13fdb44f_0_35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4" name="Google Shape;784;g3ab13fdb44f_0_35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785" name="Google Shape;785;g3ab13fdb44f_0_35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138</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hf002f62f5ca6d5c_0_9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hf002f62f5ca6d5c_0_9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3d48ab63a6f_0_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5" name="Google Shape;795;g3d48ab63a6f_0_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3e6e2da66e2_0_6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1" name="Google Shape;801;g3e6e2da66e2_0_6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3e6e2da66e2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6" name="Google Shape;806;g3e6e2da66e2_0_7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3faf5860435_0_1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1" name="Google Shape;811;g3faf5860435_0_1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3e26ec1f821_0_2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3e26ec1f821_0_2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3f282feffb0_0_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1" name="Google Shape;821;g3f282feffb0_0_1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3f282feffb0_0_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3f282feffb0_0_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3fb3359abd2_0_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3fb3359abd2_0_2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3fb2dc0a37c_0_1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g3fb2dc0a37c_0_1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3fb2dc0a37c_0_1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g3fb2dc0a37c_0_12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3fb3359abd2_0_3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6" name="Google Shape;846;g3fb3359abd2_0_3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3d89366497e_0_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g3d89366497e_0_4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15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p15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8" name="Google Shape;858;p156: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152</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3b224b7d20a_0_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3b224b7d20a_0_9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3baa6357486_0_1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3baa6357486_0_1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hf002f62f5ca6d5c_0_9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hf002f62f5ca6d5c_0_9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p15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p15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p16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p1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16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p16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16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p16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16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p16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p16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p1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16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p16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16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p16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16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p16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p1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p16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p16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p16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p17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p17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17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p17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17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p17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p17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p17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17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p17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p17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p17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p1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p1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p17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p17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p17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p17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hf002f62f5ca6d5c_0_10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hf002f62f5ca6d5c_0_10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3f95afb83fa_0_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5" name="Google Shape;985;g3f95afb83fa_0_2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3f69acae762_0_1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0" name="Google Shape;990;g3f69acae762_0_12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3f69acae762_0_1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3f69acae762_0_12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3fac4c6c2fc_0_7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3fac4c6c2fc_0_7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hf002f62f5ca6d5c_0_1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hf002f62f5ca6d5c_0_1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3fb3359abd2_0_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3fb3359abd2_0_4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3fb3359abd2_0_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3fb3359abd2_0_4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hf002f62f5ca6d5c_0_3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hf002f62f5ca6d5c_0_3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hf002f62f5ca6d5c_0_3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hf002f62f5ca6d5c_0_3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hf002f62f5ca6d5c_0_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hf002f62f5ca6d5c_0_1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hf002f62f5ca6d5c_0_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hf002f62f5ca6d5c_0_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hf002f62f5ca6d5c_0_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0" name="Google Shape;1040;hf002f62f5ca6d5c_0_2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hf002f62f5ca6d5c_0_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5" name="Google Shape;1045;hf002f62f5ca6d5c_0_2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3e5a0c7ab5b_0_25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0" name="Google Shape;1050;g3e5a0c7ab5b_0_25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p20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p20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p20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p20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p20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5" name="Google Shape;1065;p20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3e5a0c7ab5b_0_33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0" name="Google Shape;1070;g3e5a0c7ab5b_0_33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3a42a8b53c1_2_2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3a42a8b53c1_2_26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p20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p20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p20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5" name="Google Shape;1085;p20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3e5a0c7ab5b_0_33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0" name="Google Shape;1090;g3e5a0c7ab5b_0_33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3e9ce9eb37a_0_18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5" name="Google Shape;1095;g3e9ce9eb37a_0_18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3e5a0c7ab5b_0_34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6" name="Google Shape;1106;g3e5a0c7ab5b_0_343: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3f491e64396_0_4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1" name="Google Shape;1111;g3f491e64396_0_4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g3f491e64396_0_5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6" name="Google Shape;1116;g3f491e64396_0_5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g3f491e64396_0_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1" name="Google Shape;1121;g3f491e64396_0_6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g3fb3359abd2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6" name="Google Shape;1126;g3fb3359abd2_0_7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9"/>
        <p:cNvGrpSpPr/>
        <p:nvPr/>
      </p:nvGrpSpPr>
      <p:grpSpPr>
        <a:xfrm>
          <a:off x="0" y="0"/>
          <a:ext cx="0" cy="0"/>
          <a:chOff x="0" y="0"/>
          <a:chExt cx="0" cy="0"/>
        </a:xfrm>
      </p:grpSpPr>
      <p:sp>
        <p:nvSpPr>
          <p:cNvPr id="1130" name="Google Shape;1130;g3fb3359abd2_0_8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1" name="Google Shape;1131;g3fb3359abd2_0_8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3f95afb83fa_0_14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6" name="Google Shape;1136;g3f95afb83fa_0_147: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g3f54ad4d3bd_0_1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1" name="Google Shape;1141;g3f54ad4d3bd_0_14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hf002f62f5ca6d5c_0_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6" name="Google Shape;1146;hf002f62f5ca6d5c_0_4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hf002f62f5ca6d5c_0_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1" name="Google Shape;1151;hf002f62f5ca6d5c_0_4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hf002f62f5ca6d5c_0_4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6" name="Google Shape;1156;hf002f62f5ca6d5c_0_4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hf002f62f5ca6d5c_0_5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1" name="Google Shape;1161;hf002f62f5ca6d5c_0_5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hf002f62f5ca6d5c_0_5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6" name="Google Shape;1166;hf002f62f5ca6d5c_0_5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g3fb3359abd2_0_8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1" name="Google Shape;1171;g3fb3359abd2_0_8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g3fb3359abd2_0_8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6" name="Google Shape;1176;g3fb3359abd2_0_8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9"/>
        <p:cNvGrpSpPr/>
        <p:nvPr/>
      </p:nvGrpSpPr>
      <p:grpSpPr>
        <a:xfrm>
          <a:off x="0" y="0"/>
          <a:ext cx="0" cy="0"/>
          <a:chOff x="0" y="0"/>
          <a:chExt cx="0" cy="0"/>
        </a:xfrm>
      </p:grpSpPr>
      <p:sp>
        <p:nvSpPr>
          <p:cNvPr id="1180" name="Google Shape;1180;g3fb3359abd2_0_9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1" name="Google Shape;1181;g3fb3359abd2_0_9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4"/>
        <p:cNvGrpSpPr/>
        <p:nvPr/>
      </p:nvGrpSpPr>
      <p:grpSpPr>
        <a:xfrm>
          <a:off x="0" y="0"/>
          <a:ext cx="0" cy="0"/>
          <a:chOff x="0" y="0"/>
          <a:chExt cx="0" cy="0"/>
        </a:xfrm>
      </p:grpSpPr>
      <p:sp>
        <p:nvSpPr>
          <p:cNvPr id="1185" name="Google Shape;1185;hf002f62f5ca6d5c_0_6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6" name="Google Shape;1186;hf002f62f5ca6d5c_0_6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hf002f62f5ca6d5c_0_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1" name="Google Shape;1191;hf002f62f5ca6d5c_0_6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hf002f62f5ca6d5c_0_7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6" name="Google Shape;1196;hf002f62f5ca6d5c_0_72: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hf002f62f5ca6d5c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1" name="Google Shape;1201;hf002f62f5ca6d5c_0_7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hf002f62f5ca6d5c_0_10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6" name="Google Shape;1206;hf002f62f5ca6d5c_0_106: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3fb3359abd2_0_1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1" name="Google Shape;1211;g3fb3359abd2_0_14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4"/>
        <p:cNvGrpSpPr/>
        <p:nvPr/>
      </p:nvGrpSpPr>
      <p:grpSpPr>
        <a:xfrm>
          <a:off x="0" y="0"/>
          <a:ext cx="0" cy="0"/>
          <a:chOff x="0" y="0"/>
          <a:chExt cx="0" cy="0"/>
        </a:xfrm>
      </p:grpSpPr>
      <p:sp>
        <p:nvSpPr>
          <p:cNvPr id="1215" name="Google Shape;1215;g3fb3359abd2_0_1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6" name="Google Shape;1216;g3fb3359abd2_0_14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3fb3359abd2_0_14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1" name="Google Shape;1221;g3fb3359abd2_0_14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4"/>
        <p:cNvGrpSpPr/>
        <p:nvPr/>
      </p:nvGrpSpPr>
      <p:grpSpPr>
        <a:xfrm>
          <a:off x="0" y="0"/>
          <a:ext cx="0" cy="0"/>
          <a:chOff x="0" y="0"/>
          <a:chExt cx="0" cy="0"/>
        </a:xfrm>
      </p:grpSpPr>
      <p:sp>
        <p:nvSpPr>
          <p:cNvPr id="1225" name="Google Shape;1225;hf002f62f5ca6d5c_0_8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6" name="Google Shape;1226;hf002f62f5ca6d5c_0_8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g3fb3359abd2_0_16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1" name="Google Shape;1231;g3fb3359abd2_0_164: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g3fb3359abd2_0_1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6" name="Google Shape;1236;g3fb3359abd2_0_16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9"/>
        <p:cNvGrpSpPr/>
        <p:nvPr/>
      </p:nvGrpSpPr>
      <p:grpSpPr>
        <a:xfrm>
          <a:off x="0" y="0"/>
          <a:ext cx="0" cy="0"/>
          <a:chOff x="0" y="0"/>
          <a:chExt cx="0" cy="0"/>
        </a:xfrm>
      </p:grpSpPr>
      <p:sp>
        <p:nvSpPr>
          <p:cNvPr id="1240" name="Google Shape;1240;g3fb2dc0a37c_0_10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1" name="Google Shape;1241;g3fb2dc0a37c_0_109: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46"/>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6"/>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246"/>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6"/>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6"/>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47"/>
          <p:cNvSpPr txBox="1">
            <a:spLocks noGrp="1"/>
          </p:cNvSpPr>
          <p:nvPr>
            <p:ph type="ctrTitle"/>
          </p:nvPr>
        </p:nvSpPr>
        <p:spPr>
          <a:xfrm>
            <a:off x="685800" y="1597822"/>
            <a:ext cx="7772400" cy="110251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47"/>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4" name="Google Shape;24;p247"/>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47"/>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47"/>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48"/>
          <p:cNvSpPr txBox="1">
            <a:spLocks noGrp="1"/>
          </p:cNvSpPr>
          <p:nvPr>
            <p:ph type="title"/>
          </p:nvPr>
        </p:nvSpPr>
        <p:spPr>
          <a:xfrm>
            <a:off x="722313" y="3305178"/>
            <a:ext cx="7772400" cy="1021557"/>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Arial"/>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48"/>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248"/>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48"/>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48"/>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49"/>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49"/>
          <p:cNvSpPr txBox="1">
            <a:spLocks noGrp="1"/>
          </p:cNvSpPr>
          <p:nvPr>
            <p:ph type="body" idx="1"/>
          </p:nvPr>
        </p:nvSpPr>
        <p:spPr>
          <a:xfrm>
            <a:off x="457200" y="1200150"/>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49"/>
          <p:cNvSpPr txBox="1">
            <a:spLocks noGrp="1"/>
          </p:cNvSpPr>
          <p:nvPr>
            <p:ph type="body" idx="2"/>
          </p:nvPr>
        </p:nvSpPr>
        <p:spPr>
          <a:xfrm>
            <a:off x="4648200" y="1200150"/>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49"/>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49"/>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49"/>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50"/>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50"/>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50"/>
          <p:cNvSpPr txBox="1">
            <a:spLocks noGrp="1"/>
          </p:cNvSpPr>
          <p:nvPr>
            <p:ph type="body" idx="3"/>
          </p:nvPr>
        </p:nvSpPr>
        <p:spPr>
          <a:xfrm>
            <a:off x="4645031" y="1151335"/>
            <a:ext cx="4041775"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50"/>
          <p:cNvSpPr txBox="1">
            <a:spLocks noGrp="1"/>
          </p:cNvSpPr>
          <p:nvPr>
            <p:ph type="body" idx="4"/>
          </p:nvPr>
        </p:nvSpPr>
        <p:spPr>
          <a:xfrm>
            <a:off x="4645031" y="1631156"/>
            <a:ext cx="4041775"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50"/>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50"/>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50"/>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5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51"/>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51"/>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51"/>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52"/>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2"/>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2"/>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3"/>
          <p:cNvSpPr txBox="1">
            <a:spLocks noGrp="1"/>
          </p:cNvSpPr>
          <p:nvPr>
            <p:ph type="title"/>
          </p:nvPr>
        </p:nvSpPr>
        <p:spPr>
          <a:xfrm>
            <a:off x="457206" y="204788"/>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53"/>
          <p:cNvSpPr txBox="1">
            <a:spLocks noGrp="1"/>
          </p:cNvSpPr>
          <p:nvPr>
            <p:ph type="body" idx="1"/>
          </p:nvPr>
        </p:nvSpPr>
        <p:spPr>
          <a:xfrm>
            <a:off x="3575050" y="204789"/>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53"/>
          <p:cNvSpPr txBox="1">
            <a:spLocks noGrp="1"/>
          </p:cNvSpPr>
          <p:nvPr>
            <p:ph type="body" idx="2"/>
          </p:nvPr>
        </p:nvSpPr>
        <p:spPr>
          <a:xfrm>
            <a:off x="457206" y="1076328"/>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53"/>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53"/>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53"/>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54"/>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54"/>
          <p:cNvSpPr>
            <a:spLocks noGrp="1"/>
          </p:cNvSpPr>
          <p:nvPr>
            <p:ph type="pic" idx="2"/>
          </p:nvPr>
        </p:nvSpPr>
        <p:spPr>
          <a:xfrm>
            <a:off x="1792288" y="459581"/>
            <a:ext cx="5486400" cy="3086100"/>
          </a:xfrm>
          <a:prstGeom prst="rect">
            <a:avLst/>
          </a:prstGeom>
          <a:noFill/>
          <a:ln>
            <a:noFill/>
          </a:ln>
        </p:spPr>
      </p:sp>
      <p:sp>
        <p:nvSpPr>
          <p:cNvPr id="68" name="Google Shape;68;p254"/>
          <p:cNvSpPr txBox="1">
            <a:spLocks noGrp="1"/>
          </p:cNvSpPr>
          <p:nvPr>
            <p:ph type="body" idx="1"/>
          </p:nvPr>
        </p:nvSpPr>
        <p:spPr>
          <a:xfrm>
            <a:off x="1792288" y="4025504"/>
            <a:ext cx="5486400" cy="60364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54"/>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4"/>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54"/>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5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5"/>
          <p:cNvSpPr txBox="1">
            <a:spLocks noGrp="1"/>
          </p:cNvSpPr>
          <p:nvPr>
            <p:ph type="body" idx="1"/>
          </p:nvPr>
        </p:nvSpPr>
        <p:spPr>
          <a:xfrm rot="5400000">
            <a:off x="2874764" y="-1217414"/>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55"/>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5"/>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5"/>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56"/>
          <p:cNvSpPr txBox="1">
            <a:spLocks noGrp="1"/>
          </p:cNvSpPr>
          <p:nvPr>
            <p:ph type="title"/>
          </p:nvPr>
        </p:nvSpPr>
        <p:spPr>
          <a:xfrm rot="5400000">
            <a:off x="5463778" y="1371603"/>
            <a:ext cx="4388644"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56"/>
          <p:cNvSpPr txBox="1">
            <a:spLocks noGrp="1"/>
          </p:cNvSpPr>
          <p:nvPr>
            <p:ph type="body" idx="1"/>
          </p:nvPr>
        </p:nvSpPr>
        <p:spPr>
          <a:xfrm rot="5400000">
            <a:off x="1272778" y="-609597"/>
            <a:ext cx="4388644"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56"/>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56"/>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56"/>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45"/>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245"/>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245"/>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245"/>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4.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5.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6.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0.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4.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8.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0.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0.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3faf5860435_0_26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3200"/>
              <a:buNone/>
            </a:pPr>
            <a:endParaRPr b="1">
              <a:solidFill>
                <a:schemeClr val="dk1"/>
              </a:solidFill>
              <a:latin typeface="Times New Roman"/>
              <a:ea typeface="Times New Roman"/>
              <a:cs typeface="Times New Roman"/>
              <a:sym typeface="Times New Roman"/>
            </a:endParaRPr>
          </a:p>
          <a:p>
            <a:pPr marL="0" lvl="0" indent="0" algn="ctr" rtl="0">
              <a:lnSpc>
                <a:spcPct val="100000"/>
              </a:lnSpc>
              <a:spcBef>
                <a:spcPts val="0"/>
              </a:spcBef>
              <a:spcAft>
                <a:spcPts val="0"/>
              </a:spcAft>
              <a:buClr>
                <a:schemeClr val="lt1"/>
              </a:buClr>
              <a:buSzPts val="8000"/>
              <a:buNone/>
            </a:pPr>
            <a:r>
              <a:rPr lang="en-US" sz="8000" b="1">
                <a:solidFill>
                  <a:schemeClr val="lt1"/>
                </a:solidFill>
                <a:latin typeface="Times New Roman"/>
                <a:ea typeface="Times New Roman"/>
                <a:cs typeface="Times New Roman"/>
                <a:sym typeface="Times New Roman"/>
              </a:rPr>
              <a:t>Nhân danh Cha </a:t>
            </a:r>
            <a:r>
              <a:rPr lang="en-US" sz="8000" b="1">
                <a:solidFill>
                  <a:srgbClr val="EE0000"/>
                </a:solidFill>
                <a:latin typeface="Times New Roman"/>
                <a:ea typeface="Times New Roman"/>
                <a:cs typeface="Times New Roman"/>
                <a:sym typeface="Times New Roman"/>
              </a:rPr>
              <a:t>†</a:t>
            </a:r>
            <a:r>
              <a:rPr lang="en-US" sz="8000" b="1">
                <a:solidFill>
                  <a:schemeClr val="lt1"/>
                </a:solidFill>
                <a:latin typeface="Times New Roman"/>
                <a:ea typeface="Times New Roman"/>
                <a:cs typeface="Times New Roman"/>
                <a:sym typeface="Times New Roman"/>
              </a:rPr>
              <a:t> </a:t>
            </a:r>
            <a:endParaRPr/>
          </a:p>
          <a:p>
            <a:pPr marL="0" lvl="0" indent="0" algn="ctr" rtl="0">
              <a:lnSpc>
                <a:spcPct val="100000"/>
              </a:lnSpc>
              <a:spcBef>
                <a:spcPts val="0"/>
              </a:spcBef>
              <a:spcAft>
                <a:spcPts val="0"/>
              </a:spcAft>
              <a:buClr>
                <a:schemeClr val="lt1"/>
              </a:buClr>
              <a:buSzPts val="8000"/>
              <a:buNone/>
            </a:pPr>
            <a:r>
              <a:rPr lang="en-US" sz="8000" b="1">
                <a:solidFill>
                  <a:schemeClr val="lt1"/>
                </a:solidFill>
                <a:latin typeface="Times New Roman"/>
                <a:ea typeface="Times New Roman"/>
                <a:cs typeface="Times New Roman"/>
                <a:sym typeface="Times New Roman"/>
              </a:rPr>
              <a:t>và Con </a:t>
            </a:r>
            <a:r>
              <a:rPr lang="en-US" sz="8000" b="1">
                <a:solidFill>
                  <a:srgbClr val="EE0000"/>
                </a:solidFill>
                <a:latin typeface="Times New Roman"/>
                <a:ea typeface="Times New Roman"/>
                <a:cs typeface="Times New Roman"/>
                <a:sym typeface="Times New Roman"/>
              </a:rPr>
              <a:t>†</a:t>
            </a:r>
            <a:r>
              <a:rPr lang="en-US" sz="8000" b="1">
                <a:solidFill>
                  <a:schemeClr val="lt1"/>
                </a:solidFill>
                <a:latin typeface="Times New Roman"/>
                <a:ea typeface="Times New Roman"/>
                <a:cs typeface="Times New Roman"/>
                <a:sym typeface="Times New Roman"/>
              </a:rPr>
              <a:t> và Thánh Thần </a:t>
            </a:r>
            <a:r>
              <a:rPr lang="en-US" sz="8000" b="1">
                <a:solidFill>
                  <a:srgbClr val="EE0000"/>
                </a:solidFill>
                <a:latin typeface="Times New Roman"/>
                <a:ea typeface="Times New Roman"/>
                <a:cs typeface="Times New Roman"/>
                <a:sym typeface="Times New Roman"/>
              </a:rPr>
              <a:t>†</a:t>
            </a:r>
            <a:r>
              <a:rPr lang="en-US" sz="8000" b="1">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subTitle" idx="1"/>
          </p:nvPr>
        </p:nvSpPr>
        <p:spPr>
          <a:xfrm>
            <a:off x="0" y="0"/>
            <a:ext cx="9144000" cy="5143500"/>
          </a:xfrm>
          <a:prstGeom prst="rect">
            <a:avLst/>
          </a:prstGeom>
          <a:solidFill>
            <a:srgbClr val="002060"/>
          </a:solidFill>
          <a:ln w="9525" cap="flat" cmpd="sng">
            <a:solidFill>
              <a:srgbClr val="002060"/>
            </a:solidFill>
            <a:prstDash val="solid"/>
            <a:round/>
            <a:headEnd type="none" w="sm" len="sm"/>
            <a:tailEnd type="none" w="sm" len="sm"/>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accent4"/>
              </a:buClr>
              <a:buSzPts val="4000"/>
              <a:buNone/>
            </a:pPr>
            <a:r>
              <a:rPr lang="en-US" sz="4000" b="1">
                <a:solidFill>
                  <a:schemeClr val="accent4"/>
                </a:solidFill>
                <a:latin typeface="Times New Roman"/>
                <a:ea typeface="Times New Roman"/>
                <a:cs typeface="Times New Roman"/>
                <a:sym typeface="Times New Roman"/>
              </a:rPr>
              <a:t>KINH CHÚA THÁNH THẦN</a:t>
            </a:r>
            <a:endParaRPr sz="4000" b="1">
              <a:solidFill>
                <a:schemeClr val="accent4"/>
              </a:solidFill>
              <a:latin typeface="Times New Roman"/>
              <a:ea typeface="Times New Roman"/>
              <a:cs typeface="Times New Roman"/>
              <a:sym typeface="Times New Roman"/>
            </a:endParaRPr>
          </a:p>
          <a:p>
            <a:pPr marL="0" lvl="0" indent="0" algn="just" rtl="0">
              <a:lnSpc>
                <a:spcPct val="100000"/>
              </a:lnSpc>
              <a:spcBef>
                <a:spcPts val="60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82875" rIns="91425" bIns="91425"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82875"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sửa lại mọi sự trong ngoài chúng con. Chúng con cầu cùng Đức Chúa Trời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82875"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xưa đã cho Đức Chúa Thánh Thần xuống soi lòng dạy dỗ các Thánh Tông Đồ,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0" rIns="91425" bIns="91425"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0"/>
          <p:cNvSpPr txBox="1">
            <a:spLocks noGrp="1"/>
          </p:cNvSpPr>
          <p:nvPr>
            <p:ph type="subTitle" idx="1"/>
          </p:nvPr>
        </p:nvSpPr>
        <p:spPr>
          <a:xfrm>
            <a:off x="1" y="0"/>
            <a:ext cx="9144000" cy="5143499"/>
          </a:xfrm>
          <a:prstGeom prst="rect">
            <a:avLst/>
          </a:prstGeom>
          <a:solidFill>
            <a:srgbClr val="002060"/>
          </a:solidFill>
          <a:ln>
            <a:noFill/>
          </a:ln>
        </p:spPr>
        <p:txBody>
          <a:bodyPr spcFirstLastPara="1" wrap="square" lIns="91425" tIns="0" rIns="91425" bIns="91425"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91425" rIns="91425" bIns="91425"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3e5a0c7ab5b_0_37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32500" lnSpcReduction="20000"/>
          </a:bodyPr>
          <a:lstStyle/>
          <a:p>
            <a:pPr marL="0" lvl="0" indent="0" algn="ctr" rtl="0">
              <a:lnSpc>
                <a:spcPct val="100000"/>
              </a:lnSpc>
              <a:spcBef>
                <a:spcPts val="0"/>
              </a:spcBef>
              <a:spcAft>
                <a:spcPts val="0"/>
              </a:spcAft>
              <a:buClr>
                <a:schemeClr val="accent4"/>
              </a:buClr>
              <a:buSzPct val="100000"/>
              <a:buNone/>
            </a:pPr>
            <a:r>
              <a:rPr lang="en-US" sz="17600" b="1">
                <a:solidFill>
                  <a:schemeClr val="accent4"/>
                </a:solidFill>
                <a:latin typeface="Times New Roman"/>
                <a:ea typeface="Times New Roman"/>
                <a:cs typeface="Times New Roman"/>
                <a:sym typeface="Times New Roman"/>
              </a:rPr>
              <a:t>KINH TRUYỀN TIN</a:t>
            </a:r>
            <a:endParaRPr/>
          </a:p>
          <a:p>
            <a:pPr marL="0" lvl="0" indent="0" algn="just" rtl="0">
              <a:lnSpc>
                <a:spcPct val="100000"/>
              </a:lnSpc>
              <a:spcBef>
                <a:spcPts val="1440"/>
              </a:spcBef>
              <a:spcAft>
                <a:spcPts val="0"/>
              </a:spcAft>
              <a:buClr>
                <a:schemeClr val="accent4"/>
              </a:buClr>
              <a:buSzPct val="100000"/>
              <a:buNone/>
            </a:pPr>
            <a:r>
              <a:rPr lang="en-US" sz="19200" b="1" i="1" u="sng">
                <a:solidFill>
                  <a:schemeClr val="accent4"/>
                </a:solidFill>
                <a:latin typeface="Times New Roman"/>
                <a:ea typeface="Times New Roman"/>
                <a:cs typeface="Times New Roman"/>
                <a:sym typeface="Times New Roman"/>
              </a:rPr>
              <a:t>Xướng:</a:t>
            </a:r>
            <a:r>
              <a:rPr lang="en-US" sz="26400" b="1">
                <a:solidFill>
                  <a:schemeClr val="accent4"/>
                </a:solidFill>
                <a:latin typeface="Times New Roman"/>
                <a:ea typeface="Times New Roman"/>
                <a:cs typeface="Times New Roman"/>
                <a:sym typeface="Times New Roman"/>
              </a:rPr>
              <a:t> </a:t>
            </a:r>
            <a:r>
              <a:rPr lang="en-US" sz="28800" b="1">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marL="0" lvl="0" indent="0" algn="ctr" rtl="0">
              <a:lnSpc>
                <a:spcPct val="120000"/>
              </a:lnSpc>
              <a:spcBef>
                <a:spcPts val="64"/>
              </a:spcBef>
              <a:spcAft>
                <a:spcPts val="0"/>
              </a:spcAft>
              <a:buClr>
                <a:srgbClr val="888888"/>
              </a:buClr>
              <a:buSzPct val="100000"/>
              <a:buNone/>
            </a:pP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e5a0c7ab5b_0_38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Đáp: </a:t>
            </a:r>
            <a:r>
              <a:rPr lang="en-US" sz="7200" b="1">
                <a:solidFill>
                  <a:schemeClr val="lt1"/>
                </a:solidFill>
                <a:latin typeface="Times New Roman"/>
                <a:ea typeface="Times New Roman"/>
                <a:cs typeface="Times New Roman"/>
                <a:sym typeface="Times New Roman"/>
              </a:rPr>
              <a:t>Và Rất Thánh Đức Bà chịu thai bởi phép Đức Chúa Thánh Thần. </a:t>
            </a:r>
            <a:r>
              <a:rPr lang="en-US" sz="4800" b="1" i="1">
                <a:solidFill>
                  <a:schemeClr val="accent4"/>
                </a:solidFill>
                <a:latin typeface="Times New Roman"/>
                <a:ea typeface="Times New Roman"/>
                <a:cs typeface="Times New Roman"/>
                <a:sym typeface="Times New Roman"/>
              </a:rPr>
              <a:t>Kính mừng….. </a:t>
            </a:r>
            <a:br>
              <a:rPr lang="en-US" sz="6000" b="1" i="1">
                <a:solidFill>
                  <a:schemeClr val="accent4"/>
                </a:solidFill>
                <a:latin typeface="Times New Roman"/>
                <a:ea typeface="Times New Roman"/>
                <a:cs typeface="Times New Roman"/>
                <a:sym typeface="Times New Roman"/>
              </a:rPr>
            </a:br>
            <a:endParaRPr sz="6000" b="1" i="1">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e5a0c7ab5b_0_38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7200"/>
              <a:buNone/>
            </a:pPr>
            <a:endParaRPr sz="7200" b="1" i="1" u="sng">
              <a:solidFill>
                <a:schemeClr val="accen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Xướng: </a:t>
            </a:r>
            <a:r>
              <a:rPr lang="en-US" sz="7200" b="1">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3e5a0c7ab5b_0_39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Đáp: </a:t>
            </a:r>
            <a:r>
              <a:rPr lang="en-US" sz="7500" b="1">
                <a:solidFill>
                  <a:schemeClr val="lt1"/>
                </a:solidFill>
                <a:latin typeface="Times New Roman"/>
                <a:ea typeface="Times New Roman"/>
                <a:cs typeface="Times New Roman"/>
                <a:sym typeface="Times New Roman"/>
              </a:rPr>
              <a:t>Tôi xin vâng như lời Thánh Thiên Thần truyền.</a:t>
            </a:r>
            <a:endParaRPr/>
          </a:p>
          <a:p>
            <a:pPr marL="0" lvl="0" indent="0" algn="ctr"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Kính mừng….. </a:t>
            </a:r>
            <a:br>
              <a:rPr lang="en-US" sz="4800" b="1" i="1">
                <a:solidFill>
                  <a:schemeClr val="accent1"/>
                </a:solidFill>
                <a:latin typeface="Times New Roman"/>
                <a:ea typeface="Times New Roman"/>
                <a:cs typeface="Times New Roman"/>
                <a:sym typeface="Times New Roman"/>
              </a:rPr>
            </a:br>
            <a:endParaRPr sz="4800" b="1" i="1">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3e5a0c7ab5b_0_39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4400"/>
              <a:buNone/>
            </a:pPr>
            <a:endParaRPr sz="4400" b="1" i="1" u="sng">
              <a:solidFill>
                <a:schemeClr val="accen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accent4"/>
              </a:buClr>
              <a:buSzPts val="4800"/>
              <a:buNone/>
            </a:pPr>
            <a:r>
              <a:rPr lang="en-US" sz="4800" b="1" i="1" u="sng">
                <a:solidFill>
                  <a:schemeClr val="accent4"/>
                </a:solidFill>
                <a:latin typeface="Times New Roman"/>
                <a:ea typeface="Times New Roman"/>
                <a:cs typeface="Times New Roman"/>
                <a:sym typeface="Times New Roman"/>
              </a:rPr>
              <a:t>Xướng:</a:t>
            </a:r>
            <a:r>
              <a:rPr lang="en-US" sz="7200" b="1">
                <a:solidFill>
                  <a:schemeClr val="accent4"/>
                </a:solidFill>
                <a:latin typeface="Times New Roman"/>
                <a:ea typeface="Times New Roman"/>
                <a:cs typeface="Times New Roman"/>
                <a:sym typeface="Times New Roman"/>
              </a:rPr>
              <a:t> </a:t>
            </a:r>
            <a:r>
              <a:rPr lang="en-US" sz="8000" b="1">
                <a:solidFill>
                  <a:schemeClr val="lt1"/>
                </a:solidFill>
                <a:latin typeface="Times New Roman"/>
                <a:ea typeface="Times New Roman"/>
                <a:cs typeface="Times New Roman"/>
                <a:sym typeface="Times New Roman"/>
              </a:rPr>
              <a:t>Chốc ấy Ngôi Thứ Hai xuống thế làm người.</a:t>
            </a:r>
            <a:endParaRPr sz="6000" b="1">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3e5a0c7ab5b_0_39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1"/>
              </a:buClr>
              <a:buSzPts val="4800"/>
              <a:buNone/>
            </a:pPr>
            <a:br>
              <a:rPr lang="en-US" sz="4800" b="1" i="1" u="sng">
                <a:solidFill>
                  <a:schemeClr val="accent1"/>
                </a:solidFill>
                <a:latin typeface="Times New Roman"/>
                <a:ea typeface="Times New Roman"/>
                <a:cs typeface="Times New Roman"/>
                <a:sym typeface="Times New Roman"/>
              </a:rPr>
            </a:br>
            <a:r>
              <a:rPr lang="en-US" sz="4800" b="1" i="1">
                <a:solidFill>
                  <a:schemeClr val="accent4"/>
                </a:solidFill>
                <a:latin typeface="Times New Roman"/>
                <a:ea typeface="Times New Roman"/>
                <a:cs typeface="Times New Roman"/>
                <a:sym typeface="Times New Roman"/>
              </a:rPr>
              <a:t>Đáp: </a:t>
            </a:r>
            <a:r>
              <a:rPr lang="en-US" sz="8000" b="1">
                <a:solidFill>
                  <a:schemeClr val="lt1"/>
                </a:solidFill>
                <a:latin typeface="Times New Roman"/>
                <a:ea typeface="Times New Roman"/>
                <a:cs typeface="Times New Roman"/>
                <a:sym typeface="Times New Roman"/>
              </a:rPr>
              <a:t>Và ở cùng </a:t>
            </a:r>
            <a:br>
              <a:rPr lang="en-US" sz="8000" b="1">
                <a:solidFill>
                  <a:schemeClr val="lt1"/>
                </a:solidFill>
                <a:latin typeface="Times New Roman"/>
                <a:ea typeface="Times New Roman"/>
                <a:cs typeface="Times New Roman"/>
                <a:sym typeface="Times New Roman"/>
              </a:rPr>
            </a:br>
            <a:r>
              <a:rPr lang="en-US" sz="8000" b="1">
                <a:solidFill>
                  <a:schemeClr val="lt1"/>
                </a:solidFill>
                <a:latin typeface="Times New Roman"/>
                <a:ea typeface="Times New Roman"/>
                <a:cs typeface="Times New Roman"/>
                <a:sym typeface="Times New Roman"/>
              </a:rPr>
              <a:t>chúng con.</a:t>
            </a:r>
            <a:endParaRPr sz="6600" b="1">
              <a:solidFill>
                <a:schemeClr val="lt1"/>
              </a:solidFill>
              <a:latin typeface="Times New Roman"/>
              <a:ea typeface="Times New Roman"/>
              <a:cs typeface="Times New Roman"/>
              <a:sym typeface="Times New Roman"/>
            </a:endParaRPr>
          </a:p>
          <a:p>
            <a:pPr marL="0" lvl="0" indent="0" algn="ctr"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Kính mừng….. </a:t>
            </a:r>
            <a:br>
              <a:rPr lang="en-US" sz="4800" b="1" i="1">
                <a:solidFill>
                  <a:schemeClr val="accent1"/>
                </a:solidFill>
                <a:latin typeface="Times New Roman"/>
                <a:ea typeface="Times New Roman"/>
                <a:cs typeface="Times New Roman"/>
                <a:sym typeface="Times New Roman"/>
              </a:rPr>
            </a:br>
            <a:endParaRPr sz="4800" b="1" i="1">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e5a0c7ab5b_0_40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4000"/>
              <a:buNone/>
            </a:pPr>
            <a:endParaRPr sz="4000" b="1" i="1" u="sng">
              <a:solidFill>
                <a:schemeClr val="accen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Xướng:</a:t>
            </a:r>
            <a:r>
              <a:rPr lang="en-US" sz="7200" b="1">
                <a:solidFill>
                  <a:schemeClr val="accent4"/>
                </a:solidFill>
                <a:latin typeface="Times New Roman"/>
                <a:ea typeface="Times New Roman"/>
                <a:cs typeface="Times New Roman"/>
                <a:sym typeface="Times New Roman"/>
              </a:rPr>
              <a:t> </a:t>
            </a:r>
            <a:r>
              <a:rPr lang="en-US" sz="7200" b="1">
                <a:solidFill>
                  <a:schemeClr val="lt1"/>
                </a:solidFill>
                <a:latin typeface="Times New Roman"/>
                <a:ea typeface="Times New Roman"/>
                <a:cs typeface="Times New Roman"/>
                <a:sym typeface="Times New Roman"/>
              </a:rPr>
              <a:t>Lạy Rất Thánh Đức Mẹ Chúa Trời, xin cầu cho chúng con.</a:t>
            </a:r>
            <a:endParaRPr sz="6000" b="1">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e5a0c7ab5b_0_40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rgbClr val="888888"/>
              </a:buClr>
              <a:buSzPts val="4400"/>
              <a:buNone/>
            </a:pPr>
            <a:endParaRPr sz="4400" b="1" i="1" u="sng">
              <a:solidFill>
                <a:schemeClr val="lt1"/>
              </a:solidFill>
              <a:latin typeface="Times New Roman"/>
              <a:ea typeface="Times New Roman"/>
              <a:cs typeface="Times New Roman"/>
              <a:sym typeface="Times New Roman"/>
            </a:endParaRPr>
          </a:p>
          <a:p>
            <a:pPr marL="0" lvl="0" indent="0" algn="just" rtl="0">
              <a:lnSpc>
                <a:spcPct val="100000"/>
              </a:lnSpc>
              <a:spcBef>
                <a:spcPts val="1200"/>
              </a:spcBef>
              <a:spcAft>
                <a:spcPts val="0"/>
              </a:spcAft>
              <a:buClr>
                <a:schemeClr val="accent4"/>
              </a:buClr>
              <a:buSzPts val="4800"/>
              <a:buNone/>
            </a:pPr>
            <a:r>
              <a:rPr lang="en-US" sz="4800" b="1" i="1">
                <a:solidFill>
                  <a:schemeClr val="accent4"/>
                </a:solidFill>
                <a:latin typeface="Times New Roman"/>
                <a:ea typeface="Times New Roman"/>
                <a:cs typeface="Times New Roman"/>
                <a:sym typeface="Times New Roman"/>
              </a:rPr>
              <a:t>Đáp:</a:t>
            </a:r>
            <a:r>
              <a:rPr lang="en-US" sz="7200" b="1" i="1">
                <a:solidFill>
                  <a:schemeClr val="accent4"/>
                </a:solidFill>
                <a:latin typeface="Times New Roman"/>
                <a:ea typeface="Times New Roman"/>
                <a:cs typeface="Times New Roman"/>
                <a:sym typeface="Times New Roman"/>
              </a:rPr>
              <a:t> </a:t>
            </a:r>
            <a:r>
              <a:rPr lang="en-US" sz="8000" b="1">
                <a:solidFill>
                  <a:schemeClr val="lt1"/>
                </a:solidFill>
                <a:latin typeface="Times New Roman"/>
                <a:ea typeface="Times New Roman"/>
                <a:cs typeface="Times New Roman"/>
                <a:sym typeface="Times New Roman"/>
              </a:rPr>
              <a:t>Đáng chịu lấy những sự Chúa Kitô đã hứa.</a:t>
            </a:r>
            <a:endParaRPr sz="6000" b="1">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e5a0c7ab5b_0_41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20000"/>
          </a:bodyPr>
          <a:lstStyle/>
          <a:p>
            <a:pPr marL="0" lvl="0" indent="0" algn="ctr" rtl="0">
              <a:lnSpc>
                <a:spcPct val="100000"/>
              </a:lnSpc>
              <a:spcBef>
                <a:spcPts val="0"/>
              </a:spcBef>
              <a:spcAft>
                <a:spcPts val="0"/>
              </a:spcAft>
              <a:buClr>
                <a:schemeClr val="accent4"/>
              </a:buClr>
              <a:buSzPct val="100000"/>
              <a:buNone/>
            </a:pPr>
            <a:r>
              <a:rPr lang="en-US" sz="4800" b="1">
                <a:solidFill>
                  <a:schemeClr val="accent4"/>
                </a:solidFill>
                <a:latin typeface="Times New Roman"/>
                <a:ea typeface="Times New Roman"/>
                <a:cs typeface="Times New Roman"/>
                <a:sym typeface="Times New Roman"/>
              </a:rPr>
              <a:t>LỜI NGUYỆN</a:t>
            </a:r>
            <a:endParaRPr sz="4950" b="1">
              <a:solidFill>
                <a:schemeClr val="accent4"/>
              </a:solidFill>
              <a:latin typeface="Times New Roman"/>
              <a:ea typeface="Times New Roman"/>
              <a:cs typeface="Times New Roman"/>
              <a:sym typeface="Times New Roman"/>
            </a:endParaRPr>
          </a:p>
          <a:p>
            <a:pPr marL="0" lvl="0" indent="0" algn="just" rtl="0">
              <a:lnSpc>
                <a:spcPct val="100000"/>
              </a:lnSpc>
              <a:spcBef>
                <a:spcPts val="1572"/>
              </a:spcBef>
              <a:spcAft>
                <a:spcPts val="0"/>
              </a:spcAft>
              <a:buClr>
                <a:schemeClr val="lt1"/>
              </a:buClr>
              <a:buSzPct val="100000"/>
              <a:buNone/>
            </a:pPr>
            <a:r>
              <a:rPr lang="en-US" sz="8500" b="1">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3e5a0c7ab5b_0_41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3e5a0c7ab5b_0_41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e5a0c7ab5b_0_42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3e5a0c7ab5b_0_42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888888"/>
              </a:buClr>
              <a:buSzPts val="1800"/>
              <a:buNone/>
            </a:pPr>
            <a:endParaRPr sz="18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lt1"/>
              </a:buClr>
              <a:buSzPts val="7000"/>
              <a:buNone/>
            </a:pPr>
            <a:r>
              <a:rPr lang="en-US" sz="7000" b="1">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10000"/>
          </a:bodyPr>
          <a:lstStyle/>
          <a:p>
            <a:pPr marL="0" lvl="0" indent="0" algn="ctr" rtl="0">
              <a:lnSpc>
                <a:spcPct val="100000"/>
              </a:lnSpc>
              <a:spcBef>
                <a:spcPts val="0"/>
              </a:spcBef>
              <a:spcAft>
                <a:spcPts val="0"/>
              </a:spcAft>
              <a:buClr>
                <a:schemeClr val="accent4"/>
              </a:buClr>
              <a:buSzPct val="100000"/>
              <a:buNone/>
            </a:pPr>
            <a:r>
              <a:rPr lang="en-US" sz="4400" b="1">
                <a:solidFill>
                  <a:schemeClr val="accent4"/>
                </a:solidFill>
                <a:latin typeface="Times New Roman"/>
                <a:ea typeface="Times New Roman"/>
                <a:cs typeface="Times New Roman"/>
                <a:sym typeface="Times New Roman"/>
              </a:rPr>
              <a:t>KINH TIN</a:t>
            </a:r>
            <a:endParaRPr sz="4950" b="1">
              <a:solidFill>
                <a:schemeClr val="accent4"/>
              </a:solidFill>
              <a:latin typeface="Times New Roman"/>
              <a:ea typeface="Times New Roman"/>
              <a:cs typeface="Times New Roman"/>
              <a:sym typeface="Times New Roman"/>
            </a:endParaRPr>
          </a:p>
          <a:p>
            <a:pPr marL="0" lvl="0" indent="0" algn="just" rtl="0">
              <a:lnSpc>
                <a:spcPct val="100000"/>
              </a:lnSpc>
              <a:spcBef>
                <a:spcPts val="1480"/>
              </a:spcBef>
              <a:spcAft>
                <a:spcPts val="0"/>
              </a:spcAft>
              <a:buClr>
                <a:schemeClr val="lt1"/>
              </a:buClr>
              <a:buSzPct val="100000"/>
              <a:buNone/>
            </a:pPr>
            <a:r>
              <a:rPr lang="en-US" sz="8000" b="1">
                <a:solidFill>
                  <a:schemeClr val="lt1"/>
                </a:solidFill>
                <a:latin typeface="Times New Roman"/>
                <a:ea typeface="Times New Roman"/>
                <a:cs typeface="Times New Roman"/>
                <a:sym typeface="Times New Roman"/>
              </a:rPr>
              <a:t>Lạy Chúa con, con tin thật có một Đức Chúa Trời là Đấng thưởng phạt vô cùng.</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chịu nạn chịu chết mà chuộc tội cho thiên hạ.</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8"/>
          <p:cNvSpPr txBox="1">
            <a:spLocks noGrp="1"/>
          </p:cNvSpPr>
          <p:nvPr>
            <p:ph type="subTitle" idx="1"/>
          </p:nvPr>
        </p:nvSpPr>
        <p:spPr>
          <a:xfrm>
            <a:off x="0" y="1"/>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Bấy nhiêu điều ấy cùng các điều Hội Thánh dạy</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thì con tin vững vàng, vì Chúa là</a:t>
            </a:r>
            <a:br>
              <a:rPr lang="en-US" sz="7200" b="1">
                <a:solidFill>
                  <a:schemeClr val="lt1"/>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Đấng thông minh</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0"/>
          <p:cNvSpPr txBox="1">
            <a:spLocks noGrp="1"/>
          </p:cNvSpPr>
          <p:nvPr>
            <p:ph type="subTitle" idx="1"/>
          </p:nvPr>
        </p:nvSpPr>
        <p:spPr>
          <a:xfrm>
            <a:off x="0" y="-9"/>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10000"/>
          </a:bodyPr>
          <a:lstStyle/>
          <a:p>
            <a:pPr marL="0" lvl="0" indent="0" algn="ctr" rtl="0">
              <a:lnSpc>
                <a:spcPct val="100000"/>
              </a:lnSpc>
              <a:spcBef>
                <a:spcPts val="0"/>
              </a:spcBef>
              <a:spcAft>
                <a:spcPts val="0"/>
              </a:spcAft>
              <a:buClr>
                <a:schemeClr val="accent4"/>
              </a:buClr>
              <a:buSzPct val="100000"/>
              <a:buNone/>
            </a:pPr>
            <a:r>
              <a:rPr lang="en-US" sz="4400" b="1">
                <a:solidFill>
                  <a:schemeClr val="accent4"/>
                </a:solidFill>
                <a:latin typeface="Times New Roman"/>
                <a:ea typeface="Times New Roman"/>
                <a:cs typeface="Times New Roman"/>
                <a:sym typeface="Times New Roman"/>
              </a:rPr>
              <a:t>KINH CẬY</a:t>
            </a:r>
            <a:endParaRPr sz="4400" b="1">
              <a:solidFill>
                <a:schemeClr val="accent4"/>
              </a:solidFill>
              <a:latin typeface="Times New Roman"/>
              <a:ea typeface="Times New Roman"/>
              <a:cs typeface="Times New Roman"/>
              <a:sym typeface="Times New Roman"/>
            </a:endParaRPr>
          </a:p>
          <a:p>
            <a:pPr marL="0" lvl="0" indent="0" algn="just" rtl="0">
              <a:lnSpc>
                <a:spcPct val="100000"/>
              </a:lnSpc>
              <a:spcBef>
                <a:spcPts val="1480"/>
              </a:spcBef>
              <a:spcAft>
                <a:spcPts val="0"/>
              </a:spcAft>
              <a:buClr>
                <a:schemeClr val="lt1"/>
              </a:buClr>
              <a:buSzPct val="100000"/>
              <a:buNone/>
            </a:pPr>
            <a:r>
              <a:rPr lang="en-US" sz="8000" b="1">
                <a:solidFill>
                  <a:schemeClr val="lt1"/>
                </a:solidFill>
                <a:latin typeface="Times New Roman"/>
                <a:ea typeface="Times New Roman"/>
                <a:cs typeface="Times New Roman"/>
                <a:sym typeface="Times New Roman"/>
              </a:rPr>
              <a:t>Lạy Chúa con, con trông cậy vững vàng, vì công nghiệp Đức Chúa Giêsu</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thì Chúa sẽ ban ơn cho con giữ đạo nên ở đời này,</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4"/>
          <p:cNvSpPr txBox="1">
            <a:spLocks noGrp="1"/>
          </p:cNvSpPr>
          <p:nvPr>
            <p:ph type="subTitle" idx="1"/>
          </p:nvPr>
        </p:nvSpPr>
        <p:spPr>
          <a:xfrm>
            <a:off x="0" y="1"/>
            <a:ext cx="9144000" cy="5143499"/>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vì Chúa là Đấng phép tắc và lòng lành vô cùng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endParaRPr sz="40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đã phán hứa sự ấy chẳng có lẽ nào sai đặng.  Amen.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137150" rIns="91425" bIns="45700" anchor="t" anchorCtr="0">
            <a:normAutofit fontScale="92500" lnSpcReduction="10000"/>
          </a:bodyPr>
          <a:lstStyle/>
          <a:p>
            <a:pPr marL="0" lvl="0" indent="0" algn="ctr" rtl="0">
              <a:lnSpc>
                <a:spcPct val="100000"/>
              </a:lnSpc>
              <a:spcBef>
                <a:spcPts val="0"/>
              </a:spcBef>
              <a:spcAft>
                <a:spcPts val="0"/>
              </a:spcAft>
              <a:buClr>
                <a:schemeClr val="accent4"/>
              </a:buClr>
              <a:buSzPct val="100000"/>
              <a:buNone/>
            </a:pPr>
            <a:r>
              <a:rPr lang="en-US" sz="4400" b="1">
                <a:solidFill>
                  <a:schemeClr val="accent4"/>
                </a:solidFill>
                <a:latin typeface="Times New Roman"/>
                <a:ea typeface="Times New Roman"/>
                <a:cs typeface="Times New Roman"/>
                <a:sym typeface="Times New Roman"/>
              </a:rPr>
              <a:t>KINH MẾN</a:t>
            </a:r>
            <a:endParaRPr sz="4400" b="1">
              <a:solidFill>
                <a:schemeClr val="accent4"/>
              </a:solidFill>
              <a:latin typeface="Times New Roman"/>
              <a:ea typeface="Times New Roman"/>
              <a:cs typeface="Times New Roman"/>
              <a:sym typeface="Times New Roman"/>
            </a:endParaRPr>
          </a:p>
          <a:p>
            <a:pPr marL="0" lvl="0" indent="0" algn="just" rtl="0">
              <a:lnSpc>
                <a:spcPct val="100000"/>
              </a:lnSpc>
              <a:spcBef>
                <a:spcPts val="1443"/>
              </a:spcBef>
              <a:spcAft>
                <a:spcPts val="0"/>
              </a:spcAft>
              <a:buClr>
                <a:schemeClr val="lt1"/>
              </a:buClr>
              <a:buSzPct val="100000"/>
              <a:buNone/>
            </a:pPr>
            <a:r>
              <a:rPr lang="en-US" sz="7800" b="1">
                <a:solidFill>
                  <a:schemeClr val="lt1"/>
                </a:solidFill>
                <a:latin typeface="Times New Roman"/>
                <a:ea typeface="Times New Roman"/>
                <a:cs typeface="Times New Roman"/>
                <a:sym typeface="Times New Roman"/>
              </a:rPr>
              <a:t>Lạy Chúa con, con kính mến Chúa hết lòng hết sức trên hết mọi sự,</a:t>
            </a:r>
            <a:endParaRPr sz="7800" b="1">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br>
              <a:rPr lang="en-US" sz="7200" b="1">
                <a:solidFill>
                  <a:schemeClr val="lt1"/>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lại vì Chúa thì con thương yêu người ta như mình con vậy.  Amen.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ctr" rtl="0">
              <a:lnSpc>
                <a:spcPct val="100000"/>
              </a:lnSpc>
              <a:spcBef>
                <a:spcPts val="0"/>
              </a:spcBef>
              <a:spcAft>
                <a:spcPts val="0"/>
              </a:spcAft>
              <a:buClr>
                <a:schemeClr val="accent4"/>
              </a:buClr>
              <a:buSzPts val="4400"/>
              <a:buNone/>
            </a:pPr>
            <a:r>
              <a:rPr lang="en-US" sz="4400" b="1">
                <a:solidFill>
                  <a:schemeClr val="accent4"/>
                </a:solidFill>
                <a:latin typeface="Times New Roman"/>
                <a:ea typeface="Times New Roman"/>
                <a:cs typeface="Times New Roman"/>
                <a:sym typeface="Times New Roman"/>
              </a:rPr>
              <a:t>KINH SẤP MÌNH</a:t>
            </a:r>
            <a:endParaRPr sz="4400" b="1">
              <a:solidFill>
                <a:schemeClr val="accent4"/>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sz="8800" b="1">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4"/>
          <p:cNvSpPr txBox="1">
            <a:spLocks noGrp="1"/>
          </p:cNvSpPr>
          <p:nvPr>
            <p:ph type="subTitle" idx="1"/>
          </p:nvPr>
        </p:nvSpPr>
        <p:spPr>
          <a:xfrm>
            <a:off x="0" y="1"/>
            <a:ext cx="9030984"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lt1"/>
              </a:buClr>
              <a:buSzPts val="7200"/>
              <a:buNone/>
            </a:pPr>
            <a:br>
              <a:rPr lang="en-US" sz="4800" b="1">
                <a:solidFill>
                  <a:schemeClr val="lt1"/>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Nhân danh Cha </a:t>
            </a:r>
            <a:r>
              <a:rPr lang="en-US" sz="7200" b="1">
                <a:solidFill>
                  <a:srgbClr val="EE0000"/>
                </a:solidFill>
                <a:latin typeface="Times New Roman"/>
                <a:ea typeface="Times New Roman"/>
                <a:cs typeface="Times New Roman"/>
                <a:sym typeface="Times New Roman"/>
              </a:rPr>
              <a:t>†</a:t>
            </a:r>
            <a:r>
              <a:rPr lang="en-US" sz="7200" b="1">
                <a:solidFill>
                  <a:schemeClr val="lt1"/>
                </a:solidFill>
                <a:latin typeface="Times New Roman"/>
                <a:ea typeface="Times New Roman"/>
                <a:cs typeface="Times New Roman"/>
                <a:sym typeface="Times New Roman"/>
              </a:rPr>
              <a:t> </a:t>
            </a:r>
            <a:endParaRPr/>
          </a:p>
          <a:p>
            <a:pPr marL="0" lvl="0" indent="0" algn="ctr"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và Con </a:t>
            </a:r>
            <a:r>
              <a:rPr lang="en-US" sz="7200" b="1">
                <a:solidFill>
                  <a:srgbClr val="EE0000"/>
                </a:solidFill>
                <a:latin typeface="Times New Roman"/>
                <a:ea typeface="Times New Roman"/>
                <a:cs typeface="Times New Roman"/>
                <a:sym typeface="Times New Roman"/>
              </a:rPr>
              <a:t>†</a:t>
            </a:r>
            <a:r>
              <a:rPr lang="en-US" sz="7200" b="1">
                <a:solidFill>
                  <a:schemeClr val="lt1"/>
                </a:solidFill>
                <a:latin typeface="Times New Roman"/>
                <a:ea typeface="Times New Roman"/>
                <a:cs typeface="Times New Roman"/>
                <a:sym typeface="Times New Roman"/>
              </a:rPr>
              <a:t> và Thánh Thần </a:t>
            </a:r>
            <a:r>
              <a:rPr lang="en-US" sz="7200" b="1">
                <a:solidFill>
                  <a:srgbClr val="EE0000"/>
                </a:solidFill>
                <a:latin typeface="Times New Roman"/>
                <a:ea typeface="Times New Roman"/>
                <a:cs typeface="Times New Roman"/>
                <a:sym typeface="Times New Roman"/>
              </a:rPr>
              <a:t>†</a:t>
            </a:r>
            <a:r>
              <a:rPr lang="en-US" sz="7200" b="1">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10000"/>
          </a:bodyPr>
          <a:lstStyle/>
          <a:p>
            <a:pPr marL="0" lvl="0" indent="0" algn="ctr" rtl="0">
              <a:lnSpc>
                <a:spcPct val="100000"/>
              </a:lnSpc>
              <a:spcBef>
                <a:spcPts val="0"/>
              </a:spcBef>
              <a:spcAft>
                <a:spcPts val="0"/>
              </a:spcAft>
              <a:buClr>
                <a:schemeClr val="accent4"/>
              </a:buClr>
              <a:buSzPct val="100000"/>
              <a:buNone/>
            </a:pPr>
            <a:r>
              <a:rPr lang="en-US" sz="4400" b="1">
                <a:solidFill>
                  <a:schemeClr val="accent4"/>
                </a:solidFill>
                <a:latin typeface="Times New Roman"/>
                <a:ea typeface="Times New Roman"/>
                <a:cs typeface="Times New Roman"/>
                <a:sym typeface="Times New Roman"/>
              </a:rPr>
              <a:t>KINH LẠY NỮ VƯƠNG</a:t>
            </a:r>
            <a:endParaRPr/>
          </a:p>
          <a:p>
            <a:pPr marL="0" lvl="0" indent="0" algn="just" rtl="0">
              <a:lnSpc>
                <a:spcPct val="100000"/>
              </a:lnSpc>
              <a:spcBef>
                <a:spcPts val="1443"/>
              </a:spcBef>
              <a:spcAft>
                <a:spcPts val="0"/>
              </a:spcAft>
              <a:buClr>
                <a:schemeClr val="lt1"/>
              </a:buClr>
              <a:buSzPct val="100000"/>
              <a:buNone/>
            </a:pPr>
            <a:r>
              <a:rPr lang="en-US" sz="7800" b="1">
                <a:solidFill>
                  <a:schemeClr val="lt1"/>
                </a:solidFill>
                <a:latin typeface="Times New Roman"/>
                <a:ea typeface="Times New Roman"/>
                <a:cs typeface="Times New Roman"/>
                <a:sym typeface="Times New Roman"/>
              </a:rPr>
              <a:t>Lạy Nữ Vương, Mẹ nhân lành làm cho chúng con đặng sống, đặng vui, đặng cậy.</a:t>
            </a:r>
            <a:endParaRPr sz="7800" b="1">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500"/>
              <a:buNone/>
            </a:pPr>
            <a:endParaRPr sz="44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lt1"/>
              </a:buClr>
              <a:buSzPts val="7500"/>
              <a:buNone/>
            </a:pPr>
            <a:r>
              <a:rPr lang="en-US" sz="7500" b="1">
                <a:solidFill>
                  <a:schemeClr val="lt1"/>
                </a:solidFill>
                <a:latin typeface="Times New Roman"/>
                <a:ea typeface="Times New Roman"/>
                <a:cs typeface="Times New Roman"/>
                <a:sym typeface="Times New Roman"/>
              </a:rPr>
              <a:t>xin ghé mắt thương xem chúng con. Đến sau khỏi đày, </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xin cho chúng con được thấy Đức Chúa Giêsu con lòng Bà gồm phúc lạ.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5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Ôi khoan thay! nhân thay! dịu thay! Thánh Maria trọn đời đồng trinh. Amen.</a:t>
            </a:r>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10000"/>
          </a:bodyPr>
          <a:lstStyle/>
          <a:p>
            <a:pPr marL="0" lvl="0" indent="0" algn="ctr" rtl="0">
              <a:lnSpc>
                <a:spcPct val="100000"/>
              </a:lnSpc>
              <a:spcBef>
                <a:spcPts val="0"/>
              </a:spcBef>
              <a:spcAft>
                <a:spcPts val="0"/>
              </a:spcAft>
              <a:buClr>
                <a:schemeClr val="accent4"/>
              </a:buClr>
              <a:buSzPct val="100000"/>
              <a:buNone/>
            </a:pPr>
            <a:r>
              <a:rPr lang="en-US" sz="4400" b="1">
                <a:solidFill>
                  <a:schemeClr val="accent4"/>
                </a:solidFill>
                <a:latin typeface="Times New Roman"/>
                <a:ea typeface="Times New Roman"/>
                <a:cs typeface="Times New Roman"/>
                <a:sym typeface="Times New Roman"/>
              </a:rPr>
              <a:t>KINH NGHĨA ĐỨC TIN</a:t>
            </a:r>
            <a:endParaRPr/>
          </a:p>
          <a:p>
            <a:pPr marL="0" lvl="0" indent="0" algn="just" rtl="0">
              <a:lnSpc>
                <a:spcPct val="100000"/>
              </a:lnSpc>
              <a:spcBef>
                <a:spcPts val="1443"/>
              </a:spcBef>
              <a:spcAft>
                <a:spcPts val="0"/>
              </a:spcAft>
              <a:buClr>
                <a:schemeClr val="lt1"/>
              </a:buClr>
              <a:buSzPct val="100000"/>
              <a:buNone/>
            </a:pPr>
            <a:r>
              <a:rPr lang="en-US" sz="7800" b="1">
                <a:solidFill>
                  <a:schemeClr val="lt1"/>
                </a:solidFill>
                <a:latin typeface="Times New Roman"/>
                <a:ea typeface="Times New Roman"/>
                <a:cs typeface="Times New Roman"/>
                <a:sym typeface="Times New Roman"/>
              </a:rPr>
              <a:t>Ngày Chúa Nhật hôm nay, chúng con hợp nhau kính lạy thờ phượng Chúa, </a:t>
            </a:r>
            <a:endParaRPr sz="7800" b="1">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5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khong khen cảm tạ ơn Chúa về mọi ơn lành Chúa đã ban cho chúng con,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4"/>
          <p:cNvSpPr txBox="1">
            <a:spLocks noGrp="1"/>
          </p:cNvSpPr>
          <p:nvPr>
            <p:ph type="subTitle" idx="1"/>
          </p:nvPr>
        </p:nvSpPr>
        <p:spPr>
          <a:xfrm>
            <a:off x="92467" y="-205483"/>
            <a:ext cx="9051533" cy="5348983"/>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000"/>
              <a:buNone/>
            </a:pPr>
            <a:r>
              <a:rPr lang="en-US" sz="7000" b="1">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300"/>
              <a:buNone/>
            </a:pPr>
            <a:r>
              <a:rPr lang="en-US" sz="7300" b="1">
                <a:solidFill>
                  <a:schemeClr val="lt1"/>
                </a:solidFill>
                <a:latin typeface="Times New Roman"/>
                <a:ea typeface="Times New Roman"/>
                <a:cs typeface="Times New Roman"/>
                <a:sym typeface="Times New Roman"/>
              </a:rPr>
              <a:t>Nên chúng con cả lòng tin vững vàng mọi điều đạo thánh Chúa dạy, </a:t>
            </a:r>
            <a:endParaRPr sz="7300" b="1">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000"/>
              <a:buNone/>
            </a:pPr>
            <a:r>
              <a:rPr lang="en-US" sz="7000" b="1">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7"/>
          <p:cNvSpPr txBox="1">
            <a:spLocks noGrp="1"/>
          </p:cNvSpPr>
          <p:nvPr>
            <p:ph type="subTitle" idx="1"/>
          </p:nvPr>
        </p:nvSpPr>
        <p:spPr>
          <a:xfrm>
            <a:off x="0" y="-308225"/>
            <a:ext cx="9144000" cy="5451725"/>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000"/>
              <a:buNone/>
            </a:pPr>
            <a:r>
              <a:rPr lang="en-US" sz="7000" b="1">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marL="0" lvl="0" indent="0" algn="just" rtl="0">
              <a:lnSpc>
                <a:spcPct val="100000"/>
              </a:lnSpc>
              <a:spcBef>
                <a:spcPts val="1400"/>
              </a:spcBef>
              <a:spcAft>
                <a:spcPts val="0"/>
              </a:spcAft>
              <a:buClr>
                <a:srgbClr val="888888"/>
              </a:buClr>
              <a:buSzPts val="7000"/>
              <a:buNone/>
            </a:pP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5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Chúng con tin Ngôi Thứ Hai ra đời làm người, sinh bởi Bà Maria Đồng Trinh,</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6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6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endParaRPr sz="44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62"/>
          <p:cNvSpPr txBox="1">
            <a:spLocks noGrp="1"/>
          </p:cNvSpPr>
          <p:nvPr>
            <p:ph type="subTitle" idx="1"/>
          </p:nvPr>
        </p:nvSpPr>
        <p:spPr>
          <a:xfrm>
            <a:off x="0" y="-164387"/>
            <a:ext cx="9144000" cy="5307887"/>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63"/>
          <p:cNvSpPr txBox="1">
            <a:spLocks noGrp="1"/>
          </p:cNvSpPr>
          <p:nvPr>
            <p:ph type="subTitle" idx="1"/>
          </p:nvPr>
        </p:nvSpPr>
        <p:spPr>
          <a:xfrm>
            <a:off x="0" y="0"/>
            <a:ext cx="9226193"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65"/>
          <p:cNvSpPr txBox="1">
            <a:spLocks noGrp="1"/>
          </p:cNvSpPr>
          <p:nvPr>
            <p:ph type="subTitle" idx="1"/>
          </p:nvPr>
        </p:nvSpPr>
        <p:spPr>
          <a:xfrm>
            <a:off x="0" y="0"/>
            <a:ext cx="9144000" cy="5143499"/>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6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6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6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Mà chúng con tin các sự ấy mà thôi thì chưa đủ cho đặng lên </a:t>
            </a:r>
            <a:br>
              <a:rPr lang="en-US" sz="7200" b="1">
                <a:solidFill>
                  <a:schemeClr val="lt1"/>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6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7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và làm những việc lành phước đức.</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Nhân vì sự ấy, chúng con hằng phải sợ hãi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7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72"/>
          <p:cNvSpPr txBox="1">
            <a:spLocks noGrp="1"/>
          </p:cNvSpPr>
          <p:nvPr>
            <p:ph type="subTitle" idx="1"/>
          </p:nvPr>
        </p:nvSpPr>
        <p:spPr>
          <a:xfrm>
            <a:off x="0" y="-246580"/>
            <a:ext cx="9144000" cy="539008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6800"/>
              <a:buNone/>
            </a:pPr>
            <a:r>
              <a:rPr lang="en-US" sz="6800" b="1">
                <a:solidFill>
                  <a:schemeClr val="lt1"/>
                </a:solidFill>
                <a:latin typeface="Times New Roman"/>
                <a:ea typeface="Times New Roman"/>
                <a:cs typeface="Times New Roman"/>
                <a:sym typeface="Times New Roman"/>
              </a:rPr>
              <a:t>Vậy chúng con phải ân cần lo lắng mà năng chịu các phép bí tích Đức</a:t>
            </a:r>
            <a:r>
              <a:rPr lang="en-US" sz="6000" b="1">
                <a:solidFill>
                  <a:schemeClr val="lt1"/>
                </a:solidFill>
                <a:latin typeface="Times New Roman"/>
                <a:ea typeface="Times New Roman"/>
                <a:cs typeface="Times New Roman"/>
                <a:sym typeface="Times New Roman"/>
              </a:rPr>
              <a:t> </a:t>
            </a:r>
            <a:r>
              <a:rPr lang="en-US" sz="6800" b="1">
                <a:solidFill>
                  <a:schemeClr val="lt1"/>
                </a:solidFill>
                <a:latin typeface="Times New Roman"/>
                <a:ea typeface="Times New Roman"/>
                <a:cs typeface="Times New Roman"/>
                <a:sym typeface="Times New Roman"/>
              </a:rPr>
              <a:t>Chúa</a:t>
            </a:r>
            <a:r>
              <a:rPr lang="en-US" sz="6000" b="1">
                <a:solidFill>
                  <a:schemeClr val="lt1"/>
                </a:solidFill>
                <a:latin typeface="Times New Roman"/>
                <a:ea typeface="Times New Roman"/>
                <a:cs typeface="Times New Roman"/>
                <a:sym typeface="Times New Roman"/>
              </a:rPr>
              <a:t> </a:t>
            </a:r>
            <a:r>
              <a:rPr lang="en-US" sz="6800" b="1">
                <a:solidFill>
                  <a:schemeClr val="lt1"/>
                </a:solidFill>
                <a:latin typeface="Times New Roman"/>
                <a:ea typeface="Times New Roman"/>
                <a:cs typeface="Times New Roman"/>
                <a:sym typeface="Times New Roman"/>
              </a:rPr>
              <a:t>Giêsu đã truyền,</a:t>
            </a:r>
            <a:endParaRPr sz="6800" b="1">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7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7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7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7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000"/>
              <a:buNone/>
            </a:pPr>
            <a:r>
              <a:rPr lang="en-US" sz="7000" b="1">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7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cùng tin thật vững vàng mà giữ cẩn thận các điều trước này, </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7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79"/>
          <p:cNvSpPr txBox="1">
            <a:spLocks noGrp="1"/>
          </p:cNvSpPr>
          <p:nvPr>
            <p:ph type="subTitle" idx="1"/>
          </p:nvPr>
        </p:nvSpPr>
        <p:spPr>
          <a:xfrm>
            <a:off x="0" y="-143838"/>
            <a:ext cx="9144000" cy="5287338"/>
          </a:xfrm>
          <a:prstGeom prst="rect">
            <a:avLst/>
          </a:prstGeom>
          <a:solidFill>
            <a:srgbClr val="002060"/>
          </a:solid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accent4"/>
              </a:buClr>
              <a:buSzPts val="4400"/>
              <a:buNone/>
            </a:pPr>
            <a:r>
              <a:rPr lang="en-US" sz="4400" b="1">
                <a:solidFill>
                  <a:schemeClr val="accent4"/>
                </a:solidFill>
                <a:latin typeface="Times New Roman"/>
                <a:ea typeface="Times New Roman"/>
                <a:cs typeface="Times New Roman"/>
                <a:sym typeface="Times New Roman"/>
              </a:rPr>
              <a:t>Đạo Đức Chúa Trời có 10 điều răn:</a:t>
            </a:r>
            <a:endParaRPr/>
          </a:p>
          <a:p>
            <a:pPr marL="0" lvl="0" indent="0" algn="just" rtl="0">
              <a:lnSpc>
                <a:spcPct val="100000"/>
              </a:lnSpc>
              <a:spcBef>
                <a:spcPts val="1440"/>
              </a:spcBef>
              <a:spcAft>
                <a:spcPts val="0"/>
              </a:spcAft>
              <a:buClr>
                <a:schemeClr val="accent4"/>
              </a:buClr>
              <a:buSzPts val="6600"/>
              <a:buNone/>
            </a:pPr>
            <a:r>
              <a:rPr lang="en-US" sz="6600" b="1">
                <a:solidFill>
                  <a:schemeClr val="accent4"/>
                </a:solidFill>
                <a:latin typeface="Times New Roman"/>
                <a:ea typeface="Times New Roman"/>
                <a:cs typeface="Times New Roman"/>
                <a:sym typeface="Times New Roman"/>
              </a:rPr>
              <a:t>Thứ nhất: </a:t>
            </a:r>
            <a:r>
              <a:rPr lang="en-US" sz="7200" b="1">
                <a:solidFill>
                  <a:schemeClr val="lt1"/>
                </a:solidFill>
                <a:latin typeface="Times New Roman"/>
                <a:ea typeface="Times New Roman"/>
                <a:cs typeface="Times New Roman"/>
                <a:sym typeface="Times New Roman"/>
              </a:rPr>
              <a:t>Thờ phượng một Đức Chúa Trời và kính mến người trên hết mọi sự.</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8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hai: </a:t>
            </a:r>
            <a:r>
              <a:rPr lang="en-US" sz="7200" b="1">
                <a:solidFill>
                  <a:schemeClr val="lt1"/>
                </a:solidFill>
                <a:latin typeface="Times New Roman"/>
                <a:ea typeface="Times New Roman"/>
                <a:cs typeface="Times New Roman"/>
                <a:sym typeface="Times New Roman"/>
              </a:rPr>
              <a:t>Chớ kêu tên Đức Chúa Trời vô cớ.</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ba: </a:t>
            </a:r>
            <a:r>
              <a:rPr lang="en-US" sz="7200" b="1">
                <a:solidFill>
                  <a:schemeClr val="lt1"/>
                </a:solidFill>
                <a:latin typeface="Times New Roman"/>
                <a:ea typeface="Times New Roman"/>
                <a:cs typeface="Times New Roman"/>
                <a:sym typeface="Times New Roman"/>
              </a:rPr>
              <a:t>Giữ ngày Chúa Nhật.</a:t>
            </a: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8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bốn: </a:t>
            </a:r>
            <a:r>
              <a:rPr lang="en-US" sz="7200" b="1">
                <a:solidFill>
                  <a:schemeClr val="lt1"/>
                </a:solidFill>
                <a:latin typeface="Times New Roman"/>
                <a:ea typeface="Times New Roman"/>
                <a:cs typeface="Times New Roman"/>
                <a:sym typeface="Times New Roman"/>
              </a:rPr>
              <a:t>Thảo kính cha mẹ.</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năm: </a:t>
            </a:r>
            <a:r>
              <a:rPr lang="en-US" sz="7200" b="1">
                <a:solidFill>
                  <a:schemeClr val="lt1"/>
                </a:solidFill>
                <a:latin typeface="Times New Roman"/>
                <a:ea typeface="Times New Roman"/>
                <a:cs typeface="Times New Roman"/>
                <a:sym typeface="Times New Roman"/>
              </a:rPr>
              <a:t>Chớ giết người.</a:t>
            </a:r>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8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sáu: </a:t>
            </a:r>
            <a:r>
              <a:rPr lang="en-US" sz="7200" b="1">
                <a:solidFill>
                  <a:schemeClr val="lt1"/>
                </a:solidFill>
                <a:latin typeface="Times New Roman"/>
                <a:ea typeface="Times New Roman"/>
                <a:cs typeface="Times New Roman"/>
                <a:sym typeface="Times New Roman"/>
              </a:rPr>
              <a:t>Chớ làm sự dâm dục.</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bảy: </a:t>
            </a:r>
            <a:r>
              <a:rPr lang="en-US" sz="7200" b="1">
                <a:solidFill>
                  <a:schemeClr val="lt1"/>
                </a:solidFill>
                <a:latin typeface="Times New Roman"/>
                <a:ea typeface="Times New Roman"/>
                <a:cs typeface="Times New Roman"/>
                <a:sym typeface="Times New Roman"/>
              </a:rPr>
              <a:t>Chớ lấy của người.</a:t>
            </a: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8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tám: </a:t>
            </a:r>
            <a:r>
              <a:rPr lang="en-US" sz="7200" b="1">
                <a:solidFill>
                  <a:schemeClr val="lt1"/>
                </a:solidFill>
                <a:latin typeface="Times New Roman"/>
                <a:ea typeface="Times New Roman"/>
                <a:cs typeface="Times New Roman"/>
                <a:sym typeface="Times New Roman"/>
              </a:rPr>
              <a:t>Chớ làm chứng dối.</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chín: </a:t>
            </a:r>
            <a:r>
              <a:rPr lang="en-US" sz="7200" b="1">
                <a:solidFill>
                  <a:schemeClr val="lt1"/>
                </a:solidFill>
                <a:latin typeface="Times New Roman"/>
                <a:ea typeface="Times New Roman"/>
                <a:cs typeface="Times New Roman"/>
                <a:sym typeface="Times New Roman"/>
              </a:rPr>
              <a:t>Chớ muốn vợ chồng người.</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8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mười: </a:t>
            </a:r>
            <a:r>
              <a:rPr lang="en-US" sz="7200" b="1">
                <a:solidFill>
                  <a:schemeClr val="lt1"/>
                </a:solidFill>
                <a:latin typeface="Times New Roman"/>
                <a:ea typeface="Times New Roman"/>
                <a:cs typeface="Times New Roman"/>
                <a:sym typeface="Times New Roman"/>
              </a:rPr>
              <a:t>Chớ tham </a:t>
            </a:r>
            <a:br>
              <a:rPr lang="en-US" sz="7200" b="1">
                <a:solidFill>
                  <a:schemeClr val="lt1"/>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của người. </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lt1"/>
              </a:buClr>
              <a:buSzPts val="7200"/>
              <a:buNone/>
            </a:pPr>
            <a:r>
              <a:rPr lang="en-US" sz="7200" b="1">
                <a:solidFill>
                  <a:schemeClr val="lt1"/>
                </a:solidFill>
                <a:latin typeface="Times New Roman"/>
                <a:ea typeface="Times New Roman"/>
                <a:cs typeface="Times New Roman"/>
                <a:sym typeface="Times New Roman"/>
              </a:rPr>
              <a:t>Mười điều răn ấy tóm về hai này mà chớ:</a:t>
            </a:r>
            <a:endParaRPr sz="7200" b="1" i="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85"/>
          <p:cNvSpPr txBox="1">
            <a:spLocks noGrp="1"/>
          </p:cNvSpPr>
          <p:nvPr>
            <p:ph type="subTitle" idx="1"/>
          </p:nvPr>
        </p:nvSpPr>
        <p:spPr>
          <a:xfrm>
            <a:off x="0" y="-226031"/>
            <a:ext cx="9144000" cy="5369531"/>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7000"/>
              <a:buNone/>
            </a:pPr>
            <a:r>
              <a:rPr lang="en-US" sz="7000" b="1">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lang="en-US" sz="7000" b="1" i="1">
                <a:solidFill>
                  <a:schemeClr val="lt1"/>
                </a:solidFill>
                <a:latin typeface="Times New Roman"/>
                <a:ea typeface="Times New Roman"/>
                <a:cs typeface="Times New Roman"/>
                <a:sym typeface="Times New Roman"/>
              </a:rPr>
              <a:t>Amen.</a:t>
            </a:r>
            <a:endParaRPr/>
          </a:p>
          <a:p>
            <a:pPr marL="0" lvl="0" indent="0" algn="just" rtl="0">
              <a:lnSpc>
                <a:spcPct val="100000"/>
              </a:lnSpc>
              <a:spcBef>
                <a:spcPts val="0"/>
              </a:spcBef>
              <a:spcAft>
                <a:spcPts val="0"/>
              </a:spcAft>
              <a:buClr>
                <a:srgbClr val="888888"/>
              </a:buClr>
              <a:buSzPts val="7000"/>
              <a:buNone/>
            </a:pPr>
            <a:endParaRPr sz="7000" b="1" i="1">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8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ctr" rtl="0">
              <a:lnSpc>
                <a:spcPct val="100000"/>
              </a:lnSpc>
              <a:spcBef>
                <a:spcPts val="0"/>
              </a:spcBef>
              <a:spcAft>
                <a:spcPts val="0"/>
              </a:spcAft>
              <a:buClr>
                <a:schemeClr val="accent4"/>
              </a:buClr>
              <a:buSzPts val="4500"/>
              <a:buNone/>
            </a:pPr>
            <a:r>
              <a:rPr lang="en-US" sz="4500" b="1">
                <a:solidFill>
                  <a:schemeClr val="accent4"/>
                </a:solidFill>
                <a:latin typeface="Times New Roman"/>
                <a:ea typeface="Times New Roman"/>
                <a:cs typeface="Times New Roman"/>
                <a:sym typeface="Times New Roman"/>
              </a:rPr>
              <a:t>Hội Thánh có 5 điều răn:</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nhất: </a:t>
            </a:r>
            <a:r>
              <a:rPr lang="en-US" sz="7200" b="1">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87"/>
          <p:cNvSpPr txBox="1">
            <a:spLocks noGrp="1"/>
          </p:cNvSpPr>
          <p:nvPr>
            <p:ph type="subTitle" idx="1"/>
          </p:nvPr>
        </p:nvSpPr>
        <p:spPr>
          <a:xfrm>
            <a:off x="0" y="-236306"/>
            <a:ext cx="9144000" cy="5379806"/>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6800"/>
              <a:buNone/>
            </a:pPr>
            <a:r>
              <a:rPr lang="en-US" sz="6800" b="1">
                <a:solidFill>
                  <a:schemeClr val="accent4"/>
                </a:solidFill>
                <a:latin typeface="Times New Roman"/>
                <a:ea typeface="Times New Roman"/>
                <a:cs typeface="Times New Roman"/>
                <a:sym typeface="Times New Roman"/>
              </a:rPr>
              <a:t>Thứ hai: </a:t>
            </a:r>
            <a:r>
              <a:rPr lang="en-US" sz="6800" b="1">
                <a:solidFill>
                  <a:schemeClr val="lt1"/>
                </a:solidFill>
                <a:latin typeface="Times New Roman"/>
                <a:ea typeface="Times New Roman"/>
                <a:cs typeface="Times New Roman"/>
                <a:sym typeface="Times New Roman"/>
              </a:rPr>
              <a:t>xưng tội trong một năm ít là một lần;</a:t>
            </a:r>
            <a:endParaRPr sz="6800" b="1">
              <a:solidFill>
                <a:schemeClr val="lt1"/>
              </a:solidFill>
              <a:latin typeface="Times New Roman"/>
              <a:ea typeface="Times New Roman"/>
              <a:cs typeface="Times New Roman"/>
              <a:sym typeface="Times New Roman"/>
            </a:endParaRPr>
          </a:p>
          <a:p>
            <a:pPr marL="0" lvl="0" indent="0" algn="just" rtl="0">
              <a:lnSpc>
                <a:spcPct val="100000"/>
              </a:lnSpc>
              <a:spcBef>
                <a:spcPts val="1360"/>
              </a:spcBef>
              <a:spcAft>
                <a:spcPts val="0"/>
              </a:spcAft>
              <a:buClr>
                <a:schemeClr val="accent4"/>
              </a:buClr>
              <a:buSzPts val="6800"/>
              <a:buNone/>
            </a:pPr>
            <a:r>
              <a:rPr lang="en-US" sz="6800" b="1">
                <a:solidFill>
                  <a:schemeClr val="accent4"/>
                </a:solidFill>
                <a:latin typeface="Times New Roman"/>
                <a:ea typeface="Times New Roman"/>
                <a:cs typeface="Times New Roman"/>
                <a:sym typeface="Times New Roman"/>
              </a:rPr>
              <a:t>Thứ ba: </a:t>
            </a:r>
            <a:r>
              <a:rPr lang="en-US" sz="6800" b="1">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88"/>
          <p:cNvSpPr txBox="1">
            <a:spLocks noGrp="1"/>
          </p:cNvSpPr>
          <p:nvPr>
            <p:ph type="subTitle" idx="1"/>
          </p:nvPr>
        </p:nvSpPr>
        <p:spPr>
          <a:xfrm>
            <a:off x="0" y="0"/>
            <a:ext cx="9144000" cy="5143499"/>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bốn: </a:t>
            </a:r>
            <a:r>
              <a:rPr lang="en-US" sz="7200" b="1">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8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năm: </a:t>
            </a:r>
            <a:r>
              <a:rPr lang="en-US" sz="7200" b="1">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9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85000" lnSpcReduction="10000"/>
          </a:bodyPr>
          <a:lstStyle/>
          <a:p>
            <a:pPr marL="0" lvl="0" indent="0" algn="ctr" rtl="0">
              <a:lnSpc>
                <a:spcPct val="100000"/>
              </a:lnSpc>
              <a:spcBef>
                <a:spcPts val="0"/>
              </a:spcBef>
              <a:spcAft>
                <a:spcPts val="0"/>
              </a:spcAft>
              <a:buClr>
                <a:schemeClr val="accent4"/>
              </a:buClr>
              <a:buSzPct val="100000"/>
              <a:buNone/>
            </a:pPr>
            <a:r>
              <a:rPr lang="en-US" sz="4800" b="1">
                <a:solidFill>
                  <a:schemeClr val="accent4"/>
                </a:solidFill>
                <a:latin typeface="Times New Roman"/>
                <a:ea typeface="Times New Roman"/>
                <a:cs typeface="Times New Roman"/>
                <a:sym typeface="Times New Roman"/>
              </a:rPr>
              <a:t>Đạo Đức Chúa Trời có 7 phép Bí tích:</a:t>
            </a:r>
            <a:endParaRPr/>
          </a:p>
          <a:p>
            <a:pPr marL="0" lvl="0" indent="0" algn="just" rtl="0">
              <a:lnSpc>
                <a:spcPct val="100000"/>
              </a:lnSpc>
              <a:spcBef>
                <a:spcPts val="1445"/>
              </a:spcBef>
              <a:spcAft>
                <a:spcPts val="0"/>
              </a:spcAft>
              <a:buClr>
                <a:schemeClr val="accent4"/>
              </a:buClr>
              <a:buSzPct val="100000"/>
              <a:buNone/>
            </a:pPr>
            <a:r>
              <a:rPr lang="en-US" sz="8500" b="1">
                <a:solidFill>
                  <a:schemeClr val="accent4"/>
                </a:solidFill>
                <a:latin typeface="Times New Roman"/>
                <a:ea typeface="Times New Roman"/>
                <a:cs typeface="Times New Roman"/>
                <a:sym typeface="Times New Roman"/>
              </a:rPr>
              <a:t>Thứ nhất: </a:t>
            </a:r>
            <a:r>
              <a:rPr lang="en-US" sz="8500" b="1">
                <a:solidFill>
                  <a:schemeClr val="lt1"/>
                </a:solidFill>
                <a:latin typeface="Times New Roman"/>
                <a:ea typeface="Times New Roman"/>
                <a:cs typeface="Times New Roman"/>
                <a:sym typeface="Times New Roman"/>
              </a:rPr>
              <a:t>là phép Rửa tội.</a:t>
            </a:r>
            <a:endParaRPr/>
          </a:p>
          <a:p>
            <a:pPr marL="0" lvl="0" indent="0" algn="just" rtl="0">
              <a:lnSpc>
                <a:spcPct val="100000"/>
              </a:lnSpc>
              <a:spcBef>
                <a:spcPts val="1445"/>
              </a:spcBef>
              <a:spcAft>
                <a:spcPts val="0"/>
              </a:spcAft>
              <a:buClr>
                <a:schemeClr val="accent4"/>
              </a:buClr>
              <a:buSzPct val="100000"/>
              <a:buNone/>
            </a:pPr>
            <a:r>
              <a:rPr lang="en-US" sz="8500" b="1">
                <a:solidFill>
                  <a:schemeClr val="accent4"/>
                </a:solidFill>
                <a:latin typeface="Times New Roman"/>
                <a:ea typeface="Times New Roman"/>
                <a:cs typeface="Times New Roman"/>
                <a:sym typeface="Times New Roman"/>
              </a:rPr>
              <a:t>Thứ hai: </a:t>
            </a:r>
            <a:r>
              <a:rPr lang="en-US" sz="8500" b="1">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9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ba: </a:t>
            </a:r>
            <a:r>
              <a:rPr lang="en-US" sz="7200" b="1">
                <a:solidFill>
                  <a:schemeClr val="lt1"/>
                </a:solidFill>
                <a:latin typeface="Times New Roman"/>
                <a:ea typeface="Times New Roman"/>
                <a:cs typeface="Times New Roman"/>
                <a:sym typeface="Times New Roman"/>
              </a:rPr>
              <a:t>là phép Mình Thánh Chúa.</a:t>
            </a:r>
            <a:endParaRPr/>
          </a:p>
          <a:p>
            <a:pPr marL="0" lvl="0" indent="0" algn="l"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bốn: </a:t>
            </a:r>
            <a:r>
              <a:rPr lang="en-US" sz="7200" b="1">
                <a:solidFill>
                  <a:schemeClr val="lt1"/>
                </a:solidFill>
                <a:latin typeface="Times New Roman"/>
                <a:ea typeface="Times New Roman"/>
                <a:cs typeface="Times New Roman"/>
                <a:sym typeface="Times New Roman"/>
              </a:rPr>
              <a:t>là phép Giải tội.</a:t>
            </a:r>
            <a:endParaRPr/>
          </a:p>
          <a:p>
            <a:pPr marL="0" lvl="0" indent="0" algn="ctr"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9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năm: </a:t>
            </a:r>
            <a:r>
              <a:rPr lang="en-US" sz="7200" b="1">
                <a:solidFill>
                  <a:schemeClr val="lt1"/>
                </a:solidFill>
                <a:latin typeface="Times New Roman"/>
                <a:ea typeface="Times New Roman"/>
                <a:cs typeface="Times New Roman"/>
                <a:sym typeface="Times New Roman"/>
              </a:rPr>
              <a:t>là phép Xức dầu thánh.</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sáu: </a:t>
            </a:r>
            <a:r>
              <a:rPr lang="en-US" sz="7200" b="1">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9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Thứ bảy: </a:t>
            </a:r>
            <a:r>
              <a:rPr lang="en-US" sz="7200" b="1">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9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888888"/>
              </a:buClr>
              <a:buSzPts val="1200"/>
              <a:buNone/>
            </a:pPr>
            <a:endParaRPr sz="1200" b="1">
              <a:solidFill>
                <a:schemeClr val="lt1"/>
              </a:solidFill>
              <a:latin typeface="Times New Roman"/>
              <a:ea typeface="Times New Roman"/>
              <a:cs typeface="Times New Roman"/>
              <a:sym typeface="Times New Roman"/>
            </a:endParaRPr>
          </a:p>
          <a:p>
            <a:pPr marL="0" lvl="0" indent="0" algn="just" rtl="0">
              <a:lnSpc>
                <a:spcPct val="100000"/>
              </a:lnSpc>
              <a:spcBef>
                <a:spcPts val="990"/>
              </a:spcBef>
              <a:spcAft>
                <a:spcPts val="0"/>
              </a:spcAft>
              <a:buClr>
                <a:schemeClr val="accent4"/>
              </a:buClr>
              <a:buSzPts val="4950"/>
              <a:buNone/>
            </a:pPr>
            <a:r>
              <a:rPr lang="en-US" sz="4950" b="1">
                <a:solidFill>
                  <a:schemeClr val="accent4"/>
                </a:solidFill>
                <a:latin typeface="Times New Roman"/>
                <a:ea typeface="Times New Roman"/>
                <a:cs typeface="Times New Roman"/>
                <a:sym typeface="Times New Roman"/>
              </a:rPr>
              <a:t>Thương người có mười bốn mối</a:t>
            </a:r>
            <a:endParaRPr sz="4950" b="1">
              <a:solidFill>
                <a:schemeClr val="accent4"/>
              </a:solidFill>
              <a:latin typeface="Times New Roman"/>
              <a:ea typeface="Times New Roman"/>
              <a:cs typeface="Times New Roman"/>
              <a:sym typeface="Times New Roman"/>
            </a:endParaRPr>
          </a:p>
          <a:p>
            <a:pPr marL="0" lvl="0" indent="0" algn="just" rtl="0">
              <a:lnSpc>
                <a:spcPct val="100000"/>
              </a:lnSpc>
              <a:spcBef>
                <a:spcPts val="990"/>
              </a:spcBef>
              <a:spcAft>
                <a:spcPts val="0"/>
              </a:spcAft>
              <a:buClr>
                <a:schemeClr val="accent4"/>
              </a:buClr>
              <a:buSzPts val="4950"/>
              <a:buNone/>
            </a:pPr>
            <a:r>
              <a:rPr lang="en-US" sz="4950" b="1" i="1">
                <a:solidFill>
                  <a:schemeClr val="accent4"/>
                </a:solidFill>
                <a:latin typeface="Times New Roman"/>
                <a:ea typeface="Times New Roman"/>
                <a:cs typeface="Times New Roman"/>
                <a:sym typeface="Times New Roman"/>
              </a:rPr>
              <a:t>Thương xác bảy mối:</a:t>
            </a:r>
            <a:endParaRPr sz="4950" b="1" i="1">
              <a:solidFill>
                <a:schemeClr val="accent4"/>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nhất: </a:t>
            </a:r>
            <a:r>
              <a:rPr lang="en-US" sz="7200" b="1">
                <a:solidFill>
                  <a:schemeClr val="lt1"/>
                </a:solidFill>
                <a:latin typeface="Times New Roman"/>
                <a:ea typeface="Times New Roman"/>
                <a:cs typeface="Times New Roman"/>
                <a:sym typeface="Times New Roman"/>
              </a:rPr>
              <a:t>Cho kẻ đói ăn.</a:t>
            </a: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255"/>
              </a:spcBef>
              <a:spcAft>
                <a:spcPts val="0"/>
              </a:spcAft>
              <a:buClr>
                <a:srgbClr val="888888"/>
              </a:buClr>
              <a:buSzPts val="1275"/>
              <a:buNone/>
            </a:pP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9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hai: </a:t>
            </a:r>
            <a:r>
              <a:rPr lang="en-US" sz="7200" b="1">
                <a:solidFill>
                  <a:schemeClr val="lt1"/>
                </a:solidFill>
                <a:latin typeface="Times New Roman"/>
                <a:ea typeface="Times New Roman"/>
                <a:cs typeface="Times New Roman"/>
                <a:sym typeface="Times New Roman"/>
              </a:rPr>
              <a:t>Cho kẻ khát uống.</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ba: </a:t>
            </a:r>
            <a:r>
              <a:rPr lang="en-US" sz="7200" b="1">
                <a:solidFill>
                  <a:schemeClr val="lt1"/>
                </a:solidFill>
                <a:latin typeface="Times New Roman"/>
                <a:ea typeface="Times New Roman"/>
                <a:cs typeface="Times New Roman"/>
                <a:sym typeface="Times New Roman"/>
              </a:rPr>
              <a:t>Cho kẻ rách rưới ăn mặc.</a:t>
            </a:r>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9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bốn: </a:t>
            </a:r>
            <a:r>
              <a:rPr lang="en-US" sz="7200" b="1">
                <a:solidFill>
                  <a:schemeClr val="lt1"/>
                </a:solidFill>
                <a:latin typeface="Times New Roman"/>
                <a:ea typeface="Times New Roman"/>
                <a:cs typeface="Times New Roman"/>
                <a:sym typeface="Times New Roman"/>
              </a:rPr>
              <a:t>Viếng kẻ liệt cùng kẻ tù rạc.</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năm: </a:t>
            </a:r>
            <a:r>
              <a:rPr lang="en-US" sz="7200" b="1">
                <a:solidFill>
                  <a:schemeClr val="lt1"/>
                </a:solidFill>
                <a:latin typeface="Times New Roman"/>
                <a:ea typeface="Times New Roman"/>
                <a:cs typeface="Times New Roman"/>
                <a:sym typeface="Times New Roman"/>
              </a:rPr>
              <a:t>Cho khách đỗ nhà.</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9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sáu: </a:t>
            </a:r>
            <a:r>
              <a:rPr lang="en-US" sz="7200" b="1">
                <a:solidFill>
                  <a:schemeClr val="lt1"/>
                </a:solidFill>
                <a:latin typeface="Times New Roman"/>
                <a:ea typeface="Times New Roman"/>
                <a:cs typeface="Times New Roman"/>
                <a:sym typeface="Times New Roman"/>
              </a:rPr>
              <a:t>Chuộc kẻ làm tôi.</a:t>
            </a:r>
            <a:endParaRPr sz="7200" b="1">
              <a:solidFill>
                <a:schemeClr val="lt1"/>
              </a:solidFill>
              <a:latin typeface="Times New Roman"/>
              <a:ea typeface="Times New Roman"/>
              <a:cs typeface="Times New Roman"/>
              <a:sym typeface="Times New Roman"/>
            </a:endParaRPr>
          </a:p>
          <a:p>
            <a:pPr marL="0" lvl="0" indent="0" algn="l"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bảy: </a:t>
            </a:r>
            <a:r>
              <a:rPr lang="en-US" sz="7200" b="1">
                <a:solidFill>
                  <a:schemeClr val="lt1"/>
                </a:solidFill>
                <a:latin typeface="Times New Roman"/>
                <a:ea typeface="Times New Roman"/>
                <a:cs typeface="Times New Roman"/>
                <a:sym typeface="Times New Roman"/>
              </a:rPr>
              <a:t>Chôn xác kẻ chết.</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9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rgbClr val="888888"/>
              </a:buClr>
              <a:buSzPts val="825"/>
              <a:buNone/>
            </a:pPr>
            <a:endParaRPr sz="825" b="1">
              <a:solidFill>
                <a:schemeClr val="lt1"/>
              </a:solidFill>
              <a:latin typeface="Times New Roman"/>
              <a:ea typeface="Times New Roman"/>
              <a:cs typeface="Times New Roman"/>
              <a:sym typeface="Times New Roman"/>
            </a:endParaRPr>
          </a:p>
          <a:p>
            <a:pPr marL="0" lvl="0" indent="0" algn="just" rtl="0">
              <a:lnSpc>
                <a:spcPct val="100000"/>
              </a:lnSpc>
              <a:spcBef>
                <a:spcPts val="1080"/>
              </a:spcBef>
              <a:spcAft>
                <a:spcPts val="0"/>
              </a:spcAft>
              <a:buClr>
                <a:schemeClr val="accent4"/>
              </a:buClr>
              <a:buSzPts val="5400"/>
              <a:buNone/>
            </a:pPr>
            <a:r>
              <a:rPr lang="en-US" sz="5400" b="1" i="1">
                <a:solidFill>
                  <a:schemeClr val="accent4"/>
                </a:solidFill>
                <a:latin typeface="Times New Roman"/>
                <a:ea typeface="Times New Roman"/>
                <a:cs typeface="Times New Roman"/>
                <a:sym typeface="Times New Roman"/>
              </a:rPr>
              <a:t>	Thương linh hồn bảy mối:</a:t>
            </a:r>
            <a:endParaRPr sz="5400" b="1" i="1">
              <a:solidFill>
                <a:schemeClr val="accent4"/>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nhất: </a:t>
            </a:r>
            <a:r>
              <a:rPr lang="en-US" sz="7200" b="1">
                <a:solidFill>
                  <a:schemeClr val="lt1"/>
                </a:solidFill>
                <a:latin typeface="Times New Roman"/>
                <a:ea typeface="Times New Roman"/>
                <a:cs typeface="Times New Roman"/>
                <a:sym typeface="Times New Roman"/>
              </a:rPr>
              <a:t>Lấy lời lành khuyên người.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9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hai: </a:t>
            </a:r>
            <a:r>
              <a:rPr lang="en-US" sz="7200" b="1">
                <a:solidFill>
                  <a:schemeClr val="lt1"/>
                </a:solidFill>
                <a:latin typeface="Times New Roman"/>
                <a:ea typeface="Times New Roman"/>
                <a:cs typeface="Times New Roman"/>
                <a:sym typeface="Times New Roman"/>
              </a:rPr>
              <a:t>Mở dạy kẻ mê muội.</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ba: </a:t>
            </a:r>
            <a:r>
              <a:rPr lang="en-US" sz="7200" b="1">
                <a:solidFill>
                  <a:schemeClr val="lt1"/>
                </a:solidFill>
                <a:latin typeface="Times New Roman"/>
                <a:ea typeface="Times New Roman"/>
                <a:cs typeface="Times New Roman"/>
                <a:sym typeface="Times New Roman"/>
              </a:rPr>
              <a:t>An ủi kẻ âu lo.</a:t>
            </a:r>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10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bốn: </a:t>
            </a:r>
            <a:r>
              <a:rPr lang="en-US" sz="7200" b="1">
                <a:solidFill>
                  <a:schemeClr val="lt1"/>
                </a:solidFill>
                <a:latin typeface="Times New Roman"/>
                <a:ea typeface="Times New Roman"/>
                <a:cs typeface="Times New Roman"/>
                <a:sym typeface="Times New Roman"/>
              </a:rPr>
              <a:t>Răn bảo kẻ có tội.</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năm: </a:t>
            </a:r>
            <a:r>
              <a:rPr lang="en-US" sz="7200" b="1">
                <a:solidFill>
                  <a:schemeClr val="lt1"/>
                </a:solidFill>
                <a:latin typeface="Times New Roman"/>
                <a:ea typeface="Times New Roman"/>
                <a:cs typeface="Times New Roman"/>
                <a:sym typeface="Times New Roman"/>
              </a:rPr>
              <a:t>Tha kẻ dể ta.</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10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sáu: </a:t>
            </a:r>
            <a:r>
              <a:rPr lang="en-US" sz="7200" b="1">
                <a:solidFill>
                  <a:schemeClr val="lt1"/>
                </a:solidFill>
                <a:latin typeface="Times New Roman"/>
                <a:ea typeface="Times New Roman"/>
                <a:cs typeface="Times New Roman"/>
                <a:sym typeface="Times New Roman"/>
              </a:rPr>
              <a:t>Nhịn kẻ mất lòng ta.</a:t>
            </a:r>
            <a:endParaRPr sz="7200" b="1">
              <a:solidFill>
                <a:schemeClr val="lt1"/>
              </a:solidFill>
              <a:latin typeface="Times New Roman"/>
              <a:ea typeface="Times New Roman"/>
              <a:cs typeface="Times New Roman"/>
              <a:sym typeface="Times New Roman"/>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bảy: </a:t>
            </a:r>
            <a:r>
              <a:rPr lang="en-US" sz="7200" b="1">
                <a:solidFill>
                  <a:schemeClr val="lt1"/>
                </a:solidFill>
                <a:latin typeface="Times New Roman"/>
                <a:ea typeface="Times New Roman"/>
                <a:cs typeface="Times New Roman"/>
                <a:sym typeface="Times New Roman"/>
              </a:rPr>
              <a:t>Cầu cho kẻ sống và kẻ chết.</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10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4950"/>
              <a:buNone/>
            </a:pPr>
            <a:r>
              <a:rPr lang="en-US" sz="4950" b="1">
                <a:solidFill>
                  <a:schemeClr val="accent4"/>
                </a:solidFill>
                <a:latin typeface="Times New Roman"/>
                <a:ea typeface="Times New Roman"/>
                <a:cs typeface="Times New Roman"/>
                <a:sym typeface="Times New Roman"/>
              </a:rPr>
              <a:t>	</a:t>
            </a:r>
            <a:r>
              <a:rPr lang="en-US" sz="4000" b="1">
                <a:solidFill>
                  <a:schemeClr val="accent4"/>
                </a:solidFill>
                <a:latin typeface="Times New Roman"/>
                <a:ea typeface="Times New Roman"/>
                <a:cs typeface="Times New Roman"/>
                <a:sym typeface="Times New Roman"/>
              </a:rPr>
              <a:t>CẢI TỘI BẢY MỐI CÓ BẢY ĐỨC</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nhất: </a:t>
            </a:r>
            <a:r>
              <a:rPr lang="en-US" sz="7200" b="1">
                <a:solidFill>
                  <a:schemeClr val="lt1"/>
                </a:solidFill>
                <a:latin typeface="Times New Roman"/>
                <a:ea typeface="Times New Roman"/>
                <a:cs typeface="Times New Roman"/>
                <a:sym typeface="Times New Roman"/>
              </a:rPr>
              <a:t>Khiêm nhượng, chớ kiêu ngạo.</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10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accent4"/>
              </a:buClr>
              <a:buSzPts val="7000"/>
              <a:buNone/>
            </a:pPr>
            <a:r>
              <a:rPr lang="en-US" sz="7000" b="1">
                <a:solidFill>
                  <a:schemeClr val="accent4"/>
                </a:solidFill>
                <a:latin typeface="Times New Roman"/>
                <a:ea typeface="Times New Roman"/>
                <a:cs typeface="Times New Roman"/>
                <a:sym typeface="Times New Roman"/>
              </a:rPr>
              <a:t>Thứ hai: </a:t>
            </a:r>
            <a:r>
              <a:rPr lang="en-US" sz="7000" b="1">
                <a:solidFill>
                  <a:schemeClr val="lt1"/>
                </a:solidFill>
                <a:latin typeface="Times New Roman"/>
                <a:ea typeface="Times New Roman"/>
                <a:cs typeface="Times New Roman"/>
                <a:sym typeface="Times New Roman"/>
              </a:rPr>
              <a:t>Rộng rãi, chớ hà tiện.</a:t>
            </a:r>
            <a:endParaRPr/>
          </a:p>
          <a:p>
            <a:pPr marL="0" lvl="0" indent="0" algn="just" rtl="0">
              <a:lnSpc>
                <a:spcPct val="100000"/>
              </a:lnSpc>
              <a:spcBef>
                <a:spcPts val="1400"/>
              </a:spcBef>
              <a:spcAft>
                <a:spcPts val="0"/>
              </a:spcAft>
              <a:buClr>
                <a:schemeClr val="accent4"/>
              </a:buClr>
              <a:buSzPts val="7000"/>
              <a:buNone/>
            </a:pPr>
            <a:r>
              <a:rPr lang="en-US" sz="7000" b="1">
                <a:solidFill>
                  <a:schemeClr val="accent4"/>
                </a:solidFill>
                <a:latin typeface="Times New Roman"/>
                <a:ea typeface="Times New Roman"/>
                <a:cs typeface="Times New Roman"/>
                <a:sym typeface="Times New Roman"/>
              </a:rPr>
              <a:t>Thứ ba: </a:t>
            </a:r>
            <a:r>
              <a:rPr lang="en-US" sz="7000" b="1">
                <a:solidFill>
                  <a:schemeClr val="lt1"/>
                </a:solidFill>
                <a:latin typeface="Times New Roman"/>
                <a:ea typeface="Times New Roman"/>
                <a:cs typeface="Times New Roman"/>
                <a:sym typeface="Times New Roman"/>
              </a:rPr>
              <a:t>Giữ mình sạch sẽ, chớ mê dâm dục.</a:t>
            </a:r>
            <a:endParaRPr/>
          </a:p>
          <a:p>
            <a:pPr marL="0" lvl="0" indent="0" algn="just" rtl="0">
              <a:lnSpc>
                <a:spcPct val="100000"/>
              </a:lnSpc>
              <a:spcBef>
                <a:spcPts val="1400"/>
              </a:spcBef>
              <a:spcAft>
                <a:spcPts val="0"/>
              </a:spcAft>
              <a:buClr>
                <a:srgbClr val="888888"/>
              </a:buClr>
              <a:buSzPts val="7000"/>
              <a:buNone/>
            </a:pP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10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bốn: </a:t>
            </a:r>
            <a:r>
              <a:rPr lang="en-US" sz="7200" b="1">
                <a:solidFill>
                  <a:schemeClr val="lt1"/>
                </a:solidFill>
                <a:latin typeface="Times New Roman"/>
                <a:ea typeface="Times New Roman"/>
                <a:cs typeface="Times New Roman"/>
                <a:sym typeface="Times New Roman"/>
              </a:rPr>
              <a:t>Hay nhịn, Chớ hờn giận.</a:t>
            </a:r>
            <a:endParaRPr/>
          </a:p>
          <a:p>
            <a:pPr marL="0" lvl="0" indent="0" algn="just" rtl="0">
              <a:lnSpc>
                <a:spcPct val="100000"/>
              </a:lnSpc>
              <a:spcBef>
                <a:spcPts val="144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năm: </a:t>
            </a:r>
            <a:r>
              <a:rPr lang="en-US" sz="7200" b="1">
                <a:solidFill>
                  <a:schemeClr val="lt1"/>
                </a:solidFill>
                <a:latin typeface="Times New Roman"/>
                <a:ea typeface="Times New Roman"/>
                <a:cs typeface="Times New Roman"/>
                <a:sym typeface="Times New Roman"/>
              </a:rPr>
              <a:t>Kiêng bớt, chớ mê ăn uống.</a:t>
            </a: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1440"/>
              </a:spcBef>
              <a:spcAft>
                <a:spcPts val="0"/>
              </a:spcAft>
              <a:buClr>
                <a:srgbClr val="888888"/>
              </a:buClr>
              <a:buSzPts val="7200"/>
              <a:buNone/>
            </a:pPr>
            <a:endParaRPr sz="7200" b="1">
              <a:solidFill>
                <a:schemeClr val="lt1"/>
              </a:solidFill>
              <a:latin typeface="Times New Roman"/>
              <a:ea typeface="Times New Roman"/>
              <a:cs typeface="Times New Roman"/>
              <a:sym typeface="Times New Roman"/>
            </a:endParaRPr>
          </a:p>
          <a:p>
            <a:pPr marL="0" lvl="0" indent="0" algn="ctr" rtl="0">
              <a:lnSpc>
                <a:spcPct val="100000"/>
              </a:lnSpc>
              <a:spcBef>
                <a:spcPts val="1440"/>
              </a:spcBef>
              <a:spcAft>
                <a:spcPts val="0"/>
              </a:spcAft>
              <a:buClr>
                <a:srgbClr val="888888"/>
              </a:buClr>
              <a:buSzPts val="7200"/>
              <a:buNone/>
            </a:pP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10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accent4"/>
              </a:buClr>
              <a:buSzPts val="7000"/>
              <a:buNone/>
            </a:pPr>
            <a:r>
              <a:rPr lang="en-US" sz="7000" b="1">
                <a:solidFill>
                  <a:schemeClr val="accent4"/>
                </a:solidFill>
                <a:latin typeface="Times New Roman"/>
                <a:ea typeface="Times New Roman"/>
                <a:cs typeface="Times New Roman"/>
                <a:sym typeface="Times New Roman"/>
              </a:rPr>
              <a:t>Thứ sáu: </a:t>
            </a:r>
            <a:r>
              <a:rPr lang="en-US" sz="7000" b="1">
                <a:solidFill>
                  <a:schemeClr val="lt1"/>
                </a:solidFill>
                <a:latin typeface="Times New Roman"/>
                <a:ea typeface="Times New Roman"/>
                <a:cs typeface="Times New Roman"/>
                <a:sym typeface="Times New Roman"/>
              </a:rPr>
              <a:t>Yêu người, chớ ghen ghét.</a:t>
            </a:r>
            <a:endParaRPr sz="7000" b="1">
              <a:solidFill>
                <a:schemeClr val="lt1"/>
              </a:solidFill>
              <a:latin typeface="Times New Roman"/>
              <a:ea typeface="Times New Roman"/>
              <a:cs typeface="Times New Roman"/>
              <a:sym typeface="Times New Roman"/>
            </a:endParaRPr>
          </a:p>
          <a:p>
            <a:pPr marL="0" lvl="0" indent="0" algn="just" rtl="0">
              <a:lnSpc>
                <a:spcPct val="100000"/>
              </a:lnSpc>
              <a:spcBef>
                <a:spcPts val="1400"/>
              </a:spcBef>
              <a:spcAft>
                <a:spcPts val="0"/>
              </a:spcAft>
              <a:buClr>
                <a:schemeClr val="accent4"/>
              </a:buClr>
              <a:buSzPts val="7000"/>
              <a:buNone/>
            </a:pPr>
            <a:r>
              <a:rPr lang="en-US" sz="7000" b="1">
                <a:solidFill>
                  <a:schemeClr val="accent4"/>
                </a:solidFill>
                <a:latin typeface="Times New Roman"/>
                <a:ea typeface="Times New Roman"/>
                <a:cs typeface="Times New Roman"/>
                <a:sym typeface="Times New Roman"/>
              </a:rPr>
              <a:t>Thứ bảy: </a:t>
            </a:r>
            <a:r>
              <a:rPr lang="en-US" sz="7000" b="1">
                <a:solidFill>
                  <a:schemeClr val="lt1"/>
                </a:solidFill>
                <a:latin typeface="Times New Roman"/>
                <a:ea typeface="Times New Roman"/>
                <a:cs typeface="Times New Roman"/>
                <a:sym typeface="Times New Roman"/>
              </a:rPr>
              <a:t>Siêng năng việc Đức Chúa Trời, chớ làm biếng.</a:t>
            </a:r>
            <a:endParaRPr sz="7000" b="1">
              <a:solidFill>
                <a:schemeClr val="lt1"/>
              </a:solidFill>
              <a:latin typeface="Times New Roman"/>
              <a:ea typeface="Times New Roman"/>
              <a:cs typeface="Times New Roman"/>
              <a:sym typeface="Times New Roman"/>
            </a:endParaRPr>
          </a:p>
          <a:p>
            <a:pPr marL="0" lvl="0" indent="0" algn="ctr" rtl="0">
              <a:lnSpc>
                <a:spcPct val="100000"/>
              </a:lnSpc>
              <a:spcBef>
                <a:spcPts val="255"/>
              </a:spcBef>
              <a:spcAft>
                <a:spcPts val="0"/>
              </a:spcAft>
              <a:buClr>
                <a:srgbClr val="888888"/>
              </a:buClr>
              <a:buSzPts val="1275"/>
              <a:buNone/>
            </a:pP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10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a:bodyPr>
          <a:lstStyle/>
          <a:p>
            <a:pPr marL="0" lvl="0" indent="0" algn="just" rtl="0">
              <a:lnSpc>
                <a:spcPct val="100000"/>
              </a:lnSpc>
              <a:spcBef>
                <a:spcPts val="0"/>
              </a:spcBef>
              <a:spcAft>
                <a:spcPts val="0"/>
              </a:spcAft>
              <a:buClr>
                <a:schemeClr val="accent4"/>
              </a:buClr>
              <a:buSzPct val="100000"/>
              <a:buNone/>
            </a:pPr>
            <a:r>
              <a:rPr lang="en-US" sz="4950" b="1">
                <a:solidFill>
                  <a:schemeClr val="accent4"/>
                </a:solidFill>
                <a:latin typeface="Times New Roman"/>
                <a:ea typeface="Times New Roman"/>
                <a:cs typeface="Times New Roman"/>
                <a:sym typeface="Times New Roman"/>
              </a:rPr>
              <a:t>		</a:t>
            </a:r>
            <a:r>
              <a:rPr lang="en-US" sz="4400" b="1">
                <a:solidFill>
                  <a:schemeClr val="accent4"/>
                </a:solidFill>
                <a:latin typeface="Times New Roman"/>
                <a:ea typeface="Times New Roman"/>
                <a:cs typeface="Times New Roman"/>
                <a:sym typeface="Times New Roman"/>
              </a:rPr>
              <a:t>PHƯỚC THẬT TÁM MỐI</a:t>
            </a:r>
            <a:endParaRPr/>
          </a:p>
          <a:p>
            <a:pPr marL="0" lvl="0" indent="0" algn="just" rtl="0">
              <a:lnSpc>
                <a:spcPct val="100000"/>
              </a:lnSpc>
              <a:spcBef>
                <a:spcPts val="1295"/>
              </a:spcBef>
              <a:spcAft>
                <a:spcPts val="0"/>
              </a:spcAft>
              <a:buClr>
                <a:schemeClr val="accent4"/>
              </a:buClr>
              <a:buSzPct val="100000"/>
              <a:buNone/>
            </a:pPr>
            <a:r>
              <a:rPr lang="en-US" sz="7000" b="1">
                <a:solidFill>
                  <a:schemeClr val="accent4"/>
                </a:solidFill>
                <a:latin typeface="Times New Roman"/>
                <a:ea typeface="Times New Roman"/>
                <a:cs typeface="Times New Roman"/>
                <a:sym typeface="Times New Roman"/>
              </a:rPr>
              <a:t>Thứ nhất:</a:t>
            </a:r>
            <a:r>
              <a:rPr lang="en-US" sz="7000" b="1">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10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hai: </a:t>
            </a:r>
            <a:r>
              <a:rPr lang="en-US" sz="7200" b="1">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10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ba:</a:t>
            </a:r>
            <a:r>
              <a:rPr lang="en-US" sz="7200" b="1">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10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bốn:</a:t>
            </a:r>
            <a:r>
              <a:rPr lang="en-US" sz="7200" b="1">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11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fontScale="92500" lnSpcReduction="20000"/>
          </a:bodyPr>
          <a:lstStyle/>
          <a:p>
            <a:pPr marL="0" lvl="0" indent="0" algn="just" rtl="0">
              <a:lnSpc>
                <a:spcPct val="100000"/>
              </a:lnSpc>
              <a:spcBef>
                <a:spcPts val="0"/>
              </a:spcBef>
              <a:spcAft>
                <a:spcPts val="0"/>
              </a:spcAft>
              <a:buClr>
                <a:schemeClr val="accent4"/>
              </a:buClr>
              <a:buSzPct val="100000"/>
              <a:buNone/>
            </a:pPr>
            <a:r>
              <a:rPr lang="en-US" sz="8000" b="1">
                <a:solidFill>
                  <a:schemeClr val="accent4"/>
                </a:solidFill>
                <a:latin typeface="Times New Roman"/>
                <a:ea typeface="Times New Roman"/>
                <a:cs typeface="Times New Roman"/>
                <a:sym typeface="Times New Roman"/>
              </a:rPr>
              <a:t>Thứ năm:</a:t>
            </a:r>
            <a:r>
              <a:rPr lang="en-US" sz="8000" b="1">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11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lnSpcReduction="10000"/>
          </a:bodyPr>
          <a:lstStyle/>
          <a:p>
            <a:pPr marL="0" lvl="0" indent="0" algn="just" rtl="0">
              <a:lnSpc>
                <a:spcPct val="100000"/>
              </a:lnSpc>
              <a:spcBef>
                <a:spcPts val="0"/>
              </a:spcBef>
              <a:spcAft>
                <a:spcPts val="0"/>
              </a:spcAft>
              <a:buClr>
                <a:schemeClr val="accent4"/>
              </a:buClr>
              <a:buSzPts val="7200"/>
              <a:buNone/>
            </a:pPr>
            <a:r>
              <a:rPr lang="en-US" sz="7200" b="1">
                <a:solidFill>
                  <a:schemeClr val="accent4"/>
                </a:solidFill>
                <a:latin typeface="Times New Roman"/>
                <a:ea typeface="Times New Roman"/>
                <a:cs typeface="Times New Roman"/>
                <a:sym typeface="Times New Roman"/>
              </a:rPr>
              <a:t>Thứ sáu:</a:t>
            </a:r>
            <a:r>
              <a:rPr lang="en-US" sz="7200" b="1">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marL="0" lvl="0" indent="0" algn="ctr" rtl="0">
              <a:lnSpc>
                <a:spcPct val="100000"/>
              </a:lnSpc>
              <a:spcBef>
                <a:spcPts val="255"/>
              </a:spcBef>
              <a:spcAft>
                <a:spcPts val="0"/>
              </a:spcAft>
              <a:buClr>
                <a:srgbClr val="888888"/>
              </a:buClr>
              <a:buSzPts val="1275"/>
              <a:buNone/>
            </a:pP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11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6600"/>
              <a:buNone/>
            </a:pPr>
            <a:r>
              <a:rPr lang="en-US" sz="6600" b="1">
                <a:solidFill>
                  <a:schemeClr val="accent4"/>
                </a:solidFill>
                <a:latin typeface="Times New Roman"/>
                <a:ea typeface="Times New Roman"/>
                <a:cs typeface="Times New Roman"/>
                <a:sym typeface="Times New Roman"/>
              </a:rPr>
              <a:t>Thứ bảy:</a:t>
            </a:r>
            <a:r>
              <a:rPr lang="en-US" sz="6600" b="1">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marL="0" lvl="0" indent="0" algn="ctr" rtl="0">
              <a:lnSpc>
                <a:spcPct val="100000"/>
              </a:lnSpc>
              <a:spcBef>
                <a:spcPts val="280"/>
              </a:spcBef>
              <a:spcAft>
                <a:spcPts val="0"/>
              </a:spcAft>
              <a:buClr>
                <a:srgbClr val="888888"/>
              </a:buClr>
              <a:buSzPts val="1400"/>
              <a:buNone/>
            </a:pP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11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accent4"/>
              </a:buClr>
              <a:buSzPts val="6600"/>
              <a:buNone/>
            </a:pPr>
            <a:r>
              <a:rPr lang="en-US" sz="6600" b="1">
                <a:solidFill>
                  <a:schemeClr val="accent4"/>
                </a:solidFill>
                <a:latin typeface="Times New Roman"/>
                <a:ea typeface="Times New Roman"/>
                <a:cs typeface="Times New Roman"/>
                <a:sym typeface="Times New Roman"/>
              </a:rPr>
              <a:t>Thứ tám:</a:t>
            </a:r>
            <a:r>
              <a:rPr lang="en-US" sz="6600" b="1">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marL="0" lvl="0" indent="0" algn="ctr" rtl="0">
              <a:lnSpc>
                <a:spcPct val="100000"/>
              </a:lnSpc>
              <a:spcBef>
                <a:spcPts val="280"/>
              </a:spcBef>
              <a:spcAft>
                <a:spcPts val="0"/>
              </a:spcAft>
              <a:buClr>
                <a:srgbClr val="888888"/>
              </a:buClr>
              <a:buSzPts val="1400"/>
              <a:buNone/>
            </a:pP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pic>
        <p:nvPicPr>
          <p:cNvPr id="653" name="Google Shape;653;hf002f62f5ca6d5c_0_8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g3f69acae762_0_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marL="0" lvl="0" indent="0" algn="ctr" rtl="0">
              <a:lnSpc>
                <a:spcPct val="90000"/>
              </a:lnSpc>
              <a:spcBef>
                <a:spcPts val="0"/>
              </a:spcBef>
              <a:spcAft>
                <a:spcPts val="0"/>
              </a:spcAft>
              <a:buClr>
                <a:schemeClr val="dk1"/>
              </a:buClr>
              <a:buSzPts val="4700"/>
              <a:buFont typeface="Times New Roman"/>
              <a:buNone/>
            </a:pPr>
            <a:r>
              <a:rPr lang="en-US" sz="4700" b="1">
                <a:solidFill>
                  <a:schemeClr val="accent4"/>
                </a:solidFill>
                <a:latin typeface="Times New Roman"/>
                <a:ea typeface="Times New Roman"/>
                <a:cs typeface="Times New Roman"/>
                <a:sym typeface="Times New Roman"/>
              </a:rPr>
              <a:t>NHẬP LỄ</a:t>
            </a:r>
            <a:br>
              <a:rPr lang="en-US" sz="4700" b="1">
                <a:latin typeface="Times New Roman"/>
                <a:ea typeface="Times New Roman"/>
                <a:cs typeface="Times New Roman"/>
                <a:sym typeface="Times New Roman"/>
              </a:rPr>
            </a:br>
            <a:r>
              <a:rPr lang="en-US" sz="6700" b="1">
                <a:solidFill>
                  <a:srgbClr val="FFFF00"/>
                </a:solidFill>
                <a:latin typeface="Times New Roman"/>
                <a:ea typeface="Times New Roman"/>
                <a:cs typeface="Times New Roman"/>
                <a:sym typeface="Times New Roman"/>
              </a:rPr>
              <a:t>HÃY ĐẾN TUNG HÔ</a:t>
            </a:r>
            <a:br>
              <a:rPr lang="en-US" sz="4700" b="1" i="0">
                <a:latin typeface="Times New Roman"/>
                <a:ea typeface="Times New Roman"/>
                <a:cs typeface="Times New Roman"/>
                <a:sym typeface="Times New Roman"/>
              </a:rPr>
            </a:br>
            <a:r>
              <a:rPr lang="en-US" sz="3300" b="1" i="1">
                <a:solidFill>
                  <a:schemeClr val="accent4"/>
                </a:solidFill>
                <a:latin typeface="Times New Roman"/>
                <a:ea typeface="Times New Roman"/>
                <a:cs typeface="Times New Roman"/>
                <a:sym typeface="Times New Roman"/>
              </a:rPr>
              <a:t>(Kim Long)</a:t>
            </a:r>
            <a:endParaRPr sz="3300" b="1">
              <a:solidFill>
                <a:schemeClr val="accent4"/>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g3f69acae762_0_1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Hãy đến tung hô Chúa reo mừng Đấng cứu thoát ta.</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g3f69acae762_0_2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Nào cùng đến trước Thiên nhan.</a:t>
            </a:r>
            <a:endParaRPr sz="75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Nào cùng đến trước Thiên nhan,</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g3f7156d7ccb_0_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dâng lời cảm tạ và tung hô Chúa.</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3faf5860435_0_1"/>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1. </a:t>
            </a:r>
            <a:r>
              <a:rPr lang="en-US" sz="7500" b="1">
                <a:solidFill>
                  <a:schemeClr val="lt1"/>
                </a:solidFill>
                <a:latin typeface="Times New Roman"/>
                <a:ea typeface="Times New Roman"/>
                <a:cs typeface="Times New Roman"/>
                <a:sym typeface="Times New Roman"/>
              </a:rPr>
              <a:t>Chúa là nguồn quang minh tâm trí con, </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g3faf5860435_0_5"/>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sáng soi trên đường thế gian mịt mù.</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hf002f62f5ca6d5c_0_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Dìu con tiến bước về nơi ước mong, dẫu ngàn nguy khó rắc gieo trên đường.</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hf002f62f5ca6d5c_0_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Hãy đến tung hô Chúa reo mừng Đấng cứu thoát ta.</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hf002f62f5ca6d5c_0_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Nào cùng đến trước Thiên nhan.</a:t>
            </a:r>
            <a:endParaRPr sz="75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Nào cùng đến trước Thiên nhan,</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pic>
        <p:nvPicPr>
          <p:cNvPr id="703" name="Google Shape;703;hf002f62f5ca6d5c_0_90"/>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g3d90891dc36_0_0"/>
          <p:cNvSpPr txBox="1">
            <a:spLocks noGrp="1"/>
          </p:cNvSpPr>
          <p:nvPr>
            <p:ph type="ctrTitle"/>
          </p:nvPr>
        </p:nvSpPr>
        <p:spPr>
          <a:xfrm>
            <a:off x="0" y="0"/>
            <a:ext cx="9144000" cy="595800"/>
          </a:xfrm>
          <a:prstGeom prst="rect">
            <a:avLst/>
          </a:prstGeom>
          <a:solidFill>
            <a:srgbClr val="002060"/>
          </a:solidFill>
          <a:ln>
            <a:noFill/>
          </a:ln>
        </p:spPr>
        <p:txBody>
          <a:bodyPr spcFirstLastPara="1" wrap="square" lIns="91425" tIns="0" rIns="91425" bIns="0" anchor="b" anchorCtr="0">
            <a:noAutofit/>
          </a:bodyPr>
          <a:lstStyle/>
          <a:p>
            <a:pPr marL="0" lvl="0" indent="0" algn="ctr" rtl="0">
              <a:lnSpc>
                <a:spcPct val="100000"/>
              </a:lnSpc>
              <a:spcBef>
                <a:spcPts val="0"/>
              </a:spcBef>
              <a:spcAft>
                <a:spcPts val="0"/>
              </a:spcAft>
              <a:buClr>
                <a:schemeClr val="accent4"/>
              </a:buClr>
              <a:buSzPts val="15840"/>
              <a:buFont typeface="Arial"/>
              <a:buNone/>
            </a:pPr>
            <a:r>
              <a:rPr lang="en-US" sz="4000" b="1">
                <a:solidFill>
                  <a:schemeClr val="accent4"/>
                </a:solidFill>
                <a:latin typeface="Times New Roman"/>
                <a:ea typeface="Times New Roman"/>
                <a:cs typeface="Times New Roman"/>
                <a:sym typeface="Times New Roman"/>
              </a:rPr>
              <a:t>KINH VINH DANH</a:t>
            </a:r>
            <a:endParaRPr sz="4000" b="1">
              <a:solidFill>
                <a:schemeClr val="accent2"/>
              </a:solidFill>
              <a:latin typeface="Times New Roman"/>
              <a:ea typeface="Times New Roman"/>
              <a:cs typeface="Times New Roman"/>
              <a:sym typeface="Times New Roman"/>
            </a:endParaRPr>
          </a:p>
        </p:txBody>
      </p:sp>
      <p:sp>
        <p:nvSpPr>
          <p:cNvPr id="709" name="Google Shape;709;g3d90891dc36_0_0"/>
          <p:cNvSpPr txBox="1"/>
          <p:nvPr/>
        </p:nvSpPr>
        <p:spPr>
          <a:xfrm>
            <a:off x="0" y="514350"/>
            <a:ext cx="9144000" cy="4629000"/>
          </a:xfrm>
          <a:prstGeom prst="rect">
            <a:avLst/>
          </a:prstGeom>
          <a:solidFill>
            <a:srgbClr val="002060"/>
          </a:solidFill>
          <a:ln>
            <a:noFill/>
          </a:ln>
        </p:spPr>
        <p:txBody>
          <a:bodyPr spcFirstLastPara="1" wrap="square" lIns="91425" tIns="0" rIns="91425" bIns="0" anchor="ctr" anchorCtr="0">
            <a:noAutofit/>
          </a:bodyPr>
          <a:lstStyle/>
          <a:p>
            <a:pPr marL="0" marR="0" lvl="0" indent="0" algn="just" rtl="0">
              <a:lnSpc>
                <a:spcPct val="100000"/>
              </a:lnSpc>
              <a:spcBef>
                <a:spcPts val="0"/>
              </a:spcBef>
              <a:spcAft>
                <a:spcPts val="0"/>
              </a:spcAft>
              <a:buClr>
                <a:srgbClr val="EE0000"/>
              </a:buClr>
              <a:buSzPts val="9600"/>
              <a:buFont typeface="Times"/>
              <a:buNone/>
            </a:pPr>
            <a:r>
              <a:rPr lang="en-US" sz="7600" b="1" i="0" u="none" strike="noStrike" cap="none">
                <a:solidFill>
                  <a:srgbClr val="FFFF00"/>
                </a:solidFill>
                <a:latin typeface="Times"/>
                <a:ea typeface="Times"/>
                <a:cs typeface="Times"/>
                <a:sym typeface="Times"/>
              </a:rPr>
              <a:t>CT:</a:t>
            </a:r>
            <a:r>
              <a:rPr lang="en-US" sz="7600" b="1" i="1" u="none" strike="noStrike" cap="none">
                <a:solidFill>
                  <a:srgbClr val="C00000"/>
                </a:solidFill>
                <a:latin typeface="Times"/>
                <a:ea typeface="Times"/>
                <a:cs typeface="Times"/>
                <a:sym typeface="Times"/>
              </a:rPr>
              <a:t> </a:t>
            </a:r>
            <a:r>
              <a:rPr lang="en-US" sz="7600" b="1" i="0" u="none" strike="noStrike" cap="none">
                <a:solidFill>
                  <a:schemeClr val="lt1"/>
                </a:solidFill>
                <a:latin typeface="Times"/>
                <a:ea typeface="Times"/>
                <a:cs typeface="Times"/>
                <a:sym typeface="Times"/>
              </a:rPr>
              <a:t>Vinh danh Thiên Chúa trên các tầng trời</a:t>
            </a:r>
            <a:endParaRPr sz="7600" b="1" i="0" u="none" strike="noStrike" cap="none">
              <a:solidFill>
                <a:schemeClr val="lt1"/>
              </a:solidFill>
              <a:latin typeface="Times"/>
              <a:ea typeface="Times"/>
              <a:cs typeface="Times"/>
              <a:sym typeface="Times"/>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g3ab13fdb44f_0_29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FF3399"/>
              </a:buClr>
              <a:buSzPts val="9600"/>
              <a:buFont typeface="Times"/>
              <a:buNone/>
            </a:pPr>
            <a:r>
              <a:rPr lang="en-US" sz="7600" b="1">
                <a:solidFill>
                  <a:srgbClr val="FF3399"/>
                </a:solidFill>
                <a:latin typeface="Times"/>
                <a:ea typeface="Times"/>
                <a:cs typeface="Times"/>
                <a:sym typeface="Times"/>
              </a:rPr>
              <a:t>A+B: </a:t>
            </a:r>
            <a:r>
              <a:rPr lang="en-US" sz="7600" b="1">
                <a:solidFill>
                  <a:schemeClr val="lt1"/>
                </a:solidFill>
                <a:latin typeface="Times"/>
                <a:ea typeface="Times"/>
                <a:cs typeface="Times"/>
                <a:sym typeface="Times"/>
              </a:rPr>
              <a:t>và bình an dưới thế cho người thiện tâm.</a:t>
            </a:r>
            <a:endParaRPr sz="7600" b="1">
              <a:solidFill>
                <a:schemeClr val="lt1"/>
              </a:solidFill>
              <a:latin typeface="Times"/>
              <a:ea typeface="Times"/>
              <a:cs typeface="Times"/>
              <a:sym typeface="Times"/>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20"/>
        <p:cNvGrpSpPr/>
        <p:nvPr/>
      </p:nvGrpSpPr>
      <p:grpSpPr>
        <a:xfrm>
          <a:off x="0" y="0"/>
          <a:ext cx="0" cy="0"/>
          <a:chOff x="0" y="0"/>
          <a:chExt cx="0" cy="0"/>
        </a:xfrm>
      </p:grpSpPr>
      <p:sp>
        <p:nvSpPr>
          <p:cNvPr id="721" name="Google Shape;721;g3ab13fdb44f_0_30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Chúng con ca ngợi Chúa,</a:t>
            </a:r>
            <a:br>
              <a:rPr lang="en-US" sz="7600" b="1">
                <a:latin typeface="Times"/>
                <a:ea typeface="Times"/>
                <a:cs typeface="Times"/>
                <a:sym typeface="Times"/>
              </a:rPr>
            </a:br>
            <a:r>
              <a:rPr lang="en-US" sz="7600" b="1">
                <a:solidFill>
                  <a:srgbClr val="FFFF00"/>
                </a:solidFill>
                <a:latin typeface="Times"/>
                <a:ea typeface="Times"/>
                <a:cs typeface="Times"/>
                <a:sym typeface="Times"/>
              </a:rPr>
              <a:t>B:</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chúc tụng Chúa,</a:t>
            </a:r>
            <a:endParaRPr sz="7600" b="1">
              <a:solidFill>
                <a:schemeClr val="lt1"/>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g3ab13fdb44f_0_30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thờ lạy Chúa,</a:t>
            </a:r>
            <a:br>
              <a:rPr lang="en-US" sz="7600" b="1">
                <a:latin typeface="Times"/>
                <a:ea typeface="Times"/>
                <a:cs typeface="Times"/>
                <a:sym typeface="Times"/>
              </a:rPr>
            </a:b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chúng con tôn vinh Chúa,</a:t>
            </a:r>
            <a:endParaRPr sz="7600" b="1">
              <a:solidFill>
                <a:schemeClr val="lt1"/>
              </a:solidFill>
              <a:latin typeface="Times"/>
              <a:ea typeface="Times"/>
              <a:cs typeface="Times"/>
              <a:sym typeface="Times"/>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3ab13fdb44f_0_31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g3ab13fdb44f_0_31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200"/>
              <a:buFont typeface="Times"/>
              <a:buNone/>
            </a:pPr>
            <a:r>
              <a:rPr lang="en-US" sz="7600" b="1">
                <a:solidFill>
                  <a:srgbClr val="FFFF00"/>
                </a:solidFill>
                <a:latin typeface="Times"/>
                <a:ea typeface="Times"/>
                <a:cs typeface="Times"/>
                <a:sym typeface="Times"/>
              </a:rPr>
              <a:t>B:</a:t>
            </a:r>
            <a:r>
              <a:rPr lang="en-US" sz="7600" b="1">
                <a:latin typeface="Times"/>
                <a:ea typeface="Times"/>
                <a:cs typeface="Times"/>
                <a:sym typeface="Times"/>
              </a:rPr>
              <a:t> </a:t>
            </a:r>
            <a:r>
              <a:rPr lang="en-US" sz="7600" b="1">
                <a:solidFill>
                  <a:schemeClr val="lt1"/>
                </a:solidFill>
                <a:latin typeface="Times"/>
                <a:ea typeface="Times"/>
                <a:cs typeface="Times"/>
                <a:sym typeface="Times"/>
              </a:rPr>
              <a:t>Lạy Chúa là Thiên Chúa, là Vua trên trời, là Chúa Cha toàn năng.</a:t>
            </a:r>
            <a:endParaRPr sz="7600" b="1">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3ab13fdb44f_0_32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80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3ab13fdb44f_0_32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7200"/>
              <a:buFont typeface="Times"/>
              <a:buNone/>
            </a:pPr>
            <a:r>
              <a:rPr lang="en-US" sz="7600" b="1">
                <a:solidFill>
                  <a:srgbClr val="FFFF00"/>
                </a:solidFill>
                <a:latin typeface="Times"/>
                <a:ea typeface="Times"/>
                <a:cs typeface="Times"/>
                <a:sym typeface="Times"/>
              </a:rPr>
              <a:t>B:</a:t>
            </a:r>
            <a:r>
              <a:rPr lang="en-US" sz="7600" b="1">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g3ab13fdb44f_0_33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Chúa xóa tội trần gian, xin thương xót chúng con,</a:t>
            </a:r>
            <a:endParaRPr sz="7600" b="1">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g3ab13fdb44f_0_33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000"/>
              <a:buFont typeface="Times"/>
              <a:buNone/>
            </a:pP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g3ab13fdb44f_0_34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Chúa ngự bên hữu Ðức Chúa Cha, xin thương xót chúng con.</a:t>
            </a:r>
            <a:endParaRPr sz="7600" b="1">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g3ab13fdb44f_0_34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800"/>
              <a:buFont typeface="Times"/>
              <a:buNone/>
            </a:pP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3ab13fdb44f_0_35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dk1"/>
              </a:buClr>
              <a:buSzPts val="8000"/>
              <a:buFont typeface="Times"/>
              <a:buNone/>
            </a:pPr>
            <a:r>
              <a:rPr lang="en-US" sz="7600" b="1">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g3ab13fdb44f_0_35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FF3399"/>
              </a:buClr>
              <a:buSzPts val="7200"/>
              <a:buFont typeface="Times"/>
              <a:buNone/>
            </a:pPr>
            <a:r>
              <a:rPr lang="en-US" sz="7200" b="1">
                <a:solidFill>
                  <a:srgbClr val="FF3399"/>
                </a:solidFill>
                <a:latin typeface="Times"/>
                <a:ea typeface="Times"/>
                <a:cs typeface="Times"/>
                <a:sym typeface="Times"/>
              </a:rPr>
              <a:t>A+B: </a:t>
            </a:r>
            <a:r>
              <a:rPr lang="en-US" sz="7200" b="1">
                <a:solidFill>
                  <a:schemeClr val="lt1"/>
                </a:solidFill>
                <a:latin typeface="Times"/>
                <a:ea typeface="Times"/>
                <a:cs typeface="Times"/>
                <a:sym typeface="Times"/>
              </a:rPr>
              <a:t>Cùng Ðức Chúa Thánh Thần trong vinh quang Ðức Chúa Cha.</a:t>
            </a:r>
            <a:r>
              <a:rPr lang="en-US" sz="7200" b="1">
                <a:latin typeface="Times"/>
                <a:ea typeface="Times"/>
                <a:cs typeface="Times"/>
                <a:sym typeface="Times"/>
              </a:rPr>
              <a:t> </a:t>
            </a:r>
            <a:r>
              <a:rPr lang="en-US" sz="7200" b="1">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pic>
        <p:nvPicPr>
          <p:cNvPr id="792" name="Google Shape;792;hf002f62f5ca6d5c_0_94"/>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6"/>
        <p:cNvGrpSpPr/>
        <p:nvPr/>
      </p:nvGrpSpPr>
      <p:grpSpPr>
        <a:xfrm>
          <a:off x="0" y="0"/>
          <a:ext cx="0" cy="0"/>
          <a:chOff x="0" y="0"/>
          <a:chExt cx="0" cy="0"/>
        </a:xfrm>
      </p:grpSpPr>
      <p:sp>
        <p:nvSpPr>
          <p:cNvPr id="797" name="Google Shape;797;g3d48ab63a6f_0_9"/>
          <p:cNvSpPr/>
          <p:nvPr/>
        </p:nvSpPr>
        <p:spPr>
          <a:xfrm>
            <a:off x="1143" y="0"/>
            <a:ext cx="9141600" cy="5143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798" name="Google Shape;798;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g3e6e2da66e2_0_6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marL="0" lvl="0" indent="0" algn="ctr" rtl="0">
              <a:lnSpc>
                <a:spcPct val="90000"/>
              </a:lnSpc>
              <a:spcBef>
                <a:spcPts val="0"/>
              </a:spcBef>
              <a:spcAft>
                <a:spcPts val="0"/>
              </a:spcAft>
              <a:buClr>
                <a:schemeClr val="dk1"/>
              </a:buClr>
              <a:buSzPts val="4700"/>
              <a:buFont typeface="Times New Roman"/>
              <a:buNone/>
            </a:pPr>
            <a:r>
              <a:rPr lang="en-US" sz="4700" b="1">
                <a:solidFill>
                  <a:schemeClr val="accent4"/>
                </a:solidFill>
                <a:latin typeface="Times New Roman"/>
                <a:ea typeface="Times New Roman"/>
                <a:cs typeface="Times New Roman"/>
                <a:sym typeface="Times New Roman"/>
              </a:rPr>
              <a:t>ĐÁP CA</a:t>
            </a:r>
            <a:br>
              <a:rPr lang="en-US" sz="4700" b="1">
                <a:latin typeface="Times New Roman"/>
                <a:ea typeface="Times New Roman"/>
                <a:cs typeface="Times New Roman"/>
                <a:sym typeface="Times New Roman"/>
              </a:rPr>
            </a:br>
            <a:r>
              <a:rPr lang="en-US" sz="6700" b="1">
                <a:solidFill>
                  <a:srgbClr val="FFFF00"/>
                </a:solidFill>
                <a:latin typeface="Times New Roman"/>
                <a:ea typeface="Times New Roman"/>
                <a:cs typeface="Times New Roman"/>
                <a:sym typeface="Times New Roman"/>
              </a:rPr>
              <a:t>THÁNH VỊNH 144</a:t>
            </a:r>
            <a:br>
              <a:rPr lang="en-US" sz="4700" b="1" i="0">
                <a:latin typeface="Times New Roman"/>
                <a:ea typeface="Times New Roman"/>
                <a:cs typeface="Times New Roman"/>
                <a:sym typeface="Times New Roman"/>
              </a:rPr>
            </a:br>
            <a:r>
              <a:rPr lang="en-US" sz="4700" b="1" i="1">
                <a:solidFill>
                  <a:schemeClr val="accent4"/>
                </a:solidFill>
                <a:latin typeface="Times New Roman"/>
                <a:ea typeface="Times New Roman"/>
                <a:cs typeface="Times New Roman"/>
                <a:sym typeface="Times New Roman"/>
              </a:rPr>
              <a:t>(Lm. Thái Nguyên)</a:t>
            </a:r>
            <a:br>
              <a:rPr lang="en-US" sz="4700" b="1" i="1">
                <a:solidFill>
                  <a:schemeClr val="accent4"/>
                </a:solidFill>
                <a:latin typeface="Times New Roman"/>
                <a:ea typeface="Times New Roman"/>
                <a:cs typeface="Times New Roman"/>
                <a:sym typeface="Times New Roman"/>
              </a:rPr>
            </a:br>
            <a:r>
              <a:rPr lang="en-US" sz="4700" b="1" i="1">
                <a:solidFill>
                  <a:schemeClr val="accent4"/>
                </a:solidFill>
                <a:latin typeface="Times New Roman"/>
                <a:ea typeface="Times New Roman"/>
                <a:cs typeface="Times New Roman"/>
                <a:sym typeface="Times New Roman"/>
              </a:rPr>
              <a:t>(03 câu)</a:t>
            </a:r>
            <a:endParaRPr sz="4700" b="1">
              <a:solidFill>
                <a:schemeClr val="accent4"/>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g3e6e2da66e2_0_7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000" b="1">
                <a:solidFill>
                  <a:srgbClr val="FFFF00"/>
                </a:solidFill>
                <a:latin typeface="Times New Roman"/>
                <a:ea typeface="Times New Roman"/>
                <a:cs typeface="Times New Roman"/>
                <a:sym typeface="Times New Roman"/>
              </a:rPr>
              <a:t>1. </a:t>
            </a:r>
            <a:r>
              <a:rPr lang="en-US" sz="7000" b="1">
                <a:solidFill>
                  <a:schemeClr val="lt1"/>
                </a:solidFill>
                <a:latin typeface="Times New Roman"/>
                <a:ea typeface="Times New Roman"/>
                <a:cs typeface="Times New Roman"/>
                <a:sym typeface="Times New Roman"/>
              </a:rPr>
              <a:t>Hằng ngày con sẽ chúc tụng Chúa, và con xin ca ngợi danh Ngài tới muôn muôn đời. </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g3faf5860435_0_1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000" b="1">
                <a:solidFill>
                  <a:schemeClr val="lt1"/>
                </a:solidFill>
                <a:latin typeface="Times New Roman"/>
                <a:ea typeface="Times New Roman"/>
                <a:cs typeface="Times New Roman"/>
                <a:sym typeface="Times New Roman"/>
              </a:rPr>
              <a:t>Chúa vĩ đại và rất đáng ngợi khen. Chúa cao vượt nào ai đo lường được.</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3e26ec1f821_0_2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Chúa ở gần Chúa luôn ở gần những ai kêu cầu Ngài.</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g3f282feffb0_0_1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100" b="1">
                <a:solidFill>
                  <a:srgbClr val="FFFF00"/>
                </a:solidFill>
                <a:latin typeface="Times New Roman"/>
                <a:ea typeface="Times New Roman"/>
                <a:cs typeface="Times New Roman"/>
                <a:sym typeface="Times New Roman"/>
              </a:rPr>
              <a:t>2. </a:t>
            </a:r>
            <a:r>
              <a:rPr lang="en-US" sz="7100" b="1">
                <a:solidFill>
                  <a:schemeClr val="lt1"/>
                </a:solidFill>
                <a:latin typeface="Times New Roman"/>
                <a:ea typeface="Times New Roman"/>
                <a:cs typeface="Times New Roman"/>
                <a:sym typeface="Times New Roman"/>
              </a:rPr>
              <a:t>Ngài là Thiên Chúa luôn từ ái, và luôn yêu thương hết mọi người chẳng bao giờ cùng.</a:t>
            </a:r>
            <a:endParaRPr sz="7100" b="1">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3f282feffb0_0_2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100" b="1">
                <a:solidFill>
                  <a:schemeClr val="lt1"/>
                </a:solidFill>
                <a:latin typeface="Times New Roman"/>
                <a:ea typeface="Times New Roman"/>
                <a:cs typeface="Times New Roman"/>
                <a:sym typeface="Times New Roman"/>
              </a:rPr>
              <a:t>Phúc ân Ngài hằng chan chứa đầy dư, Chúa nhân từ tạo tác bao kỳ công.</a:t>
            </a:r>
            <a:endParaRPr sz="7100" b="1">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3fb3359abd2_0_2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Chúa ở gần Chúa luôn ở gần những ai kêu cầu Ngài.</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g3fb2dc0a37c_0_12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6900" b="1">
                <a:solidFill>
                  <a:srgbClr val="FFFF00"/>
                </a:solidFill>
                <a:latin typeface="Times New Roman"/>
                <a:ea typeface="Times New Roman"/>
                <a:cs typeface="Times New Roman"/>
                <a:sym typeface="Times New Roman"/>
              </a:rPr>
              <a:t>3. </a:t>
            </a:r>
            <a:r>
              <a:rPr lang="en-US" sz="6900" b="1">
                <a:solidFill>
                  <a:schemeClr val="lt1"/>
                </a:solidFill>
                <a:latin typeface="Times New Roman"/>
                <a:ea typeface="Times New Roman"/>
                <a:cs typeface="Times New Roman"/>
                <a:sym typeface="Times New Roman"/>
              </a:rPr>
              <a:t>Ngài hằng công minh trong đường lối, và luôn thánh đức trong việc làm tín trung mọi điều. </a:t>
            </a:r>
            <a:endParaRPr sz="6900" b="1">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g3fb2dc0a37c_0_12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100" b="1">
                <a:solidFill>
                  <a:schemeClr val="lt1"/>
                </a:solidFill>
                <a:latin typeface="Times New Roman"/>
                <a:ea typeface="Times New Roman"/>
                <a:cs typeface="Times New Roman"/>
                <a:sym typeface="Times New Roman"/>
              </a:rPr>
              <a:t>Chúa ở gần mọi kẻ khấn cầu luôn, những ai lòng thành tâm kính sợ Ngài.</a:t>
            </a:r>
            <a:endParaRPr sz="7100" b="1">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g3fb3359abd2_0_3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Chúa ở gần Chúa luôn ở gần những ai kêu cầu Ngài.</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52"/>
        <p:cNvGrpSpPr/>
        <p:nvPr/>
      </p:nvGrpSpPr>
      <p:grpSpPr>
        <a:xfrm>
          <a:off x="0" y="0"/>
          <a:ext cx="0" cy="0"/>
          <a:chOff x="0" y="0"/>
          <a:chExt cx="0" cy="0"/>
        </a:xfrm>
      </p:grpSpPr>
      <p:sp>
        <p:nvSpPr>
          <p:cNvPr id="853" name="Google Shape;853;g3d89366497e_0_44"/>
          <p:cNvSpPr/>
          <p:nvPr/>
        </p:nvSpPr>
        <p:spPr>
          <a:xfrm>
            <a:off x="1143" y="0"/>
            <a:ext cx="9141600" cy="5143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854" name="Google Shape;854;g3d89366497e_0_4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p156"/>
          <p:cNvSpPr txBox="1">
            <a:spLocks noGrp="1"/>
          </p:cNvSpPr>
          <p:nvPr>
            <p:ph type="ctrTitle"/>
          </p:nvPr>
        </p:nvSpPr>
        <p:spPr>
          <a:xfrm>
            <a:off x="0" y="497175"/>
            <a:ext cx="9144000" cy="4646100"/>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rgbClr val="EE0000"/>
              </a:buClr>
              <a:buSzPts val="8000"/>
              <a:buFont typeface="Times"/>
              <a:buNone/>
            </a:pPr>
            <a:r>
              <a:rPr lang="en-US" sz="5700" b="1" i="1">
                <a:solidFill>
                  <a:srgbClr val="FFFF00"/>
                </a:solidFill>
                <a:latin typeface="Times New Roman"/>
                <a:ea typeface="Times New Roman"/>
                <a:cs typeface="Times New Roman"/>
                <a:sym typeface="Times New Roman"/>
              </a:rPr>
              <a:t>All… All…</a:t>
            </a:r>
            <a:r>
              <a:rPr lang="en-US" sz="7200" b="1" i="1">
                <a:solidFill>
                  <a:srgbClr val="EE0000"/>
                </a:solidFill>
                <a:latin typeface="Times New Roman"/>
                <a:ea typeface="Times New Roman"/>
                <a:cs typeface="Times New Roman"/>
                <a:sym typeface="Times New Roman"/>
              </a:rPr>
              <a:t> </a:t>
            </a:r>
            <a:br>
              <a:rPr lang="en-US" sz="7400" b="1" i="1">
                <a:solidFill>
                  <a:srgbClr val="EE0000"/>
                </a:solidFill>
                <a:latin typeface="Times New Roman"/>
                <a:ea typeface="Times New Roman"/>
                <a:cs typeface="Times New Roman"/>
                <a:sym typeface="Times New Roman"/>
              </a:rPr>
            </a:br>
            <a:r>
              <a:rPr lang="en-US" sz="7200" b="1">
                <a:solidFill>
                  <a:schemeClr val="lt1"/>
                </a:solidFill>
                <a:latin typeface="Times New Roman"/>
                <a:ea typeface="Times New Roman"/>
                <a:cs typeface="Times New Roman"/>
                <a:sym typeface="Times New Roman"/>
              </a:rPr>
              <a:t>Chúc tụng Đức Vua Đấng nhân danh Chúa mà đến.</a:t>
            </a:r>
            <a:endParaRPr sz="7200" b="1" i="1">
              <a:solidFill>
                <a:schemeClr val="lt1"/>
              </a:solidFill>
              <a:latin typeface="Times New Roman"/>
              <a:ea typeface="Times New Roman"/>
              <a:cs typeface="Times New Roman"/>
              <a:sym typeface="Times New Roman"/>
            </a:endParaRPr>
          </a:p>
        </p:txBody>
      </p:sp>
      <p:sp>
        <p:nvSpPr>
          <p:cNvPr id="861" name="Google Shape;861;p156"/>
          <p:cNvSpPr txBox="1"/>
          <p:nvPr/>
        </p:nvSpPr>
        <p:spPr>
          <a:xfrm>
            <a:off x="0" y="-50800"/>
            <a:ext cx="9144000" cy="635000"/>
          </a:xfrm>
          <a:prstGeom prst="rect">
            <a:avLst/>
          </a:prstGeom>
          <a:solidFill>
            <a:srgbClr val="002060"/>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FF0000"/>
              </a:buClr>
              <a:buSzPts val="3200"/>
              <a:buFont typeface="Times New Roman"/>
              <a:buNone/>
            </a:pPr>
            <a:r>
              <a:rPr lang="en-US" sz="3200" b="1" i="0" u="none" strike="noStrike" cap="none">
                <a:solidFill>
                  <a:schemeClr val="accent2"/>
                </a:solidFill>
                <a:latin typeface="Times New Roman"/>
                <a:ea typeface="Times New Roman"/>
                <a:cs typeface="Times New Roman"/>
                <a:sym typeface="Times New Roman"/>
              </a:rPr>
              <a:t>TUNG HÔ TIN MỪNG</a:t>
            </a:r>
            <a:endParaRPr sz="3200" b="1" i="0" u="none" strike="noStrike" cap="none">
              <a:solidFill>
                <a:schemeClr val="accent2"/>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3b224b7d20a_0_9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dk1"/>
              </a:buClr>
              <a:buSzPts val="8000"/>
              <a:buFont typeface="Times"/>
              <a:buNone/>
            </a:pPr>
            <a:r>
              <a:rPr lang="en-US" sz="6800" b="1">
                <a:solidFill>
                  <a:schemeClr val="lt1"/>
                </a:solidFill>
                <a:latin typeface="Times New Roman"/>
                <a:ea typeface="Times New Roman"/>
                <a:cs typeface="Times New Roman"/>
                <a:sym typeface="Times New Roman"/>
              </a:rPr>
              <a:t>Bình an trên trời và vinh quang trên các tầng trời. </a:t>
            </a:r>
            <a:r>
              <a:rPr lang="en-US" sz="6800" b="1" i="1">
                <a:solidFill>
                  <a:srgbClr val="FFFF00"/>
                </a:solidFill>
                <a:latin typeface="Times New Roman"/>
                <a:ea typeface="Times New Roman"/>
                <a:cs typeface="Times New Roman"/>
                <a:sym typeface="Times New Roman"/>
              </a:rPr>
              <a:t>All..</a:t>
            </a:r>
            <a:endParaRPr sz="6800" b="1">
              <a:solidFill>
                <a:srgbClr val="FFFF00"/>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pic>
        <p:nvPicPr>
          <p:cNvPr id="871" name="Google Shape;871;g3baa6357486_0_13"/>
          <p:cNvPicPr preferRelativeResize="0"/>
          <p:nvPr/>
        </p:nvPicPr>
        <p:blipFill>
          <a:blip r:embed="rId3">
            <a:alphaModFix/>
          </a:blip>
          <a:stretch>
            <a:fillRect/>
          </a:stretch>
        </p:blipFill>
        <p:spPr>
          <a:xfrm>
            <a:off x="0" y="0"/>
            <a:ext cx="9143990" cy="514350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pic>
        <p:nvPicPr>
          <p:cNvPr id="876" name="Google Shape;876;hf002f62f5ca6d5c_0_98"/>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159"/>
          <p:cNvSpPr txBox="1">
            <a:spLocks noGrp="1"/>
          </p:cNvSpPr>
          <p:nvPr>
            <p:ph type="ctrTitle"/>
          </p:nvPr>
        </p:nvSpPr>
        <p:spPr>
          <a:xfrm>
            <a:off x="0" y="514351"/>
            <a:ext cx="9144000" cy="4629148"/>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7200"/>
              <a:buFont typeface="Times"/>
              <a:buNone/>
            </a:pPr>
            <a:r>
              <a:rPr lang="en-US" sz="7200" b="1">
                <a:solidFill>
                  <a:schemeClr val="accent4"/>
                </a:solidFill>
                <a:latin typeface="Times"/>
                <a:ea typeface="Times"/>
                <a:cs typeface="Times"/>
                <a:sym typeface="Times"/>
              </a:rPr>
              <a:t>CT: </a:t>
            </a:r>
            <a:r>
              <a:rPr lang="en-US" sz="7200" b="1">
                <a:solidFill>
                  <a:schemeClr val="lt1"/>
                </a:solidFill>
                <a:latin typeface="Times"/>
                <a:ea typeface="Times"/>
                <a:cs typeface="Times"/>
                <a:sym typeface="Times"/>
              </a:rPr>
              <a:t>Tôi tin kính một Thiên Chúa là Cha toàn năng.</a:t>
            </a:r>
            <a:endParaRPr/>
          </a:p>
        </p:txBody>
      </p:sp>
      <p:sp>
        <p:nvSpPr>
          <p:cNvPr id="882" name="Google Shape;882;p159"/>
          <p:cNvSpPr txBox="1"/>
          <p:nvPr/>
        </p:nvSpPr>
        <p:spPr>
          <a:xfrm>
            <a:off x="0" y="0"/>
            <a:ext cx="9144000" cy="738100"/>
          </a:xfrm>
          <a:prstGeom prst="rect">
            <a:avLst/>
          </a:prstGeom>
          <a:solidFill>
            <a:srgbClr val="00206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4"/>
              </a:buClr>
              <a:buSzPts val="3600"/>
              <a:buFont typeface="Times New Roman"/>
              <a:buNone/>
            </a:pPr>
            <a:r>
              <a:rPr lang="en-US" sz="3600" b="1" i="0" u="none" strike="noStrike" cap="none">
                <a:solidFill>
                  <a:schemeClr val="accent4"/>
                </a:solidFill>
                <a:latin typeface="Times New Roman"/>
                <a:ea typeface="Times New Roman"/>
                <a:cs typeface="Times New Roman"/>
                <a:sym typeface="Times New Roman"/>
              </a:rPr>
              <a:t>KINH TIN KÍNH</a:t>
            </a:r>
            <a:endParaRPr sz="3600" b="1" i="0" u="none" strike="noStrike" cap="none">
              <a:solidFill>
                <a:schemeClr val="accent4"/>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p160"/>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161"/>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162"/>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sinh bởi Đức Chúa Cha từ trước muôn đời.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16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là Thiên Chúa bởi Thiên Chúa, Ánh Sáng bởi Ánh Sáng,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16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165"/>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đồng bản thể với Đức Chúa Cha: nhờ Người mà muôn vật được tạo thành.</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166"/>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16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000"/>
              <a:buFont typeface="Times"/>
              <a:buNone/>
            </a:pPr>
            <a:r>
              <a:rPr lang="en-US" sz="6800" b="1">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sz="6800" b="1">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168"/>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chịu đóng đinh vào thập giá vì chúng ta, Thời quan Phong-xi-ô Phi-la-tô;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169"/>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170"/>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171"/>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để phán xét kẻ sống và kẻ chết, Nước Người sẽ không bao giờ cùng.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p172"/>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tin kính Đức Chúa Thánh Thần là Thiên Chúa và là Đấng ban sự sống,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p17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bởi Đức Chúa Cha và Đức Chúa Con mà ra.</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17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được phụng thờ và tôn vinh cùng với Đức Chúa Cha và Đức Chúa Con.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175"/>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đã dùng các Tiên tri mà phán dạy.</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176"/>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tin Hội Thánh duy nhất, thánh thiện, công giáo và tông truyền.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p17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tuyên xưng có một Phép Rửa để tha tội.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p178"/>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trông đợi kẻ chết sống lại và sự sống đời sau. Amen.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pic>
        <p:nvPicPr>
          <p:cNvPr id="982" name="Google Shape;982;hf002f62f5ca6d5c_0_102"/>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3f95afb83fa_0_24"/>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marL="0" lvl="0" indent="0" algn="ctr" rtl="0">
              <a:lnSpc>
                <a:spcPct val="90000"/>
              </a:lnSpc>
              <a:spcBef>
                <a:spcPts val="0"/>
              </a:spcBef>
              <a:spcAft>
                <a:spcPts val="0"/>
              </a:spcAft>
              <a:buClr>
                <a:schemeClr val="dk1"/>
              </a:buClr>
              <a:buSzPts val="4700"/>
              <a:buFont typeface="Times New Roman"/>
              <a:buNone/>
            </a:pPr>
            <a:r>
              <a:rPr lang="en-US" sz="4700" b="1">
                <a:solidFill>
                  <a:schemeClr val="accent4"/>
                </a:solidFill>
                <a:latin typeface="Times New Roman"/>
                <a:ea typeface="Times New Roman"/>
                <a:cs typeface="Times New Roman"/>
                <a:sym typeface="Times New Roman"/>
              </a:rPr>
              <a:t>DÂNG LỄ</a:t>
            </a:r>
            <a:br>
              <a:rPr lang="en-US" sz="4700" b="1">
                <a:latin typeface="Times New Roman"/>
                <a:ea typeface="Times New Roman"/>
                <a:cs typeface="Times New Roman"/>
                <a:sym typeface="Times New Roman"/>
              </a:rPr>
            </a:br>
            <a:r>
              <a:rPr lang="en-US" sz="6700" b="1">
                <a:solidFill>
                  <a:srgbClr val="FFFF00"/>
                </a:solidFill>
                <a:latin typeface="Times New Roman"/>
                <a:ea typeface="Times New Roman"/>
                <a:cs typeface="Times New Roman"/>
                <a:sym typeface="Times New Roman"/>
              </a:rPr>
              <a:t>LÀ ĐÂY CỦA LỄ</a:t>
            </a:r>
            <a:endParaRPr sz="6700" b="1">
              <a:solidFill>
                <a:srgbClr val="FFFF00"/>
              </a:solidFill>
              <a:latin typeface="Times New Roman"/>
              <a:ea typeface="Times New Roman"/>
              <a:cs typeface="Times New Roman"/>
              <a:sym typeface="Times New Roman"/>
            </a:endParaRPr>
          </a:p>
          <a:p>
            <a:pPr marL="0" lvl="0" indent="0" algn="ctr" rtl="0">
              <a:lnSpc>
                <a:spcPct val="90000"/>
              </a:lnSpc>
              <a:spcBef>
                <a:spcPts val="0"/>
              </a:spcBef>
              <a:spcAft>
                <a:spcPts val="0"/>
              </a:spcAft>
              <a:buClr>
                <a:schemeClr val="dk1"/>
              </a:buClr>
              <a:buSzPts val="4700"/>
              <a:buFont typeface="Times New Roman"/>
              <a:buNone/>
            </a:pPr>
            <a:r>
              <a:rPr lang="en-US" sz="4700" b="1" i="1">
                <a:solidFill>
                  <a:schemeClr val="accent4"/>
                </a:solidFill>
                <a:latin typeface="Times New Roman"/>
                <a:ea typeface="Times New Roman"/>
                <a:cs typeface="Times New Roman"/>
                <a:sym typeface="Times New Roman"/>
              </a:rPr>
              <a:t>(Ngọc Linh)</a:t>
            </a:r>
            <a:endParaRPr sz="6700" b="1">
              <a:solidFill>
                <a:srgbClr val="FFFF00"/>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g3f69acae762_0_12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1. </a:t>
            </a:r>
            <a:r>
              <a:rPr lang="en-US" sz="7500" b="1">
                <a:solidFill>
                  <a:schemeClr val="lt1"/>
                </a:solidFill>
                <a:latin typeface="Times New Roman"/>
                <a:ea typeface="Times New Roman"/>
                <a:cs typeface="Times New Roman"/>
                <a:sym typeface="Times New Roman"/>
              </a:rPr>
              <a:t>Với những lao nhọc mồ hôi nước mắt, với những ưu phiền và những xót xa,</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3f69acae762_0_12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là đây của lễ tiến dâng về Cha, là đây của lễ, lễ dâng mọn hèn.</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3fac4c6c2fc_0_7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Xin cho cuộc đời con như bánh rượu lừng hương.</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hf002f62f5ca6d5c_0_1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Xin cho cuộc đời con luôn sáng ngời yêu thương.</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3fb3359abd2_0_4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400" b="1">
                <a:solidFill>
                  <a:srgbClr val="FFFF00"/>
                </a:solidFill>
                <a:latin typeface="Times New Roman"/>
                <a:ea typeface="Times New Roman"/>
                <a:cs typeface="Times New Roman"/>
                <a:sym typeface="Times New Roman"/>
              </a:rPr>
              <a:t>2. </a:t>
            </a:r>
            <a:r>
              <a:rPr lang="en-US" sz="7400" b="1">
                <a:solidFill>
                  <a:schemeClr val="lt1"/>
                </a:solidFill>
                <a:latin typeface="Times New Roman"/>
                <a:ea typeface="Times New Roman"/>
                <a:cs typeface="Times New Roman"/>
                <a:sym typeface="Times New Roman"/>
              </a:rPr>
              <a:t>Với những vui buồn thời gian lớp lớp, với những kiếm tìm và những ước mơ,</a:t>
            </a:r>
            <a:endParaRPr sz="7400" b="1">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3fb3359abd2_0_4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là đây của lễ tiến dâng về Cha, là đây của lễ, lễ dâng mọn hèn.</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hf002f62f5ca6d5c_0_3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Xin cho cuộc đời con như bánh rượu lừng hương.</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hf002f62f5ca6d5c_0_3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Xin cho cuộc đời con luôn sáng ngời yêu thương.</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hf002f62f5ca6d5c_0_1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3. </a:t>
            </a:r>
            <a:r>
              <a:rPr lang="en-US" sz="7500" b="1">
                <a:solidFill>
                  <a:schemeClr val="lt1"/>
                </a:solidFill>
                <a:latin typeface="Times New Roman"/>
                <a:ea typeface="Times New Roman"/>
                <a:cs typeface="Times New Roman"/>
                <a:sym typeface="Times New Roman"/>
              </a:rPr>
              <a:t>Với những oán hờn nhỏ nhen cố chấp, với những đố kỵ và những ghét ghen,</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hf002f62f5ca6d5c_0_2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là đây của lễ tiến dâng về Cha, là đây của lễ, lễ dâng mọn hèn.</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hf002f62f5ca6d5c_0_2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Xin cho cuộc đời con như bánh rượu lừng hương.</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hf002f62f5ca6d5c_0_2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chemeClr val="lt1"/>
                </a:solidFill>
                <a:latin typeface="Times New Roman"/>
                <a:ea typeface="Times New Roman"/>
                <a:cs typeface="Times New Roman"/>
                <a:sym typeface="Times New Roman"/>
              </a:rPr>
              <a:t>Xin cho cuộc đời con luôn sáng ngời yêu thương.</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pic>
        <p:nvPicPr>
          <p:cNvPr id="1052" name="Google Shape;1052;g3e5a0c7ab5b_0_256" title="chen thanh.jpg"/>
          <p:cNvPicPr preferRelativeResize="0"/>
          <p:nvPr/>
        </p:nvPicPr>
        <p:blipFill rotWithShape="1">
          <a:blip r:embed="rId3">
            <a:alphaModFix/>
          </a:blip>
          <a:srcRect l="784" t="1816"/>
          <a:stretch/>
        </p:blipFill>
        <p:spPr>
          <a:xfrm>
            <a:off x="-97300" y="0"/>
            <a:ext cx="9313300" cy="5143500"/>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202"/>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4000"/>
              <a:buFont typeface="Times"/>
              <a:buNone/>
            </a:pPr>
            <a:br>
              <a:rPr lang="en-US" sz="4000" b="1">
                <a:solidFill>
                  <a:schemeClr val="accent4"/>
                </a:solidFill>
                <a:latin typeface="Times"/>
                <a:ea typeface="Times"/>
                <a:cs typeface="Times"/>
                <a:sym typeface="Times"/>
              </a:rPr>
            </a:br>
            <a:r>
              <a:rPr lang="en-US" sz="4000" b="1">
                <a:solidFill>
                  <a:schemeClr val="accent4"/>
                </a:solidFill>
                <a:latin typeface="Times"/>
                <a:ea typeface="Times"/>
                <a:cs typeface="Times"/>
                <a:sym typeface="Times"/>
              </a:rPr>
              <a:t>KINH THÁNH, THÁNH</a:t>
            </a:r>
            <a:br>
              <a:rPr lang="en-US" sz="4000" b="1">
                <a:solidFill>
                  <a:schemeClr val="accent4"/>
                </a:solidFill>
                <a:latin typeface="Times"/>
                <a:ea typeface="Times"/>
                <a:cs typeface="Times"/>
                <a:sym typeface="Times"/>
              </a:rPr>
            </a:br>
            <a:r>
              <a:rPr lang="en-US" sz="7200" b="1">
                <a:solidFill>
                  <a:schemeClr val="lt1"/>
                </a:solidFill>
                <a:latin typeface="Times"/>
                <a:ea typeface="Times"/>
                <a:cs typeface="Times"/>
                <a:sym typeface="Times"/>
              </a:rPr>
              <a:t>Thánh, Thánh, Thánh. Chúa là Thiên Chúa các đạo binh</a:t>
            </a:r>
            <a:br>
              <a:rPr lang="en-US" sz="7200" b="1">
                <a:solidFill>
                  <a:schemeClr val="lt1"/>
                </a:solidFill>
                <a:latin typeface="Times"/>
                <a:ea typeface="Times"/>
                <a:cs typeface="Times"/>
                <a:sym typeface="Times"/>
              </a:rPr>
            </a:br>
            <a:endParaRPr sz="7200" b="1">
              <a:solidFill>
                <a:schemeClr val="lt1"/>
              </a:solidFill>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p20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a:ea typeface="Times"/>
                <a:cs typeface="Times"/>
                <a:sym typeface="Times"/>
              </a:rPr>
              <a:t>Trời đất đầy vinh quang Chúa. Hoan hô Chúa trên các tầng trời.</a:t>
            </a:r>
            <a:endParaRPr sz="7200" b="1">
              <a:solidFill>
                <a:schemeClr val="lt1"/>
              </a:solidFill>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p20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a:ea typeface="Times"/>
                <a:cs typeface="Times"/>
                <a:sym typeface="Times"/>
              </a:rPr>
              <a:t>Chúc tụng Đấng ngự đến nhân danh Chúa. Hoan hô Chúa trên các tầng trời.</a:t>
            </a:r>
            <a:endParaRPr sz="7200" b="1">
              <a:solidFill>
                <a:schemeClr val="lt1"/>
              </a:solidFill>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1071"/>
        <p:cNvGrpSpPr/>
        <p:nvPr/>
      </p:nvGrpSpPr>
      <p:grpSpPr>
        <a:xfrm>
          <a:off x="0" y="0"/>
          <a:ext cx="0" cy="0"/>
          <a:chOff x="0" y="0"/>
          <a:chExt cx="0" cy="0"/>
        </a:xfrm>
      </p:grpSpPr>
      <p:pic>
        <p:nvPicPr>
          <p:cNvPr id="1072" name="Google Shape;1072;g3e5a0c7ab5b_0_335" title="chen thanh.jpg"/>
          <p:cNvPicPr preferRelativeResize="0"/>
          <p:nvPr/>
        </p:nvPicPr>
        <p:blipFill rotWithShape="1">
          <a:blip r:embed="rId3">
            <a:alphaModFix/>
          </a:blip>
          <a:srcRect l="784" t="1816"/>
          <a:stretch/>
        </p:blipFill>
        <p:spPr>
          <a:xfrm>
            <a:off x="-97300" y="0"/>
            <a:ext cx="9313300" cy="5143500"/>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3a42a8b53c1_2_26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4000"/>
              <a:buFont typeface="Times"/>
              <a:buNone/>
            </a:pPr>
            <a:br>
              <a:rPr lang="en-US" sz="4000" b="1">
                <a:solidFill>
                  <a:schemeClr val="accent4"/>
                </a:solidFill>
                <a:latin typeface="Times New Roman"/>
                <a:ea typeface="Times New Roman"/>
                <a:cs typeface="Times New Roman"/>
                <a:sym typeface="Times New Roman"/>
              </a:rPr>
            </a:br>
            <a:r>
              <a:rPr lang="en-US" sz="4000" b="1">
                <a:solidFill>
                  <a:schemeClr val="accent4"/>
                </a:solidFill>
                <a:latin typeface="Times New Roman"/>
                <a:ea typeface="Times New Roman"/>
                <a:cs typeface="Times New Roman"/>
                <a:sym typeface="Times New Roman"/>
              </a:rPr>
              <a:t>CHIÊN THIÊN CHÚA</a:t>
            </a:r>
            <a:endParaRPr sz="4000" b="1">
              <a:solidFill>
                <a:schemeClr val="accent4"/>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accent4"/>
              </a:buClr>
              <a:buSzPts val="4000"/>
              <a:buFont typeface="Times"/>
              <a:buNone/>
            </a:pPr>
            <a:r>
              <a:rPr lang="en-US" sz="6600" b="1">
                <a:solidFill>
                  <a:schemeClr val="lt1"/>
                </a:solidFill>
                <a:latin typeface="Times New Roman"/>
                <a:ea typeface="Times New Roman"/>
                <a:cs typeface="Times New Roman"/>
                <a:sym typeface="Times New Roman"/>
              </a:rPr>
              <a:t>Lạy Chiên Thiên Chúa, Đấng xóa tội trần gian, xin thương xót chúng con.</a:t>
            </a:r>
            <a:br>
              <a:rPr lang="en-US" sz="7200" b="1">
                <a:solidFill>
                  <a:schemeClr val="lt1"/>
                </a:solidFill>
                <a:latin typeface="Times New Roman"/>
                <a:ea typeface="Times New Roman"/>
                <a:cs typeface="Times New Roman"/>
                <a:sym typeface="Times New Roman"/>
              </a:rPr>
            </a:b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p20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Lạy Chiên Thiên Chúa, Đấng xóa tội trần gian: xin thương xót chúng con.</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20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Lạy Chiên Thiên Chúa, Đấng xóa tội trần gian: xin ban bình an cho chúng con.</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pic>
        <p:nvPicPr>
          <p:cNvPr id="1092" name="Google Shape;1092;g3e5a0c7ab5b_0_339" title="chen thanh.jpg"/>
          <p:cNvPicPr preferRelativeResize="0"/>
          <p:nvPr/>
        </p:nvPicPr>
        <p:blipFill rotWithShape="1">
          <a:blip r:embed="rId3">
            <a:alphaModFix/>
          </a:blip>
          <a:srcRect l="784" t="1816"/>
          <a:stretch/>
        </p:blipFill>
        <p:spPr>
          <a:xfrm>
            <a:off x="-97300" y="0"/>
            <a:ext cx="9313300" cy="5143500"/>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g3e9ce9eb37a_0_183"/>
          <p:cNvSpPr txBox="1">
            <a:spLocks noGrp="1"/>
          </p:cNvSpPr>
          <p:nvPr>
            <p:ph type="ctrTitle"/>
          </p:nvPr>
        </p:nvSpPr>
        <p:spPr>
          <a:xfrm>
            <a:off x="0" y="680400"/>
            <a:ext cx="9144000" cy="44631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4"/>
              </a:buClr>
              <a:buSzPts val="4000"/>
              <a:buFont typeface="Times"/>
              <a:buNone/>
            </a:pPr>
            <a:r>
              <a:rPr lang="en-US" sz="7000" b="1" dirty="0">
                <a:solidFill>
                  <a:schemeClr val="lt1"/>
                </a:solidFill>
                <a:latin typeface="Times New Roman"/>
                <a:ea typeface="Times New Roman"/>
                <a:cs typeface="Times New Roman"/>
                <a:sym typeface="Times New Roman"/>
              </a:rPr>
              <a:t>Chúa </a:t>
            </a:r>
            <a:r>
              <a:rPr lang="en-US" sz="7000" b="1" dirty="0" err="1">
                <a:solidFill>
                  <a:schemeClr val="lt1"/>
                </a:solidFill>
                <a:latin typeface="Times New Roman"/>
                <a:ea typeface="Times New Roman"/>
                <a:cs typeface="Times New Roman"/>
                <a:sym typeface="Times New Roman"/>
              </a:rPr>
              <a:t>phán</a:t>
            </a:r>
            <a:r>
              <a:rPr lang="en-US" sz="7000" b="1" dirty="0">
                <a:solidFill>
                  <a:schemeClr val="lt1"/>
                </a:solidFill>
                <a:latin typeface="Times New Roman"/>
                <a:ea typeface="Times New Roman"/>
                <a:cs typeface="Times New Roman"/>
                <a:sym typeface="Times New Roman"/>
              </a:rPr>
              <a:t>: Ta </a:t>
            </a:r>
            <a:r>
              <a:rPr lang="en-US" sz="7000" b="1" dirty="0" err="1">
                <a:solidFill>
                  <a:schemeClr val="lt1"/>
                </a:solidFill>
                <a:latin typeface="Times New Roman"/>
                <a:ea typeface="Times New Roman"/>
                <a:cs typeface="Times New Roman"/>
                <a:sym typeface="Times New Roman"/>
              </a:rPr>
              <a:t>là</a:t>
            </a:r>
            <a:r>
              <a:rPr lang="en-US" sz="7000" b="1" dirty="0">
                <a:solidFill>
                  <a:schemeClr val="lt1"/>
                </a:solidFill>
                <a:latin typeface="Times New Roman"/>
                <a:ea typeface="Times New Roman"/>
                <a:cs typeface="Times New Roman"/>
                <a:sym typeface="Times New Roman"/>
              </a:rPr>
              <a:t> </a:t>
            </a:r>
            <a:r>
              <a:rPr lang="en-US" sz="7000" b="1" dirty="0" err="1">
                <a:solidFill>
                  <a:schemeClr val="lt1"/>
                </a:solidFill>
                <a:latin typeface="Times New Roman"/>
                <a:ea typeface="Times New Roman"/>
                <a:cs typeface="Times New Roman"/>
                <a:sym typeface="Times New Roman"/>
              </a:rPr>
              <a:t>mục</a:t>
            </a:r>
            <a:r>
              <a:rPr lang="en-US" sz="7000" b="1" dirty="0">
                <a:solidFill>
                  <a:schemeClr val="lt1"/>
                </a:solidFill>
                <a:latin typeface="Times New Roman"/>
                <a:ea typeface="Times New Roman"/>
                <a:cs typeface="Times New Roman"/>
                <a:sym typeface="Times New Roman"/>
              </a:rPr>
              <a:t> </a:t>
            </a:r>
            <a:r>
              <a:rPr lang="en-US" sz="7000" b="1" dirty="0" err="1">
                <a:solidFill>
                  <a:schemeClr val="lt1"/>
                </a:solidFill>
                <a:latin typeface="Times New Roman"/>
                <a:ea typeface="Times New Roman"/>
                <a:cs typeface="Times New Roman"/>
                <a:sym typeface="Times New Roman"/>
              </a:rPr>
              <a:t>tử</a:t>
            </a:r>
            <a:r>
              <a:rPr lang="en-US" sz="7000" b="1" dirty="0">
                <a:solidFill>
                  <a:schemeClr val="lt1"/>
                </a:solidFill>
                <a:latin typeface="Times New Roman"/>
                <a:ea typeface="Times New Roman"/>
                <a:cs typeface="Times New Roman"/>
                <a:sym typeface="Times New Roman"/>
              </a:rPr>
              <a:t> </a:t>
            </a:r>
            <a:r>
              <a:rPr lang="en-US" sz="7000" b="1" dirty="0" err="1">
                <a:solidFill>
                  <a:schemeClr val="lt1"/>
                </a:solidFill>
                <a:latin typeface="Times New Roman"/>
                <a:ea typeface="Times New Roman"/>
                <a:cs typeface="Times New Roman"/>
                <a:sym typeface="Times New Roman"/>
              </a:rPr>
              <a:t>tốt</a:t>
            </a:r>
            <a:r>
              <a:rPr lang="en-US" sz="7000" b="1" dirty="0">
                <a:solidFill>
                  <a:schemeClr val="lt1"/>
                </a:solidFill>
                <a:latin typeface="Times New Roman"/>
                <a:ea typeface="Times New Roman"/>
                <a:cs typeface="Times New Roman"/>
                <a:sym typeface="Times New Roman"/>
              </a:rPr>
              <a:t> </a:t>
            </a:r>
            <a:r>
              <a:rPr lang="en-US" sz="7000" b="1" dirty="0" err="1">
                <a:solidFill>
                  <a:schemeClr val="lt1"/>
                </a:solidFill>
                <a:latin typeface="Times New Roman"/>
                <a:ea typeface="Times New Roman"/>
                <a:cs typeface="Times New Roman"/>
                <a:sym typeface="Times New Roman"/>
              </a:rPr>
              <a:t>lành</a:t>
            </a:r>
            <a:r>
              <a:rPr lang="en-US" sz="7000" b="1" dirty="0">
                <a:solidFill>
                  <a:schemeClr val="lt1"/>
                </a:solidFill>
                <a:latin typeface="Times New Roman"/>
                <a:ea typeface="Times New Roman"/>
                <a:cs typeface="Times New Roman"/>
                <a:sym typeface="Times New Roman"/>
              </a:rPr>
              <a:t>, ta </a:t>
            </a:r>
            <a:r>
              <a:rPr lang="en-US" sz="7000" b="1" dirty="0" err="1">
                <a:solidFill>
                  <a:schemeClr val="lt1"/>
                </a:solidFill>
                <a:latin typeface="Times New Roman"/>
                <a:ea typeface="Times New Roman"/>
                <a:cs typeface="Times New Roman"/>
                <a:sym typeface="Times New Roman"/>
              </a:rPr>
              <a:t>biết</a:t>
            </a:r>
            <a:r>
              <a:rPr lang="en-US" sz="7000" b="1" dirty="0">
                <a:solidFill>
                  <a:schemeClr val="lt1"/>
                </a:solidFill>
                <a:latin typeface="Times New Roman"/>
                <a:ea typeface="Times New Roman"/>
                <a:cs typeface="Times New Roman"/>
                <a:sym typeface="Times New Roman"/>
              </a:rPr>
              <a:t> các </a:t>
            </a:r>
            <a:r>
              <a:rPr lang="en-US" sz="7000" b="1" dirty="0" err="1">
                <a:solidFill>
                  <a:schemeClr val="lt1"/>
                </a:solidFill>
                <a:latin typeface="Times New Roman"/>
                <a:ea typeface="Times New Roman"/>
                <a:cs typeface="Times New Roman"/>
                <a:sym typeface="Times New Roman"/>
              </a:rPr>
              <a:t>chiên</a:t>
            </a:r>
            <a:r>
              <a:rPr lang="en-US" sz="7000" b="1" dirty="0">
                <a:solidFill>
                  <a:schemeClr val="lt1"/>
                </a:solidFill>
                <a:latin typeface="Times New Roman"/>
                <a:ea typeface="Times New Roman"/>
                <a:cs typeface="Times New Roman"/>
                <a:sym typeface="Times New Roman"/>
              </a:rPr>
              <a:t> Ta </a:t>
            </a:r>
            <a:r>
              <a:rPr lang="en-US" sz="7000" b="1" dirty="0" err="1">
                <a:solidFill>
                  <a:schemeClr val="lt1"/>
                </a:solidFill>
                <a:latin typeface="Times New Roman"/>
                <a:ea typeface="Times New Roman"/>
                <a:cs typeface="Times New Roman"/>
                <a:sym typeface="Times New Roman"/>
              </a:rPr>
              <a:t>và</a:t>
            </a:r>
            <a:r>
              <a:rPr lang="en-US" sz="7000" b="1" dirty="0">
                <a:solidFill>
                  <a:schemeClr val="lt1"/>
                </a:solidFill>
                <a:latin typeface="Times New Roman"/>
                <a:ea typeface="Times New Roman"/>
                <a:cs typeface="Times New Roman"/>
                <a:sym typeface="Times New Roman"/>
              </a:rPr>
              <a:t> các </a:t>
            </a:r>
            <a:r>
              <a:rPr lang="en-US" sz="7000" b="1" dirty="0" err="1">
                <a:solidFill>
                  <a:schemeClr val="lt1"/>
                </a:solidFill>
                <a:latin typeface="Times New Roman"/>
                <a:ea typeface="Times New Roman"/>
                <a:cs typeface="Times New Roman"/>
                <a:sym typeface="Times New Roman"/>
              </a:rPr>
              <a:t>chiên</a:t>
            </a:r>
            <a:r>
              <a:rPr lang="en-US" sz="7000" b="1" dirty="0">
                <a:solidFill>
                  <a:schemeClr val="lt1"/>
                </a:solidFill>
                <a:latin typeface="Times New Roman"/>
                <a:ea typeface="Times New Roman"/>
                <a:cs typeface="Times New Roman"/>
                <a:sym typeface="Times New Roman"/>
              </a:rPr>
              <a:t> Ta </a:t>
            </a:r>
            <a:r>
              <a:rPr lang="en-US" sz="7000" b="1" dirty="0" err="1">
                <a:solidFill>
                  <a:schemeClr val="lt1"/>
                </a:solidFill>
                <a:latin typeface="Times New Roman"/>
                <a:ea typeface="Times New Roman"/>
                <a:cs typeface="Times New Roman"/>
                <a:sym typeface="Times New Roman"/>
              </a:rPr>
              <a:t>biết</a:t>
            </a:r>
            <a:r>
              <a:rPr lang="en-US" sz="7000" b="1" dirty="0">
                <a:solidFill>
                  <a:schemeClr val="lt1"/>
                </a:solidFill>
                <a:latin typeface="Times New Roman"/>
                <a:ea typeface="Times New Roman"/>
                <a:cs typeface="Times New Roman"/>
                <a:sym typeface="Times New Roman"/>
              </a:rPr>
              <a:t> Ta.</a:t>
            </a:r>
            <a:endParaRPr sz="7000" b="1" dirty="0">
              <a:solidFill>
                <a:schemeClr val="lt1"/>
              </a:solidFill>
              <a:latin typeface="Times New Roman"/>
              <a:ea typeface="Times New Roman"/>
              <a:cs typeface="Times New Roman"/>
              <a:sym typeface="Times New Roman"/>
            </a:endParaRPr>
          </a:p>
        </p:txBody>
      </p:sp>
      <p:sp>
        <p:nvSpPr>
          <p:cNvPr id="1098" name="Google Shape;1098;g3e9ce9eb37a_0_183"/>
          <p:cNvSpPr txBox="1"/>
          <p:nvPr/>
        </p:nvSpPr>
        <p:spPr>
          <a:xfrm>
            <a:off x="0" y="0"/>
            <a:ext cx="9144000" cy="800400"/>
          </a:xfrm>
          <a:prstGeom prst="rect">
            <a:avLst/>
          </a:prstGeom>
          <a:solidFill>
            <a:srgbClr val="002060"/>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accent4"/>
                </a:solidFill>
                <a:latin typeface="Times"/>
                <a:ea typeface="Times"/>
                <a:cs typeface="Times"/>
                <a:sym typeface="Times"/>
              </a:rPr>
              <a:t>CA HIỆP LỄ</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pic>
        <p:nvPicPr>
          <p:cNvPr id="1108" name="Google Shape;1108;g3e5a0c7ab5b_0_343" title="chen thanh.jpg"/>
          <p:cNvPicPr preferRelativeResize="0"/>
          <p:nvPr/>
        </p:nvPicPr>
        <p:blipFill rotWithShape="1">
          <a:blip r:embed="rId3">
            <a:alphaModFix/>
          </a:blip>
          <a:srcRect l="784" t="1816"/>
          <a:stretch/>
        </p:blipFill>
        <p:spPr>
          <a:xfrm>
            <a:off x="-97300" y="0"/>
            <a:ext cx="9313300" cy="5143500"/>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g3f491e64396_0_4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marL="0" lvl="0" indent="0" algn="ctr" rtl="0">
              <a:lnSpc>
                <a:spcPct val="90000"/>
              </a:lnSpc>
              <a:spcBef>
                <a:spcPts val="0"/>
              </a:spcBef>
              <a:spcAft>
                <a:spcPts val="0"/>
              </a:spcAft>
              <a:buClr>
                <a:schemeClr val="dk1"/>
              </a:buClr>
              <a:buSzPts val="4700"/>
              <a:buFont typeface="Times New Roman"/>
              <a:buNone/>
            </a:pPr>
            <a:r>
              <a:rPr lang="en-US" sz="4700" b="1">
                <a:solidFill>
                  <a:schemeClr val="accent4"/>
                </a:solidFill>
                <a:latin typeface="Times New Roman"/>
                <a:ea typeface="Times New Roman"/>
                <a:cs typeface="Times New Roman"/>
                <a:sym typeface="Times New Roman"/>
              </a:rPr>
              <a:t>HIỆP LỄ</a:t>
            </a:r>
            <a:br>
              <a:rPr lang="en-US" sz="4700" b="1">
                <a:latin typeface="Times New Roman"/>
                <a:ea typeface="Times New Roman"/>
                <a:cs typeface="Times New Roman"/>
                <a:sym typeface="Times New Roman"/>
              </a:rPr>
            </a:br>
            <a:r>
              <a:rPr lang="en-US" sz="6700" b="1">
                <a:solidFill>
                  <a:srgbClr val="FFFF00"/>
                </a:solidFill>
                <a:latin typeface="Times New Roman"/>
                <a:ea typeface="Times New Roman"/>
                <a:cs typeface="Times New Roman"/>
                <a:sym typeface="Times New Roman"/>
              </a:rPr>
              <a:t>YÊU ĐỜI</a:t>
            </a:r>
            <a:br>
              <a:rPr lang="en-US" sz="6700" b="1">
                <a:solidFill>
                  <a:srgbClr val="FFFF00"/>
                </a:solidFill>
                <a:latin typeface="Times New Roman"/>
                <a:ea typeface="Times New Roman"/>
                <a:cs typeface="Times New Roman"/>
                <a:sym typeface="Times New Roman"/>
              </a:rPr>
            </a:br>
            <a:r>
              <a:rPr lang="en-US" sz="6700" b="1">
                <a:solidFill>
                  <a:srgbClr val="FFFF00"/>
                </a:solidFill>
                <a:latin typeface="Times New Roman"/>
                <a:ea typeface="Times New Roman"/>
                <a:cs typeface="Times New Roman"/>
                <a:sym typeface="Times New Roman"/>
              </a:rPr>
              <a:t>YÊU NGƯỜI</a:t>
            </a:r>
            <a:br>
              <a:rPr lang="en-US" sz="6700" b="1">
                <a:solidFill>
                  <a:srgbClr val="FFFF00"/>
                </a:solidFill>
                <a:latin typeface="Times New Roman"/>
                <a:ea typeface="Times New Roman"/>
                <a:cs typeface="Times New Roman"/>
                <a:sym typeface="Times New Roman"/>
              </a:rPr>
            </a:br>
            <a:r>
              <a:rPr lang="en-US" sz="4700" b="1" i="1">
                <a:solidFill>
                  <a:schemeClr val="accent4"/>
                </a:solidFill>
                <a:latin typeface="Times New Roman"/>
                <a:ea typeface="Times New Roman"/>
                <a:cs typeface="Times New Roman"/>
                <a:sym typeface="Times New Roman"/>
              </a:rPr>
              <a:t>(Phanxicô)</a:t>
            </a:r>
            <a:endParaRPr sz="6700" b="1">
              <a:solidFill>
                <a:schemeClr val="accent4"/>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g3f491e64396_0_5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Tình yêu đáp đền tình yêu ân tình đền đáp ân tình.</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g3f491e64396_0_6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Tình yêu Thiên Chúa cao mãi muôn đời.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g3fb3359abd2_0_7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Xin cho con tình yêu thiết tha. </a:t>
            </a:r>
            <a:endParaRPr sz="80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Lòng bao la thắm như màu lá.</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1132"/>
        <p:cNvGrpSpPr/>
        <p:nvPr/>
      </p:nvGrpSpPr>
      <p:grpSpPr>
        <a:xfrm>
          <a:off x="0" y="0"/>
          <a:ext cx="0" cy="0"/>
          <a:chOff x="0" y="0"/>
          <a:chExt cx="0" cy="0"/>
        </a:xfrm>
      </p:grpSpPr>
      <p:sp>
        <p:nvSpPr>
          <p:cNvPr id="1133" name="Google Shape;1133;g3fb3359abd2_0_8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Xin cho con yêu dấu muôn đời.</a:t>
            </a:r>
            <a:endParaRPr sz="80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Xin cho con yêu đời yêu người.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g3f95afb83fa_0_14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rgbClr val="FFFF00"/>
                </a:solidFill>
                <a:latin typeface="Times New Roman"/>
                <a:ea typeface="Times New Roman"/>
                <a:cs typeface="Times New Roman"/>
                <a:sym typeface="Times New Roman"/>
              </a:rPr>
              <a:t>1. </a:t>
            </a:r>
            <a:r>
              <a:rPr lang="en-US" sz="8000" b="1">
                <a:solidFill>
                  <a:schemeClr val="lt1"/>
                </a:solidFill>
                <a:latin typeface="Times New Roman"/>
                <a:ea typeface="Times New Roman"/>
                <a:cs typeface="Times New Roman"/>
                <a:sym typeface="Times New Roman"/>
              </a:rPr>
              <a:t>Xin cho con yêu đời yêu người. Cảm niềm tin đi thắp môi cười.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g3f54ad4d3bd_0_14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Dù một đời khổ đau không thôi. Tìm nhau vẫn thấy trong nhau là niềm vui,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sp>
        <p:nvSpPr>
          <p:cNvPr id="1148" name="Google Shape;1148;hf002f62f5ca6d5c_0_4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nhìn nhau vẫn thấy trong nhau đẹp một lời: Chúa là tình yêu.</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hf002f62f5ca6d5c_0_4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Tình yêu đáp đền tình yêu ân tình đền đáp ân tình.</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hf002f62f5ca6d5c_0_4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Tình yêu Thiên Chúa cao mãi muôn đời.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hf002f62f5ca6d5c_0_5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Xin cho con tình yêu thiết tha. </a:t>
            </a:r>
            <a:endParaRPr sz="80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Lòng bao la thắm như màu lá.</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8" name="Google Shape;1168;hf002f62f5ca6d5c_0_5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Xin cho con yêu dấu muôn đời.</a:t>
            </a:r>
            <a:endParaRPr sz="80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Xin cho con yêu đời yêu người.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Shape 1172"/>
        <p:cNvGrpSpPr/>
        <p:nvPr/>
      </p:nvGrpSpPr>
      <p:grpSpPr>
        <a:xfrm>
          <a:off x="0" y="0"/>
          <a:ext cx="0" cy="0"/>
          <a:chOff x="0" y="0"/>
          <a:chExt cx="0" cy="0"/>
        </a:xfrm>
      </p:grpSpPr>
      <p:sp>
        <p:nvSpPr>
          <p:cNvPr id="1173" name="Google Shape;1173;g3fb3359abd2_0_8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rgbClr val="FFFF00"/>
                </a:solidFill>
                <a:latin typeface="Times New Roman"/>
                <a:ea typeface="Times New Roman"/>
                <a:cs typeface="Times New Roman"/>
                <a:sym typeface="Times New Roman"/>
              </a:rPr>
              <a:t>2. </a:t>
            </a:r>
            <a:r>
              <a:rPr lang="en-US" sz="8000" b="1">
                <a:solidFill>
                  <a:schemeClr val="lt1"/>
                </a:solidFill>
                <a:latin typeface="Times New Roman"/>
                <a:ea typeface="Times New Roman"/>
                <a:cs typeface="Times New Roman"/>
                <a:sym typeface="Times New Roman"/>
              </a:rPr>
              <a:t>Xin cho con yêu đời yêu người. Một tình yêu cao bóng mây trời.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Shape 1177"/>
        <p:cNvGrpSpPr/>
        <p:nvPr/>
      </p:nvGrpSpPr>
      <p:grpSpPr>
        <a:xfrm>
          <a:off x="0" y="0"/>
          <a:ext cx="0" cy="0"/>
          <a:chOff x="0" y="0"/>
          <a:chExt cx="0" cy="0"/>
        </a:xfrm>
      </p:grpSpPr>
      <p:sp>
        <p:nvSpPr>
          <p:cNvPr id="1178" name="Google Shape;1178;g3fb3359abd2_0_8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Lời hận thù bỏ quên trên môi. Dù ai gây mãi cơn đau thương đầy vơi,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Shape 1182"/>
        <p:cNvGrpSpPr/>
        <p:nvPr/>
      </p:nvGrpSpPr>
      <p:grpSpPr>
        <a:xfrm>
          <a:off x="0" y="0"/>
          <a:ext cx="0" cy="0"/>
          <a:chOff x="0" y="0"/>
          <a:chExt cx="0" cy="0"/>
        </a:xfrm>
      </p:grpSpPr>
      <p:sp>
        <p:nvSpPr>
          <p:cNvPr id="1183" name="Google Shape;1183;g3fb3359abd2_0_9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700" b="1">
                <a:solidFill>
                  <a:schemeClr val="lt1"/>
                </a:solidFill>
                <a:latin typeface="Times New Roman"/>
                <a:ea typeface="Times New Roman"/>
                <a:cs typeface="Times New Roman"/>
                <a:sym typeface="Times New Roman"/>
              </a:rPr>
              <a:t>nhìn ra trong sáng trên khuôn mặt mọi người: Chúa là tình yêu.</a:t>
            </a:r>
            <a:endParaRPr sz="7700" b="1">
              <a:solidFill>
                <a:schemeClr val="lt1"/>
              </a:solidFill>
              <a:latin typeface="Times New Roman"/>
              <a:ea typeface="Times New Roman"/>
              <a:cs typeface="Times New Roman"/>
              <a:sym typeface="Times New Roman"/>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hf002f62f5ca6d5c_0_6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7500" b="1">
                <a:solidFill>
                  <a:srgbClr val="FFFF00"/>
                </a:solidFill>
                <a:latin typeface="Times New Roman"/>
                <a:ea typeface="Times New Roman"/>
                <a:cs typeface="Times New Roman"/>
                <a:sym typeface="Times New Roman"/>
              </a:rPr>
              <a:t>ĐK: </a:t>
            </a:r>
            <a:r>
              <a:rPr lang="en-US" sz="7500" b="1">
                <a:solidFill>
                  <a:schemeClr val="lt1"/>
                </a:solidFill>
                <a:latin typeface="Times New Roman"/>
                <a:ea typeface="Times New Roman"/>
                <a:cs typeface="Times New Roman"/>
                <a:sym typeface="Times New Roman"/>
              </a:rPr>
              <a:t>Tình yêu đáp đền tình yêu ân tình đền đáp ân tình.</a:t>
            </a:r>
            <a:endParaRPr sz="7500" b="1">
              <a:solidFill>
                <a:schemeClr val="lt1"/>
              </a:solidFill>
              <a:latin typeface="Times New Roman"/>
              <a:ea typeface="Times New Roman"/>
              <a:cs typeface="Times New Roman"/>
              <a:sym typeface="Times New Roman"/>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Shape 1192"/>
        <p:cNvGrpSpPr/>
        <p:nvPr/>
      </p:nvGrpSpPr>
      <p:grpSpPr>
        <a:xfrm>
          <a:off x="0" y="0"/>
          <a:ext cx="0" cy="0"/>
          <a:chOff x="0" y="0"/>
          <a:chExt cx="0" cy="0"/>
        </a:xfrm>
      </p:grpSpPr>
      <p:sp>
        <p:nvSpPr>
          <p:cNvPr id="1193" name="Google Shape;1193;hf002f62f5ca6d5c_0_6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Tình yêu Thiên Chúa cao mãi muôn đời.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sp>
        <p:nvSpPr>
          <p:cNvPr id="1198" name="Google Shape;1198;hf002f62f5ca6d5c_0_7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Xin cho con tình yêu thiết tha. </a:t>
            </a:r>
            <a:endParaRPr sz="80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Lòng bao la thắm như màu lá.</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sp>
        <p:nvSpPr>
          <p:cNvPr id="1203" name="Google Shape;1203;hf002f62f5ca6d5c_0_7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Xin cho con yêu dấu muôn đời.</a:t>
            </a:r>
            <a:endParaRPr sz="8000" b="1">
              <a:solidFill>
                <a:schemeClr val="lt1"/>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Xin cho con yêu đời yêu người.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pic>
        <p:nvPicPr>
          <p:cNvPr id="1208" name="Google Shape;1208;hf002f62f5ca6d5c_0_106"/>
          <p:cNvPicPr preferRelativeResize="0"/>
          <p:nvPr/>
        </p:nvPicPr>
        <p:blipFill>
          <a:blip r:embed="rId3">
            <a:alphaModFix/>
          </a:blip>
          <a:stretch>
            <a:fillRect/>
          </a:stretch>
        </p:blipFill>
        <p:spPr>
          <a:xfrm>
            <a:off x="0" y="0"/>
            <a:ext cx="9144003" cy="5143490"/>
          </a:xfrm>
          <a:prstGeom prst="rect">
            <a:avLst/>
          </a:prstGeom>
          <a:noFill/>
          <a:ln>
            <a:noFill/>
          </a:ln>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g3fb3359abd2_0_14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rmAutofit/>
          </a:bodyPr>
          <a:lstStyle/>
          <a:p>
            <a:pPr marL="0" lvl="0" indent="0" algn="ctr" rtl="0">
              <a:lnSpc>
                <a:spcPct val="90000"/>
              </a:lnSpc>
              <a:spcBef>
                <a:spcPts val="0"/>
              </a:spcBef>
              <a:spcAft>
                <a:spcPts val="0"/>
              </a:spcAft>
              <a:buClr>
                <a:schemeClr val="dk1"/>
              </a:buClr>
              <a:buSzPts val="4700"/>
              <a:buFont typeface="Times New Roman"/>
              <a:buNone/>
            </a:pPr>
            <a:r>
              <a:rPr lang="en-US" sz="4700" b="1">
                <a:solidFill>
                  <a:schemeClr val="accent4"/>
                </a:solidFill>
                <a:latin typeface="Times New Roman"/>
                <a:ea typeface="Times New Roman"/>
                <a:cs typeface="Times New Roman"/>
                <a:sym typeface="Times New Roman"/>
              </a:rPr>
              <a:t>KẾT LỄ</a:t>
            </a:r>
            <a:br>
              <a:rPr lang="en-US" sz="4700" b="1">
                <a:latin typeface="Times New Roman"/>
                <a:ea typeface="Times New Roman"/>
                <a:cs typeface="Times New Roman"/>
                <a:sym typeface="Times New Roman"/>
              </a:rPr>
            </a:br>
            <a:r>
              <a:rPr lang="en-US" sz="6700" b="1">
                <a:solidFill>
                  <a:srgbClr val="FFFF00"/>
                </a:solidFill>
                <a:latin typeface="Times New Roman"/>
                <a:ea typeface="Times New Roman"/>
                <a:cs typeface="Times New Roman"/>
                <a:sym typeface="Times New Roman"/>
              </a:rPr>
              <a:t>MẸ ĐỒNG HÀNH </a:t>
            </a:r>
            <a:br>
              <a:rPr lang="en-US" sz="6700" b="1">
                <a:solidFill>
                  <a:srgbClr val="FFFF00"/>
                </a:solidFill>
                <a:latin typeface="Times New Roman"/>
                <a:ea typeface="Times New Roman"/>
                <a:cs typeface="Times New Roman"/>
                <a:sym typeface="Times New Roman"/>
              </a:rPr>
            </a:br>
            <a:r>
              <a:rPr lang="en-US" sz="6700" b="1">
                <a:solidFill>
                  <a:srgbClr val="FFFF00"/>
                </a:solidFill>
                <a:latin typeface="Times New Roman"/>
                <a:ea typeface="Times New Roman"/>
                <a:cs typeface="Times New Roman"/>
                <a:sym typeface="Times New Roman"/>
              </a:rPr>
              <a:t>VỚI CON</a:t>
            </a:r>
            <a:br>
              <a:rPr lang="en-US" sz="6700" b="1">
                <a:solidFill>
                  <a:srgbClr val="FFFF00"/>
                </a:solidFill>
                <a:latin typeface="Times New Roman"/>
                <a:ea typeface="Times New Roman"/>
                <a:cs typeface="Times New Roman"/>
                <a:sym typeface="Times New Roman"/>
              </a:rPr>
            </a:br>
            <a:r>
              <a:rPr lang="en-US" sz="4700" b="1" i="1">
                <a:solidFill>
                  <a:srgbClr val="FFD966"/>
                </a:solidFill>
                <a:latin typeface="Times New Roman"/>
                <a:ea typeface="Times New Roman"/>
                <a:cs typeface="Times New Roman"/>
                <a:sym typeface="Times New Roman"/>
              </a:rPr>
              <a:t>(Ngọc Linh)</a:t>
            </a:r>
            <a:endParaRPr sz="4700" b="1">
              <a:solidFill>
                <a:srgbClr val="FFD966"/>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Shape 1217"/>
        <p:cNvGrpSpPr/>
        <p:nvPr/>
      </p:nvGrpSpPr>
      <p:grpSpPr>
        <a:xfrm>
          <a:off x="0" y="0"/>
          <a:ext cx="0" cy="0"/>
          <a:chOff x="0" y="0"/>
          <a:chExt cx="0" cy="0"/>
        </a:xfrm>
      </p:grpSpPr>
      <p:sp>
        <p:nvSpPr>
          <p:cNvPr id="1218" name="Google Shape;1218;g3fb3359abd2_0_14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rgbClr val="FFFF00"/>
                </a:solidFill>
                <a:latin typeface="Times New Roman"/>
                <a:ea typeface="Times New Roman"/>
                <a:cs typeface="Times New Roman"/>
                <a:sym typeface="Times New Roman"/>
              </a:rPr>
              <a:t>1. </a:t>
            </a:r>
            <a:r>
              <a:rPr lang="en-US" sz="8000" b="1">
                <a:solidFill>
                  <a:schemeClr val="lt1"/>
                </a:solidFill>
                <a:latin typeface="Times New Roman"/>
                <a:ea typeface="Times New Roman"/>
                <a:cs typeface="Times New Roman"/>
                <a:sym typeface="Times New Roman"/>
              </a:rPr>
              <a:t>Mẹ ơi, trên con đường đời, xin Mẹ hằng luôn nâng đỡ.</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g3fb3359abd2_0_14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Cùng con gieo chân khắp nơi, đắp xây Nước Trời chẳng ngơi,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228" name="Google Shape;1228;hf002f62f5ca6d5c_0_8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giữa nơi gian trần đẹp tươi.</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sp>
        <p:nvSpPr>
          <p:cNvPr id="1233" name="Google Shape;1233;g3fb3359abd2_0_16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rgbClr val="FFFF00"/>
                </a:solidFill>
                <a:latin typeface="Times New Roman"/>
                <a:ea typeface="Times New Roman"/>
                <a:cs typeface="Times New Roman"/>
                <a:sym typeface="Times New Roman"/>
              </a:rPr>
              <a:t>ĐK: </a:t>
            </a:r>
            <a:r>
              <a:rPr lang="en-US" sz="8000" b="1">
                <a:solidFill>
                  <a:schemeClr val="lt1"/>
                </a:solidFill>
                <a:latin typeface="Times New Roman"/>
                <a:ea typeface="Times New Roman"/>
                <a:cs typeface="Times New Roman"/>
                <a:sym typeface="Times New Roman"/>
              </a:rPr>
              <a:t>Kính dâng Mẹ lòng mến yêu nhiều kính dâng Mẹ tình con không thiếu.</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Shape 1237"/>
        <p:cNvGrpSpPr/>
        <p:nvPr/>
      </p:nvGrpSpPr>
      <p:grpSpPr>
        <a:xfrm>
          <a:off x="0" y="0"/>
          <a:ext cx="0" cy="0"/>
          <a:chOff x="0" y="0"/>
          <a:chExt cx="0" cy="0"/>
        </a:xfrm>
      </p:grpSpPr>
      <p:sp>
        <p:nvSpPr>
          <p:cNvPr id="1238" name="Google Shape;1238;g3fb3359abd2_0_16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None/>
            </a:pPr>
            <a:r>
              <a:rPr lang="en-US" sz="8000" b="1">
                <a:solidFill>
                  <a:schemeClr val="lt1"/>
                </a:solidFill>
                <a:latin typeface="Times New Roman"/>
                <a:ea typeface="Times New Roman"/>
                <a:cs typeface="Times New Roman"/>
                <a:sym typeface="Times New Roman"/>
              </a:rPr>
              <a:t>Bước bên Mẹ lòng không cô liêu, sống trong Mẹ hồn ngập thương yêu.</a:t>
            </a:r>
            <a:endParaRPr sz="8000" b="1">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pic>
        <p:nvPicPr>
          <p:cNvPr id="1243" name="Google Shape;1243;g3fb2dc0a37c_0_109"/>
          <p:cNvPicPr preferRelativeResize="0"/>
          <p:nvPr/>
        </p:nvPicPr>
        <p:blipFill rotWithShape="1">
          <a:blip r:embed="rId3">
            <a:alphaModFix/>
          </a:blip>
          <a:srcRect/>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3738</Words>
  <Application>Microsoft Office PowerPoint</Application>
  <PresentationFormat>On-screen Show (16:9)</PresentationFormat>
  <Paragraphs>297</Paragraphs>
  <Slides>227</Slides>
  <Notes>227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227</vt:i4>
      </vt:variant>
    </vt:vector>
  </HeadingPairs>
  <TitlesOfParts>
    <vt:vector size="232" baseType="lpstr">
      <vt:lpstr>Arial</vt:lpstr>
      <vt:lpstr>Calibri</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HÃY ĐẾN TUNG HÔ (Kim Long)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KINH VINH DANH</vt:lpstr>
      <vt:lpstr>A+B: và bình an dưới thế cho người thiện tâm.</vt:lpstr>
      <vt:lpstr>A: Chúng con ca ngợi Chúa, B: chúng con chúc tụng Chúa,</vt:lpstr>
      <vt:lpstr>A: chúng   con thờ lạy Chúa, B: chúng con tôn vinh Chúa,</vt:lpstr>
      <vt:lpstr>A: chúng con cảm tạ Chúa vì vinh quang cao cả Chúa.</vt:lpstr>
      <vt:lpstr>B: Lạy Chúa là Thiên Chúa, là Vua trên trời, là Chúa Cha toàn năng.</vt:lpstr>
      <vt:lpstr>A: Lạy Con Một Thiên Chúa, Chúa Giêsu Kitô</vt:lpstr>
      <vt:lpstr>B: Lạy Chúa là Thiên Chúa, là Chiên Thiên Chúa, là Con Ðức Chúa Cha,</vt:lpstr>
      <vt:lpstr>A: Chúa xóa tội trần gian, xin thương xót chúng con,</vt:lpstr>
      <vt:lpstr>B: Chúa xóa tội trần gian, xin nhậm lời chúng con cầu khẩn.</vt:lpstr>
      <vt:lpstr>A: Chúa ngự bên hữu Ðức Chúa Cha, xin thương xót chúng con.</vt:lpstr>
      <vt:lpstr>B: Vì lạy Chúa Giêsu Kitô, chỉ có Chúa là Ðấng Thánh,</vt:lpstr>
      <vt:lpstr>chỉ có Chúa là Chúa, chỉ có Chúa là Ðấng Tối Cao,</vt:lpstr>
      <vt:lpstr>A+B: Cùng Ðức Chúa Thánh Thần trong vinh quang Ðức Chúa Cha. Amen.</vt:lpstr>
      <vt:lpstr>PowerPoint Presentation</vt:lpstr>
      <vt:lpstr>PowerPoint Presentation</vt:lpstr>
      <vt:lpstr>ĐÁP CA THÁNH VỊNH 144 (Lm. Thái Nguyên) (03 câu)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All… All…  Chúc tụng Đức Vua Đấng nhân danh Chúa mà đến.</vt:lpstr>
      <vt:lpstr>Bình an trên trời và vinh quang trên các tầng trời. All..</vt:lpstr>
      <vt:lpstr>PowerPoint Presentation</vt:lpstr>
      <vt:lpstr>PowerPoint Presentation</vt:lpstr>
      <vt:lpstr>CT: 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 Được sinh ra mà không phải được tạo thành, </vt:lpstr>
      <vt:lpstr>đồng bản thể với Đức Chúa Cha: 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 Thời quan Phong-xi-ô Phi-la-tô; </vt:lpstr>
      <vt:lpstr>Người chịu khổ hình và mai táng, ngày thứ ba Người sống lại như lời Thánh Kinh.</vt:lpstr>
      <vt:lpstr>Người lên trời, ngự bên hữu Đức Chúa Cha, và Người sẽ lại đến trong vinh quang</vt:lpstr>
      <vt:lpstr>để phán xét kẻ sống và kẻ chết, Nước Người sẽ không bao giờ cùng.</vt:lpstr>
      <vt:lpstr>Tôi tin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LÀ ĐÂY CỦA LỄ (Ngọc Linh)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KINH THÁNH, THÁNH Thánh, Thánh, Thánh. Chúa là Thiên Chúa các đạo binh </vt:lpstr>
      <vt:lpstr>Trời đất đầy vinh quang Chúa. Hoan hô Chúa trên các tầng trời.</vt:lpstr>
      <vt:lpstr>Chúc tụng Đấng ngự đến nhân danh Chúa. Hoan hô Chúa trên các tầng trời.</vt:lpstr>
      <vt:lpstr>PowerPoint Presentation</vt:lpstr>
      <vt:lpstr> CHIÊN THIÊN CHÚA Lạy Chiên Thiên Chúa, Đấng xóa tội trần gian, xin thương xót chúng con. </vt:lpstr>
      <vt:lpstr>Lạy Chiên Thiên Chúa, Đấng xóa tội trần gian: xin thương xót chúng con.</vt:lpstr>
      <vt:lpstr>Lạy Chiên Thiên Chúa, Đấng xóa tội trần gian: xin ban bình an cho chúng con.</vt:lpstr>
      <vt:lpstr>PowerPoint Presentation</vt:lpstr>
      <vt:lpstr>Chúa phán: Ta là mục tử tốt lành, ta biết các chiên Ta và các chiên Ta biết Ta.</vt:lpstr>
      <vt:lpstr>PowerPoint Presentation</vt:lpstr>
      <vt:lpstr>HIỆP LỄ YÊU ĐỜI YÊU NGƯỜI (Phanxicô)</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KẾT LỄ MẸ ĐỒNG HÀNH  VỚI CON (Ngọc Linh)</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Lý Thanh Ngô</cp:lastModifiedBy>
  <cp:revision>1</cp:revision>
  <dcterms:created xsi:type="dcterms:W3CDTF">2023-01-29T22:00:16Z</dcterms:created>
  <dcterms:modified xsi:type="dcterms:W3CDTF">2026-09-18T02:56:32Z</dcterms:modified>
</cp:coreProperties>
</file>