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222.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06.xml"/>
  <Override ContentType="application/vnd.openxmlformats-officedocument.presentationml.notesSlide+xml" PartName="/ppt/notesSlides/notesSlide230.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214.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23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229.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21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225.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213.xml"/>
  <Override ContentType="application/vnd.openxmlformats-officedocument.presentationml.notesSlide+xml" PartName="/ppt/notesSlides/notesSlide223.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231.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217.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235.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228.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218.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224.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23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22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216.xml"/>
  <Override ContentType="application/vnd.openxmlformats-officedocument.presentationml.notesSlide+xml" PartName="/ppt/notesSlides/notesSlide227.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219.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236.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212.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21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205.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233.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221.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26.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211.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210.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217.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233.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229.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214.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225.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201.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211.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23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216.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221.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215.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22.xml"/>
  <Override ContentType="application/vnd.openxmlformats-officedocument.presentationml.slide+xml" PartName="/ppt/slides/slide205.xml"/>
  <Override ContentType="application/vnd.openxmlformats-officedocument.presentationml.slide+xml" PartName="/ppt/slides/slide160.xml"/>
  <Override ContentType="application/vnd.openxmlformats-officedocument.presentationml.slide+xml" PartName="/ppt/slides/slide232.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26.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227.xml"/>
  <Override ContentType="application/vnd.openxmlformats-officedocument.presentationml.slide+xml" PartName="/ppt/slides/slide33.xml"/>
  <Override ContentType="application/vnd.openxmlformats-officedocument.presentationml.slide+xml" PartName="/ppt/slides/slide219.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220.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235.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3.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231.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212.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22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218.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234.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207.xml"/>
  <Override ContentType="application/vnd.openxmlformats-officedocument.presentationml.slide+xml" PartName="/ppt/slides/slide224.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213.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230.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42" roundtripDataSignature="AMtx7miQgXvRkxrZLrAVLNxLf6Rnrz2j+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228" Type="http://schemas.openxmlformats.org/officeDocument/2006/relationships/slide" Target="slides/slide223.xml"/><Relationship Id="rId106" Type="http://schemas.openxmlformats.org/officeDocument/2006/relationships/slide" Target="slides/slide101.xml"/><Relationship Id="rId227" Type="http://schemas.openxmlformats.org/officeDocument/2006/relationships/slide" Target="slides/slide222.xml"/><Relationship Id="rId105" Type="http://schemas.openxmlformats.org/officeDocument/2006/relationships/slide" Target="slides/slide100.xml"/><Relationship Id="rId226" Type="http://schemas.openxmlformats.org/officeDocument/2006/relationships/slide" Target="slides/slide221.xml"/><Relationship Id="rId104" Type="http://schemas.openxmlformats.org/officeDocument/2006/relationships/slide" Target="slides/slide99.xml"/><Relationship Id="rId225" Type="http://schemas.openxmlformats.org/officeDocument/2006/relationships/slide" Target="slides/slide220.xml"/><Relationship Id="rId109" Type="http://schemas.openxmlformats.org/officeDocument/2006/relationships/slide" Target="slides/slide104.xml"/><Relationship Id="rId108" Type="http://schemas.openxmlformats.org/officeDocument/2006/relationships/slide" Target="slides/slide103.xml"/><Relationship Id="rId229" Type="http://schemas.openxmlformats.org/officeDocument/2006/relationships/slide" Target="slides/slide224.xml"/><Relationship Id="rId220" Type="http://schemas.openxmlformats.org/officeDocument/2006/relationships/slide" Target="slides/slide215.xml"/><Relationship Id="rId103" Type="http://schemas.openxmlformats.org/officeDocument/2006/relationships/slide" Target="slides/slide98.xml"/><Relationship Id="rId224" Type="http://schemas.openxmlformats.org/officeDocument/2006/relationships/slide" Target="slides/slide219.xml"/><Relationship Id="rId102" Type="http://schemas.openxmlformats.org/officeDocument/2006/relationships/slide" Target="slides/slide97.xml"/><Relationship Id="rId223" Type="http://schemas.openxmlformats.org/officeDocument/2006/relationships/slide" Target="slides/slide218.xml"/><Relationship Id="rId101" Type="http://schemas.openxmlformats.org/officeDocument/2006/relationships/slide" Target="slides/slide96.xml"/><Relationship Id="rId222" Type="http://schemas.openxmlformats.org/officeDocument/2006/relationships/slide" Target="slides/slide217.xml"/><Relationship Id="rId100" Type="http://schemas.openxmlformats.org/officeDocument/2006/relationships/slide" Target="slides/slide95.xml"/><Relationship Id="rId221" Type="http://schemas.openxmlformats.org/officeDocument/2006/relationships/slide" Target="slides/slide216.xml"/><Relationship Id="rId217" Type="http://schemas.openxmlformats.org/officeDocument/2006/relationships/slide" Target="slides/slide212.xml"/><Relationship Id="rId216" Type="http://schemas.openxmlformats.org/officeDocument/2006/relationships/slide" Target="slides/slide211.xml"/><Relationship Id="rId215" Type="http://schemas.openxmlformats.org/officeDocument/2006/relationships/slide" Target="slides/slide210.xml"/><Relationship Id="rId214" Type="http://schemas.openxmlformats.org/officeDocument/2006/relationships/slide" Target="slides/slide209.xml"/><Relationship Id="rId219" Type="http://schemas.openxmlformats.org/officeDocument/2006/relationships/slide" Target="slides/slide214.xml"/><Relationship Id="rId218" Type="http://schemas.openxmlformats.org/officeDocument/2006/relationships/slide" Target="slides/slide213.xml"/><Relationship Id="rId213" Type="http://schemas.openxmlformats.org/officeDocument/2006/relationships/slide" Target="slides/slide208.xml"/><Relationship Id="rId212" Type="http://schemas.openxmlformats.org/officeDocument/2006/relationships/slide" Target="slides/slide207.xml"/><Relationship Id="rId211" Type="http://schemas.openxmlformats.org/officeDocument/2006/relationships/slide" Target="slides/slide206.xml"/><Relationship Id="rId210" Type="http://schemas.openxmlformats.org/officeDocument/2006/relationships/slide" Target="slides/slide20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242" Type="http://customschemas.google.com/relationships/presentationmetadata" Target="metadata"/><Relationship Id="rId120" Type="http://schemas.openxmlformats.org/officeDocument/2006/relationships/slide" Target="slides/slide115.xml"/><Relationship Id="rId241" Type="http://schemas.openxmlformats.org/officeDocument/2006/relationships/slide" Target="slides/slide236.xml"/><Relationship Id="rId240" Type="http://schemas.openxmlformats.org/officeDocument/2006/relationships/slide" Target="slides/slide23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239" Type="http://schemas.openxmlformats.org/officeDocument/2006/relationships/slide" Target="slides/slide234.xml"/><Relationship Id="rId117" Type="http://schemas.openxmlformats.org/officeDocument/2006/relationships/slide" Target="slides/slide112.xml"/><Relationship Id="rId238" Type="http://schemas.openxmlformats.org/officeDocument/2006/relationships/slide" Target="slides/slide233.xml"/><Relationship Id="rId116" Type="http://schemas.openxmlformats.org/officeDocument/2006/relationships/slide" Target="slides/slide111.xml"/><Relationship Id="rId237" Type="http://schemas.openxmlformats.org/officeDocument/2006/relationships/slide" Target="slides/slide232.xml"/><Relationship Id="rId115" Type="http://schemas.openxmlformats.org/officeDocument/2006/relationships/slide" Target="slides/slide110.xml"/><Relationship Id="rId236" Type="http://schemas.openxmlformats.org/officeDocument/2006/relationships/slide" Target="slides/slide231.xml"/><Relationship Id="rId119" Type="http://schemas.openxmlformats.org/officeDocument/2006/relationships/slide" Target="slides/slide114.xml"/><Relationship Id="rId110" Type="http://schemas.openxmlformats.org/officeDocument/2006/relationships/slide" Target="slides/slide105.xml"/><Relationship Id="rId231" Type="http://schemas.openxmlformats.org/officeDocument/2006/relationships/slide" Target="slides/slide226.xml"/><Relationship Id="rId230" Type="http://schemas.openxmlformats.org/officeDocument/2006/relationships/slide" Target="slides/slide225.xml"/><Relationship Id="rId114" Type="http://schemas.openxmlformats.org/officeDocument/2006/relationships/slide" Target="slides/slide109.xml"/><Relationship Id="rId235" Type="http://schemas.openxmlformats.org/officeDocument/2006/relationships/slide" Target="slides/slide230.xml"/><Relationship Id="rId113" Type="http://schemas.openxmlformats.org/officeDocument/2006/relationships/slide" Target="slides/slide108.xml"/><Relationship Id="rId234" Type="http://schemas.openxmlformats.org/officeDocument/2006/relationships/slide" Target="slides/slide229.xml"/><Relationship Id="rId112" Type="http://schemas.openxmlformats.org/officeDocument/2006/relationships/slide" Target="slides/slide107.xml"/><Relationship Id="rId233" Type="http://schemas.openxmlformats.org/officeDocument/2006/relationships/slide" Target="slides/slide228.xml"/><Relationship Id="rId111" Type="http://schemas.openxmlformats.org/officeDocument/2006/relationships/slide" Target="slides/slide106.xml"/><Relationship Id="rId232" Type="http://schemas.openxmlformats.org/officeDocument/2006/relationships/slide" Target="slides/slide227.xml"/><Relationship Id="rId206" Type="http://schemas.openxmlformats.org/officeDocument/2006/relationships/slide" Target="slides/slide201.xml"/><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9" Type="http://schemas.openxmlformats.org/officeDocument/2006/relationships/slide" Target="slides/slide204.xml"/><Relationship Id="rId208" Type="http://schemas.openxmlformats.org/officeDocument/2006/relationships/slide" Target="slides/slide203.xml"/><Relationship Id="rId207" Type="http://schemas.openxmlformats.org/officeDocument/2006/relationships/slide" Target="slides/slide202.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5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5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5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5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5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5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5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5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5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5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5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5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1" name="Google Shape;57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1" name="Google Shape;58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6" name="Google Shape;58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1" name="Google Shape;59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6" name="Google Shape;59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1" name="Google Shape;60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6" name="Google Shape;60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1" name="Google Shape;61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6" name="Google Shape;61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1" name="Google Shape;62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6" name="Google Shape;62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1" name="Google Shape;63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6" name="Google Shape;63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1" name="Google Shape;64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6" name="Google Shape;64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h1d72e0b711e8a63f_1_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1" name="Google Shape;651;h1d72e0b711e8a63f_1_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6" name="Google Shape;65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af586043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g3faf586043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faf5860435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g3faf5860435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h3b2cbe721dc07a79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h3b2cbe721dc07a79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h3b2cbe721dc07a79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h3b2cbe721dc07a79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h1d72e0b711e8a63f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h1d72e0b711e8a63f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h1d72e0b711e8a63f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h1d72e0b711e8a63f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h1d72e0b711e8a63f_1_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h1d72e0b711e8a63f_1_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2" name="Google Shape;71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13" name="Google Shape;71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8" name="Google Shape;71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719" name="Google Shape;71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4" name="Google Shape;72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25" name="Google Shape;72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0" name="Google Shape;73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1" name="Google Shape;73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6" name="Google Shape;73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7" name="Google Shape;73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2" name="Google Shape;74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3" name="Google Shape;74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6" name="Shape 746"/>
        <p:cNvGrpSpPr/>
        <p:nvPr/>
      </p:nvGrpSpPr>
      <p:grpSpPr>
        <a:xfrm>
          <a:off x="0" y="0"/>
          <a:ext cx="0" cy="0"/>
          <a:chOff x="0" y="0"/>
          <a:chExt cx="0" cy="0"/>
        </a:xfrm>
      </p:grpSpPr>
      <p:sp>
        <p:nvSpPr>
          <p:cNvPr id="747" name="Google Shape;74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8" name="Google Shape;74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9" name="Google Shape;74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4" name="Google Shape;75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55" name="Google Shape;75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0" name="Google Shape;76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1" name="Google Shape;76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4" name="Shape 764"/>
        <p:cNvGrpSpPr/>
        <p:nvPr/>
      </p:nvGrpSpPr>
      <p:grpSpPr>
        <a:xfrm>
          <a:off x="0" y="0"/>
          <a:ext cx="0" cy="0"/>
          <a:chOff x="0" y="0"/>
          <a:chExt cx="0" cy="0"/>
        </a:xfrm>
      </p:grpSpPr>
      <p:sp>
        <p:nvSpPr>
          <p:cNvPr id="765" name="Google Shape;76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6" name="Google Shape;76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7" name="Google Shape;76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2" name="Google Shape;77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3" name="Google Shape;77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6" name="Shape 776"/>
        <p:cNvGrpSpPr/>
        <p:nvPr/>
      </p:nvGrpSpPr>
      <p:grpSpPr>
        <a:xfrm>
          <a:off x="0" y="0"/>
          <a:ext cx="0" cy="0"/>
          <a:chOff x="0" y="0"/>
          <a:chExt cx="0" cy="0"/>
        </a:xfrm>
      </p:grpSpPr>
      <p:sp>
        <p:nvSpPr>
          <p:cNvPr id="777" name="Google Shape;77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8" name="Google Shape;77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9" name="Google Shape;77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4" name="Google Shape;78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85" name="Google Shape;78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h1d72e0b711e8a63f_1_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0" name="Google Shape;790;h1d72e0b711e8a63f_1_3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5" name="Google Shape;79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1" name="Google Shape;80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6" name="Google Shape;80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9" name="Shape 809"/>
        <p:cNvGrpSpPr/>
        <p:nvPr/>
      </p:nvGrpSpPr>
      <p:grpSpPr>
        <a:xfrm>
          <a:off x="0" y="0"/>
          <a:ext cx="0" cy="0"/>
          <a:chOff x="0" y="0"/>
          <a:chExt cx="0" cy="0"/>
        </a:xfrm>
      </p:grpSpPr>
      <p:sp>
        <p:nvSpPr>
          <p:cNvPr id="810" name="Google Shape;81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1" name="Google Shape;81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6" name="Google Shape;81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1" name="Google Shape;821;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6" name="Google Shape;826;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h7fe1b1b8e87d2d0a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1" name="Google Shape;831;h7fe1b1b8e87d2d0a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6" name="Google Shape;83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1" name="Google Shape;84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h7fe1b1b8e87d2d0a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6" name="Google Shape;846;h7fe1b1b8e87d2d0a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1" name="Google Shape;851;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7" name="Google Shape;857;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8" name="Google Shape;858;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2" name="Shape 862"/>
        <p:cNvGrpSpPr/>
        <p:nvPr/>
      </p:nvGrpSpPr>
      <p:grpSpPr>
        <a:xfrm>
          <a:off x="0" y="0"/>
          <a:ext cx="0" cy="0"/>
          <a:chOff x="0" y="0"/>
          <a:chExt cx="0" cy="0"/>
        </a:xfrm>
      </p:grpSpPr>
      <p:sp>
        <p:nvSpPr>
          <p:cNvPr id="863" name="Google Shape;863;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4" name="Google Shape;864;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7" name="Shape 867"/>
        <p:cNvGrpSpPr/>
        <p:nvPr/>
      </p:nvGrpSpPr>
      <p:grpSpPr>
        <a:xfrm>
          <a:off x="0" y="0"/>
          <a:ext cx="0" cy="0"/>
          <a:chOff x="0" y="0"/>
          <a:chExt cx="0" cy="0"/>
        </a:xfrm>
      </p:grpSpPr>
      <p:sp>
        <p:nvSpPr>
          <p:cNvPr id="868" name="Google Shape;868;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9" name="Google Shape;869;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h1d72e0b711e8a63f_1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4" name="Google Shape;874;h1d72e0b711e8a63f_1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9" name="Google Shape;879;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5" name="Google Shape;885;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h1d72e0b711e8a63f_1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h1d72e0b711e8a63f_1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3f95afb83fa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g3f95afb83fa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 name="Shape 988"/>
        <p:cNvGrpSpPr/>
        <p:nvPr/>
      </p:nvGrpSpPr>
      <p:grpSpPr>
        <a:xfrm>
          <a:off x="0" y="0"/>
          <a:ext cx="0" cy="0"/>
          <a:chOff x="0" y="0"/>
          <a:chExt cx="0" cy="0"/>
        </a:xfrm>
      </p:grpSpPr>
      <p:sp>
        <p:nvSpPr>
          <p:cNvPr id="989" name="Google Shape;989;g3f69acae762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0" name="Google Shape;990;g3f69acae762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3f69acae762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5" name="Google Shape;995;g3f69acae762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h3b2cbe721dc07a79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h3b2cbe721dc07a79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h1d72e0b711e8a63f_0_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5" name="Google Shape;1005;h1d72e0b711e8a63f_0_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1d72e0b711e8a63f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0" name="Google Shape;1010;h1d72e0b711e8a63f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fac4c6c2fc_0_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5" name="Google Shape;1015;g3fac4c6c2fc_0_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8" name="Shape 1018"/>
        <p:cNvGrpSpPr/>
        <p:nvPr/>
      </p:nvGrpSpPr>
      <p:grpSpPr>
        <a:xfrm>
          <a:off x="0" y="0"/>
          <a:ext cx="0" cy="0"/>
          <a:chOff x="0" y="0"/>
          <a:chExt cx="0" cy="0"/>
        </a:xfrm>
      </p:grpSpPr>
      <p:sp>
        <p:nvSpPr>
          <p:cNvPr id="1019" name="Google Shape;1019;hf002f62f5ca6d5c_0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0" name="Google Shape;1020;hf002f62f5ca6d5c_0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h3b2cbe721dc07a79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5" name="Google Shape;1025;h3b2cbe721dc07a79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h3b2cbe721dc07a79_0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0" name="Google Shape;1030;h3b2cbe721dc07a79_0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h1d72e0b711e8a63f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5" name="Google Shape;1035;h1d72e0b711e8a63f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8" name="Shape 1038"/>
        <p:cNvGrpSpPr/>
        <p:nvPr/>
      </p:nvGrpSpPr>
      <p:grpSpPr>
        <a:xfrm>
          <a:off x="0" y="0"/>
          <a:ext cx="0" cy="0"/>
          <a:chOff x="0" y="0"/>
          <a:chExt cx="0" cy="0"/>
        </a:xfrm>
      </p:grpSpPr>
      <p:sp>
        <p:nvSpPr>
          <p:cNvPr id="1039" name="Google Shape;1039;h1d72e0b711e8a63f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0" name="Google Shape;1040;h1d72e0b711e8a63f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h1d72e0b711e8a63f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5" name="Google Shape;1045;h1d72e0b711e8a63f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h1d72e0b711e8a63f_0_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0" name="Google Shape;1050;h1d72e0b711e8a63f_0_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h1d72e0b711e8a63f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5" name="Google Shape;1055;h1d72e0b711e8a63f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h1d72e0b711e8a63f_0_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0" name="Google Shape;1060;h1d72e0b711e8a63f_0_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h1d72e0b711e8a63f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5" name="Google Shape;1065;h1d72e0b711e8a63f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h1d72e0b711e8a63f_0_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0" name="Google Shape;1070;h1d72e0b711e8a63f_0_7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h1d72e0b711e8a63f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5" name="Google Shape;1075;h1d72e0b711e8a63f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0" name="Google Shape;1080;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5" name="Google Shape;1085;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0" name="Google Shape;1090;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5" name="Google Shape;1095;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0" name="Google Shape;1100;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5" name="Google Shape;1105;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0" name="Google Shape;1110;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3" name="Shape 1113"/>
        <p:cNvGrpSpPr/>
        <p:nvPr/>
      </p:nvGrpSpPr>
      <p:grpSpPr>
        <a:xfrm>
          <a:off x="0" y="0"/>
          <a:ext cx="0" cy="0"/>
          <a:chOff x="0" y="0"/>
          <a:chExt cx="0" cy="0"/>
        </a:xfrm>
      </p:grpSpPr>
      <p:sp>
        <p:nvSpPr>
          <p:cNvPr id="1114" name="Google Shape;1114;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5" name="Google Shape;1115;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0" name="Google Shape;1120;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3" name="Shape 1123"/>
        <p:cNvGrpSpPr/>
        <p:nvPr/>
      </p:nvGrpSpPr>
      <p:grpSpPr>
        <a:xfrm>
          <a:off x="0" y="0"/>
          <a:ext cx="0" cy="0"/>
          <a:chOff x="0" y="0"/>
          <a:chExt cx="0" cy="0"/>
        </a:xfrm>
      </p:grpSpPr>
      <p:sp>
        <p:nvSpPr>
          <p:cNvPr id="1124" name="Google Shape;1124;h2804c67a31022ed3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5" name="Google Shape;1125;h2804c67a31022ed3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1" name="Google Shape;1131;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h1d72e0b711e8a63f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6" name="Google Shape;1136;h1d72e0b711e8a63f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h1d72e0b711e8a63f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1" name="Google Shape;1141;h1d72e0b711e8a63f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h1d72e0b711e8a63f_0_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6" name="Google Shape;1146;h1d72e0b711e8a63f_0_8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h1d72e0b711e8a63f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1" name="Google Shape;1151;h1d72e0b711e8a63f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4" name="Shape 1154"/>
        <p:cNvGrpSpPr/>
        <p:nvPr/>
      </p:nvGrpSpPr>
      <p:grpSpPr>
        <a:xfrm>
          <a:off x="0" y="0"/>
          <a:ext cx="0" cy="0"/>
          <a:chOff x="0" y="0"/>
          <a:chExt cx="0" cy="0"/>
        </a:xfrm>
      </p:grpSpPr>
      <p:sp>
        <p:nvSpPr>
          <p:cNvPr id="1155" name="Google Shape;1155;h1d72e0b711e8a63f_0_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6" name="Google Shape;1156;h1d72e0b711e8a63f_0_9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h1d72e0b711e8a63f_0_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1" name="Google Shape;1161;h1d72e0b711e8a63f_0_1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h1d72e0b711e8a63f_0_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6" name="Google Shape;1166;h1d72e0b711e8a63f_0_10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h1d72e0b711e8a63f_0_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1" name="Google Shape;1171;h1d72e0b711e8a63f_0_1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4" name="Shape 1174"/>
        <p:cNvGrpSpPr/>
        <p:nvPr/>
      </p:nvGrpSpPr>
      <p:grpSpPr>
        <a:xfrm>
          <a:off x="0" y="0"/>
          <a:ext cx="0" cy="0"/>
          <a:chOff x="0" y="0"/>
          <a:chExt cx="0" cy="0"/>
        </a:xfrm>
      </p:grpSpPr>
      <p:sp>
        <p:nvSpPr>
          <p:cNvPr id="1175" name="Google Shape;1175;h1d72e0b711e8a63f_0_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6" name="Google Shape;1176;h1d72e0b711e8a63f_0_1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9" name="Shape 1179"/>
        <p:cNvGrpSpPr/>
        <p:nvPr/>
      </p:nvGrpSpPr>
      <p:grpSpPr>
        <a:xfrm>
          <a:off x="0" y="0"/>
          <a:ext cx="0" cy="0"/>
          <a:chOff x="0" y="0"/>
          <a:chExt cx="0" cy="0"/>
        </a:xfrm>
      </p:grpSpPr>
      <p:sp>
        <p:nvSpPr>
          <p:cNvPr id="1180" name="Google Shape;1180;h1d72e0b711e8a63f_0_1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1" name="Google Shape;1181;h1d72e0b711e8a63f_0_1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h1d72e0b711e8a63f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6" name="Google Shape;1186;h1d72e0b711e8a63f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h1d72e0b711e8a63f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1" name="Google Shape;1191;h1d72e0b711e8a63f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4" name="Shape 1194"/>
        <p:cNvGrpSpPr/>
        <p:nvPr/>
      </p:nvGrpSpPr>
      <p:grpSpPr>
        <a:xfrm>
          <a:off x="0" y="0"/>
          <a:ext cx="0" cy="0"/>
          <a:chOff x="0" y="0"/>
          <a:chExt cx="0" cy="0"/>
        </a:xfrm>
      </p:grpSpPr>
      <p:sp>
        <p:nvSpPr>
          <p:cNvPr id="1195" name="Google Shape;1195;h1d72e0b711e8a63f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h1d72e0b711e8a63f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9" name="Shape 1199"/>
        <p:cNvGrpSpPr/>
        <p:nvPr/>
      </p:nvGrpSpPr>
      <p:grpSpPr>
        <a:xfrm>
          <a:off x="0" y="0"/>
          <a:ext cx="0" cy="0"/>
          <a:chOff x="0" y="0"/>
          <a:chExt cx="0" cy="0"/>
        </a:xfrm>
      </p:grpSpPr>
      <p:sp>
        <p:nvSpPr>
          <p:cNvPr id="1200" name="Google Shape;1200;h1d72e0b711e8a63f_0_1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1" name="Google Shape;1201;h1d72e0b711e8a63f_0_1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h1d72e0b711e8a63f_0_1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6" name="Google Shape;1206;h1d72e0b711e8a63f_0_1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h1d72e0b711e8a63f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1" name="Google Shape;1211;h1d72e0b711e8a63f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h1d72e0b711e8a63f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6" name="Google Shape;1216;h1d72e0b711e8a63f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h1d72e0b711e8a63f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1" name="Google Shape;1221;h1d72e0b711e8a63f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h1d72e0b711e8a63f_0_1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6" name="Google Shape;1226;h1d72e0b711e8a63f_0_1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h1d72e0b711e8a63f_0_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1" name="Google Shape;1231;h1d72e0b711e8a63f_0_1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4" name="Shape 1234"/>
        <p:cNvGrpSpPr/>
        <p:nvPr/>
      </p:nvGrpSpPr>
      <p:grpSpPr>
        <a:xfrm>
          <a:off x="0" y="0"/>
          <a:ext cx="0" cy="0"/>
          <a:chOff x="0" y="0"/>
          <a:chExt cx="0" cy="0"/>
        </a:xfrm>
      </p:grpSpPr>
      <p:sp>
        <p:nvSpPr>
          <p:cNvPr id="1235" name="Google Shape;1235;h1d72e0b711e8a63f_1_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6" name="Google Shape;1236;h1d72e0b711e8a63f_1_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9" name="Shape 1239"/>
        <p:cNvGrpSpPr/>
        <p:nvPr/>
      </p:nvGrpSpPr>
      <p:grpSpPr>
        <a:xfrm>
          <a:off x="0" y="0"/>
          <a:ext cx="0" cy="0"/>
          <a:chOff x="0" y="0"/>
          <a:chExt cx="0" cy="0"/>
        </a:xfrm>
      </p:grpSpPr>
      <p:sp>
        <p:nvSpPr>
          <p:cNvPr id="1240" name="Google Shape;1240;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1" name="Google Shape;1241;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9" name="Shape 1249"/>
        <p:cNvGrpSpPr/>
        <p:nvPr/>
      </p:nvGrpSpPr>
      <p:grpSpPr>
        <a:xfrm>
          <a:off x="0" y="0"/>
          <a:ext cx="0" cy="0"/>
          <a:chOff x="0" y="0"/>
          <a:chExt cx="0" cy="0"/>
        </a:xfrm>
      </p:grpSpPr>
      <p:sp>
        <p:nvSpPr>
          <p:cNvPr id="1250" name="Google Shape;1250;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1" name="Google Shape;1251;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3fb3359abd2_0_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6" name="Google Shape;1256;g3fb3359abd2_0_1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g3fb3359abd2_0_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1" name="Google Shape;1261;g3fb3359abd2_0_1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h3b2cbe721dc07a79_0_2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6" name="Google Shape;1266;h3b2cbe721dc07a79_0_2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9" name="Shape 1269"/>
        <p:cNvGrpSpPr/>
        <p:nvPr/>
      </p:nvGrpSpPr>
      <p:grpSpPr>
        <a:xfrm>
          <a:off x="0" y="0"/>
          <a:ext cx="0" cy="0"/>
          <a:chOff x="0" y="0"/>
          <a:chExt cx="0" cy="0"/>
        </a:xfrm>
      </p:grpSpPr>
      <p:sp>
        <p:nvSpPr>
          <p:cNvPr id="1270" name="Google Shape;1270;h1d72e0b711e8a63f_0_2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1" name="Google Shape;1271;h1d72e0b711e8a63f_0_2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h1d72e0b711e8a63f_0_2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6" name="Google Shape;1276;h1d72e0b711e8a63f_0_2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9" name="Shape 1279"/>
        <p:cNvGrpSpPr/>
        <p:nvPr/>
      </p:nvGrpSpPr>
      <p:grpSpPr>
        <a:xfrm>
          <a:off x="0" y="0"/>
          <a:ext cx="0" cy="0"/>
          <a:chOff x="0" y="0"/>
          <a:chExt cx="0" cy="0"/>
        </a:xfrm>
      </p:grpSpPr>
      <p:sp>
        <p:nvSpPr>
          <p:cNvPr id="1280" name="Google Shape;1280;g3fb2dc0a37c_0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1" name="Google Shape;1281;g3fb2dc0a37c_0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5.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2.jp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2.jp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5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NGHĨA ĐỨC TIN</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Ngày Chúa Nhật hôm nay, chúng con hợp nhau kính lạy thờ phượng Chúa, </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khong khen cảm tạ ơn Chúa về mọi ơn lành Chúa đã ban cho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5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phạt tạ Chúa vì những tội lỗi chúng con đã phạm mất lòng Chúa:</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4"/>
          <p:cNvSpPr txBox="1"/>
          <p:nvPr>
            <p:ph idx="1" type="subTitle"/>
          </p:nvPr>
        </p:nvSpPr>
        <p:spPr>
          <a:xfrm>
            <a:off x="92467" y="-205483"/>
            <a:ext cx="9051533" cy="5348983"/>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thì chúng con dám xin Chúa hãy khứng ban những ơn cần kíp cho chúng con được rỗi linh hồn.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5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300"/>
              <a:buNone/>
            </a:pPr>
            <a:r>
              <a:rPr b="1" lang="en-US" sz="7300">
                <a:solidFill>
                  <a:schemeClr val="lt1"/>
                </a:solidFill>
                <a:latin typeface="Times New Roman"/>
                <a:ea typeface="Times New Roman"/>
                <a:cs typeface="Times New Roman"/>
                <a:sym typeface="Times New Roman"/>
              </a:rPr>
              <a:t>Nên chúng con cả lòng tin vững vàng mọi điều đạo thánh Chúa dạy,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nhất là những điều cần kíp này là có một Đức Chúa Trời phép tắc vô cùng dựng nên trời đất,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57"/>
          <p:cNvSpPr txBox="1"/>
          <p:nvPr>
            <p:ph idx="1" type="subTitle"/>
          </p:nvPr>
        </p:nvSpPr>
        <p:spPr>
          <a:xfrm>
            <a:off x="0" y="-308225"/>
            <a:ext cx="9144000" cy="5451725"/>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mà Người có Ba Ngôi. Ngôi Thứ Nhất là Cha, Ngôi Thứ Hai là Con, Ngôi Thứ Ba là Thánh Thần; </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5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Ba Ngôi cũng một tính một phép, cho nên Ba Ngôi cũng một Chúa mà thôi.</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5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tin Ngôi Thứ Hai ra đời làm người, sinh bởi Bà Maria Đồng Trinh,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đặt tên là Giêsu, ở thế gian ba mươi ba năm, đoạn chịu chết trên cây Thánh giá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6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chuộc tội cho thiên hạ, đến ngày thứ ba Người sống lại; </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62"/>
          <p:cNvSpPr txBox="1"/>
          <p:nvPr>
            <p:ph idx="1" type="subTitle"/>
          </p:nvPr>
        </p:nvSpPr>
        <p:spPr>
          <a:xfrm>
            <a:off x="0" y="-164387"/>
            <a:ext cx="9144000" cy="5307887"/>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khỏi bốn mươi ngày lên trời; đủ mười ngày lại cho Đức Chúa Thánh Thần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3"/>
          <p:cNvSpPr txBox="1"/>
          <p:nvPr>
            <p:ph idx="1" type="subTitle"/>
          </p:nvPr>
        </p:nvSpPr>
        <p:spPr>
          <a:xfrm>
            <a:off x="0" y="0"/>
            <a:ext cx="9226193"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xuống trên các thánh Tông đồ và Hội Thánh mới lập;</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ai chẳng thông công cùng Hội Thánh ấy thì chẳng đặng rỗi linh hồn;</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65"/>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linh hồn là giống thiêng liêng chẳng hề chết đặng; và đến ngày tận thế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6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xác loài người ta sẽ sống lại mà chịu phán xét;</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kẻ lành lên thiên đàng hưởng phước đời đời; kẻ dữ sa hỏa ngục chịu phạt vô cùng.</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chúng con tin các sự ấy mà thôi thì chưa đủ cho đặng lên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thiên đàng;</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6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song phải giữ Mười điều răn Đức Chúa Trời cùng Năm luật điều Hội Thánh,</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7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làm những việc lành phước đức.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Nhân vì sự ấy, chúng con hằng phải sợ hãi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trốn tránh các tội lỗi, nhất là bảy mối tội đầu, là căn nguyên mọi tội lỗi khác.</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72"/>
          <p:cNvSpPr txBox="1"/>
          <p:nvPr>
            <p:ph idx="1" type="subTitle"/>
          </p:nvPr>
        </p:nvSpPr>
        <p:spPr>
          <a:xfrm>
            <a:off x="0" y="-246580"/>
            <a:ext cx="9144000" cy="539008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6800"/>
              <a:buNone/>
            </a:pPr>
            <a:r>
              <a:rPr b="1" lang="en-US" sz="6800">
                <a:solidFill>
                  <a:schemeClr val="lt1"/>
                </a:solidFill>
                <a:latin typeface="Times New Roman"/>
                <a:ea typeface="Times New Roman"/>
                <a:cs typeface="Times New Roman"/>
                <a:sym typeface="Times New Roman"/>
              </a:rPr>
              <a:t>Vậy chúng con phải ân cần lo lắng mà năng chịu các phép bí tích Đức</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Chúa</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Giêsu đã truyền,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7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những phương linh nghiệm cho chúng con đặng nên thánh.</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7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Có bảy phép bí tích mà thôi, song phép Rửa tội, phép Mình Thánh Chúa,</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7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phép Giải tội, là ba phép cần kíp hơn cho chúng con đặng rỗi. </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Ấy vậy chúng con hằng phải ra sức lo lắng thể nào mà chịu các phép trọng ấy cho nên,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tin thật vững vàng mà giữ cẩn thận các điều trước này,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7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mới đặng hưởng  phúc thanh nhàn đời đời kiếp kiếp. Amen.</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7" name="Shape 637"/>
        <p:cNvGrpSpPr/>
        <p:nvPr/>
      </p:nvGrpSpPr>
      <p:grpSpPr>
        <a:xfrm>
          <a:off x="0" y="0"/>
          <a:ext cx="0" cy="0"/>
          <a:chOff x="0" y="0"/>
          <a:chExt cx="0" cy="0"/>
        </a:xfrm>
      </p:grpSpPr>
      <p:sp>
        <p:nvSpPr>
          <p:cNvPr id="638" name="Google Shape;63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sp>
        <p:nvSpPr>
          <p:cNvPr id="643" name="Google Shape;64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pic>
        <p:nvPicPr>
          <p:cNvPr id="653" name="Google Shape;653;h1d72e0b711e8a63f_1_17"/>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7" name="Shape 657"/>
        <p:cNvGrpSpPr/>
        <p:nvPr/>
      </p:nvGrpSpPr>
      <p:grpSpPr>
        <a:xfrm>
          <a:off x="0" y="0"/>
          <a:ext cx="0" cy="0"/>
          <a:chOff x="0" y="0"/>
          <a:chExt cx="0" cy="0"/>
        </a:xfrm>
      </p:grpSpPr>
      <p:sp>
        <p:nvSpPr>
          <p:cNvPr id="658" name="Google Shape;65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HÁT LÊN BÀI CA</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(Lm. Kim Long)</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g3faf5860435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Về đây muôn người, nhạc tấu vang trời, cùng hát muôn lời,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g3faf5860435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hòa tiếng nơi nơi tung hô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h3b2cbe721dc07a79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1.</a:t>
            </a:r>
            <a:r>
              <a:rPr b="1" lang="en-US" sz="7200">
                <a:solidFill>
                  <a:srgbClr val="FFFF00"/>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Trong nắng ban mai, hoa lá khoe tươi, chim hót vui say,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h3b2cbe721dc07a79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muôn khúc Tân Ca mau vang hòa.</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h1d72e0b711e8a63f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h1d72e0b711e8a63f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pic>
        <p:nvPicPr>
          <p:cNvPr id="703" name="Google Shape;703;h1d72e0b711e8a63f_1_21"/>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709" name="Google Shape;70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20" name="Shape 720"/>
        <p:cNvGrpSpPr/>
        <p:nvPr/>
      </p:nvGrpSpPr>
      <p:grpSpPr>
        <a:xfrm>
          <a:off x="0" y="0"/>
          <a:ext cx="0" cy="0"/>
          <a:chOff x="0" y="0"/>
          <a:chExt cx="0" cy="0"/>
        </a:xfrm>
      </p:grpSpPr>
      <p:sp>
        <p:nvSpPr>
          <p:cNvPr id="721" name="Google Shape;72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4" name="Shape 744"/>
        <p:cNvGrpSpPr/>
        <p:nvPr/>
      </p:nvGrpSpPr>
      <p:grpSpPr>
        <a:xfrm>
          <a:off x="0" y="0"/>
          <a:ext cx="0" cy="0"/>
          <a:chOff x="0" y="0"/>
          <a:chExt cx="0" cy="0"/>
        </a:xfrm>
      </p:grpSpPr>
      <p:sp>
        <p:nvSpPr>
          <p:cNvPr id="745" name="Google Shape;74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2" name="Shape 762"/>
        <p:cNvGrpSpPr/>
        <p:nvPr/>
      </p:nvGrpSpPr>
      <p:grpSpPr>
        <a:xfrm>
          <a:off x="0" y="0"/>
          <a:ext cx="0" cy="0"/>
          <a:chOff x="0" y="0"/>
          <a:chExt cx="0" cy="0"/>
        </a:xfrm>
      </p:grpSpPr>
      <p:sp>
        <p:nvSpPr>
          <p:cNvPr id="763" name="Google Shape;76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8" name="Shape 768"/>
        <p:cNvGrpSpPr/>
        <p:nvPr/>
      </p:nvGrpSpPr>
      <p:grpSpPr>
        <a:xfrm>
          <a:off x="0" y="0"/>
          <a:ext cx="0" cy="0"/>
          <a:chOff x="0" y="0"/>
          <a:chExt cx="0" cy="0"/>
        </a:xfrm>
      </p:grpSpPr>
      <p:sp>
        <p:nvSpPr>
          <p:cNvPr id="769" name="Google Shape;76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4" name="Shape 774"/>
        <p:cNvGrpSpPr/>
        <p:nvPr/>
      </p:nvGrpSpPr>
      <p:grpSpPr>
        <a:xfrm>
          <a:off x="0" y="0"/>
          <a:ext cx="0" cy="0"/>
          <a:chOff x="0" y="0"/>
          <a:chExt cx="0" cy="0"/>
        </a:xfrm>
      </p:grpSpPr>
      <p:sp>
        <p:nvSpPr>
          <p:cNvPr id="775" name="Google Shape;77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0" name="Shape 780"/>
        <p:cNvGrpSpPr/>
        <p:nvPr/>
      </p:nvGrpSpPr>
      <p:grpSpPr>
        <a:xfrm>
          <a:off x="0" y="0"/>
          <a:ext cx="0" cy="0"/>
          <a:chOff x="0" y="0"/>
          <a:chExt cx="0" cy="0"/>
        </a:xfrm>
      </p:grpSpPr>
      <p:sp>
        <p:nvSpPr>
          <p:cNvPr id="781" name="Google Shape;78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pic>
        <p:nvPicPr>
          <p:cNvPr id="792" name="Google Shape;792;h1d72e0b711e8a63f_1_37"/>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96" name="Shape 796"/>
        <p:cNvGrpSpPr/>
        <p:nvPr/>
      </p:nvGrpSpPr>
      <p:grpSpPr>
        <a:xfrm>
          <a:off x="0" y="0"/>
          <a:ext cx="0" cy="0"/>
          <a:chOff x="0" y="0"/>
          <a:chExt cx="0" cy="0"/>
        </a:xfrm>
      </p:grpSpPr>
      <p:sp>
        <p:nvSpPr>
          <p:cNvPr id="797" name="Google Shape;79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98" name="Google Shape;798;g3d48ab63a6f_0_9"/>
          <p:cNvPicPr preferRelativeResize="0"/>
          <p:nvPr/>
        </p:nvPicPr>
        <p:blipFill>
          <a:blip r:embed="rId3">
            <a:alphaModFix/>
          </a:blip>
          <a:stretch>
            <a:fillRect/>
          </a:stretch>
        </p:blipFill>
        <p:spPr>
          <a:xfrm>
            <a:off x="2429" y="0"/>
            <a:ext cx="9139139" cy="5143499"/>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ĐỨC MẸ MÂN CÔI</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rgbClr val="FFFF00"/>
                </a:solidFill>
                <a:latin typeface="Times New Roman"/>
                <a:ea typeface="Times New Roman"/>
                <a:cs typeface="Times New Roman"/>
                <a:sym typeface="Times New Roman"/>
              </a:rPr>
              <a:t>1. </a:t>
            </a:r>
            <a:r>
              <a:rPr b="1" lang="en-US" sz="7000">
                <a:solidFill>
                  <a:schemeClr val="lt1"/>
                </a:solidFill>
                <a:latin typeface="Times New Roman"/>
                <a:ea typeface="Times New Roman"/>
                <a:cs typeface="Times New Roman"/>
                <a:sym typeface="Times New Roman"/>
              </a:rPr>
              <a:t>Linh hồn tôi ngợi khen Chúa, và thần trí tôi hỉ hoan trong Chúa, Đấng cứu độ tôi.</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2" name="Shape 812"/>
        <p:cNvGrpSpPr/>
        <p:nvPr/>
      </p:nvGrpSpPr>
      <p:grpSpPr>
        <a:xfrm>
          <a:off x="0" y="0"/>
          <a:ext cx="0" cy="0"/>
          <a:chOff x="0" y="0"/>
          <a:chExt cx="0" cy="0"/>
        </a:xfrm>
      </p:grpSpPr>
      <p:sp>
        <p:nvSpPr>
          <p:cNvPr id="813" name="Google Shape;81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600">
                <a:solidFill>
                  <a:schemeClr val="lt1"/>
                </a:solidFill>
                <a:latin typeface="Times New Roman"/>
                <a:ea typeface="Times New Roman"/>
                <a:cs typeface="Times New Roman"/>
                <a:sym typeface="Times New Roman"/>
              </a:rPr>
              <a:t>Vì Ngài đoái thương phận hèn, và từ nay thiên hạ ngàn đời sẽ khen rằng này tôi diễm phúc.</a:t>
            </a:r>
            <a:endParaRPr b="1" sz="66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7" name="Shape 817"/>
        <p:cNvGrpSpPr/>
        <p:nvPr/>
      </p:nvGrpSpPr>
      <p:grpSpPr>
        <a:xfrm>
          <a:off x="0" y="0"/>
          <a:ext cx="0" cy="0"/>
          <a:chOff x="0" y="0"/>
          <a:chExt cx="0" cy="0"/>
        </a:xfrm>
      </p:grpSpPr>
      <p:sp>
        <p:nvSpPr>
          <p:cNvPr id="818" name="Google Shape;81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rgbClr val="FFFF00"/>
                </a:solidFill>
                <a:latin typeface="Times New Roman"/>
                <a:ea typeface="Times New Roman"/>
                <a:cs typeface="Times New Roman"/>
                <a:sym typeface="Times New Roman"/>
              </a:rPr>
              <a:t>2. </a:t>
            </a:r>
            <a:r>
              <a:rPr b="1" lang="en-US" sz="7100">
                <a:solidFill>
                  <a:schemeClr val="lt1"/>
                </a:solidFill>
                <a:latin typeface="Times New Roman"/>
                <a:ea typeface="Times New Roman"/>
                <a:cs typeface="Times New Roman"/>
                <a:sym typeface="Times New Roman"/>
              </a:rPr>
              <a:t>Chúa thương đã làm cho tôi nhiều điều lớn lao thật bao cao quý, Chúa Đấng toàn năng.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sp>
        <p:nvSpPr>
          <p:cNvPr id="828" name="Google Shape;828;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Lòng Ngài xót thương vô vàn từ đời nọ trải qua đời kia cho những người hằng sợ kính Chúa.</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2" name="Shape 832"/>
        <p:cNvGrpSpPr/>
        <p:nvPr/>
      </p:nvGrpSpPr>
      <p:grpSpPr>
        <a:xfrm>
          <a:off x="0" y="0"/>
          <a:ext cx="0" cy="0"/>
          <a:chOff x="0" y="0"/>
          <a:chExt cx="0" cy="0"/>
        </a:xfrm>
      </p:grpSpPr>
      <p:sp>
        <p:nvSpPr>
          <p:cNvPr id="833" name="Google Shape;833;h7fe1b1b8e87d2d0a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900">
                <a:solidFill>
                  <a:srgbClr val="FFFF00"/>
                </a:solidFill>
                <a:latin typeface="Times New Roman"/>
                <a:ea typeface="Times New Roman"/>
                <a:cs typeface="Times New Roman"/>
                <a:sym typeface="Times New Roman"/>
              </a:rPr>
              <a:t>3. </a:t>
            </a:r>
            <a:r>
              <a:rPr b="1" lang="en-US" sz="6900">
                <a:solidFill>
                  <a:schemeClr val="lt1"/>
                </a:solidFill>
                <a:latin typeface="Times New Roman"/>
                <a:ea typeface="Times New Roman"/>
                <a:cs typeface="Times New Roman"/>
                <a:sym typeface="Times New Roman"/>
              </a:rPr>
              <a:t>Chúa cho những người nghèo khó được đầy ấm no, còn ai giàu có khốn khó về không.</a:t>
            </a:r>
            <a:endParaRPr b="1" sz="6900">
              <a:solidFill>
                <a:schemeClr val="lt1"/>
              </a:solidFill>
              <a:latin typeface="Times New Roman"/>
              <a:ea typeface="Times New Roman"/>
              <a:cs typeface="Times New Roman"/>
              <a:sym typeface="Times New Roman"/>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2" name="Shape 842"/>
        <p:cNvGrpSpPr/>
        <p:nvPr/>
      </p:nvGrpSpPr>
      <p:grpSpPr>
        <a:xfrm>
          <a:off x="0" y="0"/>
          <a:ext cx="0" cy="0"/>
          <a:chOff x="0" y="0"/>
          <a:chExt cx="0" cy="0"/>
        </a:xfrm>
      </p:grpSpPr>
      <p:sp>
        <p:nvSpPr>
          <p:cNvPr id="843" name="Google Shape;84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Ngài đã xót thương dân Ngài và chở che cho Is-ra-el bởi nhớ lại lòng từ bi Chúa.</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h7fe1b1b8e87d2d0a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Linh hồn tôi hớn hở mừng vui, vì Thiên Chúa Đấng cứu độ tôi.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2" name="Shape 852"/>
        <p:cNvGrpSpPr/>
        <p:nvPr/>
      </p:nvGrpSpPr>
      <p:grpSpPr>
        <a:xfrm>
          <a:off x="0" y="0"/>
          <a:ext cx="0" cy="0"/>
          <a:chOff x="0" y="0"/>
          <a:chExt cx="0" cy="0"/>
        </a:xfrm>
      </p:grpSpPr>
      <p:sp>
        <p:nvSpPr>
          <p:cNvPr id="853" name="Google Shape;853;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854" name="Google Shape;854;g3d89366497e_0_44"/>
          <p:cNvPicPr preferRelativeResize="0"/>
          <p:nvPr/>
        </p:nvPicPr>
        <p:blipFill>
          <a:blip r:embed="rId3">
            <a:alphaModFix/>
          </a:blip>
          <a:stretch>
            <a:fillRect/>
          </a:stretch>
        </p:blipFill>
        <p:spPr>
          <a:xfrm>
            <a:off x="2429" y="0"/>
            <a:ext cx="9139139" cy="5143499"/>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9" name="Shape 859"/>
        <p:cNvGrpSpPr/>
        <p:nvPr/>
      </p:nvGrpSpPr>
      <p:grpSpPr>
        <a:xfrm>
          <a:off x="0" y="0"/>
          <a:ext cx="0" cy="0"/>
          <a:chOff x="0" y="0"/>
          <a:chExt cx="0" cy="0"/>
        </a:xfrm>
      </p:grpSpPr>
      <p:sp>
        <p:nvSpPr>
          <p:cNvPr id="860" name="Google Shape;860;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5700">
                <a:solidFill>
                  <a:srgbClr val="FFFF00"/>
                </a:solidFill>
                <a:latin typeface="Times New Roman"/>
                <a:ea typeface="Times New Roman"/>
                <a:cs typeface="Times New Roman"/>
                <a:sym typeface="Times New Roman"/>
              </a:rPr>
              <a:t>All… All…</a:t>
            </a:r>
            <a:r>
              <a:rPr b="1" i="1" lang="en-US" sz="7200">
                <a:solidFill>
                  <a:srgbClr val="EE0000"/>
                </a:solidFill>
                <a:latin typeface="Times New Roman"/>
                <a:ea typeface="Times New Roman"/>
                <a:cs typeface="Times New Roman"/>
                <a:sym typeface="Times New Roman"/>
              </a:rPr>
              <a:t> </a:t>
            </a:r>
            <a:br>
              <a:rPr b="1" i="1" lang="en-US" sz="7400">
                <a:solidFill>
                  <a:srgbClr val="EE0000"/>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Kính chào trinh nữ Ma-ri-ia, Thiên Chúa ở cùng Bà, </a:t>
            </a:r>
            <a:endParaRPr b="1" sz="7200">
              <a:solidFill>
                <a:schemeClr val="lt1"/>
              </a:solidFill>
              <a:latin typeface="Times New Roman"/>
              <a:ea typeface="Times New Roman"/>
              <a:cs typeface="Times New Roman"/>
              <a:sym typeface="Times New Roman"/>
            </a:endParaRPr>
          </a:p>
        </p:txBody>
      </p:sp>
      <p:sp>
        <p:nvSpPr>
          <p:cNvPr id="861" name="Google Shape;861;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5" name="Shape 865"/>
        <p:cNvGrpSpPr/>
        <p:nvPr/>
      </p:nvGrpSpPr>
      <p:grpSpPr>
        <a:xfrm>
          <a:off x="0" y="0"/>
          <a:ext cx="0" cy="0"/>
          <a:chOff x="0" y="0"/>
          <a:chExt cx="0" cy="0"/>
        </a:xfrm>
      </p:grpSpPr>
      <p:sp>
        <p:nvSpPr>
          <p:cNvPr id="866" name="Google Shape;866;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6800">
                <a:solidFill>
                  <a:schemeClr val="lt1"/>
                </a:solidFill>
                <a:latin typeface="Times New Roman"/>
                <a:ea typeface="Times New Roman"/>
                <a:cs typeface="Times New Roman"/>
                <a:sym typeface="Times New Roman"/>
              </a:rPr>
              <a:t>Bà được đầy ơn phúc hơn các người nữ.</a:t>
            </a:r>
            <a:r>
              <a:rPr b="1" lang="en-US" sz="6800">
                <a:solidFill>
                  <a:schemeClr val="lt1"/>
                </a:solidFill>
                <a:latin typeface="Times New Roman"/>
                <a:ea typeface="Times New Roman"/>
                <a:cs typeface="Times New Roman"/>
                <a:sym typeface="Times New Roman"/>
              </a:rPr>
              <a:t> </a:t>
            </a:r>
            <a:r>
              <a:rPr b="1" i="1" lang="en-US" sz="6800">
                <a:solidFill>
                  <a:srgbClr val="FFFF00"/>
                </a:solidFill>
                <a:latin typeface="Times New Roman"/>
                <a:ea typeface="Times New Roman"/>
                <a:cs typeface="Times New Roman"/>
                <a:sym typeface="Times New Roman"/>
              </a:rPr>
              <a:t>All..</a:t>
            </a:r>
            <a:endParaRPr b="1" sz="6800">
              <a:solidFill>
                <a:srgbClr val="FFFF00"/>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0" name="Shape 870"/>
        <p:cNvGrpSpPr/>
        <p:nvPr/>
      </p:nvGrpSpPr>
      <p:grpSpPr>
        <a:xfrm>
          <a:off x="0" y="0"/>
          <a:ext cx="0" cy="0"/>
          <a:chOff x="0" y="0"/>
          <a:chExt cx="0" cy="0"/>
        </a:xfrm>
      </p:grpSpPr>
      <p:pic>
        <p:nvPicPr>
          <p:cNvPr id="871" name="Google Shape;871;g3baa6357486_0_13"/>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pic>
        <p:nvPicPr>
          <p:cNvPr id="876" name="Google Shape;876;h1d72e0b711e8a63f_1_33"/>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sp>
        <p:nvSpPr>
          <p:cNvPr id="881" name="Google Shape;881;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882" name="Google Shape;882;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pic>
        <p:nvPicPr>
          <p:cNvPr id="982" name="Google Shape;982;h1d72e0b711e8a63f_1_29"/>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g3f95afb83fa_0_24"/>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CHỈ LÀ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TẠO VẬT</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a:t>
            </a:r>
            <a:r>
              <a:rPr b="1" i="1" lang="en-US" sz="4700">
                <a:solidFill>
                  <a:schemeClr val="accent4"/>
                </a:solidFill>
                <a:latin typeface="Times New Roman"/>
                <a:ea typeface="Times New Roman"/>
                <a:cs typeface="Times New Roman"/>
                <a:sym typeface="Times New Roman"/>
              </a:rPr>
              <a:t>Phanxicô</a:t>
            </a:r>
            <a:r>
              <a:rPr b="1" i="1" lang="en-US" sz="4700">
                <a:solidFill>
                  <a:schemeClr val="accent4"/>
                </a:solidFill>
                <a:latin typeface="Times New Roman"/>
                <a:ea typeface="Times New Roman"/>
                <a:cs typeface="Times New Roman"/>
                <a:sym typeface="Times New Roman"/>
              </a:rPr>
              <a:t>)</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sp>
        <p:nvSpPr>
          <p:cNvPr id="992" name="Google Shape;992;g3f69acae762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Lạy Chúa con chỉ là tạo vật Chúa thật í a sang giàu,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g3f69acae762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có gì mà dâng Chúa đâu, có gì mà dâng Chúa đâu.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h3b2cbe721dc07a79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Vì trước mặt Chúa Thái Sơn cũng mọn hèn,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6" name="Shape 1006"/>
        <p:cNvGrpSpPr/>
        <p:nvPr/>
      </p:nvGrpSpPr>
      <p:grpSpPr>
        <a:xfrm>
          <a:off x="0" y="0"/>
          <a:ext cx="0" cy="0"/>
          <a:chOff x="0" y="0"/>
          <a:chExt cx="0" cy="0"/>
        </a:xfrm>
      </p:grpSpPr>
      <p:sp>
        <p:nvSpPr>
          <p:cNvPr id="1007" name="Google Shape;1007;h1d72e0b711e8a63f_0_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dòng sông cả mấy sâu có là mấy đâu,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1" name="Shape 1011"/>
        <p:cNvGrpSpPr/>
        <p:nvPr/>
      </p:nvGrpSpPr>
      <p:grpSpPr>
        <a:xfrm>
          <a:off x="0" y="0"/>
          <a:ext cx="0" cy="0"/>
          <a:chOff x="0" y="0"/>
          <a:chExt cx="0" cy="0"/>
        </a:xfrm>
      </p:grpSpPr>
      <p:sp>
        <p:nvSpPr>
          <p:cNvPr id="1012" name="Google Shape;1012;h1d72e0b711e8a63f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giữa đôi tay không nhỏ bé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sp>
        <p:nvSpPr>
          <p:cNvPr id="1017" name="Google Shape;1017;g3fac4c6c2fc_0_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f002f62f5ca6d5c_0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h3b2cbe721dc07a79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3b2cbe721dc07a79_0_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6" name="Shape 1036"/>
        <p:cNvGrpSpPr/>
        <p:nvPr/>
      </p:nvGrpSpPr>
      <p:grpSpPr>
        <a:xfrm>
          <a:off x="0" y="0"/>
          <a:ext cx="0" cy="0"/>
          <a:chOff x="0" y="0"/>
          <a:chExt cx="0" cy="0"/>
        </a:xfrm>
      </p:grpSpPr>
      <p:sp>
        <p:nvSpPr>
          <p:cNvPr id="1037" name="Google Shape;1037;h1d72e0b711e8a63f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2</a:t>
            </a:r>
            <a:r>
              <a:rPr b="1" lang="en-US" sz="7500">
                <a:solidFill>
                  <a:srgbClr val="FFFF00"/>
                </a:solidFill>
                <a:latin typeface="Times New Roman"/>
                <a:ea typeface="Times New Roman"/>
                <a:cs typeface="Times New Roman"/>
                <a:sym typeface="Times New Roman"/>
              </a:rPr>
              <a:t>. </a:t>
            </a:r>
            <a:r>
              <a:rPr b="1" lang="en-US" sz="7500">
                <a:solidFill>
                  <a:schemeClr val="lt1"/>
                </a:solidFill>
                <a:latin typeface="Times New Roman"/>
                <a:ea typeface="Times New Roman"/>
                <a:cs typeface="Times New Roman"/>
                <a:sym typeface="Times New Roman"/>
              </a:rPr>
              <a:t>Tình Chúa trao máu hồng tử nạn chứa chan suối ơn chan hòa,</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1" name="Shape 1041"/>
        <p:cNvGrpSpPr/>
        <p:nvPr/>
      </p:nvGrpSpPr>
      <p:grpSpPr>
        <a:xfrm>
          <a:off x="0" y="0"/>
          <a:ext cx="0" cy="0"/>
          <a:chOff x="0" y="0"/>
          <a:chExt cx="0" cy="0"/>
        </a:xfrm>
      </p:grpSpPr>
      <p:sp>
        <p:nvSpPr>
          <p:cNvPr id="1042" name="Google Shape;1042;h1d72e0b711e8a63f_0_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dầu mà ngàn năm đã qua, dầu mà ngàn năm đã qua.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h1d72e0b711e8a63f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Tình Chúa ngời sáng ví như khung trời đầy,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1" name="Shape 1051"/>
        <p:cNvGrpSpPr/>
        <p:nvPr/>
      </p:nvGrpSpPr>
      <p:grpSpPr>
        <a:xfrm>
          <a:off x="0" y="0"/>
          <a:ext cx="0" cy="0"/>
          <a:chOff x="0" y="0"/>
          <a:chExt cx="0" cy="0"/>
        </a:xfrm>
      </p:grpSpPr>
      <p:sp>
        <p:nvSpPr>
          <p:cNvPr id="1052" name="Google Shape;1052;h1d72e0b711e8a63f_0_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lòng con nhỏ có chi hơn một thoáng mây,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6" name="Shape 1056"/>
        <p:cNvGrpSpPr/>
        <p:nvPr/>
      </p:nvGrpSpPr>
      <p:grpSpPr>
        <a:xfrm>
          <a:off x="0" y="0"/>
          <a:ext cx="0" cy="0"/>
          <a:chOff x="0" y="0"/>
          <a:chExt cx="0" cy="0"/>
        </a:xfrm>
      </p:grpSpPr>
      <p:sp>
        <p:nvSpPr>
          <p:cNvPr id="1057" name="Google Shape;1057;h1d72e0b711e8a63f_0_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cảm tạ tình thương tuyệt đối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1" name="Shape 1061"/>
        <p:cNvGrpSpPr/>
        <p:nvPr/>
      </p:nvGrpSpPr>
      <p:grpSpPr>
        <a:xfrm>
          <a:off x="0" y="0"/>
          <a:ext cx="0" cy="0"/>
          <a:chOff x="0" y="0"/>
          <a:chExt cx="0" cy="0"/>
        </a:xfrm>
      </p:grpSpPr>
      <p:sp>
        <p:nvSpPr>
          <p:cNvPr id="1062" name="Google Shape;1062;h1d72e0b711e8a63f_0_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sp>
        <p:nvSpPr>
          <p:cNvPr id="1067" name="Google Shape;1067;h1d72e0b711e8a63f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1" name="Shape 1071"/>
        <p:cNvGrpSpPr/>
        <p:nvPr/>
      </p:nvGrpSpPr>
      <p:grpSpPr>
        <a:xfrm>
          <a:off x="0" y="0"/>
          <a:ext cx="0" cy="0"/>
          <a:chOff x="0" y="0"/>
          <a:chExt cx="0" cy="0"/>
        </a:xfrm>
      </p:grpSpPr>
      <p:sp>
        <p:nvSpPr>
          <p:cNvPr id="1072" name="Google Shape;1072;h1d72e0b711e8a63f_0_7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6" name="Shape 1076"/>
        <p:cNvGrpSpPr/>
        <p:nvPr/>
      </p:nvGrpSpPr>
      <p:grpSpPr>
        <a:xfrm>
          <a:off x="0" y="0"/>
          <a:ext cx="0" cy="0"/>
          <a:chOff x="0" y="0"/>
          <a:chExt cx="0" cy="0"/>
        </a:xfrm>
      </p:grpSpPr>
      <p:sp>
        <p:nvSpPr>
          <p:cNvPr id="1077" name="Google Shape;1077;h1d72e0b711e8a63f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1" name="Shape 1081"/>
        <p:cNvGrpSpPr/>
        <p:nvPr/>
      </p:nvGrpSpPr>
      <p:grpSpPr>
        <a:xfrm>
          <a:off x="0" y="0"/>
          <a:ext cx="0" cy="0"/>
          <a:chOff x="0" y="0"/>
          <a:chExt cx="0" cy="0"/>
        </a:xfrm>
      </p:grpSpPr>
      <p:pic>
        <p:nvPicPr>
          <p:cNvPr id="1082" name="Google Shape;1082;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6" name="Shape 1086"/>
        <p:cNvGrpSpPr/>
        <p:nvPr/>
      </p:nvGrpSpPr>
      <p:grpSpPr>
        <a:xfrm>
          <a:off x="0" y="0"/>
          <a:ext cx="0" cy="0"/>
          <a:chOff x="0" y="0"/>
          <a:chExt cx="0" cy="0"/>
        </a:xfrm>
      </p:grpSpPr>
      <p:sp>
        <p:nvSpPr>
          <p:cNvPr id="1087" name="Google Shape;1087;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1" name="Shape 1091"/>
        <p:cNvGrpSpPr/>
        <p:nvPr/>
      </p:nvGrpSpPr>
      <p:grpSpPr>
        <a:xfrm>
          <a:off x="0" y="0"/>
          <a:ext cx="0" cy="0"/>
          <a:chOff x="0" y="0"/>
          <a:chExt cx="0" cy="0"/>
        </a:xfrm>
      </p:grpSpPr>
      <p:sp>
        <p:nvSpPr>
          <p:cNvPr id="1092" name="Google Shape;1092;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1" name="Shape 1101"/>
        <p:cNvGrpSpPr/>
        <p:nvPr/>
      </p:nvGrpSpPr>
      <p:grpSpPr>
        <a:xfrm>
          <a:off x="0" y="0"/>
          <a:ext cx="0" cy="0"/>
          <a:chOff x="0" y="0"/>
          <a:chExt cx="0" cy="0"/>
        </a:xfrm>
      </p:grpSpPr>
      <p:pic>
        <p:nvPicPr>
          <p:cNvPr id="1102" name="Google Shape;1102;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1" name="Shape 1111"/>
        <p:cNvGrpSpPr/>
        <p:nvPr/>
      </p:nvGrpSpPr>
      <p:grpSpPr>
        <a:xfrm>
          <a:off x="0" y="0"/>
          <a:ext cx="0" cy="0"/>
          <a:chOff x="0" y="0"/>
          <a:chExt cx="0" cy="0"/>
        </a:xfrm>
      </p:grpSpPr>
      <p:sp>
        <p:nvSpPr>
          <p:cNvPr id="1112" name="Google Shape;1112;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6" name="Shape 1116"/>
        <p:cNvGrpSpPr/>
        <p:nvPr/>
      </p:nvGrpSpPr>
      <p:grpSpPr>
        <a:xfrm>
          <a:off x="0" y="0"/>
          <a:ext cx="0" cy="0"/>
          <a:chOff x="0" y="0"/>
          <a:chExt cx="0" cy="0"/>
        </a:xfrm>
      </p:grpSpPr>
      <p:sp>
        <p:nvSpPr>
          <p:cNvPr id="1117" name="Google Shape;1117;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1" name="Shape 1121"/>
        <p:cNvGrpSpPr/>
        <p:nvPr/>
      </p:nvGrpSpPr>
      <p:grpSpPr>
        <a:xfrm>
          <a:off x="0" y="0"/>
          <a:ext cx="0" cy="0"/>
          <a:chOff x="0" y="0"/>
          <a:chExt cx="0" cy="0"/>
        </a:xfrm>
      </p:grpSpPr>
      <p:pic>
        <p:nvPicPr>
          <p:cNvPr id="1122" name="Google Shape;1122;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6" name="Shape 1126"/>
        <p:cNvGrpSpPr/>
        <p:nvPr/>
      </p:nvGrpSpPr>
      <p:grpSpPr>
        <a:xfrm>
          <a:off x="0" y="0"/>
          <a:ext cx="0" cy="0"/>
          <a:chOff x="0" y="0"/>
          <a:chExt cx="0" cy="0"/>
        </a:xfrm>
      </p:grpSpPr>
      <p:sp>
        <p:nvSpPr>
          <p:cNvPr id="1127" name="Google Shape;1127;h2804c67a31022ed3_0_0"/>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300">
                <a:solidFill>
                  <a:schemeClr val="lt1"/>
                </a:solidFill>
                <a:latin typeface="Times New Roman"/>
                <a:ea typeface="Times New Roman"/>
                <a:cs typeface="Times New Roman"/>
                <a:sym typeface="Times New Roman"/>
              </a:rPr>
              <a:t>Này Bà sẽ thụ thai, sinh một con trai, và đặt tên là Giêsu.</a:t>
            </a:r>
            <a:endParaRPr b="1" sz="7300">
              <a:solidFill>
                <a:schemeClr val="lt1"/>
              </a:solidFill>
              <a:latin typeface="Times New Roman"/>
              <a:ea typeface="Times New Roman"/>
              <a:cs typeface="Times New Roman"/>
              <a:sym typeface="Times New Roman"/>
            </a:endParaRPr>
          </a:p>
        </p:txBody>
      </p:sp>
      <p:sp>
        <p:nvSpPr>
          <p:cNvPr id="1128" name="Google Shape;1128;h2804c67a31022ed3_0_0"/>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2" name="Shape 1132"/>
        <p:cNvGrpSpPr/>
        <p:nvPr/>
      </p:nvGrpSpPr>
      <p:grpSpPr>
        <a:xfrm>
          <a:off x="0" y="0"/>
          <a:ext cx="0" cy="0"/>
          <a:chOff x="0" y="0"/>
          <a:chExt cx="0" cy="0"/>
        </a:xfrm>
      </p:grpSpPr>
      <p:pic>
        <p:nvPicPr>
          <p:cNvPr id="1133" name="Google Shape;1133;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h1d72e0b711e8a63f_0_8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LINH HỒN TÔI</a:t>
            </a:r>
            <a:br>
              <a:rPr b="1" i="0" lang="en-US" sz="4700">
                <a:latin typeface="Times New Roman"/>
                <a:ea typeface="Times New Roman"/>
                <a:cs typeface="Times New Roman"/>
                <a:sym typeface="Times New Roman"/>
              </a:rPr>
            </a:br>
            <a:r>
              <a:rPr b="1" i="1" lang="en-US" sz="4000">
                <a:solidFill>
                  <a:schemeClr val="accent4"/>
                </a:solidFill>
                <a:latin typeface="Times New Roman"/>
                <a:ea typeface="Times New Roman"/>
                <a:cs typeface="Times New Roman"/>
                <a:sym typeface="Times New Roman"/>
              </a:rPr>
              <a:t>(Lm. Kim Long)</a:t>
            </a:r>
            <a:endParaRPr b="1" sz="4000">
              <a:solidFill>
                <a:schemeClr val="accent4"/>
              </a:solidFill>
              <a:latin typeface="Times New Roman"/>
              <a:ea typeface="Times New Roman"/>
              <a:cs typeface="Times New Roman"/>
              <a:sym typeface="Times New Roman"/>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2" name="Shape 1142"/>
        <p:cNvGrpSpPr/>
        <p:nvPr/>
      </p:nvGrpSpPr>
      <p:grpSpPr>
        <a:xfrm>
          <a:off x="0" y="0"/>
          <a:ext cx="0" cy="0"/>
          <a:chOff x="0" y="0"/>
          <a:chExt cx="0" cy="0"/>
        </a:xfrm>
      </p:grpSpPr>
      <p:sp>
        <p:nvSpPr>
          <p:cNvPr id="1143" name="Google Shape;1143;h1d72e0b711e8a63f_0_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Linh hồn tôi tung hô Chúa, tung hô Chúa (i-a).</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sp>
        <p:nvSpPr>
          <p:cNvPr id="1148" name="Google Shape;1148;h1d72e0b711e8a63f_0_8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Thần trí tôi mừng vui vời vợi trong Đấng Cứu Chuộc tôi.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h1d72e0b711e8a63f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Chúa đã rủ thương đoái nhìn phận hèn tôi tá.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sp>
        <p:nvSpPr>
          <p:cNvPr id="1158" name="Google Shape;1158;h1d72e0b711e8a63f_0_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Vì vậy đến muôn đời sẽ khen tôi đầy ơn sẽ khen tôi đầy phúc,</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h1d72e0b711e8a63f_0_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sẽ khen tôi muôn đời đến muôn đời đến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sp>
        <p:nvSpPr>
          <p:cNvPr id="1168" name="Google Shape;1168;h1d72e0b711e8a63f_0_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 </a:t>
            </a:r>
            <a:r>
              <a:rPr b="1" lang="en-US" sz="7600">
                <a:solidFill>
                  <a:schemeClr val="lt1"/>
                </a:solidFill>
                <a:latin typeface="Times New Roman"/>
                <a:ea typeface="Times New Roman"/>
                <a:cs typeface="Times New Roman"/>
                <a:sym typeface="Times New Roman"/>
              </a:rPr>
              <a:t>Đấng Toàn Năng đã làm cho tôi những việc cao trọng Danh Người là Thánh.</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sp>
        <p:nvSpPr>
          <p:cNvPr id="1173" name="Google Shape;1173;h1d72e0b711e8a63f_0_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Lượng từ ái trải qua từ đời nọ đến đời kia hằng bao bọc những ai kính sợ Người.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7" name="Shape 1177"/>
        <p:cNvGrpSpPr/>
        <p:nvPr/>
      </p:nvGrpSpPr>
      <p:grpSpPr>
        <a:xfrm>
          <a:off x="0" y="0"/>
          <a:ext cx="0" cy="0"/>
          <a:chOff x="0" y="0"/>
          <a:chExt cx="0" cy="0"/>
        </a:xfrm>
      </p:grpSpPr>
      <p:sp>
        <p:nvSpPr>
          <p:cNvPr id="1178" name="Google Shape;1178;h1d72e0b711e8a63f_0_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2" name="Shape 1182"/>
        <p:cNvGrpSpPr/>
        <p:nvPr/>
      </p:nvGrpSpPr>
      <p:grpSpPr>
        <a:xfrm>
          <a:off x="0" y="0"/>
          <a:ext cx="0" cy="0"/>
          <a:chOff x="0" y="0"/>
          <a:chExt cx="0" cy="0"/>
        </a:xfrm>
      </p:grpSpPr>
      <p:sp>
        <p:nvSpPr>
          <p:cNvPr id="1183" name="Google Shape;1183;h1d72e0b711e8a63f_0_1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h1d72e0b711e8a63f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2" name="Shape 1192"/>
        <p:cNvGrpSpPr/>
        <p:nvPr/>
      </p:nvGrpSpPr>
      <p:grpSpPr>
        <a:xfrm>
          <a:off x="0" y="0"/>
          <a:ext cx="0" cy="0"/>
          <a:chOff x="0" y="0"/>
          <a:chExt cx="0" cy="0"/>
        </a:xfrm>
      </p:grpSpPr>
      <p:sp>
        <p:nvSpPr>
          <p:cNvPr id="1193" name="Google Shape;1193;h1d72e0b711e8a63f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sp>
        <p:nvSpPr>
          <p:cNvPr id="1198" name="Google Shape;1198;h1d72e0b711e8a63f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2" name="Shape 1202"/>
        <p:cNvGrpSpPr/>
        <p:nvPr/>
      </p:nvGrpSpPr>
      <p:grpSpPr>
        <a:xfrm>
          <a:off x="0" y="0"/>
          <a:ext cx="0" cy="0"/>
          <a:chOff x="0" y="0"/>
          <a:chExt cx="0" cy="0"/>
        </a:xfrm>
      </p:grpSpPr>
      <p:sp>
        <p:nvSpPr>
          <p:cNvPr id="1203" name="Google Shape;1203;h1d72e0b711e8a63f_0_1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400">
                <a:solidFill>
                  <a:srgbClr val="FFFF00"/>
                </a:solidFill>
                <a:latin typeface="Times New Roman"/>
                <a:ea typeface="Times New Roman"/>
                <a:cs typeface="Times New Roman"/>
                <a:sym typeface="Times New Roman"/>
              </a:rPr>
              <a:t>2. </a:t>
            </a:r>
            <a:r>
              <a:rPr b="1" lang="en-US" sz="7400">
                <a:solidFill>
                  <a:schemeClr val="lt1"/>
                </a:solidFill>
                <a:latin typeface="Times New Roman"/>
                <a:ea typeface="Times New Roman"/>
                <a:cs typeface="Times New Roman"/>
                <a:sym typeface="Times New Roman"/>
              </a:rPr>
              <a:t>Chúa biểu dương sức mạnh oai phong tiêu diệt tơi bời những phường tự đắc.</a:t>
            </a:r>
            <a:endParaRPr b="1" sz="7400">
              <a:solidFill>
                <a:schemeClr val="lt1"/>
              </a:solidFill>
              <a:latin typeface="Times New Roman"/>
              <a:ea typeface="Times New Roman"/>
              <a:cs typeface="Times New Roman"/>
              <a:sym typeface="Times New Roman"/>
            </a:endParaRPr>
          </a:p>
        </p:txBody>
      </p:sp>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h1d72e0b711e8a63f_0_1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Bọn quyền quí tự kiêu Người triệt hạ khỏi toà cao và nâng dậy những ai ở khiêm nhường.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2" name="Shape 1212"/>
        <p:cNvGrpSpPr/>
        <p:nvPr/>
      </p:nvGrpSpPr>
      <p:grpSpPr>
        <a:xfrm>
          <a:off x="0" y="0"/>
          <a:ext cx="0" cy="0"/>
          <a:chOff x="0" y="0"/>
          <a:chExt cx="0" cy="0"/>
        </a:xfrm>
      </p:grpSpPr>
      <p:sp>
        <p:nvSpPr>
          <p:cNvPr id="1213" name="Google Shape;1213;h1d72e0b711e8a63f_0_1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7" name="Shape 1217"/>
        <p:cNvGrpSpPr/>
        <p:nvPr/>
      </p:nvGrpSpPr>
      <p:grpSpPr>
        <a:xfrm>
          <a:off x="0" y="0"/>
          <a:ext cx="0" cy="0"/>
          <a:chOff x="0" y="0"/>
          <a:chExt cx="0" cy="0"/>
        </a:xfrm>
      </p:grpSpPr>
      <p:sp>
        <p:nvSpPr>
          <p:cNvPr id="1218" name="Google Shape;1218;h1d72e0b711e8a63f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2" name="Shape 1222"/>
        <p:cNvGrpSpPr/>
        <p:nvPr/>
      </p:nvGrpSpPr>
      <p:grpSpPr>
        <a:xfrm>
          <a:off x="0" y="0"/>
          <a:ext cx="0" cy="0"/>
          <a:chOff x="0" y="0"/>
          <a:chExt cx="0" cy="0"/>
        </a:xfrm>
      </p:grpSpPr>
      <p:sp>
        <p:nvSpPr>
          <p:cNvPr id="1223" name="Google Shape;1223;h1d72e0b711e8a63f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h1d72e0b711e8a63f_0_1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h1d72e0b711e8a63f_0_1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7" name="Shape 1237"/>
        <p:cNvGrpSpPr/>
        <p:nvPr/>
      </p:nvGrpSpPr>
      <p:grpSpPr>
        <a:xfrm>
          <a:off x="0" y="0"/>
          <a:ext cx="0" cy="0"/>
          <a:chOff x="0" y="0"/>
          <a:chExt cx="0" cy="0"/>
        </a:xfrm>
      </p:grpSpPr>
      <p:pic>
        <p:nvPicPr>
          <p:cNvPr id="1238" name="Google Shape;1238;h1d72e0b711e8a63f_1_25"/>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2" name="Shape 1242"/>
        <p:cNvGrpSpPr/>
        <p:nvPr/>
      </p:nvGrpSpPr>
      <p:grpSpPr>
        <a:xfrm>
          <a:off x="0" y="0"/>
          <a:ext cx="0" cy="0"/>
          <a:chOff x="0" y="0"/>
          <a:chExt cx="0" cy="0"/>
        </a:xfrm>
      </p:grpSpPr>
      <p:sp>
        <p:nvSpPr>
          <p:cNvPr id="1243" name="Google Shape;1243;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HOA MÂN CÔI</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a:t>
            </a:r>
            <a:r>
              <a:rPr b="1" i="1" lang="en-US" sz="4700">
                <a:solidFill>
                  <a:srgbClr val="FFD966"/>
                </a:solidFill>
                <a:latin typeface="Times New Roman"/>
                <a:ea typeface="Times New Roman"/>
                <a:cs typeface="Times New Roman"/>
                <a:sym typeface="Times New Roman"/>
              </a:rPr>
              <a:t>Kim Long</a:t>
            </a:r>
            <a:r>
              <a:rPr b="1" i="1" lang="en-US" sz="4700">
                <a:solidFill>
                  <a:srgbClr val="FFD966"/>
                </a:solidFill>
                <a:latin typeface="Times New Roman"/>
                <a:ea typeface="Times New Roman"/>
                <a:cs typeface="Times New Roman"/>
                <a:sym typeface="Times New Roman"/>
              </a:rPr>
              <a:t>)</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sp>
        <p:nvSpPr>
          <p:cNvPr id="1248" name="Google Shape;1248;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a:t>
            </a:r>
            <a:r>
              <a:rPr b="1" lang="en-US" sz="8000">
                <a:solidFill>
                  <a:srgbClr val="FFFF00"/>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2" name="Shape 1252"/>
        <p:cNvGrpSpPr/>
        <p:nvPr/>
      </p:nvGrpSpPr>
      <p:grpSpPr>
        <a:xfrm>
          <a:off x="0" y="0"/>
          <a:ext cx="0" cy="0"/>
          <a:chOff x="0" y="0"/>
          <a:chExt cx="0" cy="0"/>
        </a:xfrm>
      </p:grpSpPr>
      <p:sp>
        <p:nvSpPr>
          <p:cNvPr id="1253" name="Google Shape;1253;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g3fb3359abd2_0_1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a:t>
            </a:r>
            <a:r>
              <a:rPr b="1" lang="en-US" sz="8000">
                <a:solidFill>
                  <a:srgbClr val="FFFF00"/>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Khi an vui thái hòa, như ngày Thiên Sứ truyền tin,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g3fb3359abd2_0_1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như trong đêm Ngôi Lời giáng trần, như khi Mẹ gặp lại Con Chúa: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sp>
        <p:nvSpPr>
          <p:cNvPr id="1268" name="Google Shape;1268;h3b2cbe721dc07a79_0_2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Kết hoa kinh để dâng Mẹ.</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2" name="Shape 1272"/>
        <p:cNvGrpSpPr/>
        <p:nvPr/>
      </p:nvGrpSpPr>
      <p:grpSpPr>
        <a:xfrm>
          <a:off x="0" y="0"/>
          <a:ext cx="0" cy="0"/>
          <a:chOff x="0" y="0"/>
          <a:chExt cx="0" cy="0"/>
        </a:xfrm>
      </p:grpSpPr>
      <p:sp>
        <p:nvSpPr>
          <p:cNvPr id="1273" name="Google Shape;1273;h1d72e0b711e8a63f_0_2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7" name="Shape 1277"/>
        <p:cNvGrpSpPr/>
        <p:nvPr/>
      </p:nvGrpSpPr>
      <p:grpSpPr>
        <a:xfrm>
          <a:off x="0" y="0"/>
          <a:ext cx="0" cy="0"/>
          <a:chOff x="0" y="0"/>
          <a:chExt cx="0" cy="0"/>
        </a:xfrm>
      </p:grpSpPr>
      <p:sp>
        <p:nvSpPr>
          <p:cNvPr id="1278" name="Google Shape;1278;h1d72e0b711e8a63f_0_2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2" name="Shape 1282"/>
        <p:cNvGrpSpPr/>
        <p:nvPr/>
      </p:nvGrpSpPr>
      <p:grpSpPr>
        <a:xfrm>
          <a:off x="0" y="0"/>
          <a:ext cx="0" cy="0"/>
          <a:chOff x="0" y="0"/>
          <a:chExt cx="0" cy="0"/>
        </a:xfrm>
      </p:grpSpPr>
      <p:pic>
        <p:nvPicPr>
          <p:cNvPr id="1283" name="Google Shape;1283;g3fb2dc0a37c_0_109" title="Ảnh ChatGPT 10_40_47 3 thg 10, 2026.png"/>
          <p:cNvPicPr preferRelativeResize="0"/>
          <p:nvPr/>
        </p:nvPicPr>
        <p:blipFill>
          <a:blip r:embed="rId3">
            <a:alphaModFix/>
          </a:blip>
          <a:stretch>
            <a:fillRect/>
          </a:stretch>
        </p:blipFill>
        <p:spPr>
          <a:xfrm>
            <a:off x="0" y="0"/>
            <a:ext cx="9144001" cy="5146242"/>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