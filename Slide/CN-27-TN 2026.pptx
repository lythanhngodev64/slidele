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6" roundtripDataSignature="AMtx7mjMN/LRBIE9PQ7XQYWc0HCTSgoF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customschemas.google.com/relationships/presentationmetadata" Target="metadata"/><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1d72e0b711e8a63f_1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1d72e0b711e8a63f_1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1d72e0b711e8a63f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1d72e0b711e8a63f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1d72e0b711e8a63f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1d72e0b711e8a63f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1d72e0b711e8a63f_1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h1d72e0b711e8a63f_1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3" name="Google Shape;71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9" name="Google Shape;71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5" name="Google Shape;72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1" name="Google Shape;73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7" name="Google Shape;73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3" name="Google Shape;74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9" name="Google Shape;74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5" name="Google Shape;75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1" name="Google Shape;76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7" name="Google Shape;76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3" name="Google Shape;77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9" name="Google Shape;77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5" name="Google Shape;78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h1d72e0b711e8a63f_1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h1d72e0b711e8a63f_1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h3b2cbe721dc07a7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h3b2cbe721dc07a7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h1d72e0b711e8a63f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h1d72e0b711e8a63f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h1d72e0b711e8a63f_1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h1d72e0b711e8a63f_1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h1d72e0b711e8a63f_1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h1d72e0b711e8a63f_1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h1d72e0b711e8a63f_1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h1d72e0b711e8a63f_1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h1d72e0b711e8a63f_1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h1d72e0b711e8a63f_1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h1d72e0b711e8a63f_1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h1d72e0b711e8a63f_1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3b2cbe721dc07a7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3b2cbe721dc07a7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1d72e0b711e8a63f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1d72e0b711e8a63f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1d72e0b711e8a63f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1d72e0b711e8a63f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3b2cbe721dc07a7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3b2cbe721dc07a7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h3b2cbe721dc07a79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h3b2cbe721dc07a79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1d72e0b711e8a63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h1d72e0b711e8a63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h1d72e0b711e8a63f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h1d72e0b711e8a63f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h1d72e0b711e8a63f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h1d72e0b711e8a63f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h1d72e0b711e8a63f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h1d72e0b711e8a63f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h1d72e0b711e8a63f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h1d72e0b711e8a63f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h1d72e0b711e8a63f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h1d72e0b711e8a63f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h1d72e0b711e8a63f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h1d72e0b711e8a63f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h1d72e0b711e8a63f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h1d72e0b711e8a63f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h1d72e0b711e8a63f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h1d72e0b711e8a63f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h428f696962494bd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h428f696962494bd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1d72e0b711e8a63f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1d72e0b711e8a63f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1d72e0b711e8a63f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1d72e0b711e8a63f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h1d72e0b711e8a63f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h1d72e0b711e8a63f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h1d72e0b711e8a63f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h1d72e0b711e8a63f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h1d72e0b711e8a63f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h1d72e0b711e8a63f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h1d72e0b711e8a63f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h1d72e0b711e8a63f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h1d72e0b711e8a63f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h1d72e0b711e8a63f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1d72e0b711e8a63f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1d72e0b711e8a63f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1d72e0b711e8a63f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h1d72e0b711e8a63f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h1d72e0b711e8a63f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h1d72e0b711e8a63f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h1d72e0b711e8a63f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h1d72e0b711e8a63f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h1d72e0b711e8a63f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h1d72e0b711e8a63f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h1d72e0b711e8a63f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h1d72e0b711e8a63f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h1d72e0b711e8a63f_1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h1d72e0b711e8a63f_1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h3b2cbe721dc07a79_0_2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h3b2cbe721dc07a79_0_2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h1d72e0b711e8a63f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h1d72e0b711e8a63f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h1d72e0b711e8a63f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6" name="Google Shape;1296;h1d72e0b711e8a63f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1" name="Google Shape;130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4.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2.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2.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2.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2.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1d72e0b711e8a63f_1_17"/>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HÁT LÊN BÀI CA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Hát lên bài ca hỡi ngàn dân. Hãy hát lên bài ca chúc tụng Thiên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Sáng trong niềm tin, một niềm tin, khắp thế nhân chung tiếng hoan ca dâng Chúa thiên đình.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Về đây muôn người, nhạc tấu vang trời, cùng hát muôn lời,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hòa tiếng nơi nơi tung hô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Trong nắng ban mai, hoa lá khoe tươi, chim hót vui say,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muôn khúc Tân Ca mau vang hòa.</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1d72e0b711e8a63f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Hát lên bài ca hỡi ngàn dân. Hãy hát lên bài ca chúc tụng Thiên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h1d72e0b711e8a63f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Sáng trong niềm tin, một niềm tin, khắp thế nhân chung tiếng hoan ca dâng Chúa thiên đình.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pic>
        <p:nvPicPr>
          <p:cNvPr id="703" name="Google Shape;703;h1d72e0b711e8a63f_1_21"/>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9" name="Google Shape;70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0" name="Shape 720"/>
        <p:cNvGrpSpPr/>
        <p:nvPr/>
      </p:nvGrpSpPr>
      <p:grpSpPr>
        <a:xfrm>
          <a:off x="0" y="0"/>
          <a:ext cx="0" cy="0"/>
          <a:chOff x="0" y="0"/>
          <a:chExt cx="0" cy="0"/>
        </a:xfrm>
      </p:grpSpPr>
      <p:sp>
        <p:nvSpPr>
          <p:cNvPr id="721" name="Google Shape;72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h1d72e0b711e8a63f_1_37"/>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6" name="Shape 796"/>
        <p:cNvGrpSpPr/>
        <p:nvPr/>
      </p:nvGrpSpPr>
      <p:grpSpPr>
        <a:xfrm>
          <a:off x="0" y="0"/>
          <a:ext cx="0" cy="0"/>
          <a:chOff x="0" y="0"/>
          <a:chExt cx="0" cy="0"/>
        </a:xfrm>
      </p:grpSpPr>
      <p:sp>
        <p:nvSpPr>
          <p:cNvPr id="797" name="Google Shape;79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8" name="Google Shape;798;g3d48ab63a6f_0_9"/>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79</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Từ Ai-cập Chúa đã mang về gốc nho. Ngài đuổi chư dân để mang ươm trồng lấy nó.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Nó vươn ngành ra cho tới nơi biển cả. Vươn chồi non ra cho tới chỗ đại giang.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Vườn nho của Chúa chính là nhà Is-ra-el, dân riêng của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Tại sao Ngài phá vỡ hàng rào nó đi, để khách qua đường đều đưa tay mà hái trái,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Để heo rừng ra tàn phá không còn nữa. Thú vật đồng hoang xông đến để mà ăn.</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h3b2cbe721dc07a7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Vườn nho của Chúa chính là nhà Is-ra-el, dân riêng của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Thương đoái nhìn xin hãy trở lại Chúa ơi! Từ cõi cao xanh nhìn coi thăm vườn nho Chúa.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Bảo vệ vườn nho tay hữu Chúa đã làm. Bảo vệ ngành nho Ngài đã thiết lập cho.</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h1d72e0b711e8a63f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Vườn nho của Chúa chính là nhà Is-ra-el, dân riêng của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h1d72e0b711e8a63f_1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4</a:t>
            </a:r>
            <a:r>
              <a:rPr b="1" lang="en-US" sz="6900">
                <a:solidFill>
                  <a:srgbClr val="FFFF00"/>
                </a:solidFill>
                <a:latin typeface="Times New Roman"/>
                <a:ea typeface="Times New Roman"/>
                <a:cs typeface="Times New Roman"/>
                <a:sym typeface="Times New Roman"/>
              </a:rPr>
              <a:t>. </a:t>
            </a:r>
            <a:r>
              <a:rPr b="1" lang="en-US" sz="6900">
                <a:solidFill>
                  <a:schemeClr val="lt1"/>
                </a:solidFill>
                <a:latin typeface="Times New Roman"/>
                <a:ea typeface="Times New Roman"/>
                <a:cs typeface="Times New Roman"/>
                <a:sym typeface="Times New Roman"/>
              </a:rPr>
              <a:t>Đây chúng con không dám xa Ngài nữa đâu. Ngài cứu chúng con và chúng con ngợi ca Chúa.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h1d72e0b711e8a63f_1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Khấn xin Ngài thương cho chúng con phục hồi. Xin tỏ thiên nhan để cho dân được sống.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h1d72e0b711e8a63f_1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Vườn nho của Chúa chính là nhà Is-ra-el, dân riêng của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7" name="Shape 867"/>
        <p:cNvGrpSpPr/>
        <p:nvPr/>
      </p:nvGrpSpPr>
      <p:grpSpPr>
        <a:xfrm>
          <a:off x="0" y="0"/>
          <a:ext cx="0" cy="0"/>
          <a:chOff x="0" y="0"/>
          <a:chExt cx="0" cy="0"/>
        </a:xfrm>
      </p:grpSpPr>
      <p:sp>
        <p:nvSpPr>
          <p:cNvPr id="868" name="Google Shape;86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9" name="Google Shape;869;g3d89366497e_0_44"/>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“Thầy là đường là sự thật và là sự sống, </a:t>
            </a:r>
            <a:endParaRPr b="1" sz="7200">
              <a:solidFill>
                <a:schemeClr val="lt1"/>
              </a:solidFill>
              <a:latin typeface="Times New Roman"/>
              <a:ea typeface="Times New Roman"/>
              <a:cs typeface="Times New Roman"/>
              <a:sym typeface="Times New Roman"/>
            </a:endParaRPr>
          </a:p>
        </p:txBody>
      </p:sp>
      <p:sp>
        <p:nvSpPr>
          <p:cNvPr id="876" name="Google Shape;87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không ai đến được </a:t>
            </a:r>
            <a:br>
              <a:rPr b="1" lang="en-US" sz="6800">
                <a:solidFill>
                  <a:schemeClr val="lt1"/>
                </a:solidFill>
                <a:latin typeface="Times New Roman"/>
                <a:ea typeface="Times New Roman"/>
                <a:cs typeface="Times New Roman"/>
                <a:sym typeface="Times New Roman"/>
              </a:rPr>
            </a:br>
            <a:r>
              <a:rPr b="1" lang="en-US" sz="6800">
                <a:solidFill>
                  <a:schemeClr val="lt1"/>
                </a:solidFill>
                <a:latin typeface="Times New Roman"/>
                <a:ea typeface="Times New Roman"/>
                <a:cs typeface="Times New Roman"/>
                <a:sym typeface="Times New Roman"/>
              </a:rPr>
              <a:t>với Cha mà lại không qua Thầy”.</a:t>
            </a:r>
            <a:r>
              <a:rPr b="1" lang="en-US" sz="6800">
                <a:solidFill>
                  <a:schemeClr val="lt1"/>
                </a:solidFill>
                <a:latin typeface="Times New Roman"/>
                <a:ea typeface="Times New Roman"/>
                <a:cs typeface="Times New Roman"/>
                <a:sym typeface="Times New Roman"/>
              </a:rPr>
              <a:t>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pic>
        <p:nvPicPr>
          <p:cNvPr id="886" name="Google Shape;886;g3baa6357486_0_13"/>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h1d72e0b711e8a63f_1_33"/>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97" name="Google Shape;89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h1d72e0b711e8a63f_1_29"/>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CHỈ LÀ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TẠO VẬT</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Lạy Chúa con chỉ là tạo vật Chúa thật í a sang giàu,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gì mà dâng Chúa đâu, có gì mà dâng Chúa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3b2cbe721dc07a7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trước mặt Chúa Thái Sơn cũng mọn hèn,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1d72e0b711e8a63f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dòng sông cả mấy sâu có là mấy đâu,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1d72e0b711e8a63f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giữa đôi tay không nhỏ bé biết tìm chi dâng tiến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xin dâng lên con người nhỏ bé, có chi đâu,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con người ngàn năm mấy thuở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3b2cbe721dc07a7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xin dâng lên chính là Chiên Thiên Chúa gánh tội tình, gánh tội tình,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h3b2cbe721dc07a79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tháng năm máu Ngài đã đổ làm hy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h1d72e0b711e8a63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Tình Chúa trao máu hồng tử nạn chứa chan suối ơn chan hòa,</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h1d72e0b711e8a63f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dầu mà ngàn năm đã qua, dầu mà ngàn năm đã qua.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h1d72e0b711e8a63f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Chúa ngời sáng ví như khung trời đầy,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h1d72e0b711e8a63f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con nhỏ có chi hơn một thoáng mây,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h1d72e0b711e8a63f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cảm tạ tình thương tuyệt đối biết tìm chi dâng tiến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h1d72e0b711e8a63f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xin dâng lên con người nhỏ bé, có chi đâu,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h1d72e0b711e8a63f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con người ngàn năm mấy thuở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h1d72e0b711e8a63f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xin dâng lên chính là Chiên Thiên Chúa gánh tội tình, gánh tội tình,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h1d72e0b711e8a63f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tháng năm máu Ngài đã đổ làm hy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New Roman"/>
                <a:ea typeface="Times New Roman"/>
                <a:cs typeface="Times New Roman"/>
                <a:sym typeface="Times New Roman"/>
              </a:rPr>
              <a:t>Chỉ có một tấm bánh, nên tuy nhiều, chúng ta cũng chỉ là một thân thể,</a:t>
            </a:r>
            <a:endParaRPr b="1" sz="7300">
              <a:solidFill>
                <a:schemeClr val="lt1"/>
              </a:solidFill>
              <a:latin typeface="Times New Roman"/>
              <a:ea typeface="Times New Roman"/>
              <a:cs typeface="Times New Roman"/>
              <a:sym typeface="Times New Roman"/>
            </a:endParaRPr>
          </a:p>
        </p:txBody>
      </p:sp>
      <p:sp>
        <p:nvSpPr>
          <p:cNvPr id="1143" name="Google Shape;114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h428f696962494bd5_0_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vì hết thảy chúng ta thông phần cùng một tấm bánh, và cùng một chén rượu.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pic>
        <p:nvPicPr>
          <p:cNvPr id="1153" name="Google Shape;115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LINH HỒN TÔI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(Lm. Kim Long)</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Linh hồn tôi tung hô Chúa, tung hô Chúa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Thần trí tôi mừng vui vời vợi trong Đấng Cứu Chuộc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rủ thương đoái nhìn phận hèn tôi tá.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1d72e0b711e8a63f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vậy đến muôn đời sẽ khen tôi đầy ơn sẽ khen tôi đầy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1d72e0b711e8a63f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khen tôi muôn đời đến muôn đời đến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Đấng Toàn Năng đã làm cho tôi những việc cao trọng Danh Người là Thánh.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Lượng từ ái trải qua từ đời nọ đến đời kia hằng bao bọc những ai kính sợ Người.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Linh hồn tôi tung hô Chúa, tung hô Chúa (i-a).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h1d72e0b711e8a63f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Thần trí tôi mừng vui vời vợi trong Đấng Cứu Chuộc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h1d72e0b711e8a63f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đã rủ thương đoái nhìn phận hèn tôi tá.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h1d72e0b711e8a63f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vậy đến muôn đời sẽ khen tôi đầy ơn sẽ khen tôi đầy phúc,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h1d72e0b711e8a63f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khen tôi muôn đời đến muôn đời đến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h1d72e0b711e8a63f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 </a:t>
            </a:r>
            <a:r>
              <a:rPr b="1" lang="en-US" sz="7400">
                <a:solidFill>
                  <a:schemeClr val="lt1"/>
                </a:solidFill>
                <a:latin typeface="Times New Roman"/>
                <a:ea typeface="Times New Roman"/>
                <a:cs typeface="Times New Roman"/>
                <a:sym typeface="Times New Roman"/>
              </a:rPr>
              <a:t>Chúa biểu dương sức mạnh oai phong tiêu diệt tơi bời những phường tự đắc.</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1d72e0b711e8a63f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Bọn quyền quí tự kiêu Người triệt hạ khỏi toà cao và nâng dậy những ai ở khiêm nhường.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h1d72e0b711e8a63f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Linh hồn tôi tung hô Chúa, tung hô Chúa (i-a).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h1d72e0b711e8a63f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Thần trí tôi mừng vui vời vợi trong Đấng Cứu Chuộc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h1d72e0b711e8a63f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đã rủ thương đoái nhìn phận hèn tôi tá.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h1d72e0b711e8a63f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vậy đến muôn đời sẽ khen tôi đầy ơn sẽ khen tôi đầy phúc,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h1d72e0b711e8a63f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khen tôi muôn đời đến muôn đời đến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pic>
        <p:nvPicPr>
          <p:cNvPr id="1258" name="Google Shape;1258;h1d72e0b711e8a63f_1_25"/>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HOA MÂN CÔI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Kim Long</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Một tràng hoa Mân Côi, hương thơm ngào ngạt thắm ân tình.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Từng lời kinh sốt mến, xin dâng về Nữ Vương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Khi an vui thái hòa, như ngày Thiên Sứ truyền tin,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 trong đêm Ngôi Lời giáng trần, như khi Mẹ gặp lại Con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h3b2cbe721dc07a79_0_2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Kết hoa kinh để dâng Mẹ.</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h1d72e0b711e8a63f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Một tràng hoa Mân Côi, hương thơm ngào ngạt thắm ân tình.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h1d72e0b711e8a63f_0_2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Từng lời kinh sốt mến, xin dâng về Nữ Vương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pic>
        <p:nvPicPr>
          <p:cNvPr id="1303" name="Google Shape;1303;g3fb2dc0a37c_0_109" title="Ảnh ChatGPT 10_40_47 3 thg 10, 2026.png"/>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