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68.xml"/>
  <Override ContentType="application/vnd.openxmlformats-officedocument.presentationml.notesSlide+xml" PartName="/ppt/notesSlides/notesSlide222.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206.xml"/>
  <Override ContentType="application/vnd.openxmlformats-officedocument.presentationml.notesSlide+xml" PartName="/ppt/notesSlides/notesSlide230.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76.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16.xml"/>
  <Override ContentType="application/vnd.openxmlformats-officedocument.presentationml.notesSlide+xml" PartName="/ppt/notesSlides/notesSlide214.xml"/>
  <Override ContentType="application/vnd.openxmlformats-officedocument.presentationml.notesSlide+xml" PartName="/ppt/notesSlides/notesSlide1.xml"/>
  <Override ContentType="application/vnd.openxmlformats-officedocument.presentationml.notesSlide+xml" PartName="/ppt/notesSlides/notesSlide196.xml"/>
  <Override ContentType="application/vnd.openxmlformats-officedocument.presentationml.notesSlide+xml" PartName="/ppt/notesSlides/notesSlide105.xml"/>
  <Override ContentType="application/vnd.openxmlformats-officedocument.presentationml.notesSlide+xml" PartName="/ppt/notesSlides/notesSlide148.xml"/>
  <Override ContentType="application/vnd.openxmlformats-officedocument.presentationml.notesSlide+xml" PartName="/ppt/notesSlides/notesSlide202.xml"/>
  <Override ContentType="application/vnd.openxmlformats-officedocument.presentationml.notesSlide+xml" PartName="/ppt/notesSlides/notesSlide39.xml"/>
  <Override ContentType="application/vnd.openxmlformats-officedocument.presentationml.notesSlide+xml" PartName="/ppt/notesSlides/notesSlide137.xml"/>
  <Override ContentType="application/vnd.openxmlformats-officedocument.presentationml.notesSlide+xml" PartName="/ppt/notesSlides/notesSlide87.xml"/>
  <Override ContentType="application/vnd.openxmlformats-officedocument.presentationml.notesSlide+xml" PartName="/ppt/notesSlides/notesSlide44.xml"/>
  <Override ContentType="application/vnd.openxmlformats-officedocument.presentationml.notesSlide+xml" PartName="/ppt/notesSlides/notesSlide23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110.xml"/>
  <Override ContentType="application/vnd.openxmlformats-officedocument.presentationml.notesSlide+xml" PartName="/ppt/notesSlides/notesSlide184.xml"/>
  <Override ContentType="application/vnd.openxmlformats-officedocument.presentationml.notesSlide+xml" PartName="/ppt/notesSlides/notesSlide75.xml"/>
  <Override ContentType="application/vnd.openxmlformats-officedocument.presentationml.notesSlide+xml" PartName="/ppt/notesSlides/notesSlide229.xml"/>
  <Override ContentType="application/vnd.openxmlformats-officedocument.presentationml.notesSlide+xml" PartName="/ppt/notesSlides/notesSlide180.xml"/>
  <Override ContentType="application/vnd.openxmlformats-officedocument.presentationml.notesSlide+xml" PartName="/ppt/notesSlides/notesSlide172.xml"/>
  <Override ContentType="application/vnd.openxmlformats-officedocument.presentationml.notesSlide+xml" PartName="/ppt/notesSlides/notesSlide9.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21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52.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5.xml"/>
  <Override ContentType="application/vnd.openxmlformats-officedocument.presentationml.notesSlide+xml" PartName="/ppt/notesSlides/notesSlide187.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225.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24.xml"/>
  <Override ContentType="application/vnd.openxmlformats-officedocument.presentationml.notesSlide+xml" PartName="/ppt/notesSlides/notesSlide213.xml"/>
  <Override ContentType="application/vnd.openxmlformats-officedocument.presentationml.notesSlide+xml" PartName="/ppt/notesSlides/notesSlide223.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177.xml"/>
  <Override ContentType="application/vnd.openxmlformats-officedocument.presentationml.notesSlide+xml" PartName="/ppt/notesSlides/notesSlide231.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203.xml"/>
  <Override ContentType="application/vnd.openxmlformats-officedocument.presentationml.notesSlide+xml" PartName="/ppt/notesSlides/notesSlide13.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95.xml"/>
  <Override ContentType="application/vnd.openxmlformats-officedocument.presentationml.notesSlide+xml" PartName="/ppt/notesSlides/notesSlide183.xml"/>
  <Override ContentType="application/vnd.openxmlformats-officedocument.presentationml.notesSlide+xml" PartName="/ppt/notesSlides/notesSlide217.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167.xml"/>
  <Override ContentType="application/vnd.openxmlformats-officedocument.presentationml.notesSlide+xml" PartName="/ppt/notesSlides/notesSlide140.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235.xml"/>
  <Override ContentType="application/vnd.openxmlformats-officedocument.presentationml.notesSlide+xml" PartName="/ppt/notesSlides/notesSlide45.xml"/>
  <Override ContentType="application/vnd.openxmlformats-officedocument.presentationml.notesSlide+xml" PartName="/ppt/notesSlides/notesSlide28.xml"/>
  <Override ContentType="application/vnd.openxmlformats-officedocument.presentationml.notesSlide+xml" PartName="/ppt/notesSlides/notesSlide139.xml"/>
  <Override ContentType="application/vnd.openxmlformats-officedocument.presentationml.notesSlide+xml" PartName="/ppt/notesSlides/notesSlide228.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199.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90.xml"/>
  <Override ContentType="application/vnd.openxmlformats-officedocument.presentationml.notesSlide+xml" PartName="/ppt/notesSlides/notesSlide218.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173.xml"/>
  <Override ContentType="application/vnd.openxmlformats-officedocument.presentationml.notesSlide+xml" PartName="/ppt/notesSlides/notesSlide128.xml"/>
  <Override ContentType="application/vnd.openxmlformats-officedocument.presentationml.notesSlide+xml" PartName="/ppt/notesSlides/notesSlide224.xml"/>
  <Override ContentType="application/vnd.openxmlformats-officedocument.presentationml.notesSlide+xml" PartName="/ppt/notesSlides/notesSlide162.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207.xml"/>
  <Override ContentType="application/vnd.openxmlformats-officedocument.presentationml.notesSlide+xml" PartName="/ppt/notesSlides/notesSlide102.xml"/>
  <Override ContentType="application/vnd.openxmlformats-officedocument.presentationml.notesSlide+xml" PartName="/ppt/notesSlides/notesSlide8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88.xml"/>
  <Override ContentType="application/vnd.openxmlformats-officedocument.presentationml.notesSlide+xml" PartName="/ppt/notesSlides/notesSlide3.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86.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232.xml"/>
  <Override ContentType="application/vnd.openxmlformats-officedocument.presentationml.notesSlide+xml" PartName="/ppt/notesSlides/notesSlide85.xml"/>
  <Override ContentType="application/vnd.openxmlformats-officedocument.presentationml.notesSlide+xml" PartName="/ppt/notesSlides/notesSlide194.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166.xml"/>
  <Override ContentType="application/vnd.openxmlformats-officedocument.presentationml.notesSlide+xml" PartName="/ppt/notesSlides/notesSlide182.xml"/>
  <Override ContentType="application/vnd.openxmlformats-officedocument.presentationml.notesSlide+xml" PartName="/ppt/notesSlides/notesSlide30.xml"/>
  <Override ContentType="application/vnd.openxmlformats-officedocument.presentationml.notesSlide+xml" PartName="/ppt/notesSlides/notesSlide220.xml"/>
  <Override ContentType="application/vnd.openxmlformats-officedocument.presentationml.notesSlide+xml" PartName="/ppt/notesSlides/notesSlide69.xml"/>
  <Override ContentType="application/vnd.openxmlformats-officedocument.presentationml.notesSlide+xml" PartName="/ppt/notesSlides/notesSlide178.xml"/>
  <Override ContentType="application/vnd.openxmlformats-officedocument.presentationml.notesSlide+xml" PartName="/ppt/notesSlides/notesSlide26.xml"/>
  <Override ContentType="application/vnd.openxmlformats-officedocument.presentationml.notesSlide+xml" PartName="/ppt/notesSlides/notesSlide135.xml"/>
  <Override ContentType="application/vnd.openxmlformats-officedocument.presentationml.notesSlide+xml" PartName="/ppt/notesSlides/notesSlide93.xml"/>
  <Override ContentType="application/vnd.openxmlformats-officedocument.presentationml.notesSlide+xml" PartName="/ppt/notesSlides/notesSlide204.xml"/>
  <Override ContentType="application/vnd.openxmlformats-officedocument.presentationml.notesSlide+xml" PartName="/ppt/notesSlides/notesSlide57.xml"/>
  <Override ContentType="application/vnd.openxmlformats-officedocument.presentationml.notesSlide+xml" PartName="/ppt/notesSlides/notesSlide123.xml"/>
  <Override ContentType="application/vnd.openxmlformats-officedocument.presentationml.notesSlide+xml" PartName="/ppt/notesSlides/notesSlide171.xml"/>
  <Override ContentType="application/vnd.openxmlformats-officedocument.presentationml.notesSlide+xml" PartName="/ppt/notesSlides/notesSlide14.xml"/>
  <Override ContentType="application/vnd.openxmlformats-officedocument.presentationml.notesSlide+xml" PartName="/ppt/notesSlides/notesSlide216.xml"/>
  <Override ContentType="application/vnd.openxmlformats-officedocument.presentationml.notesSlide+xml" PartName="/ppt/notesSlides/notesSlide227.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98.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189.xml"/>
  <Override ContentType="application/vnd.openxmlformats-officedocument.presentationml.notesSlide+xml" PartName="/ppt/notesSlides/notesSlide46.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219.xml"/>
  <Override ContentType="application/vnd.openxmlformats-officedocument.presentationml.notesSlide+xml" PartName="/ppt/notesSlides/notesSlide11.xml"/>
  <Override ContentType="application/vnd.openxmlformats-officedocument.presentationml.notesSlide+xml" PartName="/ppt/notesSlides/notesSlide120.xml"/>
  <Override ContentType="application/vnd.openxmlformats-officedocument.presentationml.notesSlide+xml" PartName="/ppt/notesSlides/notesSlide236.xml"/>
  <Override ContentType="application/vnd.openxmlformats-officedocument.presentationml.notesSlide+xml" PartName="/ppt/notesSlides/notesSlide201.xml"/>
  <Override ContentType="application/vnd.openxmlformats-officedocument.presentationml.notesSlide+xml" PartName="/ppt/notesSlides/notesSlide1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91.xml"/>
  <Override ContentType="application/vnd.openxmlformats-officedocument.presentationml.notesSlide+xml" PartName="/ppt/notesSlides/notesSlide20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65.xml"/>
  <Override ContentType="application/vnd.openxmlformats-officedocument.presentationml.notesSlide+xml" PartName="/ppt/notesSlides/notesSlide174.xml"/>
  <Override ContentType="application/vnd.openxmlformats-officedocument.presentationml.notesSlide+xml" PartName="/ppt/notesSlides/notesSlide212.xml"/>
  <Override ContentType="application/vnd.openxmlformats-officedocument.presentationml.notesSlide+xml" PartName="/ppt/notesSlides/notesSlide92.xml"/>
  <Override ContentType="application/vnd.openxmlformats-officedocument.presentationml.notesSlide+xml" PartName="/ppt/notesSlides/notesSlide193.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116.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85.xml"/>
  <Override ContentType="application/vnd.openxmlformats-officedocument.presentationml.notesSlide+xml" PartName="/ppt/notesSlides/notesSlide215.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69.xml"/>
  <Override ContentType="application/vnd.openxmlformats-officedocument.presentationml.notesSlide+xml" PartName="/ppt/notesSlides/notesSlide205.xml"/>
  <Override ContentType="application/vnd.openxmlformats-officedocument.presentationml.notesSlide+xml" PartName="/ppt/notesSlides/notesSlide108.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86.xml"/>
  <Override ContentType="application/vnd.openxmlformats-officedocument.presentationml.notesSlide+xml" PartName="/ppt/notesSlides/notesSlide179.xml"/>
  <Override ContentType="application/vnd.openxmlformats-officedocument.presentationml.notesSlide+xml" PartName="/ppt/notesSlides/notesSlide233.xml"/>
  <Override ContentType="application/vnd.openxmlformats-officedocument.presentationml.notesSlide+xml" PartName="/ppt/notesSlides/notesSlide165.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74.xml"/>
  <Override ContentType="application/vnd.openxmlformats-officedocument.presentationml.notesSlide+xml" PartName="/ppt/notesSlides/notesSlide170.xml"/>
  <Override ContentType="application/vnd.openxmlformats-officedocument.presentationml.notesSlide+xml" PartName="/ppt/notesSlides/notesSlide197.xml"/>
  <Override ContentType="application/vnd.openxmlformats-officedocument.presentationml.notesSlide+xml" PartName="/ppt/notesSlides/notesSlide221.xml"/>
  <Override ContentType="application/vnd.openxmlformats-officedocument.presentationml.notesSlide+xml" PartName="/ppt/notesSlides/notesSlide58.xml"/>
  <Override ContentType="application/vnd.openxmlformats-officedocument.presentationml.notesSlide+xml" PartName="/ppt/notesSlides/notesSlide154.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70.xml"/>
  <Override ContentType="application/vnd.openxmlformats-officedocument.presentationml.notesSlide+xml" PartName="/ppt/notesSlides/notesSlide111.xml"/>
  <Override ContentType="application/vnd.openxmlformats-officedocument.presentationml.notesSlide+xml" PartName="/ppt/notesSlides/notesSlide226.xml"/>
  <Override ContentType="application/vnd.openxmlformats-officedocument.presentationml.notesSlide+xml" PartName="/ppt/notesSlides/notesSlide200.xml"/>
  <Override ContentType="application/vnd.openxmlformats-officedocument.presentationml.notesSlide+xml" PartName="/ppt/notesSlides/notesSlide181.xml"/>
  <Override ContentType="application/vnd.openxmlformats-officedocument.presentationml.notesSlide+xml" PartName="/ppt/notesSlides/notesSlide47.xml"/>
  <Override ContentType="application/vnd.openxmlformats-officedocument.presentationml.notesSlide+xml" PartName="/ppt/notesSlides/notesSlide209.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164.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237.xml"/>
  <Override ContentType="application/vnd.openxmlformats-officedocument.presentationml.notesSlide+xml" PartName="/ppt/notesSlides/notesSlide211.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36.xml"/>
  <Override ContentType="application/vnd.openxmlformats-officedocument.presentationml.notesSlide+xml" PartName="/ppt/notesSlides/notesSlide96.xml"/>
  <Override ContentType="application/vnd.openxmlformats-officedocument.presentationml.notesSlide+xml" PartName="/ppt/notesSlides/notesSlide192.xml"/>
  <Override ContentType="application/vnd.openxmlformats-officedocument.presentationml.notesSlide+xml" PartName="/ppt/notesSlides/notesSlide19.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175.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1.xml"/>
  <Override ContentType="application/vnd.openxmlformats-officedocument.presentationml.slide+xml" PartName="/ppt/slides/slide164.xml"/>
  <Override ContentType="application/vnd.openxmlformats-officedocument.presentationml.slide+xml" PartName="/ppt/slides/slide43.xml"/>
  <Override ContentType="application/vnd.openxmlformats-officedocument.presentationml.slide+xml" PartName="/ppt/slides/slide199.xml"/>
  <Override ContentType="application/vnd.openxmlformats-officedocument.presentationml.slide+xml" PartName="/ppt/slides/slide210.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202.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72.xml"/>
  <Override ContentType="application/vnd.openxmlformats-officedocument.presentationml.slide+xml" PartName="/ppt/slides/slide19.xml"/>
  <Override ContentType="application/vnd.openxmlformats-officedocument.presentationml.slide+xml" PartName="/ppt/slides/slide5.xml"/>
  <Override ContentType="application/vnd.openxmlformats-officedocument.presentationml.slide+xml" PartName="/ppt/slides/slide237.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217.xml"/>
  <Override ContentType="application/vnd.openxmlformats-officedocument.presentationml.slide+xml" PartName="/ppt/slides/slide71.xml"/>
  <Override ContentType="application/vnd.openxmlformats-officedocument.presentationml.slide+xml" PartName="/ppt/slides/slide179.xml"/>
  <Override ContentType="application/vnd.openxmlformats-officedocument.presentationml.slide+xml" PartName="/ppt/slides/slide233.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229.xml"/>
  <Override ContentType="application/vnd.openxmlformats-officedocument.presentationml.slide+xml" PartName="/ppt/slides/slide136.xml"/>
  <Override ContentType="application/vnd.openxmlformats-officedocument.presentationml.slide+xml" PartName="/ppt/slides/slide184.xml"/>
  <Override ContentType="application/vnd.openxmlformats-officedocument.presentationml.slide+xml" PartName="/ppt/slides/slide141.xml"/>
  <Override ContentType="application/vnd.openxmlformats-officedocument.presentationml.slide+xml" PartName="/ppt/slides/slide82.xml"/>
  <Override ContentType="application/vnd.openxmlformats-officedocument.presentationml.slide+xml" PartName="/ppt/slides/slide9.xml"/>
  <Override ContentType="application/vnd.openxmlformats-officedocument.presentationml.slide+xml" PartName="/ppt/slides/slide16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187.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214.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206.xml"/>
  <Override ContentType="application/vnd.openxmlformats-officedocument.presentationml.slide+xml" PartName="/ppt/slides/slide55.xml"/>
  <Override ContentType="application/vnd.openxmlformats-officedocument.presentationml.slide+xml" PartName="/ppt/slides/slide195.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59.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176.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225.xml"/>
  <Override ContentType="application/vnd.openxmlformats-officedocument.presentationml.slide+xml" PartName="/ppt/slides/slide180.xml"/>
  <Override ContentType="application/vnd.openxmlformats-officedocument.presentationml.slide+xml" PartName="/ppt/slides/slide18.xml"/>
  <Override ContentType="application/vnd.openxmlformats-officedocument.presentationml.slide+xml" PartName="/ppt/slides/slide201.xml"/>
  <Override ContentType="application/vnd.openxmlformats-officedocument.presentationml.slide+xml" PartName="/ppt/slides/slide52.xml"/>
  <Override ContentType="application/vnd.openxmlformats-officedocument.presentationml.slide+xml" PartName="/ppt/slides/slide95.xml"/>
  <Override ContentType="application/vnd.openxmlformats-officedocument.presentationml.slide+xml" PartName="/ppt/slides/slide181.xml"/>
  <Override ContentType="application/vnd.openxmlformats-officedocument.presentationml.slide+xml" PartName="/ppt/slides/slide157.xml"/>
  <Override ContentType="application/vnd.openxmlformats-officedocument.presentationml.slide+xml" PartName="/ppt/slides/slide211.xml"/>
  <Override ContentType="application/vnd.openxmlformats-officedocument.presentationml.slide+xml" PartName="/ppt/slides/slide77.xml"/>
  <Override ContentType="application/vnd.openxmlformats-officedocument.presentationml.slide+xml" PartName="/ppt/slides/slide165.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47.xml"/>
  <Override ContentType="application/vnd.openxmlformats-officedocument.presentationml.slide+xml" PartName="/ppt/slides/slide191.xml"/>
  <Override ContentType="application/vnd.openxmlformats-officedocument.presentationml.slide+xml" PartName="/ppt/slides/slide23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196.xml"/>
  <Override ContentType="application/vnd.openxmlformats-officedocument.presentationml.slide+xml" PartName="/ppt/slides/slide171.xml"/>
  <Override ContentType="application/vnd.openxmlformats-officedocument.presentationml.slide+xml" PartName="/ppt/slides/slide49.xml"/>
  <Override ContentType="application/vnd.openxmlformats-officedocument.presentationml.slide+xml" PartName="/ppt/slides/slide216.xml"/>
  <Override ContentType="application/vnd.openxmlformats-officedocument.presentationml.slide+xml" PartName="/ppt/slides/slide83.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221.xml"/>
  <Override ContentType="application/vnd.openxmlformats-officedocument.presentationml.slide+xml" PartName="/ppt/slides/slide73.xml"/>
  <Override ContentType="application/vnd.openxmlformats-officedocument.presentationml.slide+xml" PartName="/ppt/slides/slide169.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86.xml"/>
  <Override ContentType="application/vnd.openxmlformats-officedocument.presentationml.slide+xml" PartName="/ppt/slides/slide215.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222.xml"/>
  <Override ContentType="application/vnd.openxmlformats-officedocument.presentationml.slide+xml" PartName="/ppt/slides/slide205.xml"/>
  <Override ContentType="application/vnd.openxmlformats-officedocument.presentationml.slide+xml" PartName="/ppt/slides/slide160.xml"/>
  <Override ContentType="application/vnd.openxmlformats-officedocument.presentationml.slide+xml" PartName="/ppt/slides/slide232.xml"/>
  <Override ContentType="application/vnd.openxmlformats-officedocument.presentationml.slide+xml" PartName="/ppt/slides/slide100.xml"/>
  <Override ContentType="application/vnd.openxmlformats-officedocument.presentationml.slide+xml" PartName="/ppt/slides/slide90.xml"/>
  <Override ContentType="application/vnd.openxmlformats-officedocument.presentationml.slide+xml" PartName="/ppt/slides/slide143.xml"/>
  <Override ContentType="application/vnd.openxmlformats-officedocument.presentationml.slide+xml" PartName="/ppt/slides/slide132.xml"/>
  <Override ContentType="application/vnd.openxmlformats-officedocument.presentationml.slide+xml" PartName="/ppt/slides/slide62.xml"/>
  <Override ContentType="application/vnd.openxmlformats-officedocument.presentationml.slide+xml" PartName="/ppt/slides/slide175.xml"/>
  <Override ContentType="application/vnd.openxmlformats-officedocument.presentationml.slide+xml" PartName="/ppt/slides/slide1.xml"/>
  <Override ContentType="application/vnd.openxmlformats-officedocument.presentationml.slide+xml" PartName="/ppt/slides/slide192.xml"/>
  <Override ContentType="application/vnd.openxmlformats-officedocument.presentationml.slide+xml" PartName="/ppt/slides/slide45.xml"/>
  <Override ContentType="application/vnd.openxmlformats-officedocument.presentationml.slide+xml" PartName="/ppt/slides/slide226.xml"/>
  <Override ContentType="application/vnd.openxmlformats-officedocument.presentationml.slide+xml" PartName="/ppt/slides/slide28.xml"/>
  <Override ContentType="application/vnd.openxmlformats-officedocument.presentationml.slide+xml" PartName="/ppt/slides/slide209.xml"/>
  <Override ContentType="application/vnd.openxmlformats-officedocument.presentationml.slide+xml" PartName="/ppt/slides/slide200.xml"/>
  <Override ContentType="application/vnd.openxmlformats-officedocument.presentationml.slide+xml" PartName="/ppt/slides/slide88.xml"/>
  <Override ContentType="application/vnd.openxmlformats-officedocument.presentationml.slide+xml" PartName="/ppt/slides/slide158.xml"/>
  <Override ContentType="application/vnd.openxmlformats-officedocument.presentationml.slide+xml" PartName="/ppt/slides/slide115.xml"/>
  <Override ContentType="application/vnd.openxmlformats-officedocument.presentationml.slide+xml" PartName="/ppt/slides/slide3.xml"/>
  <Override ContentType="application/vnd.openxmlformats-officedocument.presentationml.slide+xml" PartName="/ppt/slides/slide182.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174.xml"/>
  <Override ContentType="application/vnd.openxmlformats-officedocument.presentationml.slide+xml" PartName="/ppt/slides/slide190.xml"/>
  <Override ContentType="application/vnd.openxmlformats-officedocument.presentationml.slide+xml" PartName="/ppt/slides/slide227.xml"/>
  <Override ContentType="application/vnd.openxmlformats-officedocument.presentationml.slide+xml" PartName="/ppt/slides/slide33.xml"/>
  <Override ContentType="application/vnd.openxmlformats-officedocument.presentationml.slide+xml" PartName="/ppt/slides/slide219.xml"/>
  <Override ContentType="application/vnd.openxmlformats-officedocument.presentationml.slide+xml" PartName="/ppt/slides/slide68.xml"/>
  <Override ContentType="application/vnd.openxmlformats-officedocument.presentationml.slide+xml" PartName="/ppt/slides/slide170.xml"/>
  <Override ContentType="application/vnd.openxmlformats-officedocument.presentationml.slide+xml" PartName="/ppt/slides/slide20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220.xml"/>
  <Override ContentType="application/vnd.openxmlformats-officedocument.presentationml.slide+xml" PartName="/ppt/slides/slide166.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235.xml"/>
  <Override ContentType="application/vnd.openxmlformats-officedocument.presentationml.slide+xml" PartName="/ppt/slides/slide154.xml"/>
  <Override ContentType="application/vnd.openxmlformats-officedocument.presentationml.slide+xml" PartName="/ppt/slides/slide197.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3.xml"/>
  <Override ContentType="application/vnd.openxmlformats-officedocument.presentationml.slide+xml" PartName="/ppt/slides/slide22.xml"/>
  <Override ContentType="application/vnd.openxmlformats-officedocument.presentationml.slide+xml" PartName="/ppt/slides/slide185.xml"/>
  <Override ContentType="application/vnd.openxmlformats-officedocument.presentationml.slide+xml" PartName="/ppt/slides/slide231.xml"/>
  <Override ContentType="application/vnd.openxmlformats-officedocument.presentationml.slide+xml" PartName="/ppt/slides/slide65.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178.xml"/>
  <Override ContentType="application/vnd.openxmlformats-officedocument.presentationml.slide+xml" PartName="/ppt/slides/slide29.xml"/>
  <Override ContentType="application/vnd.openxmlformats-officedocument.presentationml.slide+xml" PartName="/ppt/slides/slide212.xml"/>
  <Override ContentType="application/vnd.openxmlformats-officedocument.presentationml.slide+xml" PartName="/ppt/slides/slide76.xml"/>
  <Override ContentType="application/vnd.openxmlformats-officedocument.presentationml.slide+xml" PartName="/ppt/slides/slide131.xml"/>
  <Override ContentType="application/vnd.openxmlformats-officedocument.presentationml.slide+xml" PartName="/ppt/slides/slide93.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89.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57.xml"/>
  <Override ContentType="application/vnd.openxmlformats-officedocument.presentationml.slide+xml" PartName="/ppt/slides/slide44.xml"/>
  <Override ContentType="application/vnd.openxmlformats-officedocument.presentationml.slide+xml" PartName="/ppt/slides/slide193.xml"/>
  <Override ContentType="application/vnd.openxmlformats-officedocument.presentationml.slide+xml" PartName="/ppt/slides/slide208.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228.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198.xml"/>
  <Override ContentType="application/vnd.openxmlformats-officedocument.presentationml.slide+xml" PartName="/ppt/slides/slide15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218.xml"/>
  <Override ContentType="application/vnd.openxmlformats-officedocument.presentationml.slide+xml" PartName="/ppt/slides/slide130.xml"/>
  <Override ContentType="application/vnd.openxmlformats-officedocument.presentationml.slide+xml" PartName="/ppt/slides/slide173.xml"/>
  <Override ContentType="application/vnd.openxmlformats-officedocument.presentationml.slide+xml" PartName="/ppt/slides/slide16.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83.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49.xml"/>
  <Override ContentType="application/vnd.openxmlformats-officedocument.presentationml.slide+xml" PartName="/ppt/slides/slide203.xml"/>
  <Override ContentType="application/vnd.openxmlformats-officedocument.presentationml.slide+xml" PartName="/ppt/slides/slide124.xml"/>
  <Override ContentType="application/vnd.openxmlformats-officedocument.presentationml.slide+xml" PartName="/ppt/slides/slide106.xml"/>
  <Override ContentType="application/vnd.openxmlformats-officedocument.presentationml.slide+xml" PartName="/ppt/slides/slide167.xml"/>
  <Override ContentType="application/vnd.openxmlformats-officedocument.presentationml.slide+xml" PartName="/ppt/slides/slide70.xml"/>
  <Override ContentType="application/vnd.openxmlformats-officedocument.presentationml.slide+xml" PartName="/ppt/slides/slide234.xml"/>
  <Override ContentType="application/vnd.openxmlformats-officedocument.presentationml.slide+xml" PartName="/ppt/slides/slide194.xml"/>
  <Override ContentType="application/vnd.openxmlformats-officedocument.presentationml.slide+xml" PartName="/ppt/slides/slide151.xml"/>
  <Override ContentType="application/vnd.openxmlformats-officedocument.presentationml.slide+xml" PartName="/ppt/slides/slide177.xml"/>
  <Override ContentType="application/vnd.openxmlformats-officedocument.presentationml.slide+xml" PartName="/ppt/slides/slide134.xml"/>
  <Override ContentType="application/vnd.openxmlformats-officedocument.presentationml.slide+xml" PartName="/ppt/slides/slide207.xml"/>
  <Override ContentType="application/vnd.openxmlformats-officedocument.presentationml.slide+xml" PartName="/ppt/slides/slide224.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88.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75.xml"/>
  <Override ContentType="application/vnd.openxmlformats-officedocument.presentationml.slide+xml" PartName="/ppt/slides/slide213.xml"/>
  <Override ContentType="application/vnd.openxmlformats-officedocument.presentationml.slide+xml" PartName="/ppt/slides/slide58.xml"/>
  <Override ContentType="application/vnd.openxmlformats-officedocument.presentationml.slide+xml" PartName="/ppt/slides/slide15.xml"/>
  <Override ContentType="application/vnd.openxmlformats-officedocument.presentationml.slide+xml" PartName="/ppt/slides/slide230.xml"/>
  <Override ContentType="application/vnd.openxmlformats-officedocument.presentationml.slide+xml" PartName="/ppt/slides/slide12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 id="492" r:id="rId242"/>
  </p:sldIdLst>
  <p:sldSz cy="5143500" cx="9144000"/>
  <p:notesSz cx="9144000" cy="685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GoogleSlidesCustomDataVersion2">
      <go:slidesCustomData xmlns:go="http://customooxmlschemas.google.com/" r:id="rId243" roundtripDataSignature="AMtx7mhxLKjtmPzbj2zT9NseTnF42grFf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190" Type="http://schemas.openxmlformats.org/officeDocument/2006/relationships/slide" Target="slides/slide18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194" Type="http://schemas.openxmlformats.org/officeDocument/2006/relationships/slide" Target="slides/slide189.xml"/><Relationship Id="rId43" Type="http://schemas.openxmlformats.org/officeDocument/2006/relationships/slide" Target="slides/slide38.xml"/><Relationship Id="rId193" Type="http://schemas.openxmlformats.org/officeDocument/2006/relationships/slide" Target="slides/slide188.xml"/><Relationship Id="rId46" Type="http://schemas.openxmlformats.org/officeDocument/2006/relationships/slide" Target="slides/slide41.xml"/><Relationship Id="rId192" Type="http://schemas.openxmlformats.org/officeDocument/2006/relationships/slide" Target="slides/slide187.xml"/><Relationship Id="rId45" Type="http://schemas.openxmlformats.org/officeDocument/2006/relationships/slide" Target="slides/slide40.xml"/><Relationship Id="rId191" Type="http://schemas.openxmlformats.org/officeDocument/2006/relationships/slide" Target="slides/slide186.xml"/><Relationship Id="rId48" Type="http://schemas.openxmlformats.org/officeDocument/2006/relationships/slide" Target="slides/slide43.xml"/><Relationship Id="rId187" Type="http://schemas.openxmlformats.org/officeDocument/2006/relationships/slide" Target="slides/slide182.xml"/><Relationship Id="rId47" Type="http://schemas.openxmlformats.org/officeDocument/2006/relationships/slide" Target="slides/slide42.xml"/><Relationship Id="rId186" Type="http://schemas.openxmlformats.org/officeDocument/2006/relationships/slide" Target="slides/slide181.xml"/><Relationship Id="rId185" Type="http://schemas.openxmlformats.org/officeDocument/2006/relationships/slide" Target="slides/slide180.xml"/><Relationship Id="rId49" Type="http://schemas.openxmlformats.org/officeDocument/2006/relationships/slide" Target="slides/slide44.xml"/><Relationship Id="rId184" Type="http://schemas.openxmlformats.org/officeDocument/2006/relationships/slide" Target="slides/slide179.xml"/><Relationship Id="rId189" Type="http://schemas.openxmlformats.org/officeDocument/2006/relationships/slide" Target="slides/slide184.xml"/><Relationship Id="rId188" Type="http://schemas.openxmlformats.org/officeDocument/2006/relationships/slide" Target="slides/slide18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183" Type="http://schemas.openxmlformats.org/officeDocument/2006/relationships/slide" Target="slides/slide178.xml"/><Relationship Id="rId32" Type="http://schemas.openxmlformats.org/officeDocument/2006/relationships/slide" Target="slides/slide27.xml"/><Relationship Id="rId182" Type="http://schemas.openxmlformats.org/officeDocument/2006/relationships/slide" Target="slides/slide177.xml"/><Relationship Id="rId35" Type="http://schemas.openxmlformats.org/officeDocument/2006/relationships/slide" Target="slides/slide30.xml"/><Relationship Id="rId181" Type="http://schemas.openxmlformats.org/officeDocument/2006/relationships/slide" Target="slides/slide176.xml"/><Relationship Id="rId34" Type="http://schemas.openxmlformats.org/officeDocument/2006/relationships/slide" Target="slides/slide29.xml"/><Relationship Id="rId180" Type="http://schemas.openxmlformats.org/officeDocument/2006/relationships/slide" Target="slides/slide175.xml"/><Relationship Id="rId37" Type="http://schemas.openxmlformats.org/officeDocument/2006/relationships/slide" Target="slides/slide32.xml"/><Relationship Id="rId176" Type="http://schemas.openxmlformats.org/officeDocument/2006/relationships/slide" Target="slides/slide171.xml"/><Relationship Id="rId36" Type="http://schemas.openxmlformats.org/officeDocument/2006/relationships/slide" Target="slides/slide31.xml"/><Relationship Id="rId175" Type="http://schemas.openxmlformats.org/officeDocument/2006/relationships/slide" Target="slides/slide170.xml"/><Relationship Id="rId39" Type="http://schemas.openxmlformats.org/officeDocument/2006/relationships/slide" Target="slides/slide34.xml"/><Relationship Id="rId174" Type="http://schemas.openxmlformats.org/officeDocument/2006/relationships/slide" Target="slides/slide169.xml"/><Relationship Id="rId38" Type="http://schemas.openxmlformats.org/officeDocument/2006/relationships/slide" Target="slides/slide33.xml"/><Relationship Id="rId173" Type="http://schemas.openxmlformats.org/officeDocument/2006/relationships/slide" Target="slides/slide168.xml"/><Relationship Id="rId179" Type="http://schemas.openxmlformats.org/officeDocument/2006/relationships/slide" Target="slides/slide174.xml"/><Relationship Id="rId178" Type="http://schemas.openxmlformats.org/officeDocument/2006/relationships/slide" Target="slides/slide173.xml"/><Relationship Id="rId177" Type="http://schemas.openxmlformats.org/officeDocument/2006/relationships/slide" Target="slides/slide172.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98" Type="http://schemas.openxmlformats.org/officeDocument/2006/relationships/slide" Target="slides/slide193.xml"/><Relationship Id="rId14" Type="http://schemas.openxmlformats.org/officeDocument/2006/relationships/slide" Target="slides/slide9.xml"/><Relationship Id="rId197" Type="http://schemas.openxmlformats.org/officeDocument/2006/relationships/slide" Target="slides/slide192.xml"/><Relationship Id="rId17" Type="http://schemas.openxmlformats.org/officeDocument/2006/relationships/slide" Target="slides/slide12.xml"/><Relationship Id="rId196" Type="http://schemas.openxmlformats.org/officeDocument/2006/relationships/slide" Target="slides/slide191.xml"/><Relationship Id="rId16" Type="http://schemas.openxmlformats.org/officeDocument/2006/relationships/slide" Target="slides/slide11.xml"/><Relationship Id="rId195" Type="http://schemas.openxmlformats.org/officeDocument/2006/relationships/slide" Target="slides/slide190.xml"/><Relationship Id="rId19" Type="http://schemas.openxmlformats.org/officeDocument/2006/relationships/slide" Target="slides/slide14.xml"/><Relationship Id="rId18" Type="http://schemas.openxmlformats.org/officeDocument/2006/relationships/slide" Target="slides/slide13.xml"/><Relationship Id="rId199" Type="http://schemas.openxmlformats.org/officeDocument/2006/relationships/slide" Target="slides/slide194.xml"/><Relationship Id="rId84" Type="http://schemas.openxmlformats.org/officeDocument/2006/relationships/slide" Target="slides/slide79.xml"/><Relationship Id="rId83" Type="http://schemas.openxmlformats.org/officeDocument/2006/relationships/slide" Target="slides/slide78.xml"/><Relationship Id="rId86" Type="http://schemas.openxmlformats.org/officeDocument/2006/relationships/slide" Target="slides/slide81.xml"/><Relationship Id="rId85" Type="http://schemas.openxmlformats.org/officeDocument/2006/relationships/slide" Target="slides/slide80.xml"/><Relationship Id="rId88" Type="http://schemas.openxmlformats.org/officeDocument/2006/relationships/slide" Target="slides/slide83.xml"/><Relationship Id="rId150" Type="http://schemas.openxmlformats.org/officeDocument/2006/relationships/slide" Target="slides/slide145.xml"/><Relationship Id="rId87" Type="http://schemas.openxmlformats.org/officeDocument/2006/relationships/slide" Target="slides/slide82.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4.xml"/><Relationship Id="rId4" Type="http://schemas.openxmlformats.org/officeDocument/2006/relationships/slideMaster" Target="slideMasters/slideMaster1.xml"/><Relationship Id="rId148" Type="http://schemas.openxmlformats.org/officeDocument/2006/relationships/slide" Target="slides/slide143.xml"/><Relationship Id="rId9" Type="http://schemas.openxmlformats.org/officeDocument/2006/relationships/slide" Target="slides/slide4.xml"/><Relationship Id="rId143" Type="http://schemas.openxmlformats.org/officeDocument/2006/relationships/slide" Target="slides/slide138.xml"/><Relationship Id="rId142" Type="http://schemas.openxmlformats.org/officeDocument/2006/relationships/slide" Target="slides/slide137.xml"/><Relationship Id="rId141" Type="http://schemas.openxmlformats.org/officeDocument/2006/relationships/slide" Target="slides/slide136.xml"/><Relationship Id="rId140" Type="http://schemas.openxmlformats.org/officeDocument/2006/relationships/slide" Target="slides/slide135.xml"/><Relationship Id="rId5" Type="http://schemas.openxmlformats.org/officeDocument/2006/relationships/notesMaster" Target="notesMasters/notesMaster1.xml"/><Relationship Id="rId147" Type="http://schemas.openxmlformats.org/officeDocument/2006/relationships/slide" Target="slides/slide142.xml"/><Relationship Id="rId6" Type="http://schemas.openxmlformats.org/officeDocument/2006/relationships/slide" Target="slides/slide1.xml"/><Relationship Id="rId146" Type="http://schemas.openxmlformats.org/officeDocument/2006/relationships/slide" Target="slides/slide141.xml"/><Relationship Id="rId7" Type="http://schemas.openxmlformats.org/officeDocument/2006/relationships/slide" Target="slides/slide2.xml"/><Relationship Id="rId145" Type="http://schemas.openxmlformats.org/officeDocument/2006/relationships/slide" Target="slides/slide140.xml"/><Relationship Id="rId8" Type="http://schemas.openxmlformats.org/officeDocument/2006/relationships/slide" Target="slides/slide3.xml"/><Relationship Id="rId144" Type="http://schemas.openxmlformats.org/officeDocument/2006/relationships/slide" Target="slides/slide139.xml"/><Relationship Id="rId73" Type="http://schemas.openxmlformats.org/officeDocument/2006/relationships/slide" Target="slides/slide68.xml"/><Relationship Id="rId72" Type="http://schemas.openxmlformats.org/officeDocument/2006/relationships/slide" Target="slides/slide67.xml"/><Relationship Id="rId75" Type="http://schemas.openxmlformats.org/officeDocument/2006/relationships/slide" Target="slides/slide70.xml"/><Relationship Id="rId74" Type="http://schemas.openxmlformats.org/officeDocument/2006/relationships/slide" Target="slides/slide69.xml"/><Relationship Id="rId77" Type="http://schemas.openxmlformats.org/officeDocument/2006/relationships/slide" Target="slides/slide72.xml"/><Relationship Id="rId76" Type="http://schemas.openxmlformats.org/officeDocument/2006/relationships/slide" Target="slides/slide71.xml"/><Relationship Id="rId79" Type="http://schemas.openxmlformats.org/officeDocument/2006/relationships/slide" Target="slides/slide74.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139" Type="http://schemas.openxmlformats.org/officeDocument/2006/relationships/slide" Target="slides/slide134.xml"/><Relationship Id="rId138" Type="http://schemas.openxmlformats.org/officeDocument/2006/relationships/slide" Target="slides/slide133.xml"/><Relationship Id="rId137" Type="http://schemas.openxmlformats.org/officeDocument/2006/relationships/slide" Target="slides/slide132.xml"/><Relationship Id="rId132" Type="http://schemas.openxmlformats.org/officeDocument/2006/relationships/slide" Target="slides/slide127.xml"/><Relationship Id="rId131" Type="http://schemas.openxmlformats.org/officeDocument/2006/relationships/slide" Target="slides/slide126.xml"/><Relationship Id="rId130" Type="http://schemas.openxmlformats.org/officeDocument/2006/relationships/slide" Target="slides/slide125.xml"/><Relationship Id="rId136" Type="http://schemas.openxmlformats.org/officeDocument/2006/relationships/slide" Target="slides/slide131.xml"/><Relationship Id="rId135" Type="http://schemas.openxmlformats.org/officeDocument/2006/relationships/slide" Target="slides/slide130.xml"/><Relationship Id="rId134" Type="http://schemas.openxmlformats.org/officeDocument/2006/relationships/slide" Target="slides/slide129.xml"/><Relationship Id="rId133" Type="http://schemas.openxmlformats.org/officeDocument/2006/relationships/slide" Target="slides/slide128.xml"/><Relationship Id="rId62" Type="http://schemas.openxmlformats.org/officeDocument/2006/relationships/slide" Target="slides/slide57.xml"/><Relationship Id="rId61" Type="http://schemas.openxmlformats.org/officeDocument/2006/relationships/slide" Target="slides/slide56.xml"/><Relationship Id="rId64" Type="http://schemas.openxmlformats.org/officeDocument/2006/relationships/slide" Target="slides/slide59.xml"/><Relationship Id="rId63" Type="http://schemas.openxmlformats.org/officeDocument/2006/relationships/slide" Target="slides/slide58.xml"/><Relationship Id="rId66" Type="http://schemas.openxmlformats.org/officeDocument/2006/relationships/slide" Target="slides/slide61.xml"/><Relationship Id="rId172" Type="http://schemas.openxmlformats.org/officeDocument/2006/relationships/slide" Target="slides/slide167.xml"/><Relationship Id="rId65" Type="http://schemas.openxmlformats.org/officeDocument/2006/relationships/slide" Target="slides/slide60.xml"/><Relationship Id="rId171" Type="http://schemas.openxmlformats.org/officeDocument/2006/relationships/slide" Target="slides/slide166.xml"/><Relationship Id="rId68" Type="http://schemas.openxmlformats.org/officeDocument/2006/relationships/slide" Target="slides/slide63.xml"/><Relationship Id="rId170" Type="http://schemas.openxmlformats.org/officeDocument/2006/relationships/slide" Target="slides/slide165.xml"/><Relationship Id="rId67" Type="http://schemas.openxmlformats.org/officeDocument/2006/relationships/slide" Target="slides/slide62.xml"/><Relationship Id="rId60" Type="http://schemas.openxmlformats.org/officeDocument/2006/relationships/slide" Target="slides/slide55.xml"/><Relationship Id="rId165" Type="http://schemas.openxmlformats.org/officeDocument/2006/relationships/slide" Target="slides/slide160.xml"/><Relationship Id="rId69" Type="http://schemas.openxmlformats.org/officeDocument/2006/relationships/slide" Target="slides/slide64.xml"/><Relationship Id="rId164" Type="http://schemas.openxmlformats.org/officeDocument/2006/relationships/slide" Target="slides/slide159.xml"/><Relationship Id="rId163" Type="http://schemas.openxmlformats.org/officeDocument/2006/relationships/slide" Target="slides/slide158.xml"/><Relationship Id="rId162" Type="http://schemas.openxmlformats.org/officeDocument/2006/relationships/slide" Target="slides/slide157.xml"/><Relationship Id="rId169" Type="http://schemas.openxmlformats.org/officeDocument/2006/relationships/slide" Target="slides/slide164.xml"/><Relationship Id="rId168" Type="http://schemas.openxmlformats.org/officeDocument/2006/relationships/slide" Target="slides/slide163.xml"/><Relationship Id="rId167" Type="http://schemas.openxmlformats.org/officeDocument/2006/relationships/slide" Target="slides/slide162.xml"/><Relationship Id="rId166" Type="http://schemas.openxmlformats.org/officeDocument/2006/relationships/slide" Target="slides/slide161.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55" Type="http://schemas.openxmlformats.org/officeDocument/2006/relationships/slide" Target="slides/slide50.xml"/><Relationship Id="rId161" Type="http://schemas.openxmlformats.org/officeDocument/2006/relationships/slide" Target="slides/slide156.xml"/><Relationship Id="rId54" Type="http://schemas.openxmlformats.org/officeDocument/2006/relationships/slide" Target="slides/slide49.xml"/><Relationship Id="rId160" Type="http://schemas.openxmlformats.org/officeDocument/2006/relationships/slide" Target="slides/slide155.xml"/><Relationship Id="rId57" Type="http://schemas.openxmlformats.org/officeDocument/2006/relationships/slide" Target="slides/slide52.xml"/><Relationship Id="rId56" Type="http://schemas.openxmlformats.org/officeDocument/2006/relationships/slide" Target="slides/slide51.xml"/><Relationship Id="rId159" Type="http://schemas.openxmlformats.org/officeDocument/2006/relationships/slide" Target="slides/slide154.xml"/><Relationship Id="rId59" Type="http://schemas.openxmlformats.org/officeDocument/2006/relationships/slide" Target="slides/slide54.xml"/><Relationship Id="rId154" Type="http://schemas.openxmlformats.org/officeDocument/2006/relationships/slide" Target="slides/slide149.xml"/><Relationship Id="rId58" Type="http://schemas.openxmlformats.org/officeDocument/2006/relationships/slide" Target="slides/slide53.xml"/><Relationship Id="rId153" Type="http://schemas.openxmlformats.org/officeDocument/2006/relationships/slide" Target="slides/slide148.xml"/><Relationship Id="rId152" Type="http://schemas.openxmlformats.org/officeDocument/2006/relationships/slide" Target="slides/slide147.xml"/><Relationship Id="rId151" Type="http://schemas.openxmlformats.org/officeDocument/2006/relationships/slide" Target="slides/slide146.xml"/><Relationship Id="rId158" Type="http://schemas.openxmlformats.org/officeDocument/2006/relationships/slide" Target="slides/slide153.xml"/><Relationship Id="rId157" Type="http://schemas.openxmlformats.org/officeDocument/2006/relationships/slide" Target="slides/slide152.xml"/><Relationship Id="rId156" Type="http://schemas.openxmlformats.org/officeDocument/2006/relationships/slide" Target="slides/slide151.xml"/><Relationship Id="rId155" Type="http://schemas.openxmlformats.org/officeDocument/2006/relationships/slide" Target="slides/slide150.xml"/><Relationship Id="rId107" Type="http://schemas.openxmlformats.org/officeDocument/2006/relationships/slide" Target="slides/slide102.xml"/><Relationship Id="rId228" Type="http://schemas.openxmlformats.org/officeDocument/2006/relationships/slide" Target="slides/slide223.xml"/><Relationship Id="rId106" Type="http://schemas.openxmlformats.org/officeDocument/2006/relationships/slide" Target="slides/slide101.xml"/><Relationship Id="rId227" Type="http://schemas.openxmlformats.org/officeDocument/2006/relationships/slide" Target="slides/slide222.xml"/><Relationship Id="rId105" Type="http://schemas.openxmlformats.org/officeDocument/2006/relationships/slide" Target="slides/slide100.xml"/><Relationship Id="rId226" Type="http://schemas.openxmlformats.org/officeDocument/2006/relationships/slide" Target="slides/slide221.xml"/><Relationship Id="rId104" Type="http://schemas.openxmlformats.org/officeDocument/2006/relationships/slide" Target="slides/slide99.xml"/><Relationship Id="rId225" Type="http://schemas.openxmlformats.org/officeDocument/2006/relationships/slide" Target="slides/slide220.xml"/><Relationship Id="rId109" Type="http://schemas.openxmlformats.org/officeDocument/2006/relationships/slide" Target="slides/slide104.xml"/><Relationship Id="rId108" Type="http://schemas.openxmlformats.org/officeDocument/2006/relationships/slide" Target="slides/slide103.xml"/><Relationship Id="rId229" Type="http://schemas.openxmlformats.org/officeDocument/2006/relationships/slide" Target="slides/slide224.xml"/><Relationship Id="rId220" Type="http://schemas.openxmlformats.org/officeDocument/2006/relationships/slide" Target="slides/slide215.xml"/><Relationship Id="rId103" Type="http://schemas.openxmlformats.org/officeDocument/2006/relationships/slide" Target="slides/slide98.xml"/><Relationship Id="rId224" Type="http://schemas.openxmlformats.org/officeDocument/2006/relationships/slide" Target="slides/slide219.xml"/><Relationship Id="rId102" Type="http://schemas.openxmlformats.org/officeDocument/2006/relationships/slide" Target="slides/slide97.xml"/><Relationship Id="rId223" Type="http://schemas.openxmlformats.org/officeDocument/2006/relationships/slide" Target="slides/slide218.xml"/><Relationship Id="rId101" Type="http://schemas.openxmlformats.org/officeDocument/2006/relationships/slide" Target="slides/slide96.xml"/><Relationship Id="rId222" Type="http://schemas.openxmlformats.org/officeDocument/2006/relationships/slide" Target="slides/slide217.xml"/><Relationship Id="rId100" Type="http://schemas.openxmlformats.org/officeDocument/2006/relationships/slide" Target="slides/slide95.xml"/><Relationship Id="rId221" Type="http://schemas.openxmlformats.org/officeDocument/2006/relationships/slide" Target="slides/slide216.xml"/><Relationship Id="rId217" Type="http://schemas.openxmlformats.org/officeDocument/2006/relationships/slide" Target="slides/slide212.xml"/><Relationship Id="rId216" Type="http://schemas.openxmlformats.org/officeDocument/2006/relationships/slide" Target="slides/slide211.xml"/><Relationship Id="rId215" Type="http://schemas.openxmlformats.org/officeDocument/2006/relationships/slide" Target="slides/slide210.xml"/><Relationship Id="rId214" Type="http://schemas.openxmlformats.org/officeDocument/2006/relationships/slide" Target="slides/slide209.xml"/><Relationship Id="rId219" Type="http://schemas.openxmlformats.org/officeDocument/2006/relationships/slide" Target="slides/slide214.xml"/><Relationship Id="rId218" Type="http://schemas.openxmlformats.org/officeDocument/2006/relationships/slide" Target="slides/slide213.xml"/><Relationship Id="rId213" Type="http://schemas.openxmlformats.org/officeDocument/2006/relationships/slide" Target="slides/slide208.xml"/><Relationship Id="rId212" Type="http://schemas.openxmlformats.org/officeDocument/2006/relationships/slide" Target="slides/slide207.xml"/><Relationship Id="rId211" Type="http://schemas.openxmlformats.org/officeDocument/2006/relationships/slide" Target="slides/slide206.xml"/><Relationship Id="rId210" Type="http://schemas.openxmlformats.org/officeDocument/2006/relationships/slide" Target="slides/slide205.xml"/><Relationship Id="rId129" Type="http://schemas.openxmlformats.org/officeDocument/2006/relationships/slide" Target="slides/slide124.xml"/><Relationship Id="rId128" Type="http://schemas.openxmlformats.org/officeDocument/2006/relationships/slide" Target="slides/slide123.xml"/><Relationship Id="rId127" Type="http://schemas.openxmlformats.org/officeDocument/2006/relationships/slide" Target="slides/slide122.xml"/><Relationship Id="rId126" Type="http://schemas.openxmlformats.org/officeDocument/2006/relationships/slide" Target="slides/slide121.xml"/><Relationship Id="rId121" Type="http://schemas.openxmlformats.org/officeDocument/2006/relationships/slide" Target="slides/slide116.xml"/><Relationship Id="rId242" Type="http://schemas.openxmlformats.org/officeDocument/2006/relationships/slide" Target="slides/slide237.xml"/><Relationship Id="rId120" Type="http://schemas.openxmlformats.org/officeDocument/2006/relationships/slide" Target="slides/slide115.xml"/><Relationship Id="rId241" Type="http://schemas.openxmlformats.org/officeDocument/2006/relationships/slide" Target="slides/slide236.xml"/><Relationship Id="rId240" Type="http://schemas.openxmlformats.org/officeDocument/2006/relationships/slide" Target="slides/slide235.xml"/><Relationship Id="rId125" Type="http://schemas.openxmlformats.org/officeDocument/2006/relationships/slide" Target="slides/slide120.xml"/><Relationship Id="rId124" Type="http://schemas.openxmlformats.org/officeDocument/2006/relationships/slide" Target="slides/slide119.xml"/><Relationship Id="rId123" Type="http://schemas.openxmlformats.org/officeDocument/2006/relationships/slide" Target="slides/slide118.xml"/><Relationship Id="rId122" Type="http://schemas.openxmlformats.org/officeDocument/2006/relationships/slide" Target="slides/slide117.xml"/><Relationship Id="rId243" Type="http://customschemas.google.com/relationships/presentationmetadata" Target="metadata"/><Relationship Id="rId95" Type="http://schemas.openxmlformats.org/officeDocument/2006/relationships/slide" Target="slides/slide90.xml"/><Relationship Id="rId94" Type="http://schemas.openxmlformats.org/officeDocument/2006/relationships/slide" Target="slides/slide89.xml"/><Relationship Id="rId97" Type="http://schemas.openxmlformats.org/officeDocument/2006/relationships/slide" Target="slides/slide92.xml"/><Relationship Id="rId96" Type="http://schemas.openxmlformats.org/officeDocument/2006/relationships/slide" Target="slides/slide91.xml"/><Relationship Id="rId99" Type="http://schemas.openxmlformats.org/officeDocument/2006/relationships/slide" Target="slides/slide94.xml"/><Relationship Id="rId98" Type="http://schemas.openxmlformats.org/officeDocument/2006/relationships/slide" Target="slides/slide93.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18" Type="http://schemas.openxmlformats.org/officeDocument/2006/relationships/slide" Target="slides/slide113.xml"/><Relationship Id="rId239" Type="http://schemas.openxmlformats.org/officeDocument/2006/relationships/slide" Target="slides/slide234.xml"/><Relationship Id="rId117" Type="http://schemas.openxmlformats.org/officeDocument/2006/relationships/slide" Target="slides/slide112.xml"/><Relationship Id="rId238" Type="http://schemas.openxmlformats.org/officeDocument/2006/relationships/slide" Target="slides/slide233.xml"/><Relationship Id="rId116" Type="http://schemas.openxmlformats.org/officeDocument/2006/relationships/slide" Target="slides/slide111.xml"/><Relationship Id="rId237" Type="http://schemas.openxmlformats.org/officeDocument/2006/relationships/slide" Target="slides/slide232.xml"/><Relationship Id="rId115" Type="http://schemas.openxmlformats.org/officeDocument/2006/relationships/slide" Target="slides/slide110.xml"/><Relationship Id="rId236" Type="http://schemas.openxmlformats.org/officeDocument/2006/relationships/slide" Target="slides/slide231.xml"/><Relationship Id="rId119" Type="http://schemas.openxmlformats.org/officeDocument/2006/relationships/slide" Target="slides/slide114.xml"/><Relationship Id="rId110" Type="http://schemas.openxmlformats.org/officeDocument/2006/relationships/slide" Target="slides/slide105.xml"/><Relationship Id="rId231" Type="http://schemas.openxmlformats.org/officeDocument/2006/relationships/slide" Target="slides/slide226.xml"/><Relationship Id="rId230" Type="http://schemas.openxmlformats.org/officeDocument/2006/relationships/slide" Target="slides/slide225.xml"/><Relationship Id="rId114" Type="http://schemas.openxmlformats.org/officeDocument/2006/relationships/slide" Target="slides/slide109.xml"/><Relationship Id="rId235" Type="http://schemas.openxmlformats.org/officeDocument/2006/relationships/slide" Target="slides/slide230.xml"/><Relationship Id="rId113" Type="http://schemas.openxmlformats.org/officeDocument/2006/relationships/slide" Target="slides/slide108.xml"/><Relationship Id="rId234" Type="http://schemas.openxmlformats.org/officeDocument/2006/relationships/slide" Target="slides/slide229.xml"/><Relationship Id="rId112" Type="http://schemas.openxmlformats.org/officeDocument/2006/relationships/slide" Target="slides/slide107.xml"/><Relationship Id="rId233" Type="http://schemas.openxmlformats.org/officeDocument/2006/relationships/slide" Target="slides/slide228.xml"/><Relationship Id="rId111" Type="http://schemas.openxmlformats.org/officeDocument/2006/relationships/slide" Target="slides/slide106.xml"/><Relationship Id="rId232" Type="http://schemas.openxmlformats.org/officeDocument/2006/relationships/slide" Target="slides/slide227.xml"/><Relationship Id="rId206" Type="http://schemas.openxmlformats.org/officeDocument/2006/relationships/slide" Target="slides/slide201.xml"/><Relationship Id="rId205" Type="http://schemas.openxmlformats.org/officeDocument/2006/relationships/slide" Target="slides/slide200.xml"/><Relationship Id="rId204" Type="http://schemas.openxmlformats.org/officeDocument/2006/relationships/slide" Target="slides/slide199.xml"/><Relationship Id="rId203" Type="http://schemas.openxmlformats.org/officeDocument/2006/relationships/slide" Target="slides/slide198.xml"/><Relationship Id="rId209" Type="http://schemas.openxmlformats.org/officeDocument/2006/relationships/slide" Target="slides/slide204.xml"/><Relationship Id="rId208" Type="http://schemas.openxmlformats.org/officeDocument/2006/relationships/slide" Target="slides/slide203.xml"/><Relationship Id="rId207" Type="http://schemas.openxmlformats.org/officeDocument/2006/relationships/slide" Target="slides/slide202.xml"/><Relationship Id="rId202" Type="http://schemas.openxmlformats.org/officeDocument/2006/relationships/slide" Target="slides/slide197.xml"/><Relationship Id="rId201" Type="http://schemas.openxmlformats.org/officeDocument/2006/relationships/slide" Target="slides/slide196.xml"/><Relationship Id="rId200" Type="http://schemas.openxmlformats.org/officeDocument/2006/relationships/slide" Target="slides/slide1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5179484" y="0"/>
            <a:ext cx="3962400" cy="3429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6513910"/>
            <a:ext cx="3962400" cy="3429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faf5860435_0_2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 name="Google Shape;86;g3faf5860435_0_26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 name="Google Shape;91;p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 name="Google Shape;101;p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 name="Google Shape;111;p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 name="Google Shape;116;p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 name="Google Shape;121;p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 name="Google Shape;126;p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 name="Google Shape;131;p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e5a0c7ab5b_0_3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 name="Google Shape;141;g3e5a0c7ab5b_0_37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5a0c7ab5b_0_3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 name="Google Shape;146;g3e5a0c7ab5b_0_3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5a0c7ab5b_0_3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1" name="Google Shape;151;g3e5a0c7ab5b_0_38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5a0c7ab5b_0_3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 name="Google Shape;156;g3e5a0c7ab5b_0_39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5a0c7ab5b_0_3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1" name="Google Shape;161;g3e5a0c7ab5b_0_3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e5a0c7ab5b_0_3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6" name="Google Shape;166;g3e5a0c7ab5b_0_39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e5a0c7ab5b_0_4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1" name="Google Shape;171;g3e5a0c7ab5b_0_40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e5a0c7ab5b_0_4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6" name="Google Shape;176;g3e5a0c7ab5b_0_40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e5a0c7ab5b_0_4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1" name="Google Shape;181;g3e5a0c7ab5b_0_41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e5a0c7ab5b_0_4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6" name="Google Shape;186;g3e5a0c7ab5b_0_4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e5a0c7ab5b_0_41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1" name="Google Shape;191;g3e5a0c7ab5b_0_41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a0c7ab5b_0_42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6" name="Google Shape;196;g3e5a0c7ab5b_0_42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e5a0c7ab5b_0_4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1" name="Google Shape;201;g3e5a0c7ab5b_0_42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6" name="Google Shape;206;p2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1" name="Google Shape;211;p2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6" name="Google Shape;216;p2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1" name="Google Shape;221;p2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6" name="Google Shape;226;p2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1" name="Google Shape;231;p3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3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6" name="Google Shape;236;p3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1" name="Google Shape;241;p3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6" name="Google Shape;246;p3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3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1" name="Google Shape;251;p3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6" name="Google Shape;256;p3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p3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6" name="Google Shape;266;p3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3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1" name="Google Shape;271;p3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6" name="Google Shape;276;p3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1" name="Google Shape;281;p4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6" name="Google Shape;286;p4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4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1" name="Google Shape;291;p4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6" name="Google Shape;296;p4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1" name="Google Shape;301;p4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6" name="Google Shape;306;p4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4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1" name="Google Shape;311;p4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6" name="Google Shape;316;p4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1" name="Google Shape;321;p4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4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6" name="Google Shape;326;p4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1" name="Google Shape;331;p5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5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6" name="Google Shape;336;p5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1" name="Google Shape;341;p5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5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6" name="Google Shape;346;p5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5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1" name="Google Shape;351;p5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6" name="Google Shape;356;p5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p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1" name="Google Shape;361;p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5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6" name="Google Shape;366;p5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5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1" name="Google Shape;371;p5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6" name="Google Shape;376;p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1" name="Google Shape;381;p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6" name="Google Shape;386;p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1" name="Google Shape;391;p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6" name="Google Shape;396;p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1" name="Google Shape;401;p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6" name="Google Shape;406;p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1" name="Google Shape;411;p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6" name="Google Shape;416;p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1" name="Google Shape;421;p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6" name="Google Shape;426;p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1" name="Google Shape;431;p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6" name="Google Shape;436;p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1" name="Google Shape;441;p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6" name="Google Shape;446;p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1" name="Google Shape;451;p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6" name="Google Shape;456;p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1" name="Google Shape;461;p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6" name="Google Shape;466;p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1" name="Google Shape;471;p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6" name="Google Shape;476;p7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1" name="Google Shape;481;p8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6" name="Google Shape;486;p8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8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1" name="Google Shape;491;p8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6" name="Google Shape;496;p8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1" name="Google Shape;501;p8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6" name="Google Shape;506;p8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8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1" name="Google Shape;511;p8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p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6" name="Google Shape;516;p8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1" name="Google Shape;521;p8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8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6" name="Google Shape;526;p8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p9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1" name="Google Shape;531;p9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6" name="Google Shape;536;p9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p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1" name="Google Shape;541;p9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9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6" name="Google Shape;546;p9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9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1" name="Google Shape;551;p9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p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6" name="Google Shape;556;p9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1" name="Google Shape;561;p9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9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6" name="Google Shape;566;p9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p9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1" name="Google Shape;571;p9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p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p9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1" name="Google Shape;581;p10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10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6" name="Google Shape;586;p10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1" name="Google Shape;591;p1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1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6" name="Google Shape;596;p1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1" name="Google Shape;601;p1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6" name="Google Shape;606;p10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10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1" name="Google Shape;611;p10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4" name="Shape 614"/>
        <p:cNvGrpSpPr/>
        <p:nvPr/>
      </p:nvGrpSpPr>
      <p:grpSpPr>
        <a:xfrm>
          <a:off x="0" y="0"/>
          <a:ext cx="0" cy="0"/>
          <a:chOff x="0" y="0"/>
          <a:chExt cx="0" cy="0"/>
        </a:xfrm>
      </p:grpSpPr>
      <p:sp>
        <p:nvSpPr>
          <p:cNvPr id="615" name="Google Shape;615;p1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6" name="Google Shape;616;p1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p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1" name="Google Shape;621;p10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p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6" name="Google Shape;626;p10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1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1" name="Google Shape;631;p1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1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6" name="Google Shape;636;p1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1" name="Google Shape;641;p11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p1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6" name="Google Shape;646;p11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h1d72e0b711e8a63f_1_1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1" name="Google Shape;651;h1d72e0b711e8a63f_1_1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3f69acae762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6" name="Google Shape;656;g3f69acae762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9" name="Shape 659"/>
        <p:cNvGrpSpPr/>
        <p:nvPr/>
      </p:nvGrpSpPr>
      <p:grpSpPr>
        <a:xfrm>
          <a:off x="0" y="0"/>
          <a:ext cx="0" cy="0"/>
          <a:chOff x="0" y="0"/>
          <a:chExt cx="0" cy="0"/>
        </a:xfrm>
      </p:grpSpPr>
      <p:sp>
        <p:nvSpPr>
          <p:cNvPr id="660" name="Google Shape;660;g3f69acae762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1" name="Google Shape;661;g3f69acae762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g3f69acae762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6" name="Google Shape;666;g3f69acae762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g3faf5860435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1" name="Google Shape;671;g3faf5860435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g3faf5860435_0_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6" name="Google Shape;676;g3faf5860435_0_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h3b2cbe721dc07a79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1" name="Google Shape;681;h3b2cbe721dc07a79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h3b2cbe721dc07a79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6" name="Google Shape;686;h3b2cbe721dc07a79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h1d72e0b711e8a63f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1" name="Google Shape;691;h1d72e0b711e8a63f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h1d72e0b711e8a63f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6" name="Google Shape;696;h1d72e0b711e8a63f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h1d72e0b711e8a63f_1_2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1" name="Google Shape;701;h1d72e0b711e8a63f_1_2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g3d90891dc36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6" name="Google Shape;706;g3d90891dc36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3ab13fdb44f_0_2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2" name="Google Shape;712;g3ab13fdb44f_0_2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13" name="Google Shape;713;g3ab13fdb44f_0_29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g3ab13fdb44f_0_3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8" name="Google Shape;718;g3ab13fdb44f_0_3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228600" lvl="0" marL="228600" rtl="0" algn="l">
              <a:lnSpc>
                <a:spcPct val="100000"/>
              </a:lnSpc>
              <a:spcBef>
                <a:spcPts val="0"/>
              </a:spcBef>
              <a:spcAft>
                <a:spcPts val="0"/>
              </a:spcAft>
              <a:buClr>
                <a:srgbClr val="FF0000"/>
              </a:buClr>
              <a:buSzPts val="1200"/>
              <a:buFont typeface="Arial"/>
              <a:buAutoNum type="arabicPeriod"/>
            </a:pPr>
            <a:r>
              <a:rPr b="0" i="0" lang="en-US">
                <a:solidFill>
                  <a:srgbClr val="FF0000"/>
                </a:solidFill>
                <a:latin typeface="Arial"/>
                <a:ea typeface="Arial"/>
                <a:cs typeface="Arial"/>
                <a:sym typeface="Arial"/>
              </a:rPr>
              <a:t>Khi Chúa đem những người Si-on bị bắt trở về, chúng tôi như người đang mơ, bấy giờ miệng chúng tôi vui cười, lưỡi chúng tôi thốt lên bao lời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ĐK: Chúa đã đối xử nhân từ với chúng con, nên chúng con mừng vui bao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2. Và bấy giờ thiên hạ nhỏ to nói với nhau rằng: Chúa thương đối xử khoan dung. Chúa đã xử rất ư nhân từ, nên chúng tôi xiết bao vui mừng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3. Lạy Chúa thương biến đổi phận con như suối phương Nam. Ai gieo trong lệ đau thương, sẽ được gặt hái trong vui mừng, những khúc ca biến tan trong niềm hân hoan.</a:t>
            </a:r>
            <a:endParaRPr/>
          </a:p>
        </p:txBody>
      </p:sp>
      <p:sp>
        <p:nvSpPr>
          <p:cNvPr id="719" name="Google Shape;719;g3ab13fdb44f_0_30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2" name="Shape 722"/>
        <p:cNvGrpSpPr/>
        <p:nvPr/>
      </p:nvGrpSpPr>
      <p:grpSpPr>
        <a:xfrm>
          <a:off x="0" y="0"/>
          <a:ext cx="0" cy="0"/>
          <a:chOff x="0" y="0"/>
          <a:chExt cx="0" cy="0"/>
        </a:xfrm>
      </p:grpSpPr>
      <p:sp>
        <p:nvSpPr>
          <p:cNvPr id="723" name="Google Shape;723;g3ab13fdb44f_0_30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4" name="Google Shape;724;g3ab13fdb44f_0_3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25" name="Google Shape;725;g3ab13fdb44f_0_30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8" name="Shape 728"/>
        <p:cNvGrpSpPr/>
        <p:nvPr/>
      </p:nvGrpSpPr>
      <p:grpSpPr>
        <a:xfrm>
          <a:off x="0" y="0"/>
          <a:ext cx="0" cy="0"/>
          <a:chOff x="0" y="0"/>
          <a:chExt cx="0" cy="0"/>
        </a:xfrm>
      </p:grpSpPr>
      <p:sp>
        <p:nvSpPr>
          <p:cNvPr id="729" name="Google Shape;729;g3ab13fdb44f_0_31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0" name="Google Shape;730;g3ab13fdb44f_0_3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31" name="Google Shape;731;g3ab13fdb44f_0_31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4" name="Shape 734"/>
        <p:cNvGrpSpPr/>
        <p:nvPr/>
      </p:nvGrpSpPr>
      <p:grpSpPr>
        <a:xfrm>
          <a:off x="0" y="0"/>
          <a:ext cx="0" cy="0"/>
          <a:chOff x="0" y="0"/>
          <a:chExt cx="0" cy="0"/>
        </a:xfrm>
      </p:grpSpPr>
      <p:sp>
        <p:nvSpPr>
          <p:cNvPr id="735" name="Google Shape;735;g3ab13fdb44f_0_3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6" name="Google Shape;736;g3ab13fdb44f_0_3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37" name="Google Shape;737;g3ab13fdb44f_0_31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0" name="Shape 740"/>
        <p:cNvGrpSpPr/>
        <p:nvPr/>
      </p:nvGrpSpPr>
      <p:grpSpPr>
        <a:xfrm>
          <a:off x="0" y="0"/>
          <a:ext cx="0" cy="0"/>
          <a:chOff x="0" y="0"/>
          <a:chExt cx="0" cy="0"/>
        </a:xfrm>
      </p:grpSpPr>
      <p:sp>
        <p:nvSpPr>
          <p:cNvPr id="741" name="Google Shape;741;g3ab13fdb44f_0_3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2" name="Google Shape;742;g3ab13fdb44f_0_3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43" name="Google Shape;743;g3ab13fdb44f_0_32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6" name="Shape 746"/>
        <p:cNvGrpSpPr/>
        <p:nvPr/>
      </p:nvGrpSpPr>
      <p:grpSpPr>
        <a:xfrm>
          <a:off x="0" y="0"/>
          <a:ext cx="0" cy="0"/>
          <a:chOff x="0" y="0"/>
          <a:chExt cx="0" cy="0"/>
        </a:xfrm>
      </p:grpSpPr>
      <p:sp>
        <p:nvSpPr>
          <p:cNvPr id="747" name="Google Shape;747;g3ab13fdb44f_0_3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8" name="Google Shape;748;g3ab13fdb44f_0_3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49" name="Google Shape;749;g3ab13fdb44f_0_32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3ab13fdb44f_0_33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4" name="Google Shape;754;g3ab13fdb44f_0_3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55" name="Google Shape;755;g3ab13fdb44f_0_33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g3ab13fdb44f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0" name="Google Shape;760;g3ab13fdb44f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61" name="Google Shape;761;g3ab13fdb44f_0_33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4" name="Shape 764"/>
        <p:cNvGrpSpPr/>
        <p:nvPr/>
      </p:nvGrpSpPr>
      <p:grpSpPr>
        <a:xfrm>
          <a:off x="0" y="0"/>
          <a:ext cx="0" cy="0"/>
          <a:chOff x="0" y="0"/>
          <a:chExt cx="0" cy="0"/>
        </a:xfrm>
      </p:grpSpPr>
      <p:sp>
        <p:nvSpPr>
          <p:cNvPr id="765" name="Google Shape;765;g3ab13fdb44f_0_3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6" name="Google Shape;766;g3ab13fdb44f_0_3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67" name="Google Shape;767;g3ab13fdb44f_0_34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0" name="Shape 770"/>
        <p:cNvGrpSpPr/>
        <p:nvPr/>
      </p:nvGrpSpPr>
      <p:grpSpPr>
        <a:xfrm>
          <a:off x="0" y="0"/>
          <a:ext cx="0" cy="0"/>
          <a:chOff x="0" y="0"/>
          <a:chExt cx="0" cy="0"/>
        </a:xfrm>
      </p:grpSpPr>
      <p:sp>
        <p:nvSpPr>
          <p:cNvPr id="771" name="Google Shape;771;g3ab13fdb44f_0_34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2" name="Google Shape;772;g3ab13fdb44f_0_3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73" name="Google Shape;773;g3ab13fdb44f_0_34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6" name="Shape 776"/>
        <p:cNvGrpSpPr/>
        <p:nvPr/>
      </p:nvGrpSpPr>
      <p:grpSpPr>
        <a:xfrm>
          <a:off x="0" y="0"/>
          <a:ext cx="0" cy="0"/>
          <a:chOff x="0" y="0"/>
          <a:chExt cx="0" cy="0"/>
        </a:xfrm>
      </p:grpSpPr>
      <p:sp>
        <p:nvSpPr>
          <p:cNvPr id="777" name="Google Shape;777;g3ab13fdb44f_0_35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8" name="Google Shape;778;g3ab13fdb44f_0_3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79" name="Google Shape;779;g3ab13fdb44f_0_35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3ab13fdb44f_0_35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4" name="Google Shape;784;g3ab13fdb44f_0_3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85" name="Google Shape;785;g3ab13fdb44f_0_35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h1d72e0b711e8a63f_1_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0" name="Google Shape;790;h1d72e0b711e8a63f_1_3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3" name="Shape 793"/>
        <p:cNvGrpSpPr/>
        <p:nvPr/>
      </p:nvGrpSpPr>
      <p:grpSpPr>
        <a:xfrm>
          <a:off x="0" y="0"/>
          <a:ext cx="0" cy="0"/>
          <a:chOff x="0" y="0"/>
          <a:chExt cx="0" cy="0"/>
        </a:xfrm>
      </p:grpSpPr>
      <p:sp>
        <p:nvSpPr>
          <p:cNvPr id="794" name="Google Shape;794;g3d48ab63a6f_0_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5" name="Google Shape;795;g3d48ab63a6f_0_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9" name="Shape 799"/>
        <p:cNvGrpSpPr/>
        <p:nvPr/>
      </p:nvGrpSpPr>
      <p:grpSpPr>
        <a:xfrm>
          <a:off x="0" y="0"/>
          <a:ext cx="0" cy="0"/>
          <a:chOff x="0" y="0"/>
          <a:chExt cx="0" cy="0"/>
        </a:xfrm>
      </p:grpSpPr>
      <p:sp>
        <p:nvSpPr>
          <p:cNvPr id="800" name="Google Shape;800;g3e6e2da66e2_0_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1" name="Google Shape;801;g3e6e2da66e2_0_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3e6e2da66e2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6" name="Google Shape;806;g3e6e2da66e2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9" name="Shape 809"/>
        <p:cNvGrpSpPr/>
        <p:nvPr/>
      </p:nvGrpSpPr>
      <p:grpSpPr>
        <a:xfrm>
          <a:off x="0" y="0"/>
          <a:ext cx="0" cy="0"/>
          <a:chOff x="0" y="0"/>
          <a:chExt cx="0" cy="0"/>
        </a:xfrm>
      </p:grpSpPr>
      <p:sp>
        <p:nvSpPr>
          <p:cNvPr id="810" name="Google Shape;810;g3faf5860435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1" name="Google Shape;811;g3faf5860435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4" name="Shape 814"/>
        <p:cNvGrpSpPr/>
        <p:nvPr/>
      </p:nvGrpSpPr>
      <p:grpSpPr>
        <a:xfrm>
          <a:off x="0" y="0"/>
          <a:ext cx="0" cy="0"/>
          <a:chOff x="0" y="0"/>
          <a:chExt cx="0" cy="0"/>
        </a:xfrm>
      </p:grpSpPr>
      <p:sp>
        <p:nvSpPr>
          <p:cNvPr id="815" name="Google Shape;815;g3e26ec1f821_0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6" name="Google Shape;816;g3e26ec1f821_0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g3f282feffb0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1" name="Google Shape;821;g3f282feffb0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4" name="Shape 824"/>
        <p:cNvGrpSpPr/>
        <p:nvPr/>
      </p:nvGrpSpPr>
      <p:grpSpPr>
        <a:xfrm>
          <a:off x="0" y="0"/>
          <a:ext cx="0" cy="0"/>
          <a:chOff x="0" y="0"/>
          <a:chExt cx="0" cy="0"/>
        </a:xfrm>
      </p:grpSpPr>
      <p:sp>
        <p:nvSpPr>
          <p:cNvPr id="825" name="Google Shape;825;g3f282feffb0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6" name="Google Shape;826;g3f282feffb0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h7fe1b1b8e87d2d0a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1" name="Google Shape;831;h7fe1b1b8e87d2d0a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g3fb2dc0a37c_0_1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6" name="Google Shape;836;g3fb2dc0a37c_0_1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fb2dc0a37c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1" name="Google Shape;841;g3fb2dc0a37c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h7fe1b1b8e87d2d0a_0_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6" name="Google Shape;846;h7fe1b1b8e87d2d0a_0_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d89366497e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1" name="Google Shape;851;g3d89366497e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5" name="Shape 855"/>
        <p:cNvGrpSpPr/>
        <p:nvPr/>
      </p:nvGrpSpPr>
      <p:grpSpPr>
        <a:xfrm>
          <a:off x="0" y="0"/>
          <a:ext cx="0" cy="0"/>
          <a:chOff x="0" y="0"/>
          <a:chExt cx="0" cy="0"/>
        </a:xfrm>
      </p:grpSpPr>
      <p:sp>
        <p:nvSpPr>
          <p:cNvPr id="856" name="Google Shape;856;p1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7" name="Google Shape;857;p1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8" name="Google Shape;858;p156: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2" name="Shape 862"/>
        <p:cNvGrpSpPr/>
        <p:nvPr/>
      </p:nvGrpSpPr>
      <p:grpSpPr>
        <a:xfrm>
          <a:off x="0" y="0"/>
          <a:ext cx="0" cy="0"/>
          <a:chOff x="0" y="0"/>
          <a:chExt cx="0" cy="0"/>
        </a:xfrm>
      </p:grpSpPr>
      <p:sp>
        <p:nvSpPr>
          <p:cNvPr id="863" name="Google Shape;863;g3b224b7d20a_0_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4" name="Google Shape;864;g3b224b7d20a_0_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7" name="Shape 867"/>
        <p:cNvGrpSpPr/>
        <p:nvPr/>
      </p:nvGrpSpPr>
      <p:grpSpPr>
        <a:xfrm>
          <a:off x="0" y="0"/>
          <a:ext cx="0" cy="0"/>
          <a:chOff x="0" y="0"/>
          <a:chExt cx="0" cy="0"/>
        </a:xfrm>
      </p:grpSpPr>
      <p:sp>
        <p:nvSpPr>
          <p:cNvPr id="868" name="Google Shape;868;g3baa6357486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9" name="Google Shape;869;g3baa6357486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h1d72e0b711e8a63f_1_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4" name="Google Shape;874;h1d72e0b711e8a63f_1_3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p1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9" name="Google Shape;879;p1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p1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5" name="Google Shape;885;p1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8" name="Shape 888"/>
        <p:cNvGrpSpPr/>
        <p:nvPr/>
      </p:nvGrpSpPr>
      <p:grpSpPr>
        <a:xfrm>
          <a:off x="0" y="0"/>
          <a:ext cx="0" cy="0"/>
          <a:chOff x="0" y="0"/>
          <a:chExt cx="0" cy="0"/>
        </a:xfrm>
      </p:grpSpPr>
      <p:sp>
        <p:nvSpPr>
          <p:cNvPr id="889" name="Google Shape;889;p1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0" name="Google Shape;890;p1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1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5" name="Google Shape;895;p1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8" name="Shape 898"/>
        <p:cNvGrpSpPr/>
        <p:nvPr/>
      </p:nvGrpSpPr>
      <p:grpSpPr>
        <a:xfrm>
          <a:off x="0" y="0"/>
          <a:ext cx="0" cy="0"/>
          <a:chOff x="0" y="0"/>
          <a:chExt cx="0" cy="0"/>
        </a:xfrm>
      </p:grpSpPr>
      <p:sp>
        <p:nvSpPr>
          <p:cNvPr id="899" name="Google Shape;899;p1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0" name="Google Shape;900;p1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5" name="Google Shape;905;p1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0" name="Google Shape;910;p1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p1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5" name="Google Shape;915;p1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p1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0" name="Google Shape;920;p1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3" name="Shape 923"/>
        <p:cNvGrpSpPr/>
        <p:nvPr/>
      </p:nvGrpSpPr>
      <p:grpSpPr>
        <a:xfrm>
          <a:off x="0" y="0"/>
          <a:ext cx="0" cy="0"/>
          <a:chOff x="0" y="0"/>
          <a:chExt cx="0" cy="0"/>
        </a:xfrm>
      </p:grpSpPr>
      <p:sp>
        <p:nvSpPr>
          <p:cNvPr id="924" name="Google Shape;924;p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5" name="Google Shape;925;p1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1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0" name="Google Shape;930;p1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p1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5" name="Google Shape;935;p1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p1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0" name="Google Shape;940;p1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3" name="Shape 943"/>
        <p:cNvGrpSpPr/>
        <p:nvPr/>
      </p:nvGrpSpPr>
      <p:grpSpPr>
        <a:xfrm>
          <a:off x="0" y="0"/>
          <a:ext cx="0" cy="0"/>
          <a:chOff x="0" y="0"/>
          <a:chExt cx="0" cy="0"/>
        </a:xfrm>
      </p:grpSpPr>
      <p:sp>
        <p:nvSpPr>
          <p:cNvPr id="944" name="Google Shape;944;p1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5" name="Google Shape;945;p1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1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0" name="Google Shape;950;p1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 name="Shape 953"/>
        <p:cNvGrpSpPr/>
        <p:nvPr/>
      </p:nvGrpSpPr>
      <p:grpSpPr>
        <a:xfrm>
          <a:off x="0" y="0"/>
          <a:ext cx="0" cy="0"/>
          <a:chOff x="0" y="0"/>
          <a:chExt cx="0" cy="0"/>
        </a:xfrm>
      </p:grpSpPr>
      <p:sp>
        <p:nvSpPr>
          <p:cNvPr id="954" name="Google Shape;954;p1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5" name="Google Shape;955;p1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1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0" name="Google Shape;960;p1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p1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5" name="Google Shape;965;p1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8" name="Shape 968"/>
        <p:cNvGrpSpPr/>
        <p:nvPr/>
      </p:nvGrpSpPr>
      <p:grpSpPr>
        <a:xfrm>
          <a:off x="0" y="0"/>
          <a:ext cx="0" cy="0"/>
          <a:chOff x="0" y="0"/>
          <a:chExt cx="0" cy="0"/>
        </a:xfrm>
      </p:grpSpPr>
      <p:sp>
        <p:nvSpPr>
          <p:cNvPr id="969" name="Google Shape;969;p1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0" name="Google Shape;970;p1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 name="Shape 973"/>
        <p:cNvGrpSpPr/>
        <p:nvPr/>
      </p:nvGrpSpPr>
      <p:grpSpPr>
        <a:xfrm>
          <a:off x="0" y="0"/>
          <a:ext cx="0" cy="0"/>
          <a:chOff x="0" y="0"/>
          <a:chExt cx="0" cy="0"/>
        </a:xfrm>
      </p:grpSpPr>
      <p:sp>
        <p:nvSpPr>
          <p:cNvPr id="974" name="Google Shape;974;p1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5" name="Google Shape;975;p1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h1d72e0b711e8a63f_1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0" name="Google Shape;980;h1d72e0b711e8a63f_1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3f95afb83fa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5" name="Google Shape;985;g3f95afb83fa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8" name="Shape 988"/>
        <p:cNvGrpSpPr/>
        <p:nvPr/>
      </p:nvGrpSpPr>
      <p:grpSpPr>
        <a:xfrm>
          <a:off x="0" y="0"/>
          <a:ext cx="0" cy="0"/>
          <a:chOff x="0" y="0"/>
          <a:chExt cx="0" cy="0"/>
        </a:xfrm>
      </p:grpSpPr>
      <p:sp>
        <p:nvSpPr>
          <p:cNvPr id="989" name="Google Shape;989;g3f69acae762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0" name="Google Shape;990;g3f69acae762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3f69acae762_0_1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5" name="Google Shape;995;g3f69acae762_0_1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h3b2cbe721dc07a79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0" name="Google Shape;1000;h3b2cbe721dc07a79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h1d72e0b711e8a63f_0_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5" name="Google Shape;1005;h1d72e0b711e8a63f_0_3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h1d72e0b711e8a63f_0_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0" name="Google Shape;1010;h1d72e0b711e8a63f_0_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fac4c6c2fc_0_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5" name="Google Shape;1015;g3fac4c6c2fc_0_7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8" name="Shape 1018"/>
        <p:cNvGrpSpPr/>
        <p:nvPr/>
      </p:nvGrpSpPr>
      <p:grpSpPr>
        <a:xfrm>
          <a:off x="0" y="0"/>
          <a:ext cx="0" cy="0"/>
          <a:chOff x="0" y="0"/>
          <a:chExt cx="0" cy="0"/>
        </a:xfrm>
      </p:grpSpPr>
      <p:sp>
        <p:nvSpPr>
          <p:cNvPr id="1019" name="Google Shape;1019;hf002f62f5ca6d5c_0_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0" name="Google Shape;1020;hf002f62f5ca6d5c_0_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h3b2cbe721dc07a79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5" name="Google Shape;1025;h3b2cbe721dc07a79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8" name="Shape 1028"/>
        <p:cNvGrpSpPr/>
        <p:nvPr/>
      </p:nvGrpSpPr>
      <p:grpSpPr>
        <a:xfrm>
          <a:off x="0" y="0"/>
          <a:ext cx="0" cy="0"/>
          <a:chOff x="0" y="0"/>
          <a:chExt cx="0" cy="0"/>
        </a:xfrm>
      </p:grpSpPr>
      <p:sp>
        <p:nvSpPr>
          <p:cNvPr id="1029" name="Google Shape;1029;h3b2cbe721dc07a79_0_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0" name="Google Shape;1030;h3b2cbe721dc07a79_0_3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h1d72e0b711e8a63f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5" name="Google Shape;1035;h1d72e0b711e8a63f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8" name="Shape 1038"/>
        <p:cNvGrpSpPr/>
        <p:nvPr/>
      </p:nvGrpSpPr>
      <p:grpSpPr>
        <a:xfrm>
          <a:off x="0" y="0"/>
          <a:ext cx="0" cy="0"/>
          <a:chOff x="0" y="0"/>
          <a:chExt cx="0" cy="0"/>
        </a:xfrm>
      </p:grpSpPr>
      <p:sp>
        <p:nvSpPr>
          <p:cNvPr id="1039" name="Google Shape;1039;h1d72e0b711e8a63f_0_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0" name="Google Shape;1040;h1d72e0b711e8a63f_0_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h1d72e0b711e8a63f_0_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5" name="Google Shape;1045;h1d72e0b711e8a63f_0_5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8" name="Shape 1048"/>
        <p:cNvGrpSpPr/>
        <p:nvPr/>
      </p:nvGrpSpPr>
      <p:grpSpPr>
        <a:xfrm>
          <a:off x="0" y="0"/>
          <a:ext cx="0" cy="0"/>
          <a:chOff x="0" y="0"/>
          <a:chExt cx="0" cy="0"/>
        </a:xfrm>
      </p:grpSpPr>
      <p:sp>
        <p:nvSpPr>
          <p:cNvPr id="1049" name="Google Shape;1049;h1d72e0b711e8a63f_0_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0" name="Google Shape;1050;h1d72e0b711e8a63f_0_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h1d72e0b711e8a63f_0_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5" name="Google Shape;1055;h1d72e0b711e8a63f_0_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h1d72e0b711e8a63f_0_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0" name="Google Shape;1060;h1d72e0b711e8a63f_0_6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3" name="Shape 1063"/>
        <p:cNvGrpSpPr/>
        <p:nvPr/>
      </p:nvGrpSpPr>
      <p:grpSpPr>
        <a:xfrm>
          <a:off x="0" y="0"/>
          <a:ext cx="0" cy="0"/>
          <a:chOff x="0" y="0"/>
          <a:chExt cx="0" cy="0"/>
        </a:xfrm>
      </p:grpSpPr>
      <p:sp>
        <p:nvSpPr>
          <p:cNvPr id="1064" name="Google Shape;1064;h1d72e0b711e8a63f_0_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5" name="Google Shape;1065;h1d72e0b711e8a63f_0_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8" name="Shape 1068"/>
        <p:cNvGrpSpPr/>
        <p:nvPr/>
      </p:nvGrpSpPr>
      <p:grpSpPr>
        <a:xfrm>
          <a:off x="0" y="0"/>
          <a:ext cx="0" cy="0"/>
          <a:chOff x="0" y="0"/>
          <a:chExt cx="0" cy="0"/>
        </a:xfrm>
      </p:grpSpPr>
      <p:sp>
        <p:nvSpPr>
          <p:cNvPr id="1069" name="Google Shape;1069;h1d72e0b711e8a63f_0_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0" name="Google Shape;1070;h1d72e0b711e8a63f_0_7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h1d72e0b711e8a63f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5" name="Google Shape;1075;h1d72e0b711e8a63f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 name="Shape 1078"/>
        <p:cNvGrpSpPr/>
        <p:nvPr/>
      </p:nvGrpSpPr>
      <p:grpSpPr>
        <a:xfrm>
          <a:off x="0" y="0"/>
          <a:ext cx="0" cy="0"/>
          <a:chOff x="0" y="0"/>
          <a:chExt cx="0" cy="0"/>
        </a:xfrm>
      </p:grpSpPr>
      <p:sp>
        <p:nvSpPr>
          <p:cNvPr id="1079" name="Google Shape;1079;g3e5a0c7ab5b_0_2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0" name="Google Shape;1080;g3e5a0c7ab5b_0_2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2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5" name="Google Shape;1085;p2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8" name="Shape 1088"/>
        <p:cNvGrpSpPr/>
        <p:nvPr/>
      </p:nvGrpSpPr>
      <p:grpSpPr>
        <a:xfrm>
          <a:off x="0" y="0"/>
          <a:ext cx="0" cy="0"/>
          <a:chOff x="0" y="0"/>
          <a:chExt cx="0" cy="0"/>
        </a:xfrm>
      </p:grpSpPr>
      <p:sp>
        <p:nvSpPr>
          <p:cNvPr id="1089" name="Google Shape;1089;p2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0" name="Google Shape;1090;p2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2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5" name="Google Shape;1095;p2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g3e5a0c7ab5b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0" name="Google Shape;1100;g3e5a0c7ab5b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3a42a8b53c1_2_2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5" name="Google Shape;1105;g3a42a8b53c1_2_2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8" name="Shape 1108"/>
        <p:cNvGrpSpPr/>
        <p:nvPr/>
      </p:nvGrpSpPr>
      <p:grpSpPr>
        <a:xfrm>
          <a:off x="0" y="0"/>
          <a:ext cx="0" cy="0"/>
          <a:chOff x="0" y="0"/>
          <a:chExt cx="0" cy="0"/>
        </a:xfrm>
      </p:grpSpPr>
      <p:sp>
        <p:nvSpPr>
          <p:cNvPr id="1109" name="Google Shape;1109;p2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0" name="Google Shape;1110;p2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3" name="Shape 1113"/>
        <p:cNvGrpSpPr/>
        <p:nvPr/>
      </p:nvGrpSpPr>
      <p:grpSpPr>
        <a:xfrm>
          <a:off x="0" y="0"/>
          <a:ext cx="0" cy="0"/>
          <a:chOff x="0" y="0"/>
          <a:chExt cx="0" cy="0"/>
        </a:xfrm>
      </p:grpSpPr>
      <p:sp>
        <p:nvSpPr>
          <p:cNvPr id="1114" name="Google Shape;1114;p2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5" name="Google Shape;1115;p2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3e5a0c7ab5b_0_3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0" name="Google Shape;1120;g3e5a0c7ab5b_0_3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3" name="Shape 1123"/>
        <p:cNvGrpSpPr/>
        <p:nvPr/>
      </p:nvGrpSpPr>
      <p:grpSpPr>
        <a:xfrm>
          <a:off x="0" y="0"/>
          <a:ext cx="0" cy="0"/>
          <a:chOff x="0" y="0"/>
          <a:chExt cx="0" cy="0"/>
        </a:xfrm>
      </p:grpSpPr>
      <p:sp>
        <p:nvSpPr>
          <p:cNvPr id="1124" name="Google Shape;1124;g3e9ce9eb37a_0_1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5" name="Google Shape;1125;g3e9ce9eb37a_0_1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9" name="Shape 1129"/>
        <p:cNvGrpSpPr/>
        <p:nvPr/>
      </p:nvGrpSpPr>
      <p:grpSpPr>
        <a:xfrm>
          <a:off x="0" y="0"/>
          <a:ext cx="0" cy="0"/>
          <a:chOff x="0" y="0"/>
          <a:chExt cx="0" cy="0"/>
        </a:xfrm>
      </p:grpSpPr>
      <p:sp>
        <p:nvSpPr>
          <p:cNvPr id="1130" name="Google Shape;1130;h428f696962494bd5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1" name="Google Shape;1131;h428f696962494bd5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3e5a0c7ab5b_0_3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6" name="Google Shape;1136;g3e5a0c7ab5b_0_34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h1d72e0b711e8a63f_0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1" name="Google Shape;1141;h1d72e0b711e8a63f_0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4" name="Shape 1144"/>
        <p:cNvGrpSpPr/>
        <p:nvPr/>
      </p:nvGrpSpPr>
      <p:grpSpPr>
        <a:xfrm>
          <a:off x="0" y="0"/>
          <a:ext cx="0" cy="0"/>
          <a:chOff x="0" y="0"/>
          <a:chExt cx="0" cy="0"/>
        </a:xfrm>
      </p:grpSpPr>
      <p:sp>
        <p:nvSpPr>
          <p:cNvPr id="1145" name="Google Shape;1145;h1d72e0b711e8a63f_0_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6" name="Google Shape;1146;h1d72e0b711e8a63f_0_8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h1d72e0b711e8a63f_0_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1" name="Google Shape;1151;h1d72e0b711e8a63f_0_8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4" name="Shape 1154"/>
        <p:cNvGrpSpPr/>
        <p:nvPr/>
      </p:nvGrpSpPr>
      <p:grpSpPr>
        <a:xfrm>
          <a:off x="0" y="0"/>
          <a:ext cx="0" cy="0"/>
          <a:chOff x="0" y="0"/>
          <a:chExt cx="0" cy="0"/>
        </a:xfrm>
      </p:grpSpPr>
      <p:sp>
        <p:nvSpPr>
          <p:cNvPr id="1155" name="Google Shape;1155;h1d72e0b711e8a63f_0_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6" name="Google Shape;1156;h1d72e0b711e8a63f_0_9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h1d72e0b711e8a63f_0_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1" name="Google Shape;1161;h1d72e0b711e8a63f_0_9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h1d72e0b711e8a63f_0_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6" name="Google Shape;1166;h1d72e0b711e8a63f_0_1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h1d72e0b711e8a63f_0_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1" name="Google Shape;1171;h1d72e0b711e8a63f_0_10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4" name="Shape 1174"/>
        <p:cNvGrpSpPr/>
        <p:nvPr/>
      </p:nvGrpSpPr>
      <p:grpSpPr>
        <a:xfrm>
          <a:off x="0" y="0"/>
          <a:ext cx="0" cy="0"/>
          <a:chOff x="0" y="0"/>
          <a:chExt cx="0" cy="0"/>
        </a:xfrm>
      </p:grpSpPr>
      <p:sp>
        <p:nvSpPr>
          <p:cNvPr id="1175" name="Google Shape;1175;h1d72e0b711e8a63f_0_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6" name="Google Shape;1176;h1d72e0b711e8a63f_0_1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9" name="Shape 1179"/>
        <p:cNvGrpSpPr/>
        <p:nvPr/>
      </p:nvGrpSpPr>
      <p:grpSpPr>
        <a:xfrm>
          <a:off x="0" y="0"/>
          <a:ext cx="0" cy="0"/>
          <a:chOff x="0" y="0"/>
          <a:chExt cx="0" cy="0"/>
        </a:xfrm>
      </p:grpSpPr>
      <p:sp>
        <p:nvSpPr>
          <p:cNvPr id="1180" name="Google Shape;1180;h1d72e0b711e8a63f_0_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1" name="Google Shape;1181;h1d72e0b711e8a63f_0_1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h1d72e0b711e8a63f_0_1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6" name="Google Shape;1186;h1d72e0b711e8a63f_0_1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h1d72e0b711e8a63f_0_1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1" name="Google Shape;1191;h1d72e0b711e8a63f_0_1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4" name="Shape 1194"/>
        <p:cNvGrpSpPr/>
        <p:nvPr/>
      </p:nvGrpSpPr>
      <p:grpSpPr>
        <a:xfrm>
          <a:off x="0" y="0"/>
          <a:ext cx="0" cy="0"/>
          <a:chOff x="0" y="0"/>
          <a:chExt cx="0" cy="0"/>
        </a:xfrm>
      </p:grpSpPr>
      <p:sp>
        <p:nvSpPr>
          <p:cNvPr id="1195" name="Google Shape;1195;h1d72e0b711e8a63f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h1d72e0b711e8a63f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9" name="Shape 1199"/>
        <p:cNvGrpSpPr/>
        <p:nvPr/>
      </p:nvGrpSpPr>
      <p:grpSpPr>
        <a:xfrm>
          <a:off x="0" y="0"/>
          <a:ext cx="0" cy="0"/>
          <a:chOff x="0" y="0"/>
          <a:chExt cx="0" cy="0"/>
        </a:xfrm>
      </p:grpSpPr>
      <p:sp>
        <p:nvSpPr>
          <p:cNvPr id="1200" name="Google Shape;1200;h1d72e0b711e8a63f_0_1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1" name="Google Shape;1201;h1d72e0b711e8a63f_0_1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h1d72e0b711e8a63f_0_1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6" name="Google Shape;1206;h1d72e0b711e8a63f_0_13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9" name="Shape 1209"/>
        <p:cNvGrpSpPr/>
        <p:nvPr/>
      </p:nvGrpSpPr>
      <p:grpSpPr>
        <a:xfrm>
          <a:off x="0" y="0"/>
          <a:ext cx="0" cy="0"/>
          <a:chOff x="0" y="0"/>
          <a:chExt cx="0" cy="0"/>
        </a:xfrm>
      </p:grpSpPr>
      <p:sp>
        <p:nvSpPr>
          <p:cNvPr id="1210" name="Google Shape;1210;h1d72e0b711e8a63f_0_1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1" name="Google Shape;1211;h1d72e0b711e8a63f_0_13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h1d72e0b711e8a63f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6" name="Google Shape;1216;h1d72e0b711e8a63f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h1d72e0b711e8a63f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1" name="Google Shape;1221;h1d72e0b711e8a63f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h1d72e0b711e8a63f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6" name="Google Shape;1226;h1d72e0b711e8a63f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h1d72e0b711e8a63f_0_1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1" name="Google Shape;1231;h1d72e0b711e8a63f_0_15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4" name="Shape 1234"/>
        <p:cNvGrpSpPr/>
        <p:nvPr/>
      </p:nvGrpSpPr>
      <p:grpSpPr>
        <a:xfrm>
          <a:off x="0" y="0"/>
          <a:ext cx="0" cy="0"/>
          <a:chOff x="0" y="0"/>
          <a:chExt cx="0" cy="0"/>
        </a:xfrm>
      </p:grpSpPr>
      <p:sp>
        <p:nvSpPr>
          <p:cNvPr id="1235" name="Google Shape;1235;h1d72e0b711e8a63f_0_1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6" name="Google Shape;1236;h1d72e0b711e8a63f_0_1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9" name="Shape 1239"/>
        <p:cNvGrpSpPr/>
        <p:nvPr/>
      </p:nvGrpSpPr>
      <p:grpSpPr>
        <a:xfrm>
          <a:off x="0" y="0"/>
          <a:ext cx="0" cy="0"/>
          <a:chOff x="0" y="0"/>
          <a:chExt cx="0" cy="0"/>
        </a:xfrm>
      </p:grpSpPr>
      <p:sp>
        <p:nvSpPr>
          <p:cNvPr id="1240" name="Google Shape;1240;h1d72e0b711e8a63f_1_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1" name="Google Shape;1241;h1d72e0b711e8a63f_1_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4" name="Shape 1244"/>
        <p:cNvGrpSpPr/>
        <p:nvPr/>
      </p:nvGrpSpPr>
      <p:grpSpPr>
        <a:xfrm>
          <a:off x="0" y="0"/>
          <a:ext cx="0" cy="0"/>
          <a:chOff x="0" y="0"/>
          <a:chExt cx="0" cy="0"/>
        </a:xfrm>
      </p:grpSpPr>
      <p:sp>
        <p:nvSpPr>
          <p:cNvPr id="1245" name="Google Shape;1245;g3fb3359abd2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fb3359abd2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9" name="Shape 1249"/>
        <p:cNvGrpSpPr/>
        <p:nvPr/>
      </p:nvGrpSpPr>
      <p:grpSpPr>
        <a:xfrm>
          <a:off x="0" y="0"/>
          <a:ext cx="0" cy="0"/>
          <a:chOff x="0" y="0"/>
          <a:chExt cx="0" cy="0"/>
        </a:xfrm>
      </p:grpSpPr>
      <p:sp>
        <p:nvSpPr>
          <p:cNvPr id="1250" name="Google Shape;1250;g3fb3359abd2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1" name="Google Shape;1251;g3fb3359abd2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3fb3359abd2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6" name="Google Shape;1256;g3fb3359abd2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9" name="Shape 1259"/>
        <p:cNvGrpSpPr/>
        <p:nvPr/>
      </p:nvGrpSpPr>
      <p:grpSpPr>
        <a:xfrm>
          <a:off x="0" y="0"/>
          <a:ext cx="0" cy="0"/>
          <a:chOff x="0" y="0"/>
          <a:chExt cx="0" cy="0"/>
        </a:xfrm>
      </p:grpSpPr>
      <p:sp>
        <p:nvSpPr>
          <p:cNvPr id="1260" name="Google Shape;1260;g3fb3359abd2_0_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1" name="Google Shape;1261;g3fb3359abd2_0_16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fb3359abd2_0_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6" name="Google Shape;1266;g3fb3359abd2_0_1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9" name="Shape 1269"/>
        <p:cNvGrpSpPr/>
        <p:nvPr/>
      </p:nvGrpSpPr>
      <p:grpSpPr>
        <a:xfrm>
          <a:off x="0" y="0"/>
          <a:ext cx="0" cy="0"/>
          <a:chOff x="0" y="0"/>
          <a:chExt cx="0" cy="0"/>
        </a:xfrm>
      </p:grpSpPr>
      <p:sp>
        <p:nvSpPr>
          <p:cNvPr id="1270" name="Google Shape;1270;h3b2cbe721dc07a79_0_2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1" name="Google Shape;1271;h3b2cbe721dc07a79_0_2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4" name="Shape 1274"/>
        <p:cNvGrpSpPr/>
        <p:nvPr/>
      </p:nvGrpSpPr>
      <p:grpSpPr>
        <a:xfrm>
          <a:off x="0" y="0"/>
          <a:ext cx="0" cy="0"/>
          <a:chOff x="0" y="0"/>
          <a:chExt cx="0" cy="0"/>
        </a:xfrm>
      </p:grpSpPr>
      <p:sp>
        <p:nvSpPr>
          <p:cNvPr id="1275" name="Google Shape;1275;h1d72e0b711e8a63f_0_2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6" name="Google Shape;1276;h1d72e0b711e8a63f_0_2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9" name="Shape 1279"/>
        <p:cNvGrpSpPr/>
        <p:nvPr/>
      </p:nvGrpSpPr>
      <p:grpSpPr>
        <a:xfrm>
          <a:off x="0" y="0"/>
          <a:ext cx="0" cy="0"/>
          <a:chOff x="0" y="0"/>
          <a:chExt cx="0" cy="0"/>
        </a:xfrm>
      </p:grpSpPr>
      <p:sp>
        <p:nvSpPr>
          <p:cNvPr id="1280" name="Google Shape;1280;h1d72e0b711e8a63f_0_2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1" name="Google Shape;1281;h1d72e0b711e8a63f_0_2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fb2dc0a37c_0_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6" name="Google Shape;1286;g3fb2dc0a37c_0_10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5" name="Shape 15"/>
        <p:cNvGrpSpPr/>
        <p:nvPr/>
      </p:nvGrpSpPr>
      <p:grpSpPr>
        <a:xfrm>
          <a:off x="0" y="0"/>
          <a:ext cx="0" cy="0"/>
          <a:chOff x="0" y="0"/>
          <a:chExt cx="0" cy="0"/>
        </a:xfrm>
      </p:grpSpPr>
      <p:sp>
        <p:nvSpPr>
          <p:cNvPr id="16" name="Google Shape;16;p246"/>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46"/>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 name="Google Shape;18;p24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4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24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1" name="Shape 21"/>
        <p:cNvGrpSpPr/>
        <p:nvPr/>
      </p:nvGrpSpPr>
      <p:grpSpPr>
        <a:xfrm>
          <a:off x="0" y="0"/>
          <a:ext cx="0" cy="0"/>
          <a:chOff x="0" y="0"/>
          <a:chExt cx="0" cy="0"/>
        </a:xfrm>
      </p:grpSpPr>
      <p:sp>
        <p:nvSpPr>
          <p:cNvPr id="22" name="Google Shape;22;p247"/>
          <p:cNvSpPr txBox="1"/>
          <p:nvPr>
            <p:ph type="ctrTitle"/>
          </p:nvPr>
        </p:nvSpPr>
        <p:spPr>
          <a:xfrm>
            <a:off x="685800" y="1597822"/>
            <a:ext cx="7772400" cy="1102519"/>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47"/>
          <p:cNvSpPr txBox="1"/>
          <p:nvPr>
            <p:ph idx="1" type="subTitle"/>
          </p:nvPr>
        </p:nvSpPr>
        <p:spPr>
          <a:xfrm>
            <a:off x="1371600" y="2914650"/>
            <a:ext cx="6400800" cy="131445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24" name="Google Shape;24;p247"/>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47"/>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247"/>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8"/>
          <p:cNvSpPr txBox="1"/>
          <p:nvPr>
            <p:ph type="title"/>
          </p:nvPr>
        </p:nvSpPr>
        <p:spPr>
          <a:xfrm>
            <a:off x="722313" y="3305178"/>
            <a:ext cx="7772400" cy="1021557"/>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Arial"/>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48"/>
          <p:cNvSpPr txBox="1"/>
          <p:nvPr>
            <p:ph idx="1" type="body"/>
          </p:nvPr>
        </p:nvSpPr>
        <p:spPr>
          <a:xfrm>
            <a:off x="722313" y="2180035"/>
            <a:ext cx="7772400" cy="112514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248"/>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248"/>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48"/>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49"/>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49"/>
          <p:cNvSpPr txBox="1"/>
          <p:nvPr>
            <p:ph idx="1" type="body"/>
          </p:nvPr>
        </p:nvSpPr>
        <p:spPr>
          <a:xfrm>
            <a:off x="457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49"/>
          <p:cNvSpPr txBox="1"/>
          <p:nvPr>
            <p:ph idx="2" type="body"/>
          </p:nvPr>
        </p:nvSpPr>
        <p:spPr>
          <a:xfrm>
            <a:off x="4648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49"/>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49"/>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49"/>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50"/>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50"/>
          <p:cNvSpPr txBox="1"/>
          <p:nvPr>
            <p:ph idx="1" type="body"/>
          </p:nvPr>
        </p:nvSpPr>
        <p:spPr>
          <a:xfrm>
            <a:off x="457200" y="1151335"/>
            <a:ext cx="4040188"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50"/>
          <p:cNvSpPr txBox="1"/>
          <p:nvPr>
            <p:ph idx="2" type="body"/>
          </p:nvPr>
        </p:nvSpPr>
        <p:spPr>
          <a:xfrm>
            <a:off x="457200" y="1631156"/>
            <a:ext cx="4040188"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50"/>
          <p:cNvSpPr txBox="1"/>
          <p:nvPr>
            <p:ph idx="3" type="body"/>
          </p:nvPr>
        </p:nvSpPr>
        <p:spPr>
          <a:xfrm>
            <a:off x="4645031" y="1151335"/>
            <a:ext cx="4041775"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50"/>
          <p:cNvSpPr txBox="1"/>
          <p:nvPr>
            <p:ph idx="4" type="body"/>
          </p:nvPr>
        </p:nvSpPr>
        <p:spPr>
          <a:xfrm>
            <a:off x="4645031" y="1631156"/>
            <a:ext cx="4041775"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50"/>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50"/>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50"/>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51"/>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51"/>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51"/>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51"/>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252"/>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52"/>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252"/>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53"/>
          <p:cNvSpPr txBox="1"/>
          <p:nvPr>
            <p:ph type="title"/>
          </p:nvPr>
        </p:nvSpPr>
        <p:spPr>
          <a:xfrm>
            <a:off x="457206" y="204788"/>
            <a:ext cx="3008313" cy="8715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53"/>
          <p:cNvSpPr txBox="1"/>
          <p:nvPr>
            <p:ph idx="1" type="body"/>
          </p:nvPr>
        </p:nvSpPr>
        <p:spPr>
          <a:xfrm>
            <a:off x="3575050" y="204789"/>
            <a:ext cx="5111750" cy="4389835"/>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61" name="Google Shape;61;p253"/>
          <p:cNvSpPr txBox="1"/>
          <p:nvPr>
            <p:ph idx="2" type="body"/>
          </p:nvPr>
        </p:nvSpPr>
        <p:spPr>
          <a:xfrm>
            <a:off x="457206" y="1076328"/>
            <a:ext cx="3008313" cy="3518297"/>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2" name="Google Shape;62;p253"/>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53"/>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253"/>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254"/>
          <p:cNvSpPr txBox="1"/>
          <p:nvPr>
            <p:ph type="title"/>
          </p:nvPr>
        </p:nvSpPr>
        <p:spPr>
          <a:xfrm>
            <a:off x="1792288" y="3600450"/>
            <a:ext cx="5486400" cy="425054"/>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54"/>
          <p:cNvSpPr/>
          <p:nvPr>
            <p:ph idx="2" type="pic"/>
          </p:nvPr>
        </p:nvSpPr>
        <p:spPr>
          <a:xfrm>
            <a:off x="1792288" y="459581"/>
            <a:ext cx="5486400" cy="3086100"/>
          </a:xfrm>
          <a:prstGeom prst="rect">
            <a:avLst/>
          </a:prstGeom>
          <a:noFill/>
          <a:ln>
            <a:noFill/>
          </a:ln>
        </p:spPr>
      </p:sp>
      <p:sp>
        <p:nvSpPr>
          <p:cNvPr id="68" name="Google Shape;68;p254"/>
          <p:cNvSpPr txBox="1"/>
          <p:nvPr>
            <p:ph idx="1" type="body"/>
          </p:nvPr>
        </p:nvSpPr>
        <p:spPr>
          <a:xfrm>
            <a:off x="1792288" y="4025504"/>
            <a:ext cx="5486400" cy="603646"/>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9" name="Google Shape;69;p254"/>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54"/>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254"/>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25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255"/>
          <p:cNvSpPr txBox="1"/>
          <p:nvPr>
            <p:ph idx="1" type="body"/>
          </p:nvPr>
        </p:nvSpPr>
        <p:spPr>
          <a:xfrm rot="5400000">
            <a:off x="2874764" y="-1217414"/>
            <a:ext cx="3394472"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5" name="Google Shape;75;p25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25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25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256"/>
          <p:cNvSpPr txBox="1"/>
          <p:nvPr>
            <p:ph type="title"/>
          </p:nvPr>
        </p:nvSpPr>
        <p:spPr>
          <a:xfrm rot="5400000">
            <a:off x="5463778" y="1371603"/>
            <a:ext cx="4388644"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256"/>
          <p:cNvSpPr txBox="1"/>
          <p:nvPr>
            <p:ph idx="1" type="body"/>
          </p:nvPr>
        </p:nvSpPr>
        <p:spPr>
          <a:xfrm rot="5400000">
            <a:off x="1272778" y="-609597"/>
            <a:ext cx="4388644"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1" name="Google Shape;81;p25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25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5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4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245"/>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Arial"/>
                <a:ea typeface="Arial"/>
                <a:cs typeface="Arial"/>
                <a:sym typeface="Arial"/>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2" name="Google Shape;12;p24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24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24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 Id="rId3" Type="http://schemas.openxmlformats.org/officeDocument/2006/relationships/image" Target="../media/image5.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 Id="rId3" Type="http://schemas.openxmlformats.org/officeDocument/2006/relationships/image" Target="../media/image3.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4.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2.jp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jp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2.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2.jp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g3faf5860435_0_266"/>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3200"/>
              <a:buNone/>
            </a:pPr>
            <a:r>
              <a:t/>
            </a:r>
            <a:endParaRPr b="1">
              <a:solidFill>
                <a:schemeClr val="dk1"/>
              </a:solidFill>
              <a:latin typeface="Times New Roman"/>
              <a:ea typeface="Times New Roman"/>
              <a:cs typeface="Times New Roman"/>
              <a:sym typeface="Times New Roman"/>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Nhân danh Cha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và Con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và Thánh Thần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3"/>
          <p:cNvSpPr txBox="1"/>
          <p:nvPr>
            <p:ph idx="1" type="subTitle"/>
          </p:nvPr>
        </p:nvSpPr>
        <p:spPr>
          <a:xfrm>
            <a:off x="0" y="0"/>
            <a:ext cx="9144000" cy="5143500"/>
          </a:xfrm>
          <a:prstGeom prst="rect">
            <a:avLst/>
          </a:prstGeom>
          <a:solidFill>
            <a:srgbClr val="002060"/>
          </a:solidFill>
          <a:ln cap="flat" cmpd="sng" w="9525">
            <a:solidFill>
              <a:srgbClr val="002060"/>
            </a:solidFill>
            <a:prstDash val="solid"/>
            <a:round/>
            <a:headEnd len="sm" w="sm" type="none"/>
            <a:tailEnd len="sm" w="sm" type="none"/>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000"/>
              <a:buNone/>
            </a:pPr>
            <a:r>
              <a:rPr b="1" lang="en-US" sz="4000">
                <a:solidFill>
                  <a:schemeClr val="accent4"/>
                </a:solidFill>
                <a:latin typeface="Times New Roman"/>
                <a:ea typeface="Times New Roman"/>
                <a:cs typeface="Times New Roman"/>
                <a:sym typeface="Times New Roman"/>
              </a:rPr>
              <a:t>KINH CHÚA THÁNH THẦN</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60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lạy ơn Đức Chúa Thánh Thần, thiêng liêng sáng láng vô cùng.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Thánh Thần xuống đầy lòng chúng con, là kẻ tin cậy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5"/>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đốt lửa kính mến Đức Chúa Trời trong lòng chúng con;</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Trời cho Đức Chúa Thánh Thần xuống,</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sửa lại mọi sự trong ngoài chúng con. Chúng con cầu cùng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xưa đã cho Đức Chúa Thánh Thần xuống soi lòng dạy dỗ các Thánh Tông Đồ,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9"/>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rày chúng con cũng xin Đức Chúa Trời cho Đức Chúa Thánh Thần lại xuống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0"/>
          <p:cNvSpPr txBox="1"/>
          <p:nvPr>
            <p:ph idx="1" type="subTitle"/>
          </p:nvPr>
        </p:nvSpPr>
        <p:spPr>
          <a:xfrm>
            <a:off x="1" y="0"/>
            <a:ext cx="9144000" cy="5143499"/>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an ủi dạy dỗ chúng con làm những việc lành,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1"/>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9142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công nghiệp vô cùng Đức Chúa Giêsu Kitô là Chúa chúng con. Amen.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g3e5a0c7ab5b_0_37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25000" lnSpcReduction="10000"/>
          </a:bodyPr>
          <a:lstStyle/>
          <a:p>
            <a:pPr indent="0" lvl="0" marL="0" rtl="0" algn="ctr">
              <a:lnSpc>
                <a:spcPct val="100000"/>
              </a:lnSpc>
              <a:spcBef>
                <a:spcPts val="0"/>
              </a:spcBef>
              <a:spcAft>
                <a:spcPts val="0"/>
              </a:spcAft>
              <a:buClr>
                <a:schemeClr val="accent4"/>
              </a:buClr>
              <a:buSzPct val="100000"/>
              <a:buNone/>
            </a:pPr>
            <a:r>
              <a:rPr b="1" lang="en-US" sz="17600">
                <a:solidFill>
                  <a:schemeClr val="accent4"/>
                </a:solidFill>
                <a:latin typeface="Times New Roman"/>
                <a:ea typeface="Times New Roman"/>
                <a:cs typeface="Times New Roman"/>
                <a:sym typeface="Times New Roman"/>
              </a:rPr>
              <a:t>KINH TRUYỀN TIN</a:t>
            </a:r>
            <a:endParaRPr/>
          </a:p>
          <a:p>
            <a:pPr indent="0" lvl="0" marL="0" rtl="0" algn="just">
              <a:lnSpc>
                <a:spcPct val="100000"/>
              </a:lnSpc>
              <a:spcBef>
                <a:spcPts val="1440"/>
              </a:spcBef>
              <a:spcAft>
                <a:spcPts val="0"/>
              </a:spcAft>
              <a:buClr>
                <a:schemeClr val="accent4"/>
              </a:buClr>
              <a:buSzPct val="100000"/>
              <a:buNone/>
            </a:pPr>
            <a:r>
              <a:rPr b="1" i="1" lang="en-US" sz="19200" u="sng">
                <a:solidFill>
                  <a:schemeClr val="accent4"/>
                </a:solidFill>
                <a:latin typeface="Times New Roman"/>
                <a:ea typeface="Times New Roman"/>
                <a:cs typeface="Times New Roman"/>
                <a:sym typeface="Times New Roman"/>
              </a:rPr>
              <a:t>Xướng:</a:t>
            </a:r>
            <a:r>
              <a:rPr b="1" lang="en-US" sz="26400">
                <a:solidFill>
                  <a:schemeClr val="accent4"/>
                </a:solidFill>
                <a:latin typeface="Times New Roman"/>
                <a:ea typeface="Times New Roman"/>
                <a:cs typeface="Times New Roman"/>
                <a:sym typeface="Times New Roman"/>
              </a:rPr>
              <a:t> </a:t>
            </a:r>
            <a:r>
              <a:rPr b="1" lang="en-US" sz="28800">
                <a:solidFill>
                  <a:schemeClr val="lt1"/>
                </a:solidFill>
                <a:latin typeface="Times New Roman"/>
                <a:ea typeface="Times New Roman"/>
                <a:cs typeface="Times New Roman"/>
                <a:sym typeface="Times New Roman"/>
              </a:rPr>
              <a:t>Đức Chúa Trời sai Thánh Thiên Thần truyền tin cho Rất Thánh Đức Bà Maria.</a:t>
            </a:r>
            <a:endParaRPr/>
          </a:p>
          <a:p>
            <a:pPr indent="0" lvl="0" marL="0" rtl="0" algn="ctr">
              <a:lnSpc>
                <a:spcPct val="120000"/>
              </a:lnSpc>
              <a:spcBef>
                <a:spcPts val="64"/>
              </a:spcBef>
              <a:spcAft>
                <a:spcPts val="0"/>
              </a:spcAft>
              <a:buClr>
                <a:srgbClr val="888888"/>
              </a:buClr>
              <a:buSzPct val="100000"/>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g3e5a0c7ab5b_0_3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200">
                <a:solidFill>
                  <a:schemeClr val="lt1"/>
                </a:solidFill>
                <a:latin typeface="Times New Roman"/>
                <a:ea typeface="Times New Roman"/>
                <a:cs typeface="Times New Roman"/>
                <a:sym typeface="Times New Roman"/>
              </a:rPr>
              <a:t>Và Rất Thánh Đức Bà chịu thai bởi phép Đức Chúa Thánh Thần. </a:t>
            </a:r>
            <a:r>
              <a:rPr b="1" i="1" lang="en-US" sz="4800">
                <a:solidFill>
                  <a:schemeClr val="accent4"/>
                </a:solidFill>
                <a:latin typeface="Times New Roman"/>
                <a:ea typeface="Times New Roman"/>
                <a:cs typeface="Times New Roman"/>
                <a:sym typeface="Times New Roman"/>
              </a:rPr>
              <a:t>Kính mừng….. </a:t>
            </a:r>
            <a:br>
              <a:rPr b="1" i="1" lang="en-US" sz="6000">
                <a:solidFill>
                  <a:schemeClr val="accent4"/>
                </a:solidFill>
                <a:latin typeface="Times New Roman"/>
                <a:ea typeface="Times New Roman"/>
                <a:cs typeface="Times New Roman"/>
                <a:sym typeface="Times New Roman"/>
              </a:rPr>
            </a:br>
            <a:endParaRPr b="1" i="1" sz="6000">
              <a:solidFill>
                <a:schemeClr val="accent4"/>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e5a0c7ab5b_0_38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7200"/>
              <a:buNone/>
            </a:pPr>
            <a:r>
              <a:t/>
            </a:r>
            <a:endParaRPr b="1" i="1" sz="72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 </a:t>
            </a:r>
            <a:r>
              <a:rPr b="1" lang="en-US" sz="7200">
                <a:solidFill>
                  <a:schemeClr val="lt1"/>
                </a:solidFill>
                <a:latin typeface="Times New Roman"/>
                <a:ea typeface="Times New Roman"/>
                <a:cs typeface="Times New Roman"/>
                <a:sym typeface="Times New Roman"/>
              </a:rPr>
              <a:t>Này tôi là tôi tá Đức Chúa Trời.</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g3e5a0c7ab5b_0_3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500">
                <a:solidFill>
                  <a:schemeClr val="lt1"/>
                </a:solidFill>
                <a:latin typeface="Times New Roman"/>
                <a:ea typeface="Times New Roman"/>
                <a:cs typeface="Times New Roman"/>
                <a:sym typeface="Times New Roman"/>
              </a:rPr>
              <a:t>Tôi xin vâng như lời Thánh Thiên Thần truyền.</a:t>
            </a:r>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g3e5a0c7ab5b_0_3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u="sng">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Chốc ấy Ngôi Thứ Hai xuống thế làm người.</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e5a0c7ab5b_0_3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1"/>
              </a:buClr>
              <a:buSzPts val="4800"/>
              <a:buNone/>
            </a:pPr>
            <a:br>
              <a:rPr b="1" i="1" lang="en-US" sz="4800" u="sng">
                <a:solidFill>
                  <a:schemeClr val="accent1"/>
                </a:solidFill>
                <a:latin typeface="Times New Roman"/>
                <a:ea typeface="Times New Roman"/>
                <a:cs typeface="Times New Roman"/>
                <a:sym typeface="Times New Roman"/>
              </a:rPr>
            </a:br>
            <a:r>
              <a:rPr b="1" i="1" lang="en-US" sz="4800">
                <a:solidFill>
                  <a:schemeClr val="accent4"/>
                </a:solidFill>
                <a:latin typeface="Times New Roman"/>
                <a:ea typeface="Times New Roman"/>
                <a:cs typeface="Times New Roman"/>
                <a:sym typeface="Times New Roman"/>
              </a:rPr>
              <a:t>Đáp: </a:t>
            </a:r>
            <a:r>
              <a:rPr b="1" lang="en-US" sz="8000">
                <a:solidFill>
                  <a:schemeClr val="lt1"/>
                </a:solidFill>
                <a:latin typeface="Times New Roman"/>
                <a:ea typeface="Times New Roman"/>
                <a:cs typeface="Times New Roman"/>
                <a:sym typeface="Times New Roman"/>
              </a:rPr>
              <a:t>Và ở cùng </a:t>
            </a:r>
            <a:br>
              <a:rPr b="1" lang="en-US" sz="8000">
                <a:solidFill>
                  <a:schemeClr val="lt1"/>
                </a:solidFill>
                <a:latin typeface="Times New Roman"/>
                <a:ea typeface="Times New Roman"/>
                <a:cs typeface="Times New Roman"/>
                <a:sym typeface="Times New Roman"/>
              </a:rPr>
            </a:br>
            <a:r>
              <a:rPr b="1" lang="en-US" sz="8000">
                <a:solidFill>
                  <a:schemeClr val="lt1"/>
                </a:solidFill>
                <a:latin typeface="Times New Roman"/>
                <a:ea typeface="Times New Roman"/>
                <a:cs typeface="Times New Roman"/>
                <a:sym typeface="Times New Roman"/>
              </a:rPr>
              <a:t>chúng con.</a:t>
            </a:r>
            <a:endParaRPr b="1" sz="6600">
              <a:solidFill>
                <a:schemeClr val="lt1"/>
              </a:solidFill>
              <a:latin typeface="Times New Roman"/>
              <a:ea typeface="Times New Roman"/>
              <a:cs typeface="Times New Roman"/>
              <a:sym typeface="Times New Roman"/>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g3e5a0c7ab5b_0_4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000"/>
              <a:buNone/>
            </a:pPr>
            <a:r>
              <a:t/>
            </a:r>
            <a:endParaRPr b="1" i="1" sz="40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7200">
                <a:solidFill>
                  <a:schemeClr val="lt1"/>
                </a:solidFill>
                <a:latin typeface="Times New Roman"/>
                <a:ea typeface="Times New Roman"/>
                <a:cs typeface="Times New Roman"/>
                <a:sym typeface="Times New Roman"/>
              </a:rPr>
              <a:t>Lạy Rất Thánh Đức Mẹ Chúa Trời, xin cầu cho chúng con.</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e5a0c7ab5b_0_4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l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a:t>
            </a:r>
            <a:r>
              <a:rPr b="1" i="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Đáng chịu lấy những sự Chúa Kitô đã hứa.</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e5a0c7ab5b_0_4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LỜI NGUYỆN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572"/>
              </a:spcBef>
              <a:spcAft>
                <a:spcPts val="0"/>
              </a:spcAft>
              <a:buClr>
                <a:schemeClr val="lt1"/>
              </a:buClr>
              <a:buSzPct val="100000"/>
              <a:buNone/>
            </a:pPr>
            <a:r>
              <a:rPr b="1" lang="en-US" sz="8500">
                <a:solidFill>
                  <a:schemeClr val="lt1"/>
                </a:solidFill>
                <a:latin typeface="Times New Roman"/>
                <a:ea typeface="Times New Roman"/>
                <a:cs typeface="Times New Roman"/>
                <a:sym typeface="Times New Roman"/>
              </a:rPr>
              <a:t>Lạy Chúa, chúng con xin Chúa ban ơn Chúa xuống trong linh hồn chúng con,</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g3e5a0c7ab5b_0_41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kẻ đã nhờ lời Thánh Thiên Thần truyền, mà biết thật Chúa Kitô là Con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g3e5a0c7ab5b_0_41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xuống thế làm người, thì xin vì công ơn Con Chúa chịu nạn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g3e5a0c7ab5b_0_42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chết trên cây Thánh Giá, cho chúng con ngày sau khi sống lại,</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g3e5a0c7ab5b_0_4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rgbClr val="888888"/>
              </a:buClr>
              <a:buSzPts val="1800"/>
              <a:buNone/>
            </a:pPr>
            <a:r>
              <a:t/>
            </a:r>
            <a:endParaRPr b="1" sz="18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được đến nơi vinh hiển, cũng vì công nghiệp Chúa Kitô là Chúa chúng con. Amen.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TIN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tin thật có một Đức Chúa Trời là Đấng thưởng phạt vô cùng.</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2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Con lại tin thật Đức Chúa Trời có Ba Ngôi, mà Ngôi Thứ Hai đã xuống thế làm người,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nạn chịu chết mà chuộc tội cho thiên hạ.</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8"/>
          <p:cNvSpPr txBox="1"/>
          <p:nvPr>
            <p:ph idx="1" type="subTitle"/>
          </p:nvPr>
        </p:nvSpPr>
        <p:spPr>
          <a:xfrm>
            <a:off x="0" y="1"/>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Bấy nhiêu điều ấy cùng các điều Hội Thánh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con tin vững vàng, vì Chúa là</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Đấng thông minh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0"/>
          <p:cNvSpPr txBox="1"/>
          <p:nvPr>
            <p:ph idx="1" type="subTitle"/>
          </p:nvPr>
        </p:nvSpPr>
        <p:spPr>
          <a:xfrm>
            <a:off x="0" y="-9"/>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chân thật vô cùng đã phán truyền cho Hội Thánh. Amen.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CẬY</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trông cậy vững vàng, vì công nghiệp Đức Chúa Giêsu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Chúa sẽ ban ơn cho con giữ đạo nên ở đời này,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cho ngày sau được lên thiên đàng xem thấy mặt Đức Chúa Trời hưởng phước đời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idx="1" type="subTitle"/>
          </p:nvPr>
        </p:nvSpPr>
        <p:spPr>
          <a:xfrm>
            <a:off x="0" y="1"/>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Chúa là Đấng phép tắc và lòng lành vô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phán hứa sự ấy chẳng có lẽ nào sai đặng.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3715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MẾN</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Chúa con, con kính mến Chúa hết lòng hết sức trên hết mọi sự,</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3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vì Chúa là Đấng trọn tốt trọn lành vô cùng,</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3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lại vì Chúa thì con thương yêu người ta như mình con vậy.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KINH SẤP MÌNH</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Chúa con, con sấp mình xuống trước mặt Chúa con. Con tin thật Chúa ở khắp mọi nơi,</a:t>
            </a:r>
            <a:endParaRPr b="1" sz="8800">
              <a:solidFill>
                <a:schemeClr val="lt1"/>
              </a:solidFill>
              <a:latin typeface="Times New Roman"/>
              <a:ea typeface="Times New Roman"/>
              <a:cs typeface="Times New Roman"/>
              <a:sym typeface="Times New Roman"/>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thông biết mọi sự, hằng xem thấy con, hằng nghe lời con cầu nguyện.</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Chúa rất nhân từ  hãy đoái xem sự nghèo ngặt con và nhậm lời con nguyện.</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xin hãy mở miệng lưỡi con ra, thì con sẽ cao rao những lời ngợi khen Chúa.</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chúng con! Vì dấu † Thánh giá, xin chữa † chúng con, cho khỏi † kẻ thù.</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idx="1" type="subTitle"/>
          </p:nvPr>
        </p:nvSpPr>
        <p:spPr>
          <a:xfrm>
            <a:off x="0" y="1"/>
            <a:ext cx="9030984"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br>
              <a:rPr b="1" lang="en-US" sz="48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Nhân danh Cha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Con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và Thánh Thần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LẠY NỮ VƯƠNG</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Nữ Vương, Mẹ nhân lành làm cho chúng con đặng sống, đặng vui, đặng cậy.</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Thân lạy Mẹ! chúng con, con cháu Evà ở chốn khách đày kêu đến cùng Bà,</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ở nơi khóc lóc than thở kêu khẩn Bà thương. Hỡi Ôi! Bà là chủ bầu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5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500"/>
              <a:buNone/>
            </a:pPr>
            <a:r>
              <a:rPr b="1" lang="en-US" sz="7500">
                <a:solidFill>
                  <a:schemeClr val="lt1"/>
                </a:solidFill>
                <a:latin typeface="Times New Roman"/>
                <a:ea typeface="Times New Roman"/>
                <a:cs typeface="Times New Roman"/>
                <a:sym typeface="Times New Roman"/>
              </a:rPr>
              <a:t>xin ghé mắt thương xem chúng con. Đến sau khỏi đày,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4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cho chúng con được thấy Đức Chúa Giêsu con lòng Bà gồm phúc lạ.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5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Ôi khoan thay! nhân thay! dịu thay! Thánh Maria trọn đời đồng trinh. Amen.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5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NGHĨA ĐỨC TIN</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Ngày Chúa Nhật hôm nay, chúng con hợp nhau kính lạy thờ phượng Chúa, </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khong khen cảm tạ ơn Chúa về mọi ơn lành Chúa đã ban cho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5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phạt tạ Chúa vì những tội lỗi chúng con đã phạm mất lòng Chúa:</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4"/>
          <p:cNvSpPr txBox="1"/>
          <p:nvPr>
            <p:ph idx="1" type="subTitle"/>
          </p:nvPr>
        </p:nvSpPr>
        <p:spPr>
          <a:xfrm>
            <a:off x="92467" y="-205483"/>
            <a:ext cx="9051533" cy="5348983"/>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thì chúng con dám xin Chúa hãy khứng ban những ơn cần kíp cho chúng con được rỗi linh hồn.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5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300"/>
              <a:buNone/>
            </a:pPr>
            <a:r>
              <a:rPr b="1" lang="en-US" sz="7300">
                <a:solidFill>
                  <a:schemeClr val="lt1"/>
                </a:solidFill>
                <a:latin typeface="Times New Roman"/>
                <a:ea typeface="Times New Roman"/>
                <a:cs typeface="Times New Roman"/>
                <a:sym typeface="Times New Roman"/>
              </a:rPr>
              <a:t>Nên chúng con cả lòng tin vững vàng mọi điều đạo thánh Chúa dạy,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nhất là những điều cần kíp này là có một Đức Chúa Trời phép tắc vô cùng dựng nên trời đất,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57"/>
          <p:cNvSpPr txBox="1"/>
          <p:nvPr>
            <p:ph idx="1" type="subTitle"/>
          </p:nvPr>
        </p:nvSpPr>
        <p:spPr>
          <a:xfrm>
            <a:off x="0" y="-308225"/>
            <a:ext cx="9144000" cy="5451725"/>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mà Người có Ba Ngôi. Ngôi Thứ Nhất là Cha, Ngôi Thứ Hai là Con, Ngôi Thứ Ba là Thánh Thần; </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5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Ba Ngôi cũng một tính một phép, cho nên Ba Ngôi cũng một Chúa mà thôi.</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5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tin Ngôi Thứ Hai ra đời làm người, sinh bởi Bà Maria Đồng Trinh,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6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đặt tên là Giêsu, ở thế gian ba mươi ba năm, đoạn chịu chết trên cây Thánh giá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6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chuộc tội cho thiên hạ, đến ngày thứ ba Người sống lại; </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62"/>
          <p:cNvSpPr txBox="1"/>
          <p:nvPr>
            <p:ph idx="1" type="subTitle"/>
          </p:nvPr>
        </p:nvSpPr>
        <p:spPr>
          <a:xfrm>
            <a:off x="0" y="-164387"/>
            <a:ext cx="9144000" cy="5307887"/>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khỏi bốn mươi ngày lên trời; đủ mười ngày lại cho Đức Chúa Thánh Thần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63"/>
          <p:cNvSpPr txBox="1"/>
          <p:nvPr>
            <p:ph idx="1" type="subTitle"/>
          </p:nvPr>
        </p:nvSpPr>
        <p:spPr>
          <a:xfrm>
            <a:off x="0" y="0"/>
            <a:ext cx="9226193"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xuống trên các thánh Tông đồ và Hội Thánh mới lập;</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ai chẳng thông công cùng Hội Thánh ấy thì chẳng đặng rỗi linh hồn;</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7" name="Shape 407"/>
        <p:cNvGrpSpPr/>
        <p:nvPr/>
      </p:nvGrpSpPr>
      <p:grpSpPr>
        <a:xfrm>
          <a:off x="0" y="0"/>
          <a:ext cx="0" cy="0"/>
          <a:chOff x="0" y="0"/>
          <a:chExt cx="0" cy="0"/>
        </a:xfrm>
      </p:grpSpPr>
      <p:sp>
        <p:nvSpPr>
          <p:cNvPr id="408" name="Google Shape;408;p65"/>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linh hồn là giống thiêng liêng chẳng hề chết đặng; và đến ngày tận thế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6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xác loài người ta sẽ sống lại mà chịu phán xét;</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6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kẻ lành lên thiên đàng hưởng phước đời đời; kẻ dữ sa hỏa ngục chịu phạt vô cùng.</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chúng con tin các sự ấy mà thôi thì chưa đủ cho đặng lên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thiên đàng;</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6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song phải giữ Mười điều răn Đức Chúa Trời cùng Năm luật điều Hội Thánh,</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7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làm những việc lành phước đức.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Nhân vì sự ấy, chúng con hằng phải sợ hãi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7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trốn tránh các tội lỗi, nhất là bảy mối tội đầu, là căn nguyên mọi tội lỗi khác.</a:t>
            </a:r>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72"/>
          <p:cNvSpPr txBox="1"/>
          <p:nvPr>
            <p:ph idx="1" type="subTitle"/>
          </p:nvPr>
        </p:nvSpPr>
        <p:spPr>
          <a:xfrm>
            <a:off x="0" y="-246580"/>
            <a:ext cx="9144000" cy="539008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6800"/>
              <a:buNone/>
            </a:pPr>
            <a:r>
              <a:rPr b="1" lang="en-US" sz="6800">
                <a:solidFill>
                  <a:schemeClr val="lt1"/>
                </a:solidFill>
                <a:latin typeface="Times New Roman"/>
                <a:ea typeface="Times New Roman"/>
                <a:cs typeface="Times New Roman"/>
                <a:sym typeface="Times New Roman"/>
              </a:rPr>
              <a:t>Vậy chúng con phải ân cần lo lắng mà năng chịu các phép bí tích Đức</a:t>
            </a:r>
            <a:r>
              <a:rPr b="1" lang="en-US" sz="6000">
                <a:solidFill>
                  <a:schemeClr val="lt1"/>
                </a:solidFill>
                <a:latin typeface="Times New Roman"/>
                <a:ea typeface="Times New Roman"/>
                <a:cs typeface="Times New Roman"/>
                <a:sym typeface="Times New Roman"/>
              </a:rPr>
              <a:t> </a:t>
            </a:r>
            <a:r>
              <a:rPr b="1" lang="en-US" sz="6800">
                <a:solidFill>
                  <a:schemeClr val="lt1"/>
                </a:solidFill>
                <a:latin typeface="Times New Roman"/>
                <a:ea typeface="Times New Roman"/>
                <a:cs typeface="Times New Roman"/>
                <a:sym typeface="Times New Roman"/>
              </a:rPr>
              <a:t>Chúa</a:t>
            </a:r>
            <a:r>
              <a:rPr b="1" lang="en-US" sz="6000">
                <a:solidFill>
                  <a:schemeClr val="lt1"/>
                </a:solidFill>
                <a:latin typeface="Times New Roman"/>
                <a:ea typeface="Times New Roman"/>
                <a:cs typeface="Times New Roman"/>
                <a:sym typeface="Times New Roman"/>
              </a:rPr>
              <a:t> </a:t>
            </a:r>
            <a:r>
              <a:rPr b="1" lang="en-US" sz="6800">
                <a:solidFill>
                  <a:schemeClr val="lt1"/>
                </a:solidFill>
                <a:latin typeface="Times New Roman"/>
                <a:ea typeface="Times New Roman"/>
                <a:cs typeface="Times New Roman"/>
                <a:sym typeface="Times New Roman"/>
              </a:rPr>
              <a:t>Giêsu đã truyền,</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sp>
        <p:nvSpPr>
          <p:cNvPr id="448" name="Google Shape;448;p7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những phương linh nghiệm cho chúng con đặng nên thánh.</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7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Có bảy phép bí tích mà thôi, song phép Rửa tội, phép Mình Thánh Chúa,</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7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cùng phép Giải tội, là ba phép cần kíp hơn cho chúng con đặng rỗi. </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Ấy vậy chúng con hằng phải ra sức lo lắng thể nào mà chịu các phép trọng ấy cho nên, </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cùng tin thật vững vàng mà giữ cẩn thận các điều trước này,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7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mới đặng hưởng  phúc thanh nhàn đời đời kiếp kiếp. Amen.</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79"/>
          <p:cNvSpPr txBox="1"/>
          <p:nvPr>
            <p:ph idx="1" type="subTitle"/>
          </p:nvPr>
        </p:nvSpPr>
        <p:spPr>
          <a:xfrm>
            <a:off x="0" y="-143838"/>
            <a:ext cx="9144000" cy="5287338"/>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Đạo Đức Chúa Trời có 10 điều răn:</a:t>
            </a:r>
            <a:endParaRPr/>
          </a:p>
          <a:p>
            <a:pPr indent="0" lvl="0" marL="0" rtl="0" algn="just">
              <a:lnSpc>
                <a:spcPct val="100000"/>
              </a:lnSpc>
              <a:spcBef>
                <a:spcPts val="144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Thờ phượng một Đức Chúa Trời và kính mến người trên hết mọi sự.</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hai: </a:t>
            </a:r>
            <a:r>
              <a:rPr b="1" lang="en-US" sz="7200">
                <a:solidFill>
                  <a:schemeClr val="lt1"/>
                </a:solidFill>
                <a:latin typeface="Times New Roman"/>
                <a:ea typeface="Times New Roman"/>
                <a:cs typeface="Times New Roman"/>
                <a:sym typeface="Times New Roman"/>
              </a:rPr>
              <a:t>Chớ kêu tên Đức Chúa Trời vô cớ.</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Giữ ngày Chúa Nhật.</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8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Thảo kính cha mẹ.</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Chớ giết người.</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8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Chớ làm sự dâm dục.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Chớ lấy của người.</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tám: </a:t>
            </a:r>
            <a:r>
              <a:rPr b="1" lang="en-US" sz="7200">
                <a:solidFill>
                  <a:schemeClr val="lt1"/>
                </a:solidFill>
                <a:latin typeface="Times New Roman"/>
                <a:ea typeface="Times New Roman"/>
                <a:cs typeface="Times New Roman"/>
                <a:sym typeface="Times New Roman"/>
              </a:rPr>
              <a:t>Chớ làm chứng dối.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chín: </a:t>
            </a:r>
            <a:r>
              <a:rPr b="1" lang="en-US" sz="7200">
                <a:solidFill>
                  <a:schemeClr val="lt1"/>
                </a:solidFill>
                <a:latin typeface="Times New Roman"/>
                <a:ea typeface="Times New Roman"/>
                <a:cs typeface="Times New Roman"/>
                <a:sym typeface="Times New Roman"/>
              </a:rPr>
              <a:t>Chớ muốn vợ chồng người.</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p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mười: </a:t>
            </a:r>
            <a:r>
              <a:rPr b="1" lang="en-US" sz="7200">
                <a:solidFill>
                  <a:schemeClr val="lt1"/>
                </a:solidFill>
                <a:latin typeface="Times New Roman"/>
                <a:ea typeface="Times New Roman"/>
                <a:cs typeface="Times New Roman"/>
                <a:sym typeface="Times New Roman"/>
              </a:rPr>
              <a:t>Chớ tham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của người.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Mười điều răn ấy tóm về hai này mà chớ:</a:t>
            </a:r>
            <a:endParaRPr b="1" i="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85"/>
          <p:cNvSpPr txBox="1"/>
          <p:nvPr>
            <p:ph idx="1" type="subTitle"/>
          </p:nvPr>
        </p:nvSpPr>
        <p:spPr>
          <a:xfrm>
            <a:off x="0" y="-226031"/>
            <a:ext cx="9144000" cy="5369531"/>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trước kính mến một Đức Chúa Trời trên hết mọi sự; sau lại yêu người như mình ta vậy. </a:t>
            </a:r>
            <a:r>
              <a:rPr b="1" i="1" lang="en-US" sz="7000">
                <a:solidFill>
                  <a:schemeClr val="lt1"/>
                </a:solidFill>
                <a:latin typeface="Times New Roman"/>
                <a:ea typeface="Times New Roman"/>
                <a:cs typeface="Times New Roman"/>
                <a:sym typeface="Times New Roman"/>
              </a:rPr>
              <a:t>Amen.</a:t>
            </a:r>
            <a:endParaRPr/>
          </a:p>
          <a:p>
            <a:pPr indent="0" lvl="0" marL="0" rtl="0" algn="just">
              <a:lnSpc>
                <a:spcPct val="100000"/>
              </a:lnSpc>
              <a:spcBef>
                <a:spcPts val="0"/>
              </a:spcBef>
              <a:spcAft>
                <a:spcPts val="0"/>
              </a:spcAft>
              <a:buClr>
                <a:srgbClr val="888888"/>
              </a:buClr>
              <a:buSzPts val="7000"/>
              <a:buNone/>
            </a:pPr>
            <a:r>
              <a:t/>
            </a:r>
            <a:endParaRPr b="1" i="1" sz="7000">
              <a:solidFill>
                <a:schemeClr val="lt1"/>
              </a:solidFill>
              <a:latin typeface="Times New Roman"/>
              <a:ea typeface="Times New Roman"/>
              <a:cs typeface="Times New Roman"/>
              <a:sym typeface="Times New Roman"/>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sp>
        <p:nvSpPr>
          <p:cNvPr id="513" name="Google Shape;513;p8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500"/>
              <a:buNone/>
            </a:pPr>
            <a:r>
              <a:rPr b="1" lang="en-US" sz="4500">
                <a:solidFill>
                  <a:schemeClr val="accent4"/>
                </a:solidFill>
                <a:latin typeface="Times New Roman"/>
                <a:ea typeface="Times New Roman"/>
                <a:cs typeface="Times New Roman"/>
                <a:sym typeface="Times New Roman"/>
              </a:rPr>
              <a:t>Hội Thánh có 5 điều răn: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nhất: </a:t>
            </a:r>
            <a:r>
              <a:rPr b="1" lang="en-US" sz="7200">
                <a:solidFill>
                  <a:schemeClr val="lt1"/>
                </a:solidFill>
                <a:latin typeface="Times New Roman"/>
                <a:ea typeface="Times New Roman"/>
                <a:cs typeface="Times New Roman"/>
                <a:sym typeface="Times New Roman"/>
              </a:rPr>
              <a:t>dự lễ và kiêng việc xác ngày Chúa Nhật cùng các ngày lễ buộc;</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87"/>
          <p:cNvSpPr txBox="1"/>
          <p:nvPr>
            <p:ph idx="1" type="subTitle"/>
          </p:nvPr>
        </p:nvSpPr>
        <p:spPr>
          <a:xfrm>
            <a:off x="0" y="-236306"/>
            <a:ext cx="9144000" cy="5379806"/>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hai: </a:t>
            </a:r>
            <a:r>
              <a:rPr b="1" lang="en-US" sz="6800">
                <a:solidFill>
                  <a:schemeClr val="lt1"/>
                </a:solidFill>
                <a:latin typeface="Times New Roman"/>
                <a:ea typeface="Times New Roman"/>
                <a:cs typeface="Times New Roman"/>
                <a:sym typeface="Times New Roman"/>
              </a:rPr>
              <a:t>xưng tội trong một năm ít là một lần;</a:t>
            </a:r>
            <a:endParaRPr b="1" sz="6800">
              <a:solidFill>
                <a:schemeClr val="lt1"/>
              </a:solidFill>
              <a:latin typeface="Times New Roman"/>
              <a:ea typeface="Times New Roman"/>
              <a:cs typeface="Times New Roman"/>
              <a:sym typeface="Times New Roman"/>
            </a:endParaRPr>
          </a:p>
          <a:p>
            <a:pPr indent="0" lvl="0" marL="0" rtl="0" algn="just">
              <a:lnSpc>
                <a:spcPct val="100000"/>
              </a:lnSpc>
              <a:spcBef>
                <a:spcPts val="136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ba: </a:t>
            </a:r>
            <a:r>
              <a:rPr b="1" lang="en-US" sz="6800">
                <a:solidFill>
                  <a:schemeClr val="lt1"/>
                </a:solidFill>
                <a:latin typeface="Times New Roman"/>
                <a:ea typeface="Times New Roman"/>
                <a:cs typeface="Times New Roman"/>
                <a:sym typeface="Times New Roman"/>
              </a:rPr>
              <a:t>rước Mình Thánh Chúa trong mùa Phục Sinh;</a:t>
            </a:r>
            <a:endParaRPr sz="6800">
              <a:solidFill>
                <a:schemeClr val="lt1"/>
              </a:solidFill>
              <a:latin typeface="Times New Roman"/>
              <a:ea typeface="Times New Roman"/>
              <a:cs typeface="Times New Roman"/>
              <a:sym typeface="Times New Roman"/>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88"/>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giữ chay và kiêng thịt những ngày Hội Thánh buộc;</a:t>
            </a:r>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p8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góp công góp của xây dựng Hội Thánh, tùy theo khả năng của mình.</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p9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85000" lnSpcReduction="1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Đạo Đức Chúa Trời có 7 phép Bí tích:</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nhất: </a:t>
            </a:r>
            <a:r>
              <a:rPr b="1" lang="en-US" sz="8500">
                <a:solidFill>
                  <a:schemeClr val="lt1"/>
                </a:solidFill>
                <a:latin typeface="Times New Roman"/>
                <a:ea typeface="Times New Roman"/>
                <a:cs typeface="Times New Roman"/>
                <a:sym typeface="Times New Roman"/>
              </a:rPr>
              <a:t>là phép Rửa tội.</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hai: </a:t>
            </a:r>
            <a:r>
              <a:rPr b="1" lang="en-US" sz="8500">
                <a:solidFill>
                  <a:schemeClr val="lt1"/>
                </a:solidFill>
                <a:latin typeface="Times New Roman"/>
                <a:ea typeface="Times New Roman"/>
                <a:cs typeface="Times New Roman"/>
                <a:sym typeface="Times New Roman"/>
              </a:rPr>
              <a:t>là phép Thêm sức.</a:t>
            </a:r>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sp>
        <p:nvSpPr>
          <p:cNvPr id="538" name="Google Shape;538;p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ba: </a:t>
            </a:r>
            <a:r>
              <a:rPr b="1" lang="en-US" sz="7200">
                <a:solidFill>
                  <a:schemeClr val="lt1"/>
                </a:solidFill>
                <a:latin typeface="Times New Roman"/>
                <a:ea typeface="Times New Roman"/>
                <a:cs typeface="Times New Roman"/>
                <a:sym typeface="Times New Roman"/>
              </a:rPr>
              <a:t>là phép Mình Thánh Chúa.</a:t>
            </a:r>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là phép Giải tội.</a:t>
            </a:r>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p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là phép Xức dầu thánh.</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sáu: </a:t>
            </a:r>
            <a:r>
              <a:rPr b="1" lang="en-US" sz="7200">
                <a:solidFill>
                  <a:schemeClr val="lt1"/>
                </a:solidFill>
                <a:latin typeface="Times New Roman"/>
                <a:ea typeface="Times New Roman"/>
                <a:cs typeface="Times New Roman"/>
                <a:sym typeface="Times New Roman"/>
              </a:rPr>
              <a:t>là phép Truyền chức thánh.</a:t>
            </a:r>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7" name="Shape 547"/>
        <p:cNvGrpSpPr/>
        <p:nvPr/>
      </p:nvGrpSpPr>
      <p:grpSpPr>
        <a:xfrm>
          <a:off x="0" y="0"/>
          <a:ext cx="0" cy="0"/>
          <a:chOff x="0" y="0"/>
          <a:chExt cx="0" cy="0"/>
        </a:xfrm>
      </p:grpSpPr>
      <p:sp>
        <p:nvSpPr>
          <p:cNvPr id="548" name="Google Shape;548;p9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bảy: </a:t>
            </a:r>
            <a:r>
              <a:rPr b="1" lang="en-US" sz="7200">
                <a:solidFill>
                  <a:schemeClr val="lt1"/>
                </a:solidFill>
                <a:latin typeface="Times New Roman"/>
                <a:ea typeface="Times New Roman"/>
                <a:cs typeface="Times New Roman"/>
                <a:sym typeface="Times New Roman"/>
              </a:rPr>
              <a:t>là phép Hôn phối.</a:t>
            </a:r>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sp>
        <p:nvSpPr>
          <p:cNvPr id="553" name="Google Shape;553;p9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1200"/>
              <a:buNone/>
            </a:pPr>
            <a:r>
              <a:t/>
            </a:r>
            <a:endParaRPr b="1" sz="1200">
              <a:solidFill>
                <a:schemeClr val="lt1"/>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Thương người có mười bốn mối</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i="1" lang="en-US" sz="4950">
                <a:solidFill>
                  <a:schemeClr val="accent4"/>
                </a:solidFill>
                <a:latin typeface="Times New Roman"/>
                <a:ea typeface="Times New Roman"/>
                <a:cs typeface="Times New Roman"/>
                <a:sym typeface="Times New Roman"/>
              </a:rPr>
              <a:t>Thương xác bảy mối:</a:t>
            </a:r>
            <a:endParaRPr b="1" i="1" sz="495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Cho kẻ đói ăn.</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sp>
        <p:nvSpPr>
          <p:cNvPr id="558" name="Google Shape;558;p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Cho kẻ khát uống.</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Cho kẻ rách rưới ăn mặc.</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Viếng kẻ liệt cùng kẻ tù rạc.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Cho khách đỗ nhà.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p9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Chuộc kẻ làm tôi.</a:t>
            </a:r>
            <a:endParaRPr b="1" sz="7200">
              <a:solidFill>
                <a:schemeClr val="lt1"/>
              </a:solidFill>
              <a:latin typeface="Times New Roman"/>
              <a:ea typeface="Times New Roman"/>
              <a:cs typeface="Times New Roman"/>
              <a:sym typeface="Times New Roman"/>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Chôn xác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2" name="Shape 572"/>
        <p:cNvGrpSpPr/>
        <p:nvPr/>
      </p:nvGrpSpPr>
      <p:grpSpPr>
        <a:xfrm>
          <a:off x="0" y="0"/>
          <a:ext cx="0" cy="0"/>
          <a:chOff x="0" y="0"/>
          <a:chExt cx="0" cy="0"/>
        </a:xfrm>
      </p:grpSpPr>
      <p:sp>
        <p:nvSpPr>
          <p:cNvPr id="573" name="Google Shape;573;p9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825"/>
              <a:buNone/>
            </a:pPr>
            <a:r>
              <a:t/>
            </a:r>
            <a:endParaRPr b="1" sz="825">
              <a:solidFill>
                <a:schemeClr val="lt1"/>
              </a:solidFill>
              <a:latin typeface="Times New Roman"/>
              <a:ea typeface="Times New Roman"/>
              <a:cs typeface="Times New Roman"/>
              <a:sym typeface="Times New Roman"/>
            </a:endParaRPr>
          </a:p>
          <a:p>
            <a:pPr indent="0" lvl="0" marL="0" rtl="0" algn="just">
              <a:lnSpc>
                <a:spcPct val="100000"/>
              </a:lnSpc>
              <a:spcBef>
                <a:spcPts val="1080"/>
              </a:spcBef>
              <a:spcAft>
                <a:spcPts val="0"/>
              </a:spcAft>
              <a:buClr>
                <a:schemeClr val="accent4"/>
              </a:buClr>
              <a:buSzPts val="5400"/>
              <a:buNone/>
            </a:pPr>
            <a:r>
              <a:rPr b="1" i="1" lang="en-US" sz="5400">
                <a:solidFill>
                  <a:schemeClr val="accent4"/>
                </a:solidFill>
                <a:latin typeface="Times New Roman"/>
                <a:ea typeface="Times New Roman"/>
                <a:cs typeface="Times New Roman"/>
                <a:sym typeface="Times New Roman"/>
              </a:rPr>
              <a:t>	Thương linh hồn bảy mối:</a:t>
            </a:r>
            <a:endParaRPr b="1" i="1" sz="5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Lấy lời lành khuyên người.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Mở dạy kẻ mê muội.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An ủi kẻ âu lo.</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2" name="Shape 582"/>
        <p:cNvGrpSpPr/>
        <p:nvPr/>
      </p:nvGrpSpPr>
      <p:grpSpPr>
        <a:xfrm>
          <a:off x="0" y="0"/>
          <a:ext cx="0" cy="0"/>
          <a:chOff x="0" y="0"/>
          <a:chExt cx="0" cy="0"/>
        </a:xfrm>
      </p:grpSpPr>
      <p:sp>
        <p:nvSpPr>
          <p:cNvPr id="583" name="Google Shape;583;p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Răn bảo kẻ có tội.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Tha kẻ dể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7" name="Shape 587"/>
        <p:cNvGrpSpPr/>
        <p:nvPr/>
      </p:nvGrpSpPr>
      <p:grpSpPr>
        <a:xfrm>
          <a:off x="0" y="0"/>
          <a:ext cx="0" cy="0"/>
          <a:chOff x="0" y="0"/>
          <a:chExt cx="0" cy="0"/>
        </a:xfrm>
      </p:grpSpPr>
      <p:sp>
        <p:nvSpPr>
          <p:cNvPr id="588" name="Google Shape;588;p10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Nhịn kẻ mất lòng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Cầu cho kẻ sống và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2" name="Shape 592"/>
        <p:cNvGrpSpPr/>
        <p:nvPr/>
      </p:nvGrpSpPr>
      <p:grpSpPr>
        <a:xfrm>
          <a:off x="0" y="0"/>
          <a:ext cx="0" cy="0"/>
          <a:chOff x="0" y="0"/>
          <a:chExt cx="0" cy="0"/>
        </a:xfrm>
      </p:grpSpPr>
      <p:sp>
        <p:nvSpPr>
          <p:cNvPr id="593" name="Google Shape;593;p10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	</a:t>
            </a:r>
            <a:r>
              <a:rPr b="1" lang="en-US" sz="4000">
                <a:solidFill>
                  <a:schemeClr val="accent4"/>
                </a:solidFill>
                <a:latin typeface="Times New Roman"/>
                <a:ea typeface="Times New Roman"/>
                <a:cs typeface="Times New Roman"/>
                <a:sym typeface="Times New Roman"/>
              </a:rPr>
              <a:t>CẢI TỘI BẢY MỐI CÓ BẢY ĐỨC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Khiêm nhượng, chớ kiêu ngạo.</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7" name="Shape 597"/>
        <p:cNvGrpSpPr/>
        <p:nvPr/>
      </p:nvGrpSpPr>
      <p:grpSpPr>
        <a:xfrm>
          <a:off x="0" y="0"/>
          <a:ext cx="0" cy="0"/>
          <a:chOff x="0" y="0"/>
          <a:chExt cx="0" cy="0"/>
        </a:xfrm>
      </p:grpSpPr>
      <p:sp>
        <p:nvSpPr>
          <p:cNvPr id="598" name="Google Shape;598;p1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hai: </a:t>
            </a:r>
            <a:r>
              <a:rPr b="1" lang="en-US" sz="7000">
                <a:solidFill>
                  <a:schemeClr val="lt1"/>
                </a:solidFill>
                <a:latin typeface="Times New Roman"/>
                <a:ea typeface="Times New Roman"/>
                <a:cs typeface="Times New Roman"/>
                <a:sym typeface="Times New Roman"/>
              </a:rPr>
              <a:t>Rộng rãi, chớ hà tiện.</a:t>
            </a:r>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ba: </a:t>
            </a:r>
            <a:r>
              <a:rPr b="1" lang="en-US" sz="7000">
                <a:solidFill>
                  <a:schemeClr val="lt1"/>
                </a:solidFill>
                <a:latin typeface="Times New Roman"/>
                <a:ea typeface="Times New Roman"/>
                <a:cs typeface="Times New Roman"/>
                <a:sym typeface="Times New Roman"/>
              </a:rPr>
              <a:t>Giữ mình sạch sẽ, chớ mê dâm dục.</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2" name="Shape 602"/>
        <p:cNvGrpSpPr/>
        <p:nvPr/>
      </p:nvGrpSpPr>
      <p:grpSpPr>
        <a:xfrm>
          <a:off x="0" y="0"/>
          <a:ext cx="0" cy="0"/>
          <a:chOff x="0" y="0"/>
          <a:chExt cx="0" cy="0"/>
        </a:xfrm>
      </p:grpSpPr>
      <p:sp>
        <p:nvSpPr>
          <p:cNvPr id="603" name="Google Shape;603;p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Hay nhịn, Chớ hờn giận.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Kiêng bớt, chớ mê ăn uống.</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10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sáu: </a:t>
            </a:r>
            <a:r>
              <a:rPr b="1" lang="en-US" sz="7000">
                <a:solidFill>
                  <a:schemeClr val="lt1"/>
                </a:solidFill>
                <a:latin typeface="Times New Roman"/>
                <a:ea typeface="Times New Roman"/>
                <a:cs typeface="Times New Roman"/>
                <a:sym typeface="Times New Roman"/>
              </a:rPr>
              <a:t>Yêu người, chớ ghen ghét.</a:t>
            </a:r>
            <a:endParaRPr b="1" sz="7000">
              <a:solidFill>
                <a:schemeClr val="lt1"/>
              </a:solidFill>
              <a:latin typeface="Times New Roman"/>
              <a:ea typeface="Times New Roman"/>
              <a:cs typeface="Times New Roman"/>
              <a:sym typeface="Times New Roman"/>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bảy: </a:t>
            </a:r>
            <a:r>
              <a:rPr b="1" lang="en-US" sz="7000">
                <a:solidFill>
                  <a:schemeClr val="lt1"/>
                </a:solidFill>
                <a:latin typeface="Times New Roman"/>
                <a:ea typeface="Times New Roman"/>
                <a:cs typeface="Times New Roman"/>
                <a:sym typeface="Times New Roman"/>
              </a:rPr>
              <a:t>Siêng năng việc Đức Chúa Trời, chớ làm biếng.</a:t>
            </a:r>
            <a:endParaRPr b="1" sz="70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10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a:bodyPr>
          <a:lstStyle/>
          <a:p>
            <a:pPr indent="0" lvl="0" marL="0" rtl="0" algn="just">
              <a:lnSpc>
                <a:spcPct val="100000"/>
              </a:lnSpc>
              <a:spcBef>
                <a:spcPts val="0"/>
              </a:spcBef>
              <a:spcAft>
                <a:spcPts val="0"/>
              </a:spcAft>
              <a:buClr>
                <a:schemeClr val="accent4"/>
              </a:buClr>
              <a:buSzPct val="100000"/>
              <a:buNone/>
            </a:pPr>
            <a:r>
              <a:rPr b="1" lang="en-US" sz="4950">
                <a:solidFill>
                  <a:schemeClr val="accent4"/>
                </a:solidFill>
                <a:latin typeface="Times New Roman"/>
                <a:ea typeface="Times New Roman"/>
                <a:cs typeface="Times New Roman"/>
                <a:sym typeface="Times New Roman"/>
              </a:rPr>
              <a:t>		</a:t>
            </a:r>
            <a:r>
              <a:rPr b="1" lang="en-US" sz="4400">
                <a:solidFill>
                  <a:schemeClr val="accent4"/>
                </a:solidFill>
                <a:latin typeface="Times New Roman"/>
                <a:ea typeface="Times New Roman"/>
                <a:cs typeface="Times New Roman"/>
                <a:sym typeface="Times New Roman"/>
              </a:rPr>
              <a:t>PHƯỚC THẬT TÁM MỐI</a:t>
            </a:r>
            <a:endParaRPr/>
          </a:p>
          <a:p>
            <a:pPr indent="0" lvl="0" marL="0" rtl="0" algn="just">
              <a:lnSpc>
                <a:spcPct val="100000"/>
              </a:lnSpc>
              <a:spcBef>
                <a:spcPts val="1295"/>
              </a:spcBef>
              <a:spcAft>
                <a:spcPts val="0"/>
              </a:spcAft>
              <a:buClr>
                <a:schemeClr val="accent4"/>
              </a:buClr>
              <a:buSzPct val="100000"/>
              <a:buNone/>
            </a:pPr>
            <a:r>
              <a:rPr b="1" lang="en-US" sz="7000">
                <a:solidFill>
                  <a:schemeClr val="accent4"/>
                </a:solidFill>
                <a:latin typeface="Times New Roman"/>
                <a:ea typeface="Times New Roman"/>
                <a:cs typeface="Times New Roman"/>
                <a:sym typeface="Times New Roman"/>
              </a:rPr>
              <a:t>Thứ nhất:</a:t>
            </a:r>
            <a:r>
              <a:rPr b="1" lang="en-US" sz="7000">
                <a:solidFill>
                  <a:schemeClr val="lt1"/>
                </a:solidFill>
                <a:latin typeface="Times New Roman"/>
                <a:ea typeface="Times New Roman"/>
                <a:cs typeface="Times New Roman"/>
                <a:sym typeface="Times New Roman"/>
              </a:rPr>
              <a:t>	Ai có lòng khó khăn, ấy là phước thật, vì chưng nước Đức Chúa Trời là của mình vậy.</a:t>
            </a:r>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7" name="Shape 617"/>
        <p:cNvGrpSpPr/>
        <p:nvPr/>
      </p:nvGrpSpPr>
      <p:grpSpPr>
        <a:xfrm>
          <a:off x="0" y="0"/>
          <a:ext cx="0" cy="0"/>
          <a:chOff x="0" y="0"/>
          <a:chExt cx="0" cy="0"/>
        </a:xfrm>
      </p:grpSpPr>
      <p:sp>
        <p:nvSpPr>
          <p:cNvPr id="618" name="Google Shape;618;p1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Ai hiền lành, ấy là phước thật, vì chưng sẽ được đất Đức Chúa Trời làm của mình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a:t>
            </a:r>
            <a:r>
              <a:rPr b="1" lang="en-US" sz="7200">
                <a:solidFill>
                  <a:schemeClr val="lt1"/>
                </a:solidFill>
                <a:latin typeface="Times New Roman"/>
                <a:ea typeface="Times New Roman"/>
                <a:cs typeface="Times New Roman"/>
                <a:sym typeface="Times New Roman"/>
              </a:rPr>
              <a:t>	Ai khóc lóc, ấy là phước thật, vì chưng sẽ được an ủi vậy.</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7" name="Shape 627"/>
        <p:cNvGrpSpPr/>
        <p:nvPr/>
      </p:nvGrpSpPr>
      <p:grpSpPr>
        <a:xfrm>
          <a:off x="0" y="0"/>
          <a:ext cx="0" cy="0"/>
          <a:chOff x="0" y="0"/>
          <a:chExt cx="0" cy="0"/>
        </a:xfrm>
      </p:grpSpPr>
      <p:sp>
        <p:nvSpPr>
          <p:cNvPr id="628" name="Google Shape;628;p10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a:t>
            </a:r>
            <a:r>
              <a:rPr b="1" lang="en-US" sz="7200">
                <a:solidFill>
                  <a:schemeClr val="lt1"/>
                </a:solidFill>
                <a:latin typeface="Times New Roman"/>
                <a:ea typeface="Times New Roman"/>
                <a:cs typeface="Times New Roman"/>
                <a:sym typeface="Times New Roman"/>
              </a:rPr>
              <a:t>	Ai khao khát nhân đức trọn lành, ấy là phước thật, vì chưng sẽ được no đủ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2" name="Shape 632"/>
        <p:cNvGrpSpPr/>
        <p:nvPr/>
      </p:nvGrpSpPr>
      <p:grpSpPr>
        <a:xfrm>
          <a:off x="0" y="0"/>
          <a:ext cx="0" cy="0"/>
          <a:chOff x="0" y="0"/>
          <a:chExt cx="0" cy="0"/>
        </a:xfrm>
      </p:grpSpPr>
      <p:sp>
        <p:nvSpPr>
          <p:cNvPr id="633" name="Google Shape;633;p11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just">
              <a:lnSpc>
                <a:spcPct val="100000"/>
              </a:lnSpc>
              <a:spcBef>
                <a:spcPts val="0"/>
              </a:spcBef>
              <a:spcAft>
                <a:spcPts val="0"/>
              </a:spcAft>
              <a:buClr>
                <a:schemeClr val="accent4"/>
              </a:buClr>
              <a:buSzPct val="100000"/>
              <a:buNone/>
            </a:pPr>
            <a:r>
              <a:rPr b="1" lang="en-US" sz="8000">
                <a:solidFill>
                  <a:schemeClr val="accent4"/>
                </a:solidFill>
                <a:latin typeface="Times New Roman"/>
                <a:ea typeface="Times New Roman"/>
                <a:cs typeface="Times New Roman"/>
                <a:sym typeface="Times New Roman"/>
              </a:rPr>
              <a:t>Thứ năm:</a:t>
            </a:r>
            <a:r>
              <a:rPr b="1" lang="en-US" sz="8000">
                <a:solidFill>
                  <a:schemeClr val="lt1"/>
                </a:solidFill>
                <a:latin typeface="Times New Roman"/>
                <a:ea typeface="Times New Roman"/>
                <a:cs typeface="Times New Roman"/>
                <a:sym typeface="Times New Roman"/>
              </a:rPr>
              <a:t>	Ai thương xót người, ấy là phước thật, vì chưng mình sẽ được thương xót vậy.</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7" name="Shape 637"/>
        <p:cNvGrpSpPr/>
        <p:nvPr/>
      </p:nvGrpSpPr>
      <p:grpSpPr>
        <a:xfrm>
          <a:off x="0" y="0"/>
          <a:ext cx="0" cy="0"/>
          <a:chOff x="0" y="0"/>
          <a:chExt cx="0" cy="0"/>
        </a:xfrm>
      </p:grpSpPr>
      <p:sp>
        <p:nvSpPr>
          <p:cNvPr id="638" name="Google Shape;638;p1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a:t>
            </a:r>
            <a:r>
              <a:rPr b="1" lang="en-US" sz="7200">
                <a:solidFill>
                  <a:schemeClr val="lt1"/>
                </a:solidFill>
                <a:latin typeface="Times New Roman"/>
                <a:ea typeface="Times New Roman"/>
                <a:cs typeface="Times New Roman"/>
                <a:sym typeface="Times New Roman"/>
              </a:rPr>
              <a:t>	Ai giữ lòng sạch sẽ, ấy là phước thật, vì chưng sẽ được thấy mặt Đức Chúa Trời vậy.</a:t>
            </a:r>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2" name="Shape 642"/>
        <p:cNvGrpSpPr/>
        <p:nvPr/>
      </p:nvGrpSpPr>
      <p:grpSpPr>
        <a:xfrm>
          <a:off x="0" y="0"/>
          <a:ext cx="0" cy="0"/>
          <a:chOff x="0" y="0"/>
          <a:chExt cx="0" cy="0"/>
        </a:xfrm>
      </p:grpSpPr>
      <p:sp>
        <p:nvSpPr>
          <p:cNvPr id="643" name="Google Shape;643;p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bảy:</a:t>
            </a:r>
            <a:r>
              <a:rPr b="1" lang="en-US" sz="6600">
                <a:solidFill>
                  <a:schemeClr val="lt1"/>
                </a:solidFill>
                <a:latin typeface="Times New Roman"/>
                <a:ea typeface="Times New Roman"/>
                <a:cs typeface="Times New Roman"/>
                <a:sym typeface="Times New Roman"/>
              </a:rPr>
              <a:t>	Ai làm cho người hòa thuận, ấy là phước thật, vì chưng sẽ được gọi là con Đức Chúa Trời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1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tám:</a:t>
            </a:r>
            <a:r>
              <a:rPr b="1" lang="en-US" sz="6600">
                <a:solidFill>
                  <a:schemeClr val="lt1"/>
                </a:solidFill>
                <a:latin typeface="Times New Roman"/>
                <a:ea typeface="Times New Roman"/>
                <a:cs typeface="Times New Roman"/>
                <a:sym typeface="Times New Roman"/>
              </a:rPr>
              <a:t>	Ai chịu khốn nạn vì đạo ngay, ấy là phước thật, vì chưng nước Đức Chúa Trời là của mình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2" name="Shape 652"/>
        <p:cNvGrpSpPr/>
        <p:nvPr/>
      </p:nvGrpSpPr>
      <p:grpSpPr>
        <a:xfrm>
          <a:off x="0" y="0"/>
          <a:ext cx="0" cy="0"/>
          <a:chOff x="0" y="0"/>
          <a:chExt cx="0" cy="0"/>
        </a:xfrm>
      </p:grpSpPr>
      <p:pic>
        <p:nvPicPr>
          <p:cNvPr id="653" name="Google Shape;653;h1d72e0b711e8a63f_1_17"/>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7" name="Shape 657"/>
        <p:cNvGrpSpPr/>
        <p:nvPr/>
      </p:nvGrpSpPr>
      <p:grpSpPr>
        <a:xfrm>
          <a:off x="0" y="0"/>
          <a:ext cx="0" cy="0"/>
          <a:chOff x="0" y="0"/>
          <a:chExt cx="0" cy="0"/>
        </a:xfrm>
      </p:grpSpPr>
      <p:sp>
        <p:nvSpPr>
          <p:cNvPr id="658" name="Google Shape;658;g3f69acae762_0_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NHẬP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HÁT LÊN BÀI CA</a:t>
            </a:r>
            <a:br>
              <a:rPr b="1" i="0" lang="en-US" sz="4700">
                <a:latin typeface="Times New Roman"/>
                <a:ea typeface="Times New Roman"/>
                <a:cs typeface="Times New Roman"/>
                <a:sym typeface="Times New Roman"/>
              </a:rPr>
            </a:br>
            <a:r>
              <a:rPr b="1" i="1" lang="en-US" sz="3300">
                <a:solidFill>
                  <a:schemeClr val="accent4"/>
                </a:solidFill>
                <a:latin typeface="Times New Roman"/>
                <a:ea typeface="Times New Roman"/>
                <a:cs typeface="Times New Roman"/>
                <a:sym typeface="Times New Roman"/>
              </a:rPr>
              <a:t>(Lm. Kim Long)</a:t>
            </a:r>
            <a:endParaRPr b="1" sz="3300">
              <a:solidFill>
                <a:schemeClr val="accent4"/>
              </a:solidFill>
              <a:latin typeface="Times New Roman"/>
              <a:ea typeface="Times New Roman"/>
              <a:cs typeface="Times New Roman"/>
              <a:sym typeface="Times New Roman"/>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g3f69acae762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Hát lên bài ca hỡi ngàn dân. Hãy hát lên bài ca chúc tụng Thiên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7" name="Shape 667"/>
        <p:cNvGrpSpPr/>
        <p:nvPr/>
      </p:nvGrpSpPr>
      <p:grpSpPr>
        <a:xfrm>
          <a:off x="0" y="0"/>
          <a:ext cx="0" cy="0"/>
          <a:chOff x="0" y="0"/>
          <a:chExt cx="0" cy="0"/>
        </a:xfrm>
      </p:grpSpPr>
      <p:sp>
        <p:nvSpPr>
          <p:cNvPr id="668" name="Google Shape;668;g3f69acae762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Sáng trong niềm tin, một niềm tin, khắp thế nhân chung tiếng hoan ca dâng Chúa thiên đình.</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2" name="Shape 672"/>
        <p:cNvGrpSpPr/>
        <p:nvPr/>
      </p:nvGrpSpPr>
      <p:grpSpPr>
        <a:xfrm>
          <a:off x="0" y="0"/>
          <a:ext cx="0" cy="0"/>
          <a:chOff x="0" y="0"/>
          <a:chExt cx="0" cy="0"/>
        </a:xfrm>
      </p:grpSpPr>
      <p:sp>
        <p:nvSpPr>
          <p:cNvPr id="673" name="Google Shape;673;g3faf5860435_0_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Về đây muôn người, nhạc tấu vang trời, cùng hát muôn lời,  </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g3faf5860435_0_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hòa tiếng nơi nơi tung hô Chúa.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h3b2cbe721dc07a79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1.</a:t>
            </a:r>
            <a:r>
              <a:rPr b="1" lang="en-US" sz="7200">
                <a:solidFill>
                  <a:srgbClr val="FFFF00"/>
                </a:solidFill>
                <a:latin typeface="Times New Roman"/>
                <a:ea typeface="Times New Roman"/>
                <a:cs typeface="Times New Roman"/>
                <a:sym typeface="Times New Roman"/>
              </a:rPr>
              <a:t> </a:t>
            </a:r>
            <a:r>
              <a:rPr b="1" lang="en-US" sz="7200">
                <a:solidFill>
                  <a:schemeClr val="lt1"/>
                </a:solidFill>
                <a:latin typeface="Times New Roman"/>
                <a:ea typeface="Times New Roman"/>
                <a:cs typeface="Times New Roman"/>
                <a:sym typeface="Times New Roman"/>
              </a:rPr>
              <a:t>Trong nắng ban mai, hoa lá khoe tươi, chim hót vui say,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h3b2cbe721dc07a79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muôn khúc Tân Ca mau vang hòa.</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2" name="Shape 692"/>
        <p:cNvGrpSpPr/>
        <p:nvPr/>
      </p:nvGrpSpPr>
      <p:grpSpPr>
        <a:xfrm>
          <a:off x="0" y="0"/>
          <a:ext cx="0" cy="0"/>
          <a:chOff x="0" y="0"/>
          <a:chExt cx="0" cy="0"/>
        </a:xfrm>
      </p:grpSpPr>
      <p:sp>
        <p:nvSpPr>
          <p:cNvPr id="693" name="Google Shape;693;h1d72e0b711e8a63f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Hát lên bài ca hỡi ngàn dân. Hãy hát lên bài ca chúc tụng Thiên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7" name="Shape 697"/>
        <p:cNvGrpSpPr/>
        <p:nvPr/>
      </p:nvGrpSpPr>
      <p:grpSpPr>
        <a:xfrm>
          <a:off x="0" y="0"/>
          <a:ext cx="0" cy="0"/>
          <a:chOff x="0" y="0"/>
          <a:chExt cx="0" cy="0"/>
        </a:xfrm>
      </p:grpSpPr>
      <p:sp>
        <p:nvSpPr>
          <p:cNvPr id="698" name="Google Shape;698;h1d72e0b711e8a63f_0_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Sáng trong niềm tin, một niềm tin, khắp thế nhân chung tiếng hoan ca dâng Chúa thiên đình.</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pic>
        <p:nvPicPr>
          <p:cNvPr id="703" name="Google Shape;703;h1d72e0b711e8a63f_1_21"/>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7" name="Shape 707"/>
        <p:cNvGrpSpPr/>
        <p:nvPr/>
      </p:nvGrpSpPr>
      <p:grpSpPr>
        <a:xfrm>
          <a:off x="0" y="0"/>
          <a:ext cx="0" cy="0"/>
          <a:chOff x="0" y="0"/>
          <a:chExt cx="0" cy="0"/>
        </a:xfrm>
      </p:grpSpPr>
      <p:sp>
        <p:nvSpPr>
          <p:cNvPr id="708" name="Google Shape;708;g3d90891dc36_0_0"/>
          <p:cNvSpPr txBox="1"/>
          <p:nvPr>
            <p:ph type="ctrTitle"/>
          </p:nvPr>
        </p:nvSpPr>
        <p:spPr>
          <a:xfrm>
            <a:off x="0" y="0"/>
            <a:ext cx="9144000" cy="595800"/>
          </a:xfrm>
          <a:prstGeom prst="rect">
            <a:avLst/>
          </a:prstGeom>
          <a:solidFill>
            <a:srgbClr val="002060"/>
          </a:solidFill>
          <a:ln>
            <a:noFill/>
          </a:ln>
        </p:spPr>
        <p:txBody>
          <a:bodyPr anchorCtr="0" anchor="b" bIns="0" lIns="91425" spcFirstLastPara="1" rIns="91425" wrap="square" tIns="0">
            <a:noAutofit/>
          </a:bodyPr>
          <a:lstStyle/>
          <a:p>
            <a:pPr indent="0" lvl="0" marL="0" rtl="0" algn="ctr">
              <a:lnSpc>
                <a:spcPct val="100000"/>
              </a:lnSpc>
              <a:spcBef>
                <a:spcPts val="0"/>
              </a:spcBef>
              <a:spcAft>
                <a:spcPts val="0"/>
              </a:spcAft>
              <a:buClr>
                <a:schemeClr val="accent4"/>
              </a:buClr>
              <a:buSzPts val="15840"/>
              <a:buFont typeface="Arial"/>
              <a:buNone/>
            </a:pPr>
            <a:r>
              <a:rPr b="1" lang="en-US" sz="4000">
                <a:solidFill>
                  <a:schemeClr val="accent4"/>
                </a:solidFill>
                <a:latin typeface="Times New Roman"/>
                <a:ea typeface="Times New Roman"/>
                <a:cs typeface="Times New Roman"/>
                <a:sym typeface="Times New Roman"/>
              </a:rPr>
              <a:t>KINH VINH DANH</a:t>
            </a:r>
            <a:endParaRPr b="1" sz="4000">
              <a:solidFill>
                <a:schemeClr val="accent2"/>
              </a:solidFill>
              <a:latin typeface="Times New Roman"/>
              <a:ea typeface="Times New Roman"/>
              <a:cs typeface="Times New Roman"/>
              <a:sym typeface="Times New Roman"/>
            </a:endParaRPr>
          </a:p>
        </p:txBody>
      </p:sp>
      <p:sp>
        <p:nvSpPr>
          <p:cNvPr id="709" name="Google Shape;709;g3d90891dc36_0_0"/>
          <p:cNvSpPr txBox="1"/>
          <p:nvPr/>
        </p:nvSpPr>
        <p:spPr>
          <a:xfrm>
            <a:off x="0" y="514350"/>
            <a:ext cx="9144000" cy="4629000"/>
          </a:xfrm>
          <a:prstGeom prst="rect">
            <a:avLst/>
          </a:prstGeom>
          <a:solidFill>
            <a:srgbClr val="002060"/>
          </a:solidFill>
          <a:ln>
            <a:noFill/>
          </a:ln>
        </p:spPr>
        <p:txBody>
          <a:bodyPr anchorCtr="0" anchor="ctr" bIns="0" lIns="91425" spcFirstLastPara="1" rIns="91425" wrap="square" tIns="0">
            <a:noAutofit/>
          </a:bodyPr>
          <a:lstStyle/>
          <a:p>
            <a:pPr indent="0" lvl="0" marL="0" marR="0" rtl="0" algn="just">
              <a:lnSpc>
                <a:spcPct val="100000"/>
              </a:lnSpc>
              <a:spcBef>
                <a:spcPts val="0"/>
              </a:spcBef>
              <a:spcAft>
                <a:spcPts val="0"/>
              </a:spcAft>
              <a:buClr>
                <a:srgbClr val="EE0000"/>
              </a:buClr>
              <a:buSzPts val="9600"/>
              <a:buFont typeface="Times"/>
              <a:buNone/>
            </a:pPr>
            <a:r>
              <a:rPr b="1" i="0" lang="en-US" sz="7600" u="none" cap="none" strike="noStrike">
                <a:solidFill>
                  <a:srgbClr val="FFFF00"/>
                </a:solidFill>
                <a:latin typeface="Times"/>
                <a:ea typeface="Times"/>
                <a:cs typeface="Times"/>
                <a:sym typeface="Times"/>
              </a:rPr>
              <a:t>CT:</a:t>
            </a:r>
            <a:r>
              <a:rPr b="1" i="1" lang="en-US" sz="7600" u="none" cap="none" strike="noStrike">
                <a:solidFill>
                  <a:srgbClr val="C00000"/>
                </a:solidFill>
                <a:latin typeface="Times"/>
                <a:ea typeface="Times"/>
                <a:cs typeface="Times"/>
                <a:sym typeface="Times"/>
              </a:rPr>
              <a:t> </a:t>
            </a:r>
            <a:r>
              <a:rPr b="1" i="0" lang="en-US" sz="7600" u="none" cap="none" strike="noStrike">
                <a:solidFill>
                  <a:schemeClr val="lt1"/>
                </a:solidFill>
                <a:latin typeface="Times"/>
                <a:ea typeface="Times"/>
                <a:cs typeface="Times"/>
                <a:sym typeface="Times"/>
              </a:rPr>
              <a:t>Vinh danh Thiên Chúa trên các tầng trời</a:t>
            </a:r>
            <a:endParaRPr b="1" i="0" sz="7600" u="none" cap="none" strike="noStrike">
              <a:solidFill>
                <a:schemeClr val="lt1"/>
              </a:solidFill>
              <a:latin typeface="Times"/>
              <a:ea typeface="Times"/>
              <a:cs typeface="Times"/>
              <a:sym typeface="Times"/>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g3ab13fdb44f_0_29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9600"/>
              <a:buFont typeface="Times"/>
              <a:buNone/>
            </a:pPr>
            <a:r>
              <a:rPr b="1" lang="en-US" sz="7600">
                <a:solidFill>
                  <a:srgbClr val="FF3399"/>
                </a:solidFill>
                <a:latin typeface="Times"/>
                <a:ea typeface="Times"/>
                <a:cs typeface="Times"/>
                <a:sym typeface="Times"/>
              </a:rPr>
              <a:t>A+B: </a:t>
            </a:r>
            <a:r>
              <a:rPr b="1" lang="en-US" sz="7600">
                <a:solidFill>
                  <a:schemeClr val="lt1"/>
                </a:solidFill>
                <a:latin typeface="Times"/>
                <a:ea typeface="Times"/>
                <a:cs typeface="Times"/>
                <a:sym typeface="Times"/>
              </a:rPr>
              <a:t>và bình an dưới thế cho người thiện tâm.</a:t>
            </a:r>
            <a:endParaRPr b="1" sz="7600">
              <a:solidFill>
                <a:schemeClr val="lt1"/>
              </a:solidFill>
              <a:latin typeface="Times"/>
              <a:ea typeface="Times"/>
              <a:cs typeface="Times"/>
              <a:sym typeface="Times"/>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20" name="Shape 720"/>
        <p:cNvGrpSpPr/>
        <p:nvPr/>
      </p:nvGrpSpPr>
      <p:grpSpPr>
        <a:xfrm>
          <a:off x="0" y="0"/>
          <a:ext cx="0" cy="0"/>
          <a:chOff x="0" y="0"/>
          <a:chExt cx="0" cy="0"/>
        </a:xfrm>
      </p:grpSpPr>
      <p:sp>
        <p:nvSpPr>
          <p:cNvPr id="721" name="Google Shape;721;g3ab13fdb44f_0_30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Chúng con ca ngợi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chúc tụng Chúa,</a:t>
            </a:r>
            <a:endParaRPr b="1" sz="7600">
              <a:solidFill>
                <a:schemeClr val="lt1"/>
              </a:solidFill>
              <a:latin typeface="Times"/>
              <a:ea typeface="Times"/>
              <a:cs typeface="Times"/>
              <a:sym typeface="Times"/>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6" name="Shape 726"/>
        <p:cNvGrpSpPr/>
        <p:nvPr/>
      </p:nvGrpSpPr>
      <p:grpSpPr>
        <a:xfrm>
          <a:off x="0" y="0"/>
          <a:ext cx="0" cy="0"/>
          <a:chOff x="0" y="0"/>
          <a:chExt cx="0" cy="0"/>
        </a:xfrm>
      </p:grpSpPr>
      <p:sp>
        <p:nvSpPr>
          <p:cNvPr id="727" name="Google Shape;727;g3ab13fdb44f_0_30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thờ lạy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chúng con tôn vinh Chúa,</a:t>
            </a:r>
            <a:endParaRPr b="1" sz="7600">
              <a:solidFill>
                <a:schemeClr val="lt1"/>
              </a:solidFill>
              <a:latin typeface="Times"/>
              <a:ea typeface="Times"/>
              <a:cs typeface="Times"/>
              <a:sym typeface="Times"/>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2" name="Shape 732"/>
        <p:cNvGrpSpPr/>
        <p:nvPr/>
      </p:nvGrpSpPr>
      <p:grpSpPr>
        <a:xfrm>
          <a:off x="0" y="0"/>
          <a:ext cx="0" cy="0"/>
          <a:chOff x="0" y="0"/>
          <a:chExt cx="0" cy="0"/>
        </a:xfrm>
      </p:grpSpPr>
      <p:sp>
        <p:nvSpPr>
          <p:cNvPr id="733" name="Google Shape;733;g3ab13fdb44f_0_31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cảm tạ Chúa vì vinh quang cao cả Chúa.</a:t>
            </a:r>
            <a:endParaRPr sz="7600">
              <a:solidFill>
                <a:schemeClr val="lt1"/>
              </a:solidFill>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8" name="Shape 738"/>
        <p:cNvGrpSpPr/>
        <p:nvPr/>
      </p:nvGrpSpPr>
      <p:grpSpPr>
        <a:xfrm>
          <a:off x="0" y="0"/>
          <a:ext cx="0" cy="0"/>
          <a:chOff x="0" y="0"/>
          <a:chExt cx="0" cy="0"/>
        </a:xfrm>
      </p:grpSpPr>
      <p:sp>
        <p:nvSpPr>
          <p:cNvPr id="739" name="Google Shape;739;g3ab13fdb44f_0_31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200"/>
              <a:buFont typeface="Times"/>
              <a:buNone/>
            </a:pP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Lạy Chúa là Thiên Chúa, là Vua trên trời, là Chúa Cha toàn năng.</a:t>
            </a:r>
            <a:endParaRPr b="1" sz="7600">
              <a:solidFill>
                <a:schemeClr val="lt1"/>
              </a:solidFill>
              <a:latin typeface="Times"/>
              <a:ea typeface="Times"/>
              <a:cs typeface="Times"/>
              <a:sym typeface="Times"/>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4" name="Shape 744"/>
        <p:cNvGrpSpPr/>
        <p:nvPr/>
      </p:nvGrpSpPr>
      <p:grpSpPr>
        <a:xfrm>
          <a:off x="0" y="0"/>
          <a:ext cx="0" cy="0"/>
          <a:chOff x="0" y="0"/>
          <a:chExt cx="0" cy="0"/>
        </a:xfrm>
      </p:grpSpPr>
      <p:sp>
        <p:nvSpPr>
          <p:cNvPr id="745" name="Google Shape;745;g3ab13fdb44f_0_32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80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Lạy Con Một Thiên Chúa, Chúa Giêsu Kitô</a:t>
            </a:r>
            <a:endParaRPr sz="7600">
              <a:solidFill>
                <a:schemeClr val="lt1"/>
              </a:solidFill>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0" name="Shape 750"/>
        <p:cNvGrpSpPr/>
        <p:nvPr/>
      </p:nvGrpSpPr>
      <p:grpSpPr>
        <a:xfrm>
          <a:off x="0" y="0"/>
          <a:ext cx="0" cy="0"/>
          <a:chOff x="0" y="0"/>
          <a:chExt cx="0" cy="0"/>
        </a:xfrm>
      </p:grpSpPr>
      <p:sp>
        <p:nvSpPr>
          <p:cNvPr id="751" name="Google Shape;751;g3ab13fdb44f_0_32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7200"/>
              <a:buFont typeface="Times"/>
              <a:buNone/>
            </a:pPr>
            <a:r>
              <a:rPr b="1" lang="en-US" sz="7600">
                <a:solidFill>
                  <a:srgbClr val="FFFF00"/>
                </a:solidFill>
                <a:latin typeface="Times"/>
                <a:ea typeface="Times"/>
                <a:cs typeface="Times"/>
                <a:sym typeface="Times"/>
              </a:rPr>
              <a:t>B:</a:t>
            </a:r>
            <a:r>
              <a:rPr b="1" lang="en-US" sz="7600">
                <a:solidFill>
                  <a:schemeClr val="lt1"/>
                </a:solidFill>
                <a:latin typeface="Times"/>
                <a:ea typeface="Times"/>
                <a:cs typeface="Times"/>
                <a:sym typeface="Times"/>
              </a:rPr>
              <a:t> Lạy Chúa là Thiên Chúa, là Chiên Thiên Chúa, là Con Ðức Chúa Cha,</a:t>
            </a:r>
            <a:endParaRPr sz="4800">
              <a:solidFill>
                <a:schemeClr val="lt1"/>
              </a:solidFill>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g3ab13fdb44f_0_33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xóa tội trần gian,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2" name="Shape 762"/>
        <p:cNvGrpSpPr/>
        <p:nvPr/>
      </p:nvGrpSpPr>
      <p:grpSpPr>
        <a:xfrm>
          <a:off x="0" y="0"/>
          <a:ext cx="0" cy="0"/>
          <a:chOff x="0" y="0"/>
          <a:chExt cx="0" cy="0"/>
        </a:xfrm>
      </p:grpSpPr>
      <p:sp>
        <p:nvSpPr>
          <p:cNvPr id="763" name="Google Shape;763;g3ab13fdb44f_0_33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0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Chúa xóa tội trần gian, xin nhậm lời chúng con cầu khẩn.</a:t>
            </a:r>
            <a:endParaRPr sz="7600">
              <a:solidFill>
                <a:schemeClr val="lt1"/>
              </a:solidFill>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8" name="Shape 768"/>
        <p:cNvGrpSpPr/>
        <p:nvPr/>
      </p:nvGrpSpPr>
      <p:grpSpPr>
        <a:xfrm>
          <a:off x="0" y="0"/>
          <a:ext cx="0" cy="0"/>
          <a:chOff x="0" y="0"/>
          <a:chExt cx="0" cy="0"/>
        </a:xfrm>
      </p:grpSpPr>
      <p:sp>
        <p:nvSpPr>
          <p:cNvPr id="769" name="Google Shape;769;g3ab13fdb44f_0_34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ngự bên hữu Ðức Chúa Cha,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4" name="Shape 774"/>
        <p:cNvGrpSpPr/>
        <p:nvPr/>
      </p:nvGrpSpPr>
      <p:grpSpPr>
        <a:xfrm>
          <a:off x="0" y="0"/>
          <a:ext cx="0" cy="0"/>
          <a:chOff x="0" y="0"/>
          <a:chExt cx="0" cy="0"/>
        </a:xfrm>
      </p:grpSpPr>
      <p:sp>
        <p:nvSpPr>
          <p:cNvPr id="775" name="Google Shape;775;g3ab13fdb44f_0_34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8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Vì lạy Chúa Giêsu Kitô, chỉ có Chúa là Ðấng Thánh,</a:t>
            </a:r>
            <a:endParaRPr sz="7600">
              <a:solidFill>
                <a:schemeClr val="lt1"/>
              </a:solidFill>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0" name="Shape 780"/>
        <p:cNvGrpSpPr/>
        <p:nvPr/>
      </p:nvGrpSpPr>
      <p:grpSpPr>
        <a:xfrm>
          <a:off x="0" y="0"/>
          <a:ext cx="0" cy="0"/>
          <a:chOff x="0" y="0"/>
          <a:chExt cx="0" cy="0"/>
        </a:xfrm>
      </p:grpSpPr>
      <p:sp>
        <p:nvSpPr>
          <p:cNvPr id="781" name="Google Shape;781;g3ab13fdb44f_0_35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dk1"/>
              </a:buClr>
              <a:buSzPts val="8000"/>
              <a:buFont typeface="Times"/>
              <a:buNone/>
            </a:pPr>
            <a:r>
              <a:rPr b="1" lang="en-US" sz="7600">
                <a:solidFill>
                  <a:schemeClr val="lt1"/>
                </a:solidFill>
                <a:latin typeface="Times"/>
                <a:ea typeface="Times"/>
                <a:cs typeface="Times"/>
                <a:sym typeface="Times"/>
              </a:rPr>
              <a:t>chỉ có Chúa là Chúa, chỉ có Chúa là Ðấng Tối Cao,</a:t>
            </a:r>
            <a:endParaRPr sz="7600">
              <a:solidFill>
                <a:schemeClr val="lt1"/>
              </a:solidFill>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g3ab13fdb44f_0_35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7200"/>
              <a:buFont typeface="Times"/>
              <a:buNone/>
            </a:pPr>
            <a:r>
              <a:rPr b="1" lang="en-US" sz="7200">
                <a:solidFill>
                  <a:srgbClr val="FF3399"/>
                </a:solidFill>
                <a:latin typeface="Times"/>
                <a:ea typeface="Times"/>
                <a:cs typeface="Times"/>
                <a:sym typeface="Times"/>
              </a:rPr>
              <a:t>A+B: </a:t>
            </a:r>
            <a:r>
              <a:rPr b="1" lang="en-US" sz="7200">
                <a:solidFill>
                  <a:schemeClr val="lt1"/>
                </a:solidFill>
                <a:latin typeface="Times"/>
                <a:ea typeface="Times"/>
                <a:cs typeface="Times"/>
                <a:sym typeface="Times"/>
              </a:rPr>
              <a:t>Cùng Ðức Chúa Thánh Thần trong vinh quang Ðức Chúa Cha.</a:t>
            </a:r>
            <a:r>
              <a:rPr b="1" lang="en-US" sz="7200">
                <a:latin typeface="Times"/>
                <a:ea typeface="Times"/>
                <a:cs typeface="Times"/>
                <a:sym typeface="Times"/>
              </a:rPr>
              <a:t> </a:t>
            </a:r>
            <a:r>
              <a:rPr b="1" lang="en-US" sz="7200">
                <a:solidFill>
                  <a:schemeClr val="lt1"/>
                </a:solidFill>
                <a:latin typeface="Times"/>
                <a:ea typeface="Times"/>
                <a:cs typeface="Times"/>
                <a:sym typeface="Times"/>
              </a:rPr>
              <a:t>Amen.</a:t>
            </a:r>
            <a:endParaRPr sz="7200">
              <a:solidFill>
                <a:schemeClr val="lt1"/>
              </a:solidFill>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pic>
        <p:nvPicPr>
          <p:cNvPr id="792" name="Google Shape;792;h1d72e0b711e8a63f_1_37"/>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96" name="Shape 796"/>
        <p:cNvGrpSpPr/>
        <p:nvPr/>
      </p:nvGrpSpPr>
      <p:grpSpPr>
        <a:xfrm>
          <a:off x="0" y="0"/>
          <a:ext cx="0" cy="0"/>
          <a:chOff x="0" y="0"/>
          <a:chExt cx="0" cy="0"/>
        </a:xfrm>
      </p:grpSpPr>
      <p:sp>
        <p:nvSpPr>
          <p:cNvPr id="797" name="Google Shape;797;g3d48ab63a6f_0_9"/>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798" name="Google Shape;798;g3d48ab63a6f_0_9"/>
          <p:cNvPicPr preferRelativeResize="0"/>
          <p:nvPr/>
        </p:nvPicPr>
        <p:blipFill>
          <a:blip r:embed="rId3">
            <a:alphaModFix/>
          </a:blip>
          <a:stretch>
            <a:fillRect/>
          </a:stretch>
        </p:blipFill>
        <p:spPr>
          <a:xfrm>
            <a:off x="2429" y="0"/>
            <a:ext cx="9139139" cy="5143499"/>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g3e6e2da66e2_0_6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ĐÁP CA</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ĐỨC MẸ MÂN CÔI</a:t>
            </a:r>
            <a:br>
              <a:rPr b="1" i="0" lang="en-US" sz="4700">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(Lm. Thái Nguyên)</a:t>
            </a:r>
            <a:br>
              <a:rPr b="1" i="1" lang="en-US" sz="4700">
                <a:solidFill>
                  <a:schemeClr val="accent4"/>
                </a:solidFill>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(03 câu)</a:t>
            </a:r>
            <a:endParaRPr b="1" sz="4700">
              <a:solidFill>
                <a:schemeClr val="accent4"/>
              </a:solidFill>
              <a:latin typeface="Times New Roman"/>
              <a:ea typeface="Times New Roman"/>
              <a:cs typeface="Times New Roman"/>
              <a:sym typeface="Times New Roman"/>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g3e6e2da66e2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000">
                <a:solidFill>
                  <a:srgbClr val="FFFF00"/>
                </a:solidFill>
                <a:latin typeface="Times New Roman"/>
                <a:ea typeface="Times New Roman"/>
                <a:cs typeface="Times New Roman"/>
                <a:sym typeface="Times New Roman"/>
              </a:rPr>
              <a:t>1. </a:t>
            </a:r>
            <a:r>
              <a:rPr b="1" lang="en-US" sz="7000">
                <a:solidFill>
                  <a:schemeClr val="lt1"/>
                </a:solidFill>
                <a:latin typeface="Times New Roman"/>
                <a:ea typeface="Times New Roman"/>
                <a:cs typeface="Times New Roman"/>
                <a:sym typeface="Times New Roman"/>
              </a:rPr>
              <a:t>Linh hồn tôi ngợi khen Chúa, và thần trí tôi hỉ hoan trong Chúa, Đấng cứu độ tôi.</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2" name="Shape 812"/>
        <p:cNvGrpSpPr/>
        <p:nvPr/>
      </p:nvGrpSpPr>
      <p:grpSpPr>
        <a:xfrm>
          <a:off x="0" y="0"/>
          <a:ext cx="0" cy="0"/>
          <a:chOff x="0" y="0"/>
          <a:chExt cx="0" cy="0"/>
        </a:xfrm>
      </p:grpSpPr>
      <p:sp>
        <p:nvSpPr>
          <p:cNvPr id="813" name="Google Shape;813;g3faf5860435_0_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600">
                <a:solidFill>
                  <a:schemeClr val="lt1"/>
                </a:solidFill>
                <a:latin typeface="Times New Roman"/>
                <a:ea typeface="Times New Roman"/>
                <a:cs typeface="Times New Roman"/>
                <a:sym typeface="Times New Roman"/>
              </a:rPr>
              <a:t>Vì Ngài đoái thương phận hèn, và từ nay thiên hạ ngàn đời sẽ khen rằng này tôi diễm phúc.</a:t>
            </a:r>
            <a:endParaRPr b="1" sz="6600">
              <a:solidFill>
                <a:schemeClr val="lt1"/>
              </a:solidFill>
              <a:latin typeface="Times New Roman"/>
              <a:ea typeface="Times New Roman"/>
              <a:cs typeface="Times New Roman"/>
              <a:sym typeface="Times New Roman"/>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7" name="Shape 817"/>
        <p:cNvGrpSpPr/>
        <p:nvPr/>
      </p:nvGrpSpPr>
      <p:grpSpPr>
        <a:xfrm>
          <a:off x="0" y="0"/>
          <a:ext cx="0" cy="0"/>
          <a:chOff x="0" y="0"/>
          <a:chExt cx="0" cy="0"/>
        </a:xfrm>
      </p:grpSpPr>
      <p:sp>
        <p:nvSpPr>
          <p:cNvPr id="818" name="Google Shape;818;g3e26ec1f821_0_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Linh hồn tôi hớn hở mừng vui, vì Thiên Chúa Đấng cứu độ tôi.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2" name="Shape 822"/>
        <p:cNvGrpSpPr/>
        <p:nvPr/>
      </p:nvGrpSpPr>
      <p:grpSpPr>
        <a:xfrm>
          <a:off x="0" y="0"/>
          <a:ext cx="0" cy="0"/>
          <a:chOff x="0" y="0"/>
          <a:chExt cx="0" cy="0"/>
        </a:xfrm>
      </p:grpSpPr>
      <p:sp>
        <p:nvSpPr>
          <p:cNvPr id="823" name="Google Shape;823;g3f282feffb0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rgbClr val="FFFF00"/>
                </a:solidFill>
                <a:latin typeface="Times New Roman"/>
                <a:ea typeface="Times New Roman"/>
                <a:cs typeface="Times New Roman"/>
                <a:sym typeface="Times New Roman"/>
              </a:rPr>
              <a:t>2. </a:t>
            </a:r>
            <a:r>
              <a:rPr b="1" lang="en-US" sz="7100">
                <a:solidFill>
                  <a:schemeClr val="lt1"/>
                </a:solidFill>
                <a:latin typeface="Times New Roman"/>
                <a:ea typeface="Times New Roman"/>
                <a:cs typeface="Times New Roman"/>
                <a:sym typeface="Times New Roman"/>
              </a:rPr>
              <a:t>Chúa thương đã làm cho tôi nhiều điều lớn lao thật bao cao quý, Chúa Đấng toàn năng.</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7" name="Shape 827"/>
        <p:cNvGrpSpPr/>
        <p:nvPr/>
      </p:nvGrpSpPr>
      <p:grpSpPr>
        <a:xfrm>
          <a:off x="0" y="0"/>
          <a:ext cx="0" cy="0"/>
          <a:chOff x="0" y="0"/>
          <a:chExt cx="0" cy="0"/>
        </a:xfrm>
      </p:grpSpPr>
      <p:sp>
        <p:nvSpPr>
          <p:cNvPr id="828" name="Google Shape;828;g3f282feffb0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700">
                <a:solidFill>
                  <a:schemeClr val="lt1"/>
                </a:solidFill>
                <a:latin typeface="Times New Roman"/>
                <a:ea typeface="Times New Roman"/>
                <a:cs typeface="Times New Roman"/>
                <a:sym typeface="Times New Roman"/>
              </a:rPr>
              <a:t>Lòng Ngài xót thương vô vàn từ đời nọ trải qua đời kia cho những người hằng sợ kính Chúa.</a:t>
            </a:r>
            <a:endParaRPr b="1" sz="6700">
              <a:solidFill>
                <a:schemeClr val="lt1"/>
              </a:solidFill>
              <a:latin typeface="Times New Roman"/>
              <a:ea typeface="Times New Roman"/>
              <a:cs typeface="Times New Roman"/>
              <a:sym typeface="Times New Roman"/>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2" name="Shape 832"/>
        <p:cNvGrpSpPr/>
        <p:nvPr/>
      </p:nvGrpSpPr>
      <p:grpSpPr>
        <a:xfrm>
          <a:off x="0" y="0"/>
          <a:ext cx="0" cy="0"/>
          <a:chOff x="0" y="0"/>
          <a:chExt cx="0" cy="0"/>
        </a:xfrm>
      </p:grpSpPr>
      <p:sp>
        <p:nvSpPr>
          <p:cNvPr id="833" name="Google Shape;833;h7fe1b1b8e87d2d0a_0_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Linh hồn tôi hớn hở mừng vui, vì Thiên Chúa Đấng cứu độ tôi.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7" name="Shape 837"/>
        <p:cNvGrpSpPr/>
        <p:nvPr/>
      </p:nvGrpSpPr>
      <p:grpSpPr>
        <a:xfrm>
          <a:off x="0" y="0"/>
          <a:ext cx="0" cy="0"/>
          <a:chOff x="0" y="0"/>
          <a:chExt cx="0" cy="0"/>
        </a:xfrm>
      </p:grpSpPr>
      <p:sp>
        <p:nvSpPr>
          <p:cNvPr id="838" name="Google Shape;838;g3fb2dc0a37c_0_1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900">
                <a:solidFill>
                  <a:srgbClr val="FFFF00"/>
                </a:solidFill>
                <a:latin typeface="Times New Roman"/>
                <a:ea typeface="Times New Roman"/>
                <a:cs typeface="Times New Roman"/>
                <a:sym typeface="Times New Roman"/>
              </a:rPr>
              <a:t>3. </a:t>
            </a:r>
            <a:r>
              <a:rPr b="1" lang="en-US" sz="6900">
                <a:solidFill>
                  <a:schemeClr val="lt1"/>
                </a:solidFill>
                <a:latin typeface="Times New Roman"/>
                <a:ea typeface="Times New Roman"/>
                <a:cs typeface="Times New Roman"/>
                <a:sym typeface="Times New Roman"/>
              </a:rPr>
              <a:t>Chúa cho những người nghèo khó được đầy ấm no, còn ai giàu có khốn khó về không.</a:t>
            </a:r>
            <a:endParaRPr b="1" sz="6900">
              <a:solidFill>
                <a:schemeClr val="lt1"/>
              </a:solidFill>
              <a:latin typeface="Times New Roman"/>
              <a:ea typeface="Times New Roman"/>
              <a:cs typeface="Times New Roman"/>
              <a:sym typeface="Times New Roman"/>
            </a:endParaRPr>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2" name="Shape 842"/>
        <p:cNvGrpSpPr/>
        <p:nvPr/>
      </p:nvGrpSpPr>
      <p:grpSpPr>
        <a:xfrm>
          <a:off x="0" y="0"/>
          <a:ext cx="0" cy="0"/>
          <a:chOff x="0" y="0"/>
          <a:chExt cx="0" cy="0"/>
        </a:xfrm>
      </p:grpSpPr>
      <p:sp>
        <p:nvSpPr>
          <p:cNvPr id="843" name="Google Shape;843;g3fb2dc0a37c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700">
                <a:solidFill>
                  <a:schemeClr val="lt1"/>
                </a:solidFill>
                <a:latin typeface="Times New Roman"/>
                <a:ea typeface="Times New Roman"/>
                <a:cs typeface="Times New Roman"/>
                <a:sym typeface="Times New Roman"/>
              </a:rPr>
              <a:t>Ngài đã xót thương dân Ngài và chở che cho Is-ra-el bởi nhớ lại lòng từ bi Chúa.</a:t>
            </a:r>
            <a:endParaRPr b="1" sz="6700">
              <a:solidFill>
                <a:schemeClr val="lt1"/>
              </a:solidFill>
              <a:latin typeface="Times New Roman"/>
              <a:ea typeface="Times New Roman"/>
              <a:cs typeface="Times New Roman"/>
              <a:sym typeface="Times New Roman"/>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h7fe1b1b8e87d2d0a_0_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Linh hồn tôi hớn hở mừng vui, vì Thiên Chúa Đấng cứu độ tôi.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52" name="Shape 852"/>
        <p:cNvGrpSpPr/>
        <p:nvPr/>
      </p:nvGrpSpPr>
      <p:grpSpPr>
        <a:xfrm>
          <a:off x="0" y="0"/>
          <a:ext cx="0" cy="0"/>
          <a:chOff x="0" y="0"/>
          <a:chExt cx="0" cy="0"/>
        </a:xfrm>
      </p:grpSpPr>
      <p:sp>
        <p:nvSpPr>
          <p:cNvPr id="853" name="Google Shape;853;g3d89366497e_0_44"/>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854" name="Google Shape;854;g3d89366497e_0_44"/>
          <p:cNvPicPr preferRelativeResize="0"/>
          <p:nvPr/>
        </p:nvPicPr>
        <p:blipFill>
          <a:blip r:embed="rId3">
            <a:alphaModFix/>
          </a:blip>
          <a:stretch>
            <a:fillRect/>
          </a:stretch>
        </p:blipFill>
        <p:spPr>
          <a:xfrm>
            <a:off x="2429" y="0"/>
            <a:ext cx="9139139" cy="5143499"/>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9" name="Shape 859"/>
        <p:cNvGrpSpPr/>
        <p:nvPr/>
      </p:nvGrpSpPr>
      <p:grpSpPr>
        <a:xfrm>
          <a:off x="0" y="0"/>
          <a:ext cx="0" cy="0"/>
          <a:chOff x="0" y="0"/>
          <a:chExt cx="0" cy="0"/>
        </a:xfrm>
      </p:grpSpPr>
      <p:sp>
        <p:nvSpPr>
          <p:cNvPr id="860" name="Google Shape;860;p156"/>
          <p:cNvSpPr txBox="1"/>
          <p:nvPr>
            <p:ph type="ctrTitle"/>
          </p:nvPr>
        </p:nvSpPr>
        <p:spPr>
          <a:xfrm>
            <a:off x="0" y="497175"/>
            <a:ext cx="9144000" cy="46461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rgbClr val="EE0000"/>
              </a:buClr>
              <a:buSzPts val="8000"/>
              <a:buFont typeface="Times"/>
              <a:buNone/>
            </a:pPr>
            <a:r>
              <a:rPr b="1" i="1" lang="en-US" sz="5700">
                <a:solidFill>
                  <a:srgbClr val="FFFF00"/>
                </a:solidFill>
                <a:latin typeface="Times New Roman"/>
                <a:ea typeface="Times New Roman"/>
                <a:cs typeface="Times New Roman"/>
                <a:sym typeface="Times New Roman"/>
              </a:rPr>
              <a:t>All… All…</a:t>
            </a:r>
            <a:r>
              <a:rPr b="1" i="1" lang="en-US" sz="7200">
                <a:solidFill>
                  <a:srgbClr val="EE0000"/>
                </a:solidFill>
                <a:latin typeface="Times New Roman"/>
                <a:ea typeface="Times New Roman"/>
                <a:cs typeface="Times New Roman"/>
                <a:sym typeface="Times New Roman"/>
              </a:rPr>
              <a:t> </a:t>
            </a:r>
            <a:br>
              <a:rPr b="1" i="1" lang="en-US" sz="7400">
                <a:solidFill>
                  <a:srgbClr val="EE0000"/>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Kính chào trinh nữ Ma-ri-ia, Thiên Chúa ở cùng Bà, </a:t>
            </a:r>
            <a:endParaRPr b="1" sz="7200">
              <a:solidFill>
                <a:schemeClr val="lt1"/>
              </a:solidFill>
              <a:latin typeface="Times New Roman"/>
              <a:ea typeface="Times New Roman"/>
              <a:cs typeface="Times New Roman"/>
              <a:sym typeface="Times New Roman"/>
            </a:endParaRPr>
          </a:p>
        </p:txBody>
      </p:sp>
      <p:sp>
        <p:nvSpPr>
          <p:cNvPr id="861" name="Google Shape;861;p156"/>
          <p:cNvSpPr txBox="1"/>
          <p:nvPr/>
        </p:nvSpPr>
        <p:spPr>
          <a:xfrm>
            <a:off x="0" y="-50800"/>
            <a:ext cx="9144000" cy="6350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rgbClr val="FF0000"/>
              </a:buClr>
              <a:buSzPts val="3200"/>
              <a:buFont typeface="Times New Roman"/>
              <a:buNone/>
            </a:pPr>
            <a:r>
              <a:rPr b="1" i="0" lang="en-US" sz="3200" u="none" cap="none" strike="noStrike">
                <a:solidFill>
                  <a:schemeClr val="accent2"/>
                </a:solidFill>
                <a:latin typeface="Times New Roman"/>
                <a:ea typeface="Times New Roman"/>
                <a:cs typeface="Times New Roman"/>
                <a:sym typeface="Times New Roman"/>
              </a:rPr>
              <a:t>TUNG HÔ TIN MỪNG</a:t>
            </a:r>
            <a:endParaRPr b="1" i="0" sz="3200" u="none" cap="none" strike="noStrike">
              <a:solidFill>
                <a:schemeClr val="accent2"/>
              </a:solidFill>
              <a:latin typeface="Times New Roman"/>
              <a:ea typeface="Times New Roman"/>
              <a:cs typeface="Times New Roman"/>
              <a:sym typeface="Times New Roman"/>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5" name="Shape 865"/>
        <p:cNvGrpSpPr/>
        <p:nvPr/>
      </p:nvGrpSpPr>
      <p:grpSpPr>
        <a:xfrm>
          <a:off x="0" y="0"/>
          <a:ext cx="0" cy="0"/>
          <a:chOff x="0" y="0"/>
          <a:chExt cx="0" cy="0"/>
        </a:xfrm>
      </p:grpSpPr>
      <p:sp>
        <p:nvSpPr>
          <p:cNvPr id="866" name="Google Shape;866;g3b224b7d20a_0_95"/>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dk1"/>
              </a:buClr>
              <a:buSzPts val="8000"/>
              <a:buFont typeface="Times"/>
              <a:buNone/>
            </a:pPr>
            <a:r>
              <a:rPr b="1" lang="en-US" sz="6800">
                <a:solidFill>
                  <a:schemeClr val="lt1"/>
                </a:solidFill>
                <a:latin typeface="Times New Roman"/>
                <a:ea typeface="Times New Roman"/>
                <a:cs typeface="Times New Roman"/>
                <a:sym typeface="Times New Roman"/>
              </a:rPr>
              <a:t>Bà được đầy ơn phúc hơn các người nữ.</a:t>
            </a:r>
            <a:r>
              <a:rPr b="1" lang="en-US" sz="6800">
                <a:solidFill>
                  <a:schemeClr val="lt1"/>
                </a:solidFill>
                <a:latin typeface="Times New Roman"/>
                <a:ea typeface="Times New Roman"/>
                <a:cs typeface="Times New Roman"/>
                <a:sym typeface="Times New Roman"/>
              </a:rPr>
              <a:t> </a:t>
            </a:r>
            <a:r>
              <a:rPr b="1" i="1" lang="en-US" sz="6800">
                <a:solidFill>
                  <a:srgbClr val="FFFF00"/>
                </a:solidFill>
                <a:latin typeface="Times New Roman"/>
                <a:ea typeface="Times New Roman"/>
                <a:cs typeface="Times New Roman"/>
                <a:sym typeface="Times New Roman"/>
              </a:rPr>
              <a:t>All..</a:t>
            </a:r>
            <a:endParaRPr b="1" sz="6800">
              <a:solidFill>
                <a:srgbClr val="FFFF00"/>
              </a:solidFill>
              <a:latin typeface="Times New Roman"/>
              <a:ea typeface="Times New Roman"/>
              <a:cs typeface="Times New Roman"/>
              <a:sym typeface="Times New Roman"/>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0" name="Shape 870"/>
        <p:cNvGrpSpPr/>
        <p:nvPr/>
      </p:nvGrpSpPr>
      <p:grpSpPr>
        <a:xfrm>
          <a:off x="0" y="0"/>
          <a:ext cx="0" cy="0"/>
          <a:chOff x="0" y="0"/>
          <a:chExt cx="0" cy="0"/>
        </a:xfrm>
      </p:grpSpPr>
      <p:pic>
        <p:nvPicPr>
          <p:cNvPr id="871" name="Google Shape;871;g3baa6357486_0_13"/>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5" name="Shape 875"/>
        <p:cNvGrpSpPr/>
        <p:nvPr/>
      </p:nvGrpSpPr>
      <p:grpSpPr>
        <a:xfrm>
          <a:off x="0" y="0"/>
          <a:ext cx="0" cy="0"/>
          <a:chOff x="0" y="0"/>
          <a:chExt cx="0" cy="0"/>
        </a:xfrm>
      </p:grpSpPr>
      <p:pic>
        <p:nvPicPr>
          <p:cNvPr id="876" name="Google Shape;876;h1d72e0b711e8a63f_1_33"/>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sp>
        <p:nvSpPr>
          <p:cNvPr id="881" name="Google Shape;881;p159"/>
          <p:cNvSpPr txBox="1"/>
          <p:nvPr>
            <p:ph type="ctrTitle"/>
          </p:nvPr>
        </p:nvSpPr>
        <p:spPr>
          <a:xfrm>
            <a:off x="0" y="514351"/>
            <a:ext cx="9144000" cy="4629148"/>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7200"/>
              <a:buFont typeface="Times"/>
              <a:buNone/>
            </a:pPr>
            <a:r>
              <a:rPr b="1" lang="en-US" sz="7200">
                <a:solidFill>
                  <a:schemeClr val="accent4"/>
                </a:solidFill>
                <a:latin typeface="Times"/>
                <a:ea typeface="Times"/>
                <a:cs typeface="Times"/>
                <a:sym typeface="Times"/>
              </a:rPr>
              <a:t>CT: </a:t>
            </a:r>
            <a:r>
              <a:rPr b="1" lang="en-US" sz="7200">
                <a:solidFill>
                  <a:schemeClr val="lt1"/>
                </a:solidFill>
                <a:latin typeface="Times"/>
                <a:ea typeface="Times"/>
                <a:cs typeface="Times"/>
                <a:sym typeface="Times"/>
              </a:rPr>
              <a:t>Tôi tin kính một Thiên Chúa là Cha toàn năng.</a:t>
            </a:r>
            <a:endParaRPr/>
          </a:p>
        </p:txBody>
      </p:sp>
      <p:sp>
        <p:nvSpPr>
          <p:cNvPr id="882" name="Google Shape;882;p159"/>
          <p:cNvSpPr txBox="1"/>
          <p:nvPr/>
        </p:nvSpPr>
        <p:spPr>
          <a:xfrm>
            <a:off x="0" y="0"/>
            <a:ext cx="9144000" cy="738100"/>
          </a:xfrm>
          <a:prstGeom prst="rect">
            <a:avLst/>
          </a:prstGeom>
          <a:solidFill>
            <a:srgbClr val="00206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accent4"/>
              </a:buClr>
              <a:buSzPts val="3600"/>
              <a:buFont typeface="Times New Roman"/>
              <a:buNone/>
            </a:pPr>
            <a:r>
              <a:rPr b="1" i="0" lang="en-US" sz="3600" u="none" cap="none" strike="noStrike">
                <a:solidFill>
                  <a:schemeClr val="accent4"/>
                </a:solidFill>
                <a:latin typeface="Times New Roman"/>
                <a:ea typeface="Times New Roman"/>
                <a:cs typeface="Times New Roman"/>
                <a:sym typeface="Times New Roman"/>
              </a:rPr>
              <a:t>KINH TIN KÍNH</a:t>
            </a:r>
            <a:endParaRPr b="1" i="0" sz="3600" u="none" cap="none" strike="noStrike">
              <a:solidFill>
                <a:schemeClr val="accent4"/>
              </a:solidFill>
              <a:latin typeface="Times New Roman"/>
              <a:ea typeface="Times New Roman"/>
              <a:cs typeface="Times New Roman"/>
              <a:sym typeface="Times New Roman"/>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6" name="Shape 886"/>
        <p:cNvGrpSpPr/>
        <p:nvPr/>
      </p:nvGrpSpPr>
      <p:grpSpPr>
        <a:xfrm>
          <a:off x="0" y="0"/>
          <a:ext cx="0" cy="0"/>
          <a:chOff x="0" y="0"/>
          <a:chExt cx="0" cy="0"/>
        </a:xfrm>
      </p:grpSpPr>
      <p:sp>
        <p:nvSpPr>
          <p:cNvPr id="887" name="Google Shape;887;p16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Đấng tạo thành trời đất muôn vật hữu hình và vô hình.</a:t>
            </a:r>
            <a:endParaRPr>
              <a:latin typeface="Times New Roman"/>
              <a:ea typeface="Times New Roman"/>
              <a:cs typeface="Times New Roman"/>
              <a:sym typeface="Times New Roman"/>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1" name="Shape 891"/>
        <p:cNvGrpSpPr/>
        <p:nvPr/>
      </p:nvGrpSpPr>
      <p:grpSpPr>
        <a:xfrm>
          <a:off x="0" y="0"/>
          <a:ext cx="0" cy="0"/>
          <a:chOff x="0" y="0"/>
          <a:chExt cx="0" cy="0"/>
        </a:xfrm>
      </p:grpSpPr>
      <p:sp>
        <p:nvSpPr>
          <p:cNvPr id="892" name="Google Shape;892;p16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một Chúa Giê-su Ki-tô Con Một Thiên Chúa,</a:t>
            </a:r>
            <a:endParaRPr>
              <a:latin typeface="Times New Roman"/>
              <a:ea typeface="Times New Roman"/>
              <a:cs typeface="Times New Roman"/>
              <a:sym typeface="Times New Roman"/>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6" name="Shape 896"/>
        <p:cNvGrpSpPr/>
        <p:nvPr/>
      </p:nvGrpSpPr>
      <p:grpSpPr>
        <a:xfrm>
          <a:off x="0" y="0"/>
          <a:ext cx="0" cy="0"/>
          <a:chOff x="0" y="0"/>
          <a:chExt cx="0" cy="0"/>
        </a:xfrm>
      </p:grpSpPr>
      <p:sp>
        <p:nvSpPr>
          <p:cNvPr id="897" name="Google Shape;897;p16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sinh bởi Đức Chúa Cha từ trước muôn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1" name="Shape 901"/>
        <p:cNvGrpSpPr/>
        <p:nvPr/>
      </p:nvGrpSpPr>
      <p:grpSpPr>
        <a:xfrm>
          <a:off x="0" y="0"/>
          <a:ext cx="0" cy="0"/>
          <a:chOff x="0" y="0"/>
          <a:chExt cx="0" cy="0"/>
        </a:xfrm>
      </p:grpSpPr>
      <p:sp>
        <p:nvSpPr>
          <p:cNvPr id="902" name="Google Shape;902;p16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là Thiên Chúa bởi Thiên Chúa, Ánh Sáng bởi Ánh Sáng,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p16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Thiên Chúa thật bởi Thiên Chúa Thật Được sinh ra mà không phải được tạo thành,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6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đồng bản thể với Đức Chúa Cha: nhờ Người mà muôn vật được tạo thành.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6" name="Shape 916"/>
        <p:cNvGrpSpPr/>
        <p:nvPr/>
      </p:nvGrpSpPr>
      <p:grpSpPr>
        <a:xfrm>
          <a:off x="0" y="0"/>
          <a:ext cx="0" cy="0"/>
          <a:chOff x="0" y="0"/>
          <a:chExt cx="0" cy="0"/>
        </a:xfrm>
      </p:grpSpPr>
      <p:sp>
        <p:nvSpPr>
          <p:cNvPr id="917" name="Google Shape;917;p16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Vì loài người chúng ta và để cứu độ chúng ta, Người đã từ trời xuống thế.</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1" name="Shape 921"/>
        <p:cNvGrpSpPr/>
        <p:nvPr/>
      </p:nvGrpSpPr>
      <p:grpSpPr>
        <a:xfrm>
          <a:off x="0" y="0"/>
          <a:ext cx="0" cy="0"/>
          <a:chOff x="0" y="0"/>
          <a:chExt cx="0" cy="0"/>
        </a:xfrm>
      </p:grpSpPr>
      <p:sp>
        <p:nvSpPr>
          <p:cNvPr id="922" name="Google Shape;922;p16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6800">
                <a:solidFill>
                  <a:schemeClr val="lt1"/>
                </a:solidFill>
                <a:latin typeface="Times New Roman"/>
                <a:ea typeface="Times New Roman"/>
                <a:cs typeface="Times New Roman"/>
                <a:sym typeface="Times New Roman"/>
              </a:rPr>
              <a:t>Bởi phép Đức Chúa Thánh Thần Người đã nhập thể trong lòng Trinh Nữ Maria, và đã làm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6" name="Shape 926"/>
        <p:cNvGrpSpPr/>
        <p:nvPr/>
      </p:nvGrpSpPr>
      <p:grpSpPr>
        <a:xfrm>
          <a:off x="0" y="0"/>
          <a:ext cx="0" cy="0"/>
          <a:chOff x="0" y="0"/>
          <a:chExt cx="0" cy="0"/>
        </a:xfrm>
      </p:grpSpPr>
      <p:sp>
        <p:nvSpPr>
          <p:cNvPr id="927" name="Google Shape;927;p16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đóng đinh vào thập giá vì chúng ta, Thời quan Phong-xi-ô Phi-la-tô;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69"/>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khổ hình và mai táng, ngày thứ ba Người sống lại như lời Thánh Kinh.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6" name="Shape 936"/>
        <p:cNvGrpSpPr/>
        <p:nvPr/>
      </p:nvGrpSpPr>
      <p:grpSpPr>
        <a:xfrm>
          <a:off x="0" y="0"/>
          <a:ext cx="0" cy="0"/>
          <a:chOff x="0" y="0"/>
          <a:chExt cx="0" cy="0"/>
        </a:xfrm>
      </p:grpSpPr>
      <p:sp>
        <p:nvSpPr>
          <p:cNvPr id="937" name="Google Shape;937;p17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Người lên trời, ngự bên hữu Đức Chúa Cha, và Người sẽ lại đến trong vinh quang</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1" name="Shape 941"/>
        <p:cNvGrpSpPr/>
        <p:nvPr/>
      </p:nvGrpSpPr>
      <p:grpSpPr>
        <a:xfrm>
          <a:off x="0" y="0"/>
          <a:ext cx="0" cy="0"/>
          <a:chOff x="0" y="0"/>
          <a:chExt cx="0" cy="0"/>
        </a:xfrm>
      </p:grpSpPr>
      <p:sp>
        <p:nvSpPr>
          <p:cNvPr id="942" name="Google Shape;942;p17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để phán xét kẻ sống và kẻ chết, Nước Người sẽ không bao giờ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6" name="Shape 946"/>
        <p:cNvGrpSpPr/>
        <p:nvPr/>
      </p:nvGrpSpPr>
      <p:grpSpPr>
        <a:xfrm>
          <a:off x="0" y="0"/>
          <a:ext cx="0" cy="0"/>
          <a:chOff x="0" y="0"/>
          <a:chExt cx="0" cy="0"/>
        </a:xfrm>
      </p:grpSpPr>
      <p:sp>
        <p:nvSpPr>
          <p:cNvPr id="947" name="Google Shape;947;p17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Đức Chúa Thánh Thần là Thiên Chúa và là Đấng ban sự sống,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1" name="Shape 951"/>
        <p:cNvGrpSpPr/>
        <p:nvPr/>
      </p:nvGrpSpPr>
      <p:grpSpPr>
        <a:xfrm>
          <a:off x="0" y="0"/>
          <a:ext cx="0" cy="0"/>
          <a:chOff x="0" y="0"/>
          <a:chExt cx="0" cy="0"/>
        </a:xfrm>
      </p:grpSpPr>
      <p:sp>
        <p:nvSpPr>
          <p:cNvPr id="952" name="Google Shape;952;p17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bởi Đức Chúa Cha và Đức Chúa Con mà ra.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6" name="Shape 956"/>
        <p:cNvGrpSpPr/>
        <p:nvPr/>
      </p:nvGrpSpPr>
      <p:grpSpPr>
        <a:xfrm>
          <a:off x="0" y="0"/>
          <a:ext cx="0" cy="0"/>
          <a:chOff x="0" y="0"/>
          <a:chExt cx="0" cy="0"/>
        </a:xfrm>
      </p:grpSpPr>
      <p:sp>
        <p:nvSpPr>
          <p:cNvPr id="957" name="Google Shape;957;p174"/>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được phụng thờ và tôn vinh cùng với Đức Chúa Cha và Đức Chúa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1" name="Shape 961"/>
        <p:cNvGrpSpPr/>
        <p:nvPr/>
      </p:nvGrpSpPr>
      <p:grpSpPr>
        <a:xfrm>
          <a:off x="0" y="0"/>
          <a:ext cx="0" cy="0"/>
          <a:chOff x="0" y="0"/>
          <a:chExt cx="0" cy="0"/>
        </a:xfrm>
      </p:grpSpPr>
      <p:sp>
        <p:nvSpPr>
          <p:cNvPr id="962" name="Google Shape;962;p17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đã dùng các Tiên tri mà phán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6" name="Shape 966"/>
        <p:cNvGrpSpPr/>
        <p:nvPr/>
      </p:nvGrpSpPr>
      <p:grpSpPr>
        <a:xfrm>
          <a:off x="0" y="0"/>
          <a:ext cx="0" cy="0"/>
          <a:chOff x="0" y="0"/>
          <a:chExt cx="0" cy="0"/>
        </a:xfrm>
      </p:grpSpPr>
      <p:sp>
        <p:nvSpPr>
          <p:cNvPr id="967" name="Google Shape;967;p17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Hội Thánh duy nhất, thánh thiện, công giáo và tông truyền.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1" name="Shape 971"/>
        <p:cNvGrpSpPr/>
        <p:nvPr/>
      </p:nvGrpSpPr>
      <p:grpSpPr>
        <a:xfrm>
          <a:off x="0" y="0"/>
          <a:ext cx="0" cy="0"/>
          <a:chOff x="0" y="0"/>
          <a:chExt cx="0" cy="0"/>
        </a:xfrm>
      </p:grpSpPr>
      <p:sp>
        <p:nvSpPr>
          <p:cNvPr id="972" name="Google Shape;972;p17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tuyên xưng có một Phép Rửa để tha tội.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6" name="Shape 976"/>
        <p:cNvGrpSpPr/>
        <p:nvPr/>
      </p:nvGrpSpPr>
      <p:grpSpPr>
        <a:xfrm>
          <a:off x="0" y="0"/>
          <a:ext cx="0" cy="0"/>
          <a:chOff x="0" y="0"/>
          <a:chExt cx="0" cy="0"/>
        </a:xfrm>
      </p:grpSpPr>
      <p:sp>
        <p:nvSpPr>
          <p:cNvPr id="977" name="Google Shape;977;p17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trông đợi kẻ chết sống lại và sự sống đời sau.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pic>
        <p:nvPicPr>
          <p:cNvPr id="982" name="Google Shape;982;h1d72e0b711e8a63f_1_29"/>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g3f95afb83fa_0_24"/>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DÂNG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CON CHỈ LÀ </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TẠO VẬT</a:t>
            </a:r>
            <a:endParaRPr b="1" sz="6700">
              <a:solidFill>
                <a:srgbClr val="FFFF00"/>
              </a:solidFill>
              <a:latin typeface="Times New Roman"/>
              <a:ea typeface="Times New Roman"/>
              <a:cs typeface="Times New Roman"/>
              <a:sym typeface="Times New Roman"/>
            </a:endParaRPr>
          </a:p>
          <a:p>
            <a:pPr indent="0" lvl="0" marL="0" rtl="0" algn="ctr">
              <a:lnSpc>
                <a:spcPct val="90000"/>
              </a:lnSpc>
              <a:spcBef>
                <a:spcPts val="0"/>
              </a:spcBef>
              <a:spcAft>
                <a:spcPts val="0"/>
              </a:spcAft>
              <a:buClr>
                <a:schemeClr val="dk1"/>
              </a:buClr>
              <a:buSzPts val="4700"/>
              <a:buFont typeface="Times New Roman"/>
              <a:buNone/>
            </a:pPr>
            <a:r>
              <a:rPr b="1" i="1" lang="en-US" sz="4700">
                <a:solidFill>
                  <a:schemeClr val="accent4"/>
                </a:solidFill>
                <a:latin typeface="Times New Roman"/>
                <a:ea typeface="Times New Roman"/>
                <a:cs typeface="Times New Roman"/>
                <a:sym typeface="Times New Roman"/>
              </a:rPr>
              <a:t>(</a:t>
            </a:r>
            <a:r>
              <a:rPr b="1" i="1" lang="en-US" sz="4700">
                <a:solidFill>
                  <a:schemeClr val="accent4"/>
                </a:solidFill>
                <a:latin typeface="Times New Roman"/>
                <a:ea typeface="Times New Roman"/>
                <a:cs typeface="Times New Roman"/>
                <a:sym typeface="Times New Roman"/>
              </a:rPr>
              <a:t>Phanxicô</a:t>
            </a:r>
            <a:r>
              <a:rPr b="1" i="1" lang="en-US" sz="4700">
                <a:solidFill>
                  <a:schemeClr val="accent4"/>
                </a:solidFill>
                <a:latin typeface="Times New Roman"/>
                <a:ea typeface="Times New Roman"/>
                <a:cs typeface="Times New Roman"/>
                <a:sym typeface="Times New Roman"/>
              </a:rPr>
              <a:t>)</a:t>
            </a:r>
            <a:endParaRPr b="1" sz="6700">
              <a:solidFill>
                <a:srgbClr val="FFFF00"/>
              </a:solidFill>
              <a:latin typeface="Times New Roman"/>
              <a:ea typeface="Times New Roman"/>
              <a:cs typeface="Times New Roman"/>
              <a:sym typeface="Times New Roman"/>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1" name="Shape 991"/>
        <p:cNvGrpSpPr/>
        <p:nvPr/>
      </p:nvGrpSpPr>
      <p:grpSpPr>
        <a:xfrm>
          <a:off x="0" y="0"/>
          <a:ext cx="0" cy="0"/>
          <a:chOff x="0" y="0"/>
          <a:chExt cx="0" cy="0"/>
        </a:xfrm>
      </p:grpSpPr>
      <p:sp>
        <p:nvSpPr>
          <p:cNvPr id="992" name="Google Shape;992;g3f69acae762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1. </a:t>
            </a:r>
            <a:r>
              <a:rPr b="1" lang="en-US" sz="7500">
                <a:solidFill>
                  <a:schemeClr val="lt1"/>
                </a:solidFill>
                <a:latin typeface="Times New Roman"/>
                <a:ea typeface="Times New Roman"/>
                <a:cs typeface="Times New Roman"/>
                <a:sym typeface="Times New Roman"/>
              </a:rPr>
              <a:t>Lạy Chúa con chỉ là tạo vật Chúa thật í a sang giàu,  </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g3f69acae762_0_1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có gì mà dâng Chúa đâu, có gì mà dâng Chúa đâu.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h3b2cbe721dc07a79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Vì trước mặt Chúa Thái Sơn cũng mọn hèn,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6" name="Shape 1006"/>
        <p:cNvGrpSpPr/>
        <p:nvPr/>
      </p:nvGrpSpPr>
      <p:grpSpPr>
        <a:xfrm>
          <a:off x="0" y="0"/>
          <a:ext cx="0" cy="0"/>
          <a:chOff x="0" y="0"/>
          <a:chExt cx="0" cy="0"/>
        </a:xfrm>
      </p:grpSpPr>
      <p:sp>
        <p:nvSpPr>
          <p:cNvPr id="1007" name="Google Shape;1007;h1d72e0b711e8a63f_0_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dòng sông cả mấy sâu có là mấy đâu,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1" name="Shape 1011"/>
        <p:cNvGrpSpPr/>
        <p:nvPr/>
      </p:nvGrpSpPr>
      <p:grpSpPr>
        <a:xfrm>
          <a:off x="0" y="0"/>
          <a:ext cx="0" cy="0"/>
          <a:chOff x="0" y="0"/>
          <a:chExt cx="0" cy="0"/>
        </a:xfrm>
      </p:grpSpPr>
      <p:sp>
        <p:nvSpPr>
          <p:cNvPr id="1012" name="Google Shape;1012;h1d72e0b711e8a63f_0_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giữa đôi tay không nhỏ bé biết tìm chi dâng tiến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6" name="Shape 1016"/>
        <p:cNvGrpSpPr/>
        <p:nvPr/>
      </p:nvGrpSpPr>
      <p:grpSpPr>
        <a:xfrm>
          <a:off x="0" y="0"/>
          <a:ext cx="0" cy="0"/>
          <a:chOff x="0" y="0"/>
          <a:chExt cx="0" cy="0"/>
        </a:xfrm>
      </p:grpSpPr>
      <p:sp>
        <p:nvSpPr>
          <p:cNvPr id="1017" name="Google Shape;1017;g3fac4c6c2fc_0_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Con xin dâng lên con người nhỏ bé, có chi đâu,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1" name="Shape 1021"/>
        <p:cNvGrpSpPr/>
        <p:nvPr/>
      </p:nvGrpSpPr>
      <p:grpSpPr>
        <a:xfrm>
          <a:off x="0" y="0"/>
          <a:ext cx="0" cy="0"/>
          <a:chOff x="0" y="0"/>
          <a:chExt cx="0" cy="0"/>
        </a:xfrm>
      </p:grpSpPr>
      <p:sp>
        <p:nvSpPr>
          <p:cNvPr id="1022" name="Google Shape;1022;hf002f62f5ca6d5c_0_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ôi con người ngàn năm mấy thuở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h3b2cbe721dc07a79_0_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Con xin dâng lên chính là Chiên Thiên Chúa gánh tội tình, gánh tội tình,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1" name="Shape 1031"/>
        <p:cNvGrpSpPr/>
        <p:nvPr/>
      </p:nvGrpSpPr>
      <p:grpSpPr>
        <a:xfrm>
          <a:off x="0" y="0"/>
          <a:ext cx="0" cy="0"/>
          <a:chOff x="0" y="0"/>
          <a:chExt cx="0" cy="0"/>
        </a:xfrm>
      </p:grpSpPr>
      <p:sp>
        <p:nvSpPr>
          <p:cNvPr id="1032" name="Google Shape;1032;h3b2cbe721dc07a79_0_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tháng năm máu Ngài đã đổ làm hy sinh.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6" name="Shape 1036"/>
        <p:cNvGrpSpPr/>
        <p:nvPr/>
      </p:nvGrpSpPr>
      <p:grpSpPr>
        <a:xfrm>
          <a:off x="0" y="0"/>
          <a:ext cx="0" cy="0"/>
          <a:chOff x="0" y="0"/>
          <a:chExt cx="0" cy="0"/>
        </a:xfrm>
      </p:grpSpPr>
      <p:sp>
        <p:nvSpPr>
          <p:cNvPr id="1037" name="Google Shape;1037;h1d72e0b711e8a63f_0_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2</a:t>
            </a:r>
            <a:r>
              <a:rPr b="1" lang="en-US" sz="7500">
                <a:solidFill>
                  <a:srgbClr val="FFFF00"/>
                </a:solidFill>
                <a:latin typeface="Times New Roman"/>
                <a:ea typeface="Times New Roman"/>
                <a:cs typeface="Times New Roman"/>
                <a:sym typeface="Times New Roman"/>
              </a:rPr>
              <a:t>. </a:t>
            </a:r>
            <a:r>
              <a:rPr b="1" lang="en-US" sz="7500">
                <a:solidFill>
                  <a:schemeClr val="lt1"/>
                </a:solidFill>
                <a:latin typeface="Times New Roman"/>
                <a:ea typeface="Times New Roman"/>
                <a:cs typeface="Times New Roman"/>
                <a:sym typeface="Times New Roman"/>
              </a:rPr>
              <a:t>Tình Chúa trao máu hồng tử nạn chứa chan suối ơn chan hòa,</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1" name="Shape 1041"/>
        <p:cNvGrpSpPr/>
        <p:nvPr/>
      </p:nvGrpSpPr>
      <p:grpSpPr>
        <a:xfrm>
          <a:off x="0" y="0"/>
          <a:ext cx="0" cy="0"/>
          <a:chOff x="0" y="0"/>
          <a:chExt cx="0" cy="0"/>
        </a:xfrm>
      </p:grpSpPr>
      <p:sp>
        <p:nvSpPr>
          <p:cNvPr id="1042" name="Google Shape;1042;h1d72e0b711e8a63f_0_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dầu mà ngàn năm đã qua, dầu mà ngàn năm đã qua.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h1d72e0b711e8a63f_0_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Tình Chúa ngời sáng ví như khung trời đầy,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1" name="Shape 1051"/>
        <p:cNvGrpSpPr/>
        <p:nvPr/>
      </p:nvGrpSpPr>
      <p:grpSpPr>
        <a:xfrm>
          <a:off x="0" y="0"/>
          <a:ext cx="0" cy="0"/>
          <a:chOff x="0" y="0"/>
          <a:chExt cx="0" cy="0"/>
        </a:xfrm>
      </p:grpSpPr>
      <p:sp>
        <p:nvSpPr>
          <p:cNvPr id="1052" name="Google Shape;1052;h1d72e0b711e8a63f_0_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lòng con nhỏ có chi hơn một thoáng mây,</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6" name="Shape 1056"/>
        <p:cNvGrpSpPr/>
        <p:nvPr/>
      </p:nvGrpSpPr>
      <p:grpSpPr>
        <a:xfrm>
          <a:off x="0" y="0"/>
          <a:ext cx="0" cy="0"/>
          <a:chOff x="0" y="0"/>
          <a:chExt cx="0" cy="0"/>
        </a:xfrm>
      </p:grpSpPr>
      <p:sp>
        <p:nvSpPr>
          <p:cNvPr id="1057" name="Google Shape;1057;h1d72e0b711e8a63f_0_6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cảm tạ tình thương tuyệt đối biết tìm chi dâng tiến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1" name="Shape 1061"/>
        <p:cNvGrpSpPr/>
        <p:nvPr/>
      </p:nvGrpSpPr>
      <p:grpSpPr>
        <a:xfrm>
          <a:off x="0" y="0"/>
          <a:ext cx="0" cy="0"/>
          <a:chOff x="0" y="0"/>
          <a:chExt cx="0" cy="0"/>
        </a:xfrm>
      </p:grpSpPr>
      <p:sp>
        <p:nvSpPr>
          <p:cNvPr id="1062" name="Google Shape;1062;h1d72e0b711e8a63f_0_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Con xin dâng lên con người nhỏ bé, có chi đâu,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6" name="Shape 1066"/>
        <p:cNvGrpSpPr/>
        <p:nvPr/>
      </p:nvGrpSpPr>
      <p:grpSpPr>
        <a:xfrm>
          <a:off x="0" y="0"/>
          <a:ext cx="0" cy="0"/>
          <a:chOff x="0" y="0"/>
          <a:chExt cx="0" cy="0"/>
        </a:xfrm>
      </p:grpSpPr>
      <p:sp>
        <p:nvSpPr>
          <p:cNvPr id="1067" name="Google Shape;1067;h1d72e0b711e8a63f_0_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ôi con người ngàn năm mấy thuở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1" name="Shape 1071"/>
        <p:cNvGrpSpPr/>
        <p:nvPr/>
      </p:nvGrpSpPr>
      <p:grpSpPr>
        <a:xfrm>
          <a:off x="0" y="0"/>
          <a:ext cx="0" cy="0"/>
          <a:chOff x="0" y="0"/>
          <a:chExt cx="0" cy="0"/>
        </a:xfrm>
      </p:grpSpPr>
      <p:sp>
        <p:nvSpPr>
          <p:cNvPr id="1072" name="Google Shape;1072;h1d72e0b711e8a63f_0_7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Con xin dâng lên chính là Chiên Thiên Chúa gánh tội tình, gánh tội tình,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6" name="Shape 1076"/>
        <p:cNvGrpSpPr/>
        <p:nvPr/>
      </p:nvGrpSpPr>
      <p:grpSpPr>
        <a:xfrm>
          <a:off x="0" y="0"/>
          <a:ext cx="0" cy="0"/>
          <a:chOff x="0" y="0"/>
          <a:chExt cx="0" cy="0"/>
        </a:xfrm>
      </p:grpSpPr>
      <p:sp>
        <p:nvSpPr>
          <p:cNvPr id="1077" name="Google Shape;1077;h1d72e0b711e8a63f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tháng năm máu Ngài đã đổ làm hy sinh.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1" name="Shape 1081"/>
        <p:cNvGrpSpPr/>
        <p:nvPr/>
      </p:nvGrpSpPr>
      <p:grpSpPr>
        <a:xfrm>
          <a:off x="0" y="0"/>
          <a:ext cx="0" cy="0"/>
          <a:chOff x="0" y="0"/>
          <a:chExt cx="0" cy="0"/>
        </a:xfrm>
      </p:grpSpPr>
      <p:pic>
        <p:nvPicPr>
          <p:cNvPr id="1082" name="Google Shape;1082;g3e5a0c7ab5b_0_256"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6" name="Shape 1086"/>
        <p:cNvGrpSpPr/>
        <p:nvPr/>
      </p:nvGrpSpPr>
      <p:grpSpPr>
        <a:xfrm>
          <a:off x="0" y="0"/>
          <a:ext cx="0" cy="0"/>
          <a:chOff x="0" y="0"/>
          <a:chExt cx="0" cy="0"/>
        </a:xfrm>
      </p:grpSpPr>
      <p:sp>
        <p:nvSpPr>
          <p:cNvPr id="1087" name="Google Shape;1087;p202"/>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a:ea typeface="Times"/>
                <a:cs typeface="Times"/>
                <a:sym typeface="Times"/>
              </a:rPr>
            </a:br>
            <a:r>
              <a:rPr b="1" lang="en-US" sz="4000">
                <a:solidFill>
                  <a:schemeClr val="accent4"/>
                </a:solidFill>
                <a:latin typeface="Times"/>
                <a:ea typeface="Times"/>
                <a:cs typeface="Times"/>
                <a:sym typeface="Times"/>
              </a:rPr>
              <a:t>KINH THÁNH, THÁNH</a:t>
            </a:r>
            <a:br>
              <a:rPr b="1" lang="en-US" sz="4000">
                <a:solidFill>
                  <a:schemeClr val="accent4"/>
                </a:solidFill>
                <a:latin typeface="Times"/>
                <a:ea typeface="Times"/>
                <a:cs typeface="Times"/>
                <a:sym typeface="Times"/>
              </a:rPr>
            </a:br>
            <a:r>
              <a:rPr b="1" lang="en-US" sz="7200">
                <a:solidFill>
                  <a:schemeClr val="lt1"/>
                </a:solidFill>
                <a:latin typeface="Times"/>
                <a:ea typeface="Times"/>
                <a:cs typeface="Times"/>
                <a:sym typeface="Times"/>
              </a:rPr>
              <a:t>Thánh, Thánh, Thánh. Chúa là Thiên Chúa các đạo binh</a:t>
            </a:r>
            <a:br>
              <a:rPr b="1" lang="en-US" sz="7200">
                <a:solidFill>
                  <a:schemeClr val="lt1"/>
                </a:solidFill>
                <a:latin typeface="Times"/>
                <a:ea typeface="Times"/>
                <a:cs typeface="Times"/>
                <a:sym typeface="Times"/>
              </a:rPr>
            </a:br>
            <a:endParaRPr b="1" sz="7200">
              <a:solidFill>
                <a:schemeClr val="lt1"/>
              </a:solidFill>
              <a:latin typeface="Times"/>
              <a:ea typeface="Times"/>
              <a:cs typeface="Times"/>
              <a:sym typeface="Times"/>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1" name="Shape 1091"/>
        <p:cNvGrpSpPr/>
        <p:nvPr/>
      </p:nvGrpSpPr>
      <p:grpSpPr>
        <a:xfrm>
          <a:off x="0" y="0"/>
          <a:ext cx="0" cy="0"/>
          <a:chOff x="0" y="0"/>
          <a:chExt cx="0" cy="0"/>
        </a:xfrm>
      </p:grpSpPr>
      <p:sp>
        <p:nvSpPr>
          <p:cNvPr id="1092" name="Google Shape;1092;p203"/>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Trời đất đầy vinh quang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6" name="Shape 1096"/>
        <p:cNvGrpSpPr/>
        <p:nvPr/>
      </p:nvGrpSpPr>
      <p:grpSpPr>
        <a:xfrm>
          <a:off x="0" y="0"/>
          <a:ext cx="0" cy="0"/>
          <a:chOff x="0" y="0"/>
          <a:chExt cx="0" cy="0"/>
        </a:xfrm>
      </p:grpSpPr>
      <p:sp>
        <p:nvSpPr>
          <p:cNvPr id="1097" name="Google Shape;1097;p20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Chúc tụng Đấng ngự đến nhân danh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1" name="Shape 1101"/>
        <p:cNvGrpSpPr/>
        <p:nvPr/>
      </p:nvGrpSpPr>
      <p:grpSpPr>
        <a:xfrm>
          <a:off x="0" y="0"/>
          <a:ext cx="0" cy="0"/>
          <a:chOff x="0" y="0"/>
          <a:chExt cx="0" cy="0"/>
        </a:xfrm>
      </p:grpSpPr>
      <p:pic>
        <p:nvPicPr>
          <p:cNvPr id="1102" name="Google Shape;1102;g3e5a0c7ab5b_0_335"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g3a42a8b53c1_2_26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New Roman"/>
                <a:ea typeface="Times New Roman"/>
                <a:cs typeface="Times New Roman"/>
                <a:sym typeface="Times New Roman"/>
              </a:rPr>
            </a:br>
            <a:r>
              <a:rPr b="1" lang="en-US" sz="4000">
                <a:solidFill>
                  <a:schemeClr val="accent4"/>
                </a:solidFill>
                <a:latin typeface="Times New Roman"/>
                <a:ea typeface="Times New Roman"/>
                <a:cs typeface="Times New Roman"/>
                <a:sym typeface="Times New Roman"/>
              </a:rPr>
              <a:t>CHIÊN THIÊN CHÚA</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accent4"/>
              </a:buClr>
              <a:buSzPts val="4000"/>
              <a:buFont typeface="Times"/>
              <a:buNone/>
            </a:pPr>
            <a:r>
              <a:rPr b="1" lang="en-US" sz="6600">
                <a:solidFill>
                  <a:schemeClr val="lt1"/>
                </a:solidFill>
                <a:latin typeface="Times New Roman"/>
                <a:ea typeface="Times New Roman"/>
                <a:cs typeface="Times New Roman"/>
                <a:sym typeface="Times New Roman"/>
              </a:rPr>
              <a:t>Lạy Chiên Thiên Chúa, Đấng xóa tội trần gian, xin thương xót chúng con.</a:t>
            </a:r>
            <a:br>
              <a:rPr b="1" lang="en-US" sz="7200">
                <a:solidFill>
                  <a:schemeClr val="lt1"/>
                </a:solidFill>
                <a:latin typeface="Times New Roman"/>
                <a:ea typeface="Times New Roman"/>
                <a:cs typeface="Times New Roman"/>
                <a:sym typeface="Times New Roman"/>
              </a:rPr>
            </a:b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1" name="Shape 1111"/>
        <p:cNvGrpSpPr/>
        <p:nvPr/>
      </p:nvGrpSpPr>
      <p:grpSpPr>
        <a:xfrm>
          <a:off x="0" y="0"/>
          <a:ext cx="0" cy="0"/>
          <a:chOff x="0" y="0"/>
          <a:chExt cx="0" cy="0"/>
        </a:xfrm>
      </p:grpSpPr>
      <p:sp>
        <p:nvSpPr>
          <p:cNvPr id="1112" name="Google Shape;1112;p207"/>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thương xót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6" name="Shape 1116"/>
        <p:cNvGrpSpPr/>
        <p:nvPr/>
      </p:nvGrpSpPr>
      <p:grpSpPr>
        <a:xfrm>
          <a:off x="0" y="0"/>
          <a:ext cx="0" cy="0"/>
          <a:chOff x="0" y="0"/>
          <a:chExt cx="0" cy="0"/>
        </a:xfrm>
      </p:grpSpPr>
      <p:sp>
        <p:nvSpPr>
          <p:cNvPr id="1117" name="Google Shape;1117;p20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ban bình an cho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1" name="Shape 1121"/>
        <p:cNvGrpSpPr/>
        <p:nvPr/>
      </p:nvGrpSpPr>
      <p:grpSpPr>
        <a:xfrm>
          <a:off x="0" y="0"/>
          <a:ext cx="0" cy="0"/>
          <a:chOff x="0" y="0"/>
          <a:chExt cx="0" cy="0"/>
        </a:xfrm>
      </p:grpSpPr>
      <p:pic>
        <p:nvPicPr>
          <p:cNvPr id="1122" name="Google Shape;1122;g3e5a0c7ab5b_0_339"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6" name="Shape 1126"/>
        <p:cNvGrpSpPr/>
        <p:nvPr/>
      </p:nvGrpSpPr>
      <p:grpSpPr>
        <a:xfrm>
          <a:off x="0" y="0"/>
          <a:ext cx="0" cy="0"/>
          <a:chOff x="0" y="0"/>
          <a:chExt cx="0" cy="0"/>
        </a:xfrm>
      </p:grpSpPr>
      <p:sp>
        <p:nvSpPr>
          <p:cNvPr id="1127" name="Google Shape;1127;g3e9ce9eb37a_0_183"/>
          <p:cNvSpPr txBox="1"/>
          <p:nvPr>
            <p:ph type="ctrTitle"/>
          </p:nvPr>
        </p:nvSpPr>
        <p:spPr>
          <a:xfrm>
            <a:off x="0" y="680400"/>
            <a:ext cx="9144000" cy="44631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7300">
                <a:solidFill>
                  <a:schemeClr val="lt1"/>
                </a:solidFill>
                <a:latin typeface="Times New Roman"/>
                <a:ea typeface="Times New Roman"/>
                <a:cs typeface="Times New Roman"/>
                <a:sym typeface="Times New Roman"/>
              </a:rPr>
              <a:t>Chỉ có một tấm bánh, nên tuy nhiều, chúng ta cũng chỉ là một thân thể,</a:t>
            </a:r>
            <a:endParaRPr b="1" sz="7300">
              <a:solidFill>
                <a:schemeClr val="lt1"/>
              </a:solidFill>
              <a:latin typeface="Times New Roman"/>
              <a:ea typeface="Times New Roman"/>
              <a:cs typeface="Times New Roman"/>
              <a:sym typeface="Times New Roman"/>
            </a:endParaRPr>
          </a:p>
        </p:txBody>
      </p:sp>
      <p:sp>
        <p:nvSpPr>
          <p:cNvPr id="1128" name="Google Shape;1128;g3e9ce9eb37a_0_183"/>
          <p:cNvSpPr txBox="1"/>
          <p:nvPr/>
        </p:nvSpPr>
        <p:spPr>
          <a:xfrm>
            <a:off x="0" y="0"/>
            <a:ext cx="9144000" cy="800400"/>
          </a:xfrm>
          <a:prstGeom prst="rect">
            <a:avLst/>
          </a:prstGeom>
          <a:solidFill>
            <a:srgbClr val="002060"/>
          </a:solid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4000"/>
              <a:buFont typeface="Arial"/>
              <a:buNone/>
            </a:pPr>
            <a:r>
              <a:rPr b="1" i="0" lang="en-US" sz="4000" u="none" cap="none" strike="noStrike">
                <a:solidFill>
                  <a:schemeClr val="accent4"/>
                </a:solidFill>
                <a:latin typeface="Times"/>
                <a:ea typeface="Times"/>
                <a:cs typeface="Times"/>
                <a:sym typeface="Times"/>
              </a:rPr>
              <a:t>CA HIỆP LỄ</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2" name="Shape 1132"/>
        <p:cNvGrpSpPr/>
        <p:nvPr/>
      </p:nvGrpSpPr>
      <p:grpSpPr>
        <a:xfrm>
          <a:off x="0" y="0"/>
          <a:ext cx="0" cy="0"/>
          <a:chOff x="0" y="0"/>
          <a:chExt cx="0" cy="0"/>
        </a:xfrm>
      </p:grpSpPr>
      <p:sp>
        <p:nvSpPr>
          <p:cNvPr id="1133" name="Google Shape;1133;h428f696962494bd5_0_1"/>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7500">
                <a:solidFill>
                  <a:schemeClr val="lt1"/>
                </a:solidFill>
                <a:latin typeface="Times New Roman"/>
                <a:ea typeface="Times New Roman"/>
                <a:cs typeface="Times New Roman"/>
                <a:sym typeface="Times New Roman"/>
              </a:rPr>
              <a:t>vì hết thảy chúng ta thông phần cùng một tấm bánh, và cùng một chén rượu.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pic>
        <p:nvPicPr>
          <p:cNvPr id="1138" name="Google Shape;1138;g3e5a0c7ab5b_0_343"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2" name="Shape 1142"/>
        <p:cNvGrpSpPr/>
        <p:nvPr/>
      </p:nvGrpSpPr>
      <p:grpSpPr>
        <a:xfrm>
          <a:off x="0" y="0"/>
          <a:ext cx="0" cy="0"/>
          <a:chOff x="0" y="0"/>
          <a:chExt cx="0" cy="0"/>
        </a:xfrm>
      </p:grpSpPr>
      <p:sp>
        <p:nvSpPr>
          <p:cNvPr id="1143" name="Google Shape;1143;h1d72e0b711e8a63f_0_8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HIỆP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LINH HỒN TÔI</a:t>
            </a:r>
            <a:br>
              <a:rPr b="1" i="0" lang="en-US" sz="4700">
                <a:latin typeface="Times New Roman"/>
                <a:ea typeface="Times New Roman"/>
                <a:cs typeface="Times New Roman"/>
                <a:sym typeface="Times New Roman"/>
              </a:rPr>
            </a:br>
            <a:r>
              <a:rPr b="1" i="1" lang="en-US" sz="4000">
                <a:solidFill>
                  <a:schemeClr val="accent4"/>
                </a:solidFill>
                <a:latin typeface="Times New Roman"/>
                <a:ea typeface="Times New Roman"/>
                <a:cs typeface="Times New Roman"/>
                <a:sym typeface="Times New Roman"/>
              </a:rPr>
              <a:t>(Lm. Kim Long)</a:t>
            </a:r>
            <a:endParaRPr b="1" sz="4000">
              <a:solidFill>
                <a:schemeClr val="accent4"/>
              </a:solidFill>
              <a:latin typeface="Times New Roman"/>
              <a:ea typeface="Times New Roman"/>
              <a:cs typeface="Times New Roman"/>
              <a:sym typeface="Times New Roman"/>
            </a:endParaRP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7" name="Shape 1147"/>
        <p:cNvGrpSpPr/>
        <p:nvPr/>
      </p:nvGrpSpPr>
      <p:grpSpPr>
        <a:xfrm>
          <a:off x="0" y="0"/>
          <a:ext cx="0" cy="0"/>
          <a:chOff x="0" y="0"/>
          <a:chExt cx="0" cy="0"/>
        </a:xfrm>
      </p:grpSpPr>
      <p:sp>
        <p:nvSpPr>
          <p:cNvPr id="1148" name="Google Shape;1148;h1d72e0b711e8a63f_0_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Linh hồn tôi tung hô Chúa, tung hô Chúa (i-a).</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2" name="Shape 1152"/>
        <p:cNvGrpSpPr/>
        <p:nvPr/>
      </p:nvGrpSpPr>
      <p:grpSpPr>
        <a:xfrm>
          <a:off x="0" y="0"/>
          <a:ext cx="0" cy="0"/>
          <a:chOff x="0" y="0"/>
          <a:chExt cx="0" cy="0"/>
        </a:xfrm>
      </p:grpSpPr>
      <p:sp>
        <p:nvSpPr>
          <p:cNvPr id="1153" name="Google Shape;1153;h1d72e0b711e8a63f_0_8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Thần trí tôi mừng vui vời vợi trong Đấng Cứu Chuộc tôi.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7" name="Shape 1157"/>
        <p:cNvGrpSpPr/>
        <p:nvPr/>
      </p:nvGrpSpPr>
      <p:grpSpPr>
        <a:xfrm>
          <a:off x="0" y="0"/>
          <a:ext cx="0" cy="0"/>
          <a:chOff x="0" y="0"/>
          <a:chExt cx="0" cy="0"/>
        </a:xfrm>
      </p:grpSpPr>
      <p:sp>
        <p:nvSpPr>
          <p:cNvPr id="1158" name="Google Shape;1158;h1d72e0b711e8a63f_0_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Chúa đã rủ thương đoái nhìn phận hèn tôi tá.</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2" name="Shape 1162"/>
        <p:cNvGrpSpPr/>
        <p:nvPr/>
      </p:nvGrpSpPr>
      <p:grpSpPr>
        <a:xfrm>
          <a:off x="0" y="0"/>
          <a:ext cx="0" cy="0"/>
          <a:chOff x="0" y="0"/>
          <a:chExt cx="0" cy="0"/>
        </a:xfrm>
      </p:grpSpPr>
      <p:sp>
        <p:nvSpPr>
          <p:cNvPr id="1163" name="Google Shape;1163;h1d72e0b711e8a63f_0_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Vì vậy đến muôn đời sẽ khen tôi đầy ơn sẽ khen tôi đầy phúc,</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7" name="Shape 1167"/>
        <p:cNvGrpSpPr/>
        <p:nvPr/>
      </p:nvGrpSpPr>
      <p:grpSpPr>
        <a:xfrm>
          <a:off x="0" y="0"/>
          <a:ext cx="0" cy="0"/>
          <a:chOff x="0" y="0"/>
          <a:chExt cx="0" cy="0"/>
        </a:xfrm>
      </p:grpSpPr>
      <p:sp>
        <p:nvSpPr>
          <p:cNvPr id="1168" name="Google Shape;1168;h1d72e0b711e8a63f_0_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sẽ khen tôi muôn đời đến muôn đời đến muôn đời.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2" name="Shape 1172"/>
        <p:cNvGrpSpPr/>
        <p:nvPr/>
      </p:nvGrpSpPr>
      <p:grpSpPr>
        <a:xfrm>
          <a:off x="0" y="0"/>
          <a:ext cx="0" cy="0"/>
          <a:chOff x="0" y="0"/>
          <a:chExt cx="0" cy="0"/>
        </a:xfrm>
      </p:grpSpPr>
      <p:sp>
        <p:nvSpPr>
          <p:cNvPr id="1173" name="Google Shape;1173;h1d72e0b711e8a63f_0_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1. </a:t>
            </a:r>
            <a:r>
              <a:rPr b="1" lang="en-US" sz="7600">
                <a:solidFill>
                  <a:schemeClr val="lt1"/>
                </a:solidFill>
                <a:latin typeface="Times New Roman"/>
                <a:ea typeface="Times New Roman"/>
                <a:cs typeface="Times New Roman"/>
                <a:sym typeface="Times New Roman"/>
              </a:rPr>
              <a:t>Đấng Toàn Năng đã làm cho tôi những việc cao trọng Danh Người là Thánh.</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7" name="Shape 1177"/>
        <p:cNvGrpSpPr/>
        <p:nvPr/>
      </p:nvGrpSpPr>
      <p:grpSpPr>
        <a:xfrm>
          <a:off x="0" y="0"/>
          <a:ext cx="0" cy="0"/>
          <a:chOff x="0" y="0"/>
          <a:chExt cx="0" cy="0"/>
        </a:xfrm>
      </p:grpSpPr>
      <p:sp>
        <p:nvSpPr>
          <p:cNvPr id="1178" name="Google Shape;1178;h1d72e0b711e8a63f_0_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Lượng từ ái trải qua từ đời nọ đến đời kia hằng bao bọc những ai kính sợ Người.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2" name="Shape 1182"/>
        <p:cNvGrpSpPr/>
        <p:nvPr/>
      </p:nvGrpSpPr>
      <p:grpSpPr>
        <a:xfrm>
          <a:off x="0" y="0"/>
          <a:ext cx="0" cy="0"/>
          <a:chOff x="0" y="0"/>
          <a:chExt cx="0" cy="0"/>
        </a:xfrm>
      </p:grpSpPr>
      <p:sp>
        <p:nvSpPr>
          <p:cNvPr id="1183" name="Google Shape;1183;h1d72e0b711e8a63f_0_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 </a:t>
            </a:r>
            <a:r>
              <a:rPr b="1" lang="en-US" sz="7600">
                <a:solidFill>
                  <a:schemeClr val="lt1"/>
                </a:solidFill>
                <a:latin typeface="Times New Roman"/>
                <a:ea typeface="Times New Roman"/>
                <a:cs typeface="Times New Roman"/>
                <a:sym typeface="Times New Roman"/>
              </a:rPr>
              <a:t>Linh hồn tôi tung hô Chúa, tung hô Chúa (i-a).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7" name="Shape 1187"/>
        <p:cNvGrpSpPr/>
        <p:nvPr/>
      </p:nvGrpSpPr>
      <p:grpSpPr>
        <a:xfrm>
          <a:off x="0" y="0"/>
          <a:ext cx="0" cy="0"/>
          <a:chOff x="0" y="0"/>
          <a:chExt cx="0" cy="0"/>
        </a:xfrm>
      </p:grpSpPr>
      <p:sp>
        <p:nvSpPr>
          <p:cNvPr id="1188" name="Google Shape;1188;h1d72e0b711e8a63f_0_1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Thần trí tôi mừng vui vời vợi trong Đấng Cứu Chuộc tôi.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2" name="Shape 1192"/>
        <p:cNvGrpSpPr/>
        <p:nvPr/>
      </p:nvGrpSpPr>
      <p:grpSpPr>
        <a:xfrm>
          <a:off x="0" y="0"/>
          <a:ext cx="0" cy="0"/>
          <a:chOff x="0" y="0"/>
          <a:chExt cx="0" cy="0"/>
        </a:xfrm>
      </p:grpSpPr>
      <p:sp>
        <p:nvSpPr>
          <p:cNvPr id="1193" name="Google Shape;1193;h1d72e0b711e8a63f_0_1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Chúa đã rủ thương đoái nhìn phận hèn tôi tá.</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sp>
        <p:nvSpPr>
          <p:cNvPr id="1198" name="Google Shape;1198;h1d72e0b711e8a63f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Vì vậy đến muôn đời sẽ khen tôi đầy ơn sẽ khen tôi đầy phúc,</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2" name="Shape 1202"/>
        <p:cNvGrpSpPr/>
        <p:nvPr/>
      </p:nvGrpSpPr>
      <p:grpSpPr>
        <a:xfrm>
          <a:off x="0" y="0"/>
          <a:ext cx="0" cy="0"/>
          <a:chOff x="0" y="0"/>
          <a:chExt cx="0" cy="0"/>
        </a:xfrm>
      </p:grpSpPr>
      <p:sp>
        <p:nvSpPr>
          <p:cNvPr id="1203" name="Google Shape;1203;h1d72e0b711e8a63f_0_1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sẽ khen tôi muôn đời đến muôn đời đến muôn đời.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h1d72e0b711e8a63f_0_1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400">
                <a:solidFill>
                  <a:srgbClr val="FFFF00"/>
                </a:solidFill>
                <a:latin typeface="Times New Roman"/>
                <a:ea typeface="Times New Roman"/>
                <a:cs typeface="Times New Roman"/>
                <a:sym typeface="Times New Roman"/>
              </a:rPr>
              <a:t>2. </a:t>
            </a:r>
            <a:r>
              <a:rPr b="1" lang="en-US" sz="7400">
                <a:solidFill>
                  <a:schemeClr val="lt1"/>
                </a:solidFill>
                <a:latin typeface="Times New Roman"/>
                <a:ea typeface="Times New Roman"/>
                <a:cs typeface="Times New Roman"/>
                <a:sym typeface="Times New Roman"/>
              </a:rPr>
              <a:t>Chúa biểu dương sức mạnh oai phong tiêu diệt tơi bời những phường tự đắc.</a:t>
            </a:r>
            <a:endParaRPr b="1" sz="7400">
              <a:solidFill>
                <a:schemeClr val="lt1"/>
              </a:solidFill>
              <a:latin typeface="Times New Roman"/>
              <a:ea typeface="Times New Roman"/>
              <a:cs typeface="Times New Roman"/>
              <a:sym typeface="Times New Roman"/>
            </a:endParaRPr>
          </a:p>
        </p:txBody>
      </p:sp>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2" name="Shape 1212"/>
        <p:cNvGrpSpPr/>
        <p:nvPr/>
      </p:nvGrpSpPr>
      <p:grpSpPr>
        <a:xfrm>
          <a:off x="0" y="0"/>
          <a:ext cx="0" cy="0"/>
          <a:chOff x="0" y="0"/>
          <a:chExt cx="0" cy="0"/>
        </a:xfrm>
      </p:grpSpPr>
      <p:sp>
        <p:nvSpPr>
          <p:cNvPr id="1213" name="Google Shape;1213;h1d72e0b711e8a63f_0_1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Bọn quyền quí tự kiêu Người triệt hạ khỏi toà cao và nâng dậy những ai ở khiêm nhường.</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7" name="Shape 1217"/>
        <p:cNvGrpSpPr/>
        <p:nvPr/>
      </p:nvGrpSpPr>
      <p:grpSpPr>
        <a:xfrm>
          <a:off x="0" y="0"/>
          <a:ext cx="0" cy="0"/>
          <a:chOff x="0" y="0"/>
          <a:chExt cx="0" cy="0"/>
        </a:xfrm>
      </p:grpSpPr>
      <p:sp>
        <p:nvSpPr>
          <p:cNvPr id="1218" name="Google Shape;1218;h1d72e0b711e8a63f_0_1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 </a:t>
            </a:r>
            <a:r>
              <a:rPr b="1" lang="en-US" sz="7600">
                <a:solidFill>
                  <a:schemeClr val="lt1"/>
                </a:solidFill>
                <a:latin typeface="Times New Roman"/>
                <a:ea typeface="Times New Roman"/>
                <a:cs typeface="Times New Roman"/>
                <a:sym typeface="Times New Roman"/>
              </a:rPr>
              <a:t>Linh hồn tôi tung hô Chúa, tung hô Chúa (i-a).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2" name="Shape 1222"/>
        <p:cNvGrpSpPr/>
        <p:nvPr/>
      </p:nvGrpSpPr>
      <p:grpSpPr>
        <a:xfrm>
          <a:off x="0" y="0"/>
          <a:ext cx="0" cy="0"/>
          <a:chOff x="0" y="0"/>
          <a:chExt cx="0" cy="0"/>
        </a:xfrm>
      </p:grpSpPr>
      <p:sp>
        <p:nvSpPr>
          <p:cNvPr id="1223" name="Google Shape;1223;h1d72e0b711e8a63f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Thần trí tôi mừng vui vời vợi trong Đấng Cứu Chuộc tôi.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7" name="Shape 1227"/>
        <p:cNvGrpSpPr/>
        <p:nvPr/>
      </p:nvGrpSpPr>
      <p:grpSpPr>
        <a:xfrm>
          <a:off x="0" y="0"/>
          <a:ext cx="0" cy="0"/>
          <a:chOff x="0" y="0"/>
          <a:chExt cx="0" cy="0"/>
        </a:xfrm>
      </p:grpSpPr>
      <p:sp>
        <p:nvSpPr>
          <p:cNvPr id="1228" name="Google Shape;1228;h1d72e0b711e8a63f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Chúa đã rủ thương đoái nhìn phận hèn tôi tá.</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h1d72e0b711e8a63f_0_1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Vì vậy đến muôn đời sẽ khen tôi đầy ơn sẽ khen tôi đầy phúc,</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7" name="Shape 1237"/>
        <p:cNvGrpSpPr/>
        <p:nvPr/>
      </p:nvGrpSpPr>
      <p:grpSpPr>
        <a:xfrm>
          <a:off x="0" y="0"/>
          <a:ext cx="0" cy="0"/>
          <a:chOff x="0" y="0"/>
          <a:chExt cx="0" cy="0"/>
        </a:xfrm>
      </p:grpSpPr>
      <p:sp>
        <p:nvSpPr>
          <p:cNvPr id="1238" name="Google Shape;1238;h1d72e0b711e8a63f_0_1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sẽ khen tôi muôn đời đến muôn đời đến muôn đời.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2" name="Shape 1242"/>
        <p:cNvGrpSpPr/>
        <p:nvPr/>
      </p:nvGrpSpPr>
      <p:grpSpPr>
        <a:xfrm>
          <a:off x="0" y="0"/>
          <a:ext cx="0" cy="0"/>
          <a:chOff x="0" y="0"/>
          <a:chExt cx="0" cy="0"/>
        </a:xfrm>
      </p:grpSpPr>
      <p:pic>
        <p:nvPicPr>
          <p:cNvPr id="1243" name="Google Shape;1243;h1d72e0b711e8a63f_1_25"/>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sp>
        <p:nvSpPr>
          <p:cNvPr id="1248" name="Google Shape;1248;g3fb3359abd2_0_14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KẾT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HOA MÂN CÔI</a:t>
            </a:r>
            <a:br>
              <a:rPr b="1" lang="en-US" sz="6700">
                <a:solidFill>
                  <a:srgbClr val="FFFF00"/>
                </a:solidFill>
                <a:latin typeface="Times New Roman"/>
                <a:ea typeface="Times New Roman"/>
                <a:cs typeface="Times New Roman"/>
                <a:sym typeface="Times New Roman"/>
              </a:rPr>
            </a:br>
            <a:r>
              <a:rPr b="1" i="1" lang="en-US" sz="4700">
                <a:solidFill>
                  <a:srgbClr val="FFD966"/>
                </a:solidFill>
                <a:latin typeface="Times New Roman"/>
                <a:ea typeface="Times New Roman"/>
                <a:cs typeface="Times New Roman"/>
                <a:sym typeface="Times New Roman"/>
              </a:rPr>
              <a:t>(</a:t>
            </a:r>
            <a:r>
              <a:rPr b="1" i="1" lang="en-US" sz="4700">
                <a:solidFill>
                  <a:srgbClr val="FFD966"/>
                </a:solidFill>
                <a:latin typeface="Times New Roman"/>
                <a:ea typeface="Times New Roman"/>
                <a:cs typeface="Times New Roman"/>
                <a:sym typeface="Times New Roman"/>
              </a:rPr>
              <a:t>Kim Long</a:t>
            </a:r>
            <a:r>
              <a:rPr b="1" i="1" lang="en-US" sz="4700">
                <a:solidFill>
                  <a:srgbClr val="FFD966"/>
                </a:solidFill>
                <a:latin typeface="Times New Roman"/>
                <a:ea typeface="Times New Roman"/>
                <a:cs typeface="Times New Roman"/>
                <a:sym typeface="Times New Roman"/>
              </a:rPr>
              <a:t>)</a:t>
            </a:r>
            <a:endParaRPr b="1" sz="4700">
              <a:solidFill>
                <a:srgbClr val="FFD966"/>
              </a:solidFill>
              <a:latin typeface="Times New Roman"/>
              <a:ea typeface="Times New Roman"/>
              <a:cs typeface="Times New Roman"/>
              <a:sym typeface="Times New Roman"/>
            </a:endParaRPr>
          </a:p>
        </p:txBody>
      </p:sp>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2" name="Shape 1252"/>
        <p:cNvGrpSpPr/>
        <p:nvPr/>
      </p:nvGrpSpPr>
      <p:grpSpPr>
        <a:xfrm>
          <a:off x="0" y="0"/>
          <a:ext cx="0" cy="0"/>
          <a:chOff x="0" y="0"/>
          <a:chExt cx="0" cy="0"/>
        </a:xfrm>
      </p:grpSpPr>
      <p:sp>
        <p:nvSpPr>
          <p:cNvPr id="1253" name="Google Shape;1253;g3fb3359abd2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a:t>
            </a:r>
            <a:r>
              <a:rPr b="1" lang="en-US" sz="8000">
                <a:solidFill>
                  <a:srgbClr val="FFFF00"/>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Một tràng hoa Mân Côi, hương thơm ngào ngạt thắm ân tình.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g3fb3359abd2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Từng lời kinh sốt mến, xin dâng về Nữ Vương hiển vinh.</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2" name="Shape 1262"/>
        <p:cNvGrpSpPr/>
        <p:nvPr/>
      </p:nvGrpSpPr>
      <p:grpSpPr>
        <a:xfrm>
          <a:off x="0" y="0"/>
          <a:ext cx="0" cy="0"/>
          <a:chOff x="0" y="0"/>
          <a:chExt cx="0" cy="0"/>
        </a:xfrm>
      </p:grpSpPr>
      <p:sp>
        <p:nvSpPr>
          <p:cNvPr id="1263" name="Google Shape;1263;g3fb3359abd2_0_1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1.</a:t>
            </a:r>
            <a:r>
              <a:rPr b="1" lang="en-US" sz="8000">
                <a:solidFill>
                  <a:srgbClr val="FFFF00"/>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Khi an vui thái hòa, như ngày Thiên Sứ truyền tin,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7" name="Shape 1267"/>
        <p:cNvGrpSpPr/>
        <p:nvPr/>
      </p:nvGrpSpPr>
      <p:grpSpPr>
        <a:xfrm>
          <a:off x="0" y="0"/>
          <a:ext cx="0" cy="0"/>
          <a:chOff x="0" y="0"/>
          <a:chExt cx="0" cy="0"/>
        </a:xfrm>
      </p:grpSpPr>
      <p:sp>
        <p:nvSpPr>
          <p:cNvPr id="1268" name="Google Shape;1268;g3fb3359abd2_0_1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như trong đêm Ngôi Lời giáng trần, như khi Mẹ gặp lại Con Chúa: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2" name="Shape 1272"/>
        <p:cNvGrpSpPr/>
        <p:nvPr/>
      </p:nvGrpSpPr>
      <p:grpSpPr>
        <a:xfrm>
          <a:off x="0" y="0"/>
          <a:ext cx="0" cy="0"/>
          <a:chOff x="0" y="0"/>
          <a:chExt cx="0" cy="0"/>
        </a:xfrm>
      </p:grpSpPr>
      <p:sp>
        <p:nvSpPr>
          <p:cNvPr id="1273" name="Google Shape;1273;h3b2cbe721dc07a79_0_2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Kết hoa kinh để dâng Mẹ.</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7" name="Shape 1277"/>
        <p:cNvGrpSpPr/>
        <p:nvPr/>
      </p:nvGrpSpPr>
      <p:grpSpPr>
        <a:xfrm>
          <a:off x="0" y="0"/>
          <a:ext cx="0" cy="0"/>
          <a:chOff x="0" y="0"/>
          <a:chExt cx="0" cy="0"/>
        </a:xfrm>
      </p:grpSpPr>
      <p:sp>
        <p:nvSpPr>
          <p:cNvPr id="1278" name="Google Shape;1278;h1d72e0b711e8a63f_0_2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Một tràng hoa Mân Côi, hương thơm ngào ngạt thắm ân tình.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2" name="Shape 1282"/>
        <p:cNvGrpSpPr/>
        <p:nvPr/>
      </p:nvGrpSpPr>
      <p:grpSpPr>
        <a:xfrm>
          <a:off x="0" y="0"/>
          <a:ext cx="0" cy="0"/>
          <a:chOff x="0" y="0"/>
          <a:chExt cx="0" cy="0"/>
        </a:xfrm>
      </p:grpSpPr>
      <p:sp>
        <p:nvSpPr>
          <p:cNvPr id="1283" name="Google Shape;1283;h1d72e0b711e8a63f_0_2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Từng lời kinh sốt mến, xin dâng về Nữ Vương hiển vinh.</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7" name="Shape 1287"/>
        <p:cNvGrpSpPr/>
        <p:nvPr/>
      </p:nvGrpSpPr>
      <p:grpSpPr>
        <a:xfrm>
          <a:off x="0" y="0"/>
          <a:ext cx="0" cy="0"/>
          <a:chOff x="0" y="0"/>
          <a:chExt cx="0" cy="0"/>
        </a:xfrm>
      </p:grpSpPr>
      <p:pic>
        <p:nvPicPr>
          <p:cNvPr id="1288" name="Google Shape;1288;g3fb2dc0a37c_0_109" title="Ảnh ChatGPT 10_40_47 3 thg 10, 2026.png"/>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2013 - 202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2023-01-29T22:00:16Z</dcterms:created>
</cp:coreProperties>
</file>