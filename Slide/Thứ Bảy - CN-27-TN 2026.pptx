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4" roundtripDataSignature="AMtx7mgJB/9PJ21VsiqBr2Q/CEjpWv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4" Type="http://customschemas.google.com/relationships/presentationmetadata" Target="metadata"/><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1d72e0b711e8a63f_1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h1d72e0b711e8a63f_1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3b2cbe721dc07a79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h3b2cbe721dc07a79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h3b2cbe721dc07a79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h3b2cbe721dc07a79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h1d72e0b711e8a63f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h1d72e0b711e8a63f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1d72e0b711e8a63f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h1d72e0b711e8a63f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h1d72e0b711e8a63f_1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h1d72e0b711e8a63f_1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3" name="Google Shape;57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79" name="Google Shape;57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5" name="Google Shape;58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1" name="Google Shape;59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7" name="Google Shape;59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3" name="Google Shape;60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9" name="Google Shape;60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5" name="Google Shape;61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1" name="Google Shape;62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7" name="Google Shape;62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3" name="Google Shape;63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9" name="Google Shape;63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5" name="Google Shape;64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h1d72e0b711e8a63f_1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h1d72e0b711e8a63f_1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h53714c63a9fd51f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h53714c63a9fd51f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h53714c63a9fd51f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h53714c63a9fd51f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53714c63a9fd51f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h53714c63a9fd51f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h53714c63a9fd51f2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h53714c63a9fd51f2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53714c63a9fd51f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h53714c63a9fd51f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h53714c63a9fd51f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h53714c63a9fd51f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53714c63a9fd51f2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h53714c63a9fd51f2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53714c63a9fd51f2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h53714c63a9fd51f2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53714c63a9fd51f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h53714c63a9fd51f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53714c63a9fd51f2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h53714c63a9fd51f2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h53714c63a9fd51f2_0_1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h53714c63a9fd51f2_0_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h53714c63a9fd51f2_0_1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h53714c63a9fd51f2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h53714c63a9fd51f2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h1d72e0b711e8a63f_1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4" name="Google Shape;734;h1d72e0b711e8a63f_1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h1d72e0b711e8a63f_1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h1d72e0b711e8a63f_1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h3b2cbe721dc07a79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h3b2cbe721dc07a79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1d72e0b711e8a63f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h1d72e0b711e8a63f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h1d72e0b711e8a63f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h1d72e0b711e8a63f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hf002f62f5ca6d5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hf002f62f5ca6d5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3b2cbe721dc07a79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h3b2cbe721dc07a79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h3b2cbe721dc07a79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h3b2cbe721dc07a79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h1d72e0b711e8a63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h1d72e0b711e8a63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h1d72e0b711e8a63f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h1d72e0b711e8a63f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h1d72e0b711e8a63f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h1d72e0b711e8a63f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h1d72e0b711e8a63f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h1d72e0b711e8a63f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h1d72e0b711e8a63f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h1d72e0b711e8a63f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h1d72e0b711e8a63f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h1d72e0b711e8a63f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h1d72e0b711e8a63f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h1d72e0b711e8a63f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h1d72e0b711e8a63f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h1d72e0b711e8a63f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h1d72e0b711e8a63f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h1d72e0b711e8a63f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h1d72e0b711e8a63f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h1d72e0b711e8a63f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h1d72e0b711e8a63f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h1d72e0b711e8a63f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h1d72e0b711e8a63f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h1d72e0b711e8a63f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h1d72e0b711e8a63f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h1d72e0b711e8a63f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h1d72e0b711e8a63f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h1d72e0b711e8a63f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1d72e0b711e8a63f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h1d72e0b711e8a63f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h1d72e0b711e8a63f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h1d72e0b711e8a63f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1d72e0b711e8a63f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h1d72e0b711e8a63f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1d72e0b711e8a63f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h1d72e0b711e8a63f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h1d72e0b711e8a63f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h1d72e0b711e8a63f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h1d72e0b711e8a63f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h1d72e0b711e8a63f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h1d72e0b711e8a63f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h1d72e0b711e8a63f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h1d72e0b711e8a63f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h1d72e0b711e8a63f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1d72e0b711e8a63f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h1d72e0b711e8a63f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h1d72e0b711e8a63f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h1d72e0b711e8a63f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1d72e0b711e8a63f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h1d72e0b711e8a63f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h1d72e0b711e8a63f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h1d72e0b711e8a63f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h1d72e0b711e8a63f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h1d72e0b711e8a63f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h1d72e0b711e8a63f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h1d72e0b711e8a63f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1d72e0b711e8a63f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h1d72e0b711e8a63f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h1d72e0b711e8a63f_1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h1d72e0b711e8a63f_1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h3b2cbe721dc07a79_0_2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h3b2cbe721dc07a79_0_2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h1d72e0b711e8a63f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h1d72e0b711e8a63f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h1d72e0b711e8a63f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h1d72e0b711e8a63f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2.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2.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2.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h1d72e0b711e8a63f_1_17"/>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HÁT LÊN BÀI CA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Kim Long)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Hát lên bài ca hỡi ngàn dân. Hãy hát lên bài ca chúc tụng Thiên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Sáng trong niềm tin, một niềm tin, khắp thế nhân chung tiếng hoan ca dâng Chúa thiên đình.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Về đây muôn người, nhạc tấu vang trời, cùng hát muôn lời,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hòa tiếng nơi nơi tung hô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h3b2cbe721dc07a79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Trong nắng ban mai, hoa lá khoe tươi, chim hót vui say,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h3b2cbe721dc07a79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muôn khúc Tân Ca mau vang hòa.</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h1d72e0b711e8a63f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Hát lên bài ca hỡi ngàn dân. Hãy hát lên bài ca chúc tụng Thiên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h1d72e0b711e8a63f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Sáng trong niềm tin, một niềm tin, khắp thế nhân chung tiếng hoan ca dâng Chúa thiên đình.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h1d72e0b711e8a63f_1_21"/>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69" name="Google Shape;56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0" name="Shape 580"/>
        <p:cNvGrpSpPr/>
        <p:nvPr/>
      </p:nvGrpSpPr>
      <p:grpSpPr>
        <a:xfrm>
          <a:off x="0" y="0"/>
          <a:ext cx="0" cy="0"/>
          <a:chOff x="0" y="0"/>
          <a:chExt cx="0" cy="0"/>
        </a:xfrm>
      </p:grpSpPr>
      <p:sp>
        <p:nvSpPr>
          <p:cNvPr id="581" name="Google Shape;58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h1d72e0b711e8a63f_1_37"/>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6" name="Shape 656"/>
        <p:cNvGrpSpPr/>
        <p:nvPr/>
      </p:nvGrpSpPr>
      <p:grpSpPr>
        <a:xfrm>
          <a:off x="0" y="0"/>
          <a:ext cx="0" cy="0"/>
          <a:chOff x="0" y="0"/>
          <a:chExt cx="0" cy="0"/>
        </a:xfrm>
      </p:grpSpPr>
      <p:sp>
        <p:nvSpPr>
          <p:cNvPr id="657" name="Google Shape;65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8" name="Google Shape;658;g3d48ab63a6f_0_9"/>
          <p:cNvPicPr preferRelativeResize="0"/>
          <p:nvPr/>
        </p:nvPicPr>
        <p:blipFill rotWithShape="1">
          <a:blip r:embed="rId3">
            <a:alphaModFix/>
          </a:blip>
          <a:srcRect b="0" l="0" r="0" t="0"/>
          <a:stretch/>
        </p:blipFill>
        <p:spPr>
          <a:xfrm>
            <a:off x="2429" y="0"/>
            <a:ext cx="9139139" cy="5143499"/>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h53714c63a9fd51f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ĐỨC MẸ MÂN CÔI</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h53714c63a9fd51f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Linh hồn tôi ngợi khen Chúa, và thần trí tôi hỉ hoan trong Chúa, Đấng cứu độ tôi.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h53714c63a9fd51f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600">
                <a:solidFill>
                  <a:schemeClr val="lt1"/>
                </a:solidFill>
                <a:latin typeface="Times New Roman"/>
                <a:ea typeface="Times New Roman"/>
                <a:cs typeface="Times New Roman"/>
                <a:sym typeface="Times New Roman"/>
              </a:rPr>
              <a:t>Vì Ngài đoái thương phận hèn, và từ nay thiên hạ ngàn đời sẽ khen rằng này tôi diễm phúc.</a:t>
            </a:r>
            <a:endParaRPr b="1" sz="66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h53714c63a9fd51f2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Linh hồn tôi hớn hở mừng vui, vì Thiên Chúa Đấng cứu độ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h53714c63a9fd51f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Chúa thương đã làm cho tôi nhiều điều lớn lao thật bao cao quý, Chúa Đấng toàn năng.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h53714c63a9fd51f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Lòng Ngài xót thương vô vàn từ đời nọ trải qua đời kia cho những người hằng sợ kính Chúa.</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h53714c63a9fd51f2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Linh hồn tôi hớn hở mừng vui, vì Thiên Chúa Đấng cứu độ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h53714c63a9fd51f2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Chúa cho những người nghèo khó được đầy ấm no, còn ai giàu có khốn khó về không.</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h53714c63a9fd51f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Ngài đã xót thương dân Ngài và chở che cho Is-ra-el bởi nhớ lại lòng từ bi Chúa.</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h53714c63a9fd51f2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Linh hồn tôi hớn hở mừng vui, vì Thiên Chúa Đấng cứu độ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2" name="Shape 712"/>
        <p:cNvGrpSpPr/>
        <p:nvPr/>
      </p:nvGrpSpPr>
      <p:grpSpPr>
        <a:xfrm>
          <a:off x="0" y="0"/>
          <a:ext cx="0" cy="0"/>
          <a:chOff x="0" y="0"/>
          <a:chExt cx="0" cy="0"/>
        </a:xfrm>
      </p:grpSpPr>
      <p:sp>
        <p:nvSpPr>
          <p:cNvPr id="713" name="Google Shape;713;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14" name="Google Shape;714;g3d89366497e_0_44"/>
          <p:cNvPicPr preferRelativeResize="0"/>
          <p:nvPr/>
        </p:nvPicPr>
        <p:blipFill rotWithShape="1">
          <a:blip r:embed="rId3">
            <a:alphaModFix/>
          </a:blip>
          <a:srcRect b="0" l="0" r="0" t="0"/>
          <a:stretch/>
        </p:blipFill>
        <p:spPr>
          <a:xfrm>
            <a:off x="2429" y="0"/>
            <a:ext cx="9139139" cy="5143499"/>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h53714c63a9fd51f2_0_115"/>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Kính chào trinh nữ Ma-ri-ia, Thiên Chúa ở cùng Bà, </a:t>
            </a:r>
            <a:endParaRPr b="1" sz="7200">
              <a:solidFill>
                <a:schemeClr val="lt1"/>
              </a:solidFill>
              <a:latin typeface="Times New Roman"/>
              <a:ea typeface="Times New Roman"/>
              <a:cs typeface="Times New Roman"/>
              <a:sym typeface="Times New Roman"/>
            </a:endParaRPr>
          </a:p>
        </p:txBody>
      </p:sp>
      <p:sp>
        <p:nvSpPr>
          <p:cNvPr id="721" name="Google Shape;721;h53714c63a9fd51f2_0_115"/>
          <p:cNvSpPr txBox="1"/>
          <p:nvPr/>
        </p:nvSpPr>
        <p:spPr>
          <a:xfrm>
            <a:off x="0" y="-50800"/>
            <a:ext cx="9144000" cy="6351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h53714c63a9fd51f2_0_1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Bà được đầy ơn phúc hơn các người nữ.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id="731" name="Google Shape;731;g3baa6357486_0_13"/>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h1d72e0b711e8a63f_1_33"/>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42" name="Google Shape;74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h1d72e0b711e8a63f_1_29"/>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CHỈ LÀ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TẠO VẬT</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Lạy Chúa con chỉ là tạo vật Chúa thật í a sang giàu,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có gì mà dâng Chúa đâu, có gì mà dâng Chúa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h3b2cbe721dc07a79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trước mặt Chúa Thái Sơn cũng mọn hèn,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h1d72e0b711e8a63f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dòng sông cả mấy sâu có là mấy đâu,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h1d72e0b711e8a63f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giữa đôi tay không nhỏ bé biết tìm chi dâng tiến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xin dâng lên con người nhỏ bé, có chi đâu,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hf002f62f5ca6d5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con người ngàn năm mấy thuở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h3b2cbe721dc07a79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xin dâng lên chính là Chiên Thiên Chúa gánh tội tình, gánh tội tình,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h3b2cbe721dc07a79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tháng năm máu Ngài đã đổ làm hy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h1d72e0b711e8a63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Tình Chúa trao máu hồng tử nạn chứa chan suối ơn chan hòa,</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h1d72e0b711e8a63f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dầu mà ngàn năm đã qua, dầu mà ngàn năm đã qua.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h1d72e0b711e8a63f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Chúa ngời sáng ví như khung trời đầy,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h1d72e0b711e8a63f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lòng con nhỏ có chi hơn một thoáng mây,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h1d72e0b711e8a63f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cảm tạ tình thương tuyệt đối biết tìm chi dâng tiến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h1d72e0b711e8a63f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ĐK: </a:t>
            </a:r>
            <a:r>
              <a:rPr b="1" lang="en-US" sz="7200">
                <a:solidFill>
                  <a:schemeClr val="lt1"/>
                </a:solidFill>
                <a:latin typeface="Times New Roman"/>
                <a:ea typeface="Times New Roman"/>
                <a:cs typeface="Times New Roman"/>
                <a:sym typeface="Times New Roman"/>
              </a:rPr>
              <a:t>Con xin dâng lên con người nhỏ bé, có chi đâu,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h1d72e0b711e8a63f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ôi con người ngàn năm mấy thuở có chi đâu.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h1d72e0b711e8a63f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xin dâng lên chính là Chiên Thiên Chúa gánh tội tình, gánh tội tình,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h1d72e0b711e8a63f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tháng năm máu Ngài đã đổ làm hy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pic>
        <p:nvPicPr>
          <p:cNvPr id="942" name="Google Shape;94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pic>
        <p:nvPicPr>
          <p:cNvPr id="982" name="Google Shape;98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New Roman"/>
                <a:ea typeface="Times New Roman"/>
                <a:cs typeface="Times New Roman"/>
                <a:sym typeface="Times New Roman"/>
              </a:rPr>
              <a:t>Này Bà sẽ thụ thai, sinh một con trai, và đặt tên là Giêsu.</a:t>
            </a:r>
            <a:endParaRPr b="1" sz="7300">
              <a:solidFill>
                <a:schemeClr val="lt1"/>
              </a:solidFill>
              <a:latin typeface="Times New Roman"/>
              <a:ea typeface="Times New Roman"/>
              <a:cs typeface="Times New Roman"/>
              <a:sym typeface="Times New Roman"/>
            </a:endParaRPr>
          </a:p>
        </p:txBody>
      </p:sp>
      <p:sp>
        <p:nvSpPr>
          <p:cNvPr id="988" name="Google Shape;98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id="993" name="Google Shape;99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h1d72e0b711e8a63f_0_8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LINH HỒN TÔI</a:t>
            </a:r>
            <a:br>
              <a:rPr b="1" i="0" lang="en-US" sz="4700">
                <a:latin typeface="Times New Roman"/>
                <a:ea typeface="Times New Roman"/>
                <a:cs typeface="Times New Roman"/>
                <a:sym typeface="Times New Roman"/>
              </a:rPr>
            </a:br>
            <a:r>
              <a:rPr b="1" i="1" lang="en-US" sz="4000">
                <a:solidFill>
                  <a:schemeClr val="accent4"/>
                </a:solidFill>
                <a:latin typeface="Times New Roman"/>
                <a:ea typeface="Times New Roman"/>
                <a:cs typeface="Times New Roman"/>
                <a:sym typeface="Times New Roman"/>
              </a:rPr>
              <a:t>(Lm. Kim Long)</a:t>
            </a:r>
            <a:endParaRPr b="1" sz="4000">
              <a:solidFill>
                <a:schemeClr val="accent4"/>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h1d72e0b711e8a63f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Linh hồn tôi tung hô Chúa, tung hô Chúa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h1d72e0b711e8a63f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Thần trí tôi mừng vui vời vợi trong Đấng Cứu Chuộc tôi.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h1d72e0b711e8a63f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đã rủ thương đoái nhìn phận hèn tôi tá.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h1d72e0b711e8a63f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vậy đến muôn đời sẽ khen tôi đầy ơn sẽ khen tôi đầy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h1d72e0b711e8a63f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sẽ khen tôi muôn đời đến muôn đời đến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h1d72e0b711e8a63f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Đấng Toàn Năng đã làm cho tôi những việc cao trọng Danh Người là Thánh.</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1d72e0b711e8a63f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Lượng từ ái trải qua từ đời nọ đến đời kia hằng bao bọc những ai kính sợ Người.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h1d72e0b711e8a63f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Linh hồn tôi tung hô Chúa, tung hô Chúa (i-a).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h1d72e0b711e8a63f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Thần trí tôi mừng vui vời vợi trong Đấng Cứu Chuộc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h1d72e0b711e8a63f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đã rủ thương đoái nhìn phận hèn tôi tá.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h1d72e0b711e8a63f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vậy đến muôn đời sẽ khen tôi đầy ơn sẽ khen tôi đầy phúc,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h1d72e0b711e8a63f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khen tôi muôn đời đến muôn đời đến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h1d72e0b711e8a63f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rgbClr val="FFFF00"/>
                </a:solidFill>
                <a:latin typeface="Times New Roman"/>
                <a:ea typeface="Times New Roman"/>
                <a:cs typeface="Times New Roman"/>
                <a:sym typeface="Times New Roman"/>
              </a:rPr>
              <a:t>2. </a:t>
            </a:r>
            <a:r>
              <a:rPr b="1" lang="en-US" sz="7400">
                <a:solidFill>
                  <a:schemeClr val="lt1"/>
                </a:solidFill>
                <a:latin typeface="Times New Roman"/>
                <a:ea typeface="Times New Roman"/>
                <a:cs typeface="Times New Roman"/>
                <a:sym typeface="Times New Roman"/>
              </a:rPr>
              <a:t>Chúa biểu dương sức mạnh oai phong tiêu diệt tơi bời những phường tự đắc.</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h1d72e0b711e8a63f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Bọn quyền quí tự kiêu Người triệt hạ khỏi toà cao và nâng dậy những ai ở khiêm nhường.</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h1d72e0b711e8a63f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Linh hồn tôi tung hô Chúa, tung hô Chúa (i-a).</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h1d72e0b711e8a63f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Thần trí tôi mừng vui vời vợi trong Đấng Cứu Chuộc tôi.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h1d72e0b711e8a63f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đã rủ thương đoái nhìn phận hèn tôi tá.</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h1d72e0b711e8a63f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vậy đến muôn đời sẽ khen tôi đầy ơn sẽ khen tôi đầy phúc,</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h1d72e0b711e8a63f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sẽ khen tôi muôn đời đến muôn đời đến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pic>
        <p:nvPicPr>
          <p:cNvPr id="1098" name="Google Shape;1098;h1d72e0b711e8a63f_1_25"/>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HOA MÂN CÔI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Một tràng hoa Mân Côi, hương thơm ngào ngạt thắm ân tình.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Từng lời kinh sốt mến, xin dâng về Nữ Vương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Khi an vui thái hòa, như ngày Thiên Sứ truyền tin,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 trong đêm Ngôi Lời giáng trần, như khi Mẹ gặp lại Con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h3b2cbe721dc07a79_0_2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Kết hoa kinh để dâng Mẹ.</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h1d72e0b711e8a63f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Một tràng hoa Mân Côi, hương thơm ngào ngạt thắm ân tình.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h1d72e0b711e8a63f_0_2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Từng lời kinh sốt mến, xin dâng về Nữ Vương hiển vinh.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pic>
        <p:nvPicPr>
          <p:cNvPr id="1143" name="Google Shape;1143;g3fb2dc0a37c_0_109" title="Ảnh ChatGPT 10_40_47 3 thg 10,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