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06.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205.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201.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05.xml"/>
  <Override ContentType="application/vnd.openxmlformats-officedocument.presentationml.slide+xml" PartName="/ppt/slides/slide160.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33.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207.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15" roundtripDataSignature="AMtx7mjrw9VJVg91I8BHh1+t8s26WIox2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106" Type="http://schemas.openxmlformats.org/officeDocument/2006/relationships/slide" Target="slides/slide101.xml"/><Relationship Id="rId105" Type="http://schemas.openxmlformats.org/officeDocument/2006/relationships/slide" Target="slides/slide100.xml"/><Relationship Id="rId104" Type="http://schemas.openxmlformats.org/officeDocument/2006/relationships/slide" Target="slides/slide99.xml"/><Relationship Id="rId109" Type="http://schemas.openxmlformats.org/officeDocument/2006/relationships/slide" Target="slides/slide104.xml"/><Relationship Id="rId108" Type="http://schemas.openxmlformats.org/officeDocument/2006/relationships/slide" Target="slides/slide103.xml"/><Relationship Id="rId103" Type="http://schemas.openxmlformats.org/officeDocument/2006/relationships/slide" Target="slides/slide98.xml"/><Relationship Id="rId102" Type="http://schemas.openxmlformats.org/officeDocument/2006/relationships/slide" Target="slides/slide97.xml"/><Relationship Id="rId101" Type="http://schemas.openxmlformats.org/officeDocument/2006/relationships/slide" Target="slides/slide96.xml"/><Relationship Id="rId100" Type="http://schemas.openxmlformats.org/officeDocument/2006/relationships/slide" Target="slides/slide95.xml"/><Relationship Id="rId215" Type="http://customschemas.google.com/relationships/presentationmetadata" Target="metadata"/><Relationship Id="rId214" Type="http://schemas.openxmlformats.org/officeDocument/2006/relationships/slide" Target="slides/slide209.xml"/><Relationship Id="rId213" Type="http://schemas.openxmlformats.org/officeDocument/2006/relationships/slide" Target="slides/slide208.xml"/><Relationship Id="rId212" Type="http://schemas.openxmlformats.org/officeDocument/2006/relationships/slide" Target="slides/slide207.xml"/><Relationship Id="rId211" Type="http://schemas.openxmlformats.org/officeDocument/2006/relationships/slide" Target="slides/slide206.xml"/><Relationship Id="rId210" Type="http://schemas.openxmlformats.org/officeDocument/2006/relationships/slide" Target="slides/slide20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120" Type="http://schemas.openxmlformats.org/officeDocument/2006/relationships/slide" Target="slides/slide11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117" Type="http://schemas.openxmlformats.org/officeDocument/2006/relationships/slide" Target="slides/slide112.xml"/><Relationship Id="rId116" Type="http://schemas.openxmlformats.org/officeDocument/2006/relationships/slide" Target="slides/slide111.xml"/><Relationship Id="rId115" Type="http://schemas.openxmlformats.org/officeDocument/2006/relationships/slide" Target="slides/slide110.xml"/><Relationship Id="rId119" Type="http://schemas.openxmlformats.org/officeDocument/2006/relationships/slide" Target="slides/slide114.xml"/><Relationship Id="rId110" Type="http://schemas.openxmlformats.org/officeDocument/2006/relationships/slide" Target="slides/slide105.xml"/><Relationship Id="rId114" Type="http://schemas.openxmlformats.org/officeDocument/2006/relationships/slide" Target="slides/slide109.xml"/><Relationship Id="rId113" Type="http://schemas.openxmlformats.org/officeDocument/2006/relationships/slide" Target="slides/slide108.xml"/><Relationship Id="rId112" Type="http://schemas.openxmlformats.org/officeDocument/2006/relationships/slide" Target="slides/slide107.xml"/><Relationship Id="rId111" Type="http://schemas.openxmlformats.org/officeDocument/2006/relationships/slide" Target="slides/slide106.xml"/><Relationship Id="rId206" Type="http://schemas.openxmlformats.org/officeDocument/2006/relationships/slide" Target="slides/slide201.xml"/><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9" Type="http://schemas.openxmlformats.org/officeDocument/2006/relationships/slide" Target="slides/slide204.xml"/><Relationship Id="rId208" Type="http://schemas.openxmlformats.org/officeDocument/2006/relationships/slide" Target="slides/slide203.xml"/><Relationship Id="rId207" Type="http://schemas.openxmlformats.org/officeDocument/2006/relationships/slide" Target="slides/slide202.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h1d72e0b711e8a63f_1_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h1d72e0b711e8a63f_1_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g3faf586043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g3faf586043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faf5860435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g3faf5860435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h3b2cbe721dc07a79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h3b2cbe721dc07a79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h3b2cbe721dc07a79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h3b2cbe721dc07a79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h1d72e0b711e8a63f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h1d72e0b711e8a63f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h1d72e0b711e8a63f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h1d72e0b711e8a63f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h1d72e0b711e8a63f_1_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h1d72e0b711e8a63f_1_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73" name="Google Shape;57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579" name="Google Shape;57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 name="Google Shape;58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85" name="Google Shape;58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 name="Google Shape;59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91" name="Google Shape;59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97" name="Google Shape;59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03" name="Google Shape;60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09" name="Google Shape;60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15" name="Google Shape;61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0" name="Google Shape;62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1" name="Google Shape;62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6" name="Google Shape;62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7" name="Google Shape;62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2" name="Google Shape;63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33" name="Google Shape;63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39" name="Google Shape;63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4" name="Google Shape;64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45" name="Google Shape;64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h1d72e0b711e8a63f_1_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0" name="Google Shape;650;h1d72e0b711e8a63f_1_3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5" name="Google Shape;65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h53714c63a9fd51f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h53714c63a9fd51f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h53714c63a9fd51f2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h53714c63a9fd51f2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53714c63a9fd51f2_0_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h53714c63a9fd51f2_0_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h53714c63a9fd51f2_0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h53714c63a9fd51f2_0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h53714c63a9fd51f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h53714c63a9fd51f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h53714c63a9fd51f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h53714c63a9fd51f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h53714c63a9fd51f2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h53714c63a9fd51f2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h53714c63a9fd51f2_0_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h53714c63a9fd51f2_0_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h53714c63a9fd51f2_0_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h53714c63a9fd51f2_0_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h53714c63a9fd51f2_0_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h53714c63a9fd51f2_0_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1" name="Google Shape;711;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h53714c63a9fd51f2_0_1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7" name="Google Shape;717;h53714c63a9fd51f2_0_1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8" name="Google Shape;718;h53714c63a9fd51f2_0_1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h53714c63a9fd51f2_0_1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4" name="Google Shape;724;h53714c63a9fd51f2_0_1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7" name="Shape 727"/>
        <p:cNvGrpSpPr/>
        <p:nvPr/>
      </p:nvGrpSpPr>
      <p:grpSpPr>
        <a:xfrm>
          <a:off x="0" y="0"/>
          <a:ext cx="0" cy="0"/>
          <a:chOff x="0" y="0"/>
          <a:chExt cx="0" cy="0"/>
        </a:xfrm>
      </p:grpSpPr>
      <p:sp>
        <p:nvSpPr>
          <p:cNvPr id="728" name="Google Shape;728;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9" name="Google Shape;729;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h1d72e0b711e8a63f_1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4" name="Google Shape;734;h1d72e0b711e8a63f_1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9" name="Google Shape;739;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45" name="Google Shape;745;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0" name="Google Shape;750;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5" name="Google Shape;755;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0" name="Google Shape;760;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5" name="Google Shape;765;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0" name="Google Shape;770;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5" name="Google Shape;775;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0" name="Google Shape;780;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5" name="Google Shape;785;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0" name="Google Shape;790;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5" name="Google Shape;795;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0" name="Google Shape;800;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5" name="Google Shape;805;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0" name="Google Shape;810;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 name="Shape 813"/>
        <p:cNvGrpSpPr/>
        <p:nvPr/>
      </p:nvGrpSpPr>
      <p:grpSpPr>
        <a:xfrm>
          <a:off x="0" y="0"/>
          <a:ext cx="0" cy="0"/>
          <a:chOff x="0" y="0"/>
          <a:chExt cx="0" cy="0"/>
        </a:xfrm>
      </p:grpSpPr>
      <p:sp>
        <p:nvSpPr>
          <p:cNvPr id="814" name="Google Shape;814;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5" name="Google Shape;815;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0" name="Google Shape;820;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5" name="Google Shape;825;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0" name="Google Shape;830;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5" name="Google Shape;835;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h1d72e0b711e8a63f_1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0" name="Google Shape;840;h1d72e0b711e8a63f_1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g3f95afb83fa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5" name="Google Shape;845;g3f95afb83fa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g3f69acae762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0" name="Google Shape;850;g3f69acae762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3f69acae762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5" name="Google Shape;855;g3f69acae762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h3b2cbe721dc07a79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0" name="Google Shape;860;h3b2cbe721dc07a79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h1d72e0b711e8a63f_0_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5" name="Google Shape;865;h1d72e0b711e8a63f_0_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h1d72e0b711e8a63f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0" name="Google Shape;870;h1d72e0b711e8a63f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3" name="Shape 873"/>
        <p:cNvGrpSpPr/>
        <p:nvPr/>
      </p:nvGrpSpPr>
      <p:grpSpPr>
        <a:xfrm>
          <a:off x="0" y="0"/>
          <a:ext cx="0" cy="0"/>
          <a:chOff x="0" y="0"/>
          <a:chExt cx="0" cy="0"/>
        </a:xfrm>
      </p:grpSpPr>
      <p:sp>
        <p:nvSpPr>
          <p:cNvPr id="874" name="Google Shape;874;g3fac4c6c2fc_0_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5" name="Google Shape;875;g3fac4c6c2fc_0_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hf002f62f5ca6d5c_0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0" name="Google Shape;880;hf002f62f5ca6d5c_0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h3b2cbe721dc07a79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5" name="Google Shape;885;h3b2cbe721dc07a79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h3b2cbe721dc07a79_0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h3b2cbe721dc07a79_0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h1d72e0b711e8a63f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h1d72e0b711e8a63f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h1d72e0b711e8a63f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h1d72e0b711e8a63f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h1d72e0b711e8a63f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h1d72e0b711e8a63f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h1d72e0b711e8a63f_0_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h1d72e0b711e8a63f_0_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h1d72e0b711e8a63f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h1d72e0b711e8a63f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h1d72e0b711e8a63f_0_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h1d72e0b711e8a63f_0_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h1d72e0b711e8a63f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h1d72e0b711e8a63f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h1d72e0b711e8a63f_0_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h1d72e0b711e8a63f_0_7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h1d72e0b711e8a63f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h1d72e0b711e8a63f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3e9ce9eb37a_0_1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g3e9ce9eb37a_0_1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9" name="Shape 989"/>
        <p:cNvGrpSpPr/>
        <p:nvPr/>
      </p:nvGrpSpPr>
      <p:grpSpPr>
        <a:xfrm>
          <a:off x="0" y="0"/>
          <a:ext cx="0" cy="0"/>
          <a:chOff x="0" y="0"/>
          <a:chExt cx="0" cy="0"/>
        </a:xfrm>
      </p:grpSpPr>
      <p:sp>
        <p:nvSpPr>
          <p:cNvPr id="990" name="Google Shape;990;h428f696962494bd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1" name="Google Shape;991;h428f696962494bd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6" name="Google Shape;996;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h1d72e0b711e8a63f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1" name="Google Shape;1001;h1d72e0b711e8a63f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h1d72e0b711e8a63f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6" name="Google Shape;1006;h1d72e0b711e8a63f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h1d72e0b711e8a63f_0_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1" name="Google Shape;1011;h1d72e0b711e8a63f_0_8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4" name="Shape 1014"/>
        <p:cNvGrpSpPr/>
        <p:nvPr/>
      </p:nvGrpSpPr>
      <p:grpSpPr>
        <a:xfrm>
          <a:off x="0" y="0"/>
          <a:ext cx="0" cy="0"/>
          <a:chOff x="0" y="0"/>
          <a:chExt cx="0" cy="0"/>
        </a:xfrm>
      </p:grpSpPr>
      <p:sp>
        <p:nvSpPr>
          <p:cNvPr id="1015" name="Google Shape;1015;h1d72e0b711e8a63f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6" name="Google Shape;1016;h1d72e0b711e8a63f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h1d72e0b711e8a63f_0_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1" name="Google Shape;1021;h1d72e0b711e8a63f_0_9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h1d72e0b711e8a63f_0_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6" name="Google Shape;1026;h1d72e0b711e8a63f_0_1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h1d72e0b711e8a63f_0_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1" name="Google Shape;1031;h1d72e0b711e8a63f_0_10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1d72e0b711e8a63f_0_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6" name="Google Shape;1036;h1d72e0b711e8a63f_0_1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9" name="Shape 1039"/>
        <p:cNvGrpSpPr/>
        <p:nvPr/>
      </p:nvGrpSpPr>
      <p:grpSpPr>
        <a:xfrm>
          <a:off x="0" y="0"/>
          <a:ext cx="0" cy="0"/>
          <a:chOff x="0" y="0"/>
          <a:chExt cx="0" cy="0"/>
        </a:xfrm>
      </p:grpSpPr>
      <p:sp>
        <p:nvSpPr>
          <p:cNvPr id="1040" name="Google Shape;1040;h1d72e0b711e8a63f_0_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1" name="Google Shape;1041;h1d72e0b711e8a63f_0_1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h1d72e0b711e8a63f_0_1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6" name="Google Shape;1046;h1d72e0b711e8a63f_0_1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9" name="Shape 1049"/>
        <p:cNvGrpSpPr/>
        <p:nvPr/>
      </p:nvGrpSpPr>
      <p:grpSpPr>
        <a:xfrm>
          <a:off x="0" y="0"/>
          <a:ext cx="0" cy="0"/>
          <a:chOff x="0" y="0"/>
          <a:chExt cx="0" cy="0"/>
        </a:xfrm>
      </p:grpSpPr>
      <p:sp>
        <p:nvSpPr>
          <p:cNvPr id="1050" name="Google Shape;1050;h1d72e0b711e8a63f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1" name="Google Shape;1051;h1d72e0b711e8a63f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h1d72e0b711e8a63f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6" name="Google Shape;1056;h1d72e0b711e8a63f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9" name="Shape 1059"/>
        <p:cNvGrpSpPr/>
        <p:nvPr/>
      </p:nvGrpSpPr>
      <p:grpSpPr>
        <a:xfrm>
          <a:off x="0" y="0"/>
          <a:ext cx="0" cy="0"/>
          <a:chOff x="0" y="0"/>
          <a:chExt cx="0" cy="0"/>
        </a:xfrm>
      </p:grpSpPr>
      <p:sp>
        <p:nvSpPr>
          <p:cNvPr id="1060" name="Google Shape;1060;h1d72e0b711e8a63f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1" name="Google Shape;1061;h1d72e0b711e8a63f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h1d72e0b711e8a63f_0_1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6" name="Google Shape;1066;h1d72e0b711e8a63f_0_1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h1d72e0b711e8a63f_0_1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1" name="Google Shape;1071;h1d72e0b711e8a63f_0_1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h1d72e0b711e8a63f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6" name="Google Shape;1076;h1d72e0b711e8a63f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h1d72e0b711e8a63f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1" name="Google Shape;1081;h1d72e0b711e8a63f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4" name="Shape 1084"/>
        <p:cNvGrpSpPr/>
        <p:nvPr/>
      </p:nvGrpSpPr>
      <p:grpSpPr>
        <a:xfrm>
          <a:off x="0" y="0"/>
          <a:ext cx="0" cy="0"/>
          <a:chOff x="0" y="0"/>
          <a:chExt cx="0" cy="0"/>
        </a:xfrm>
      </p:grpSpPr>
      <p:sp>
        <p:nvSpPr>
          <p:cNvPr id="1085" name="Google Shape;1085;h1d72e0b711e8a63f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6" name="Google Shape;1086;h1d72e0b711e8a63f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9" name="Shape 1089"/>
        <p:cNvGrpSpPr/>
        <p:nvPr/>
      </p:nvGrpSpPr>
      <p:grpSpPr>
        <a:xfrm>
          <a:off x="0" y="0"/>
          <a:ext cx="0" cy="0"/>
          <a:chOff x="0" y="0"/>
          <a:chExt cx="0" cy="0"/>
        </a:xfrm>
      </p:grpSpPr>
      <p:sp>
        <p:nvSpPr>
          <p:cNvPr id="1090" name="Google Shape;1090;h1d72e0b711e8a63f_0_1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1" name="Google Shape;1091;h1d72e0b711e8a63f_0_1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4" name="Shape 1094"/>
        <p:cNvGrpSpPr/>
        <p:nvPr/>
      </p:nvGrpSpPr>
      <p:grpSpPr>
        <a:xfrm>
          <a:off x="0" y="0"/>
          <a:ext cx="0" cy="0"/>
          <a:chOff x="0" y="0"/>
          <a:chExt cx="0" cy="0"/>
        </a:xfrm>
      </p:grpSpPr>
      <p:sp>
        <p:nvSpPr>
          <p:cNvPr id="1095" name="Google Shape;1095;h1d72e0b711e8a63f_0_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6" name="Google Shape;1096;h1d72e0b711e8a63f_0_1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h1d72e0b711e8a63f_1_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1" name="Google Shape;1101;h1d72e0b711e8a63f_1_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6" name="Google Shape;1106;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9" name="Shape 1109"/>
        <p:cNvGrpSpPr/>
        <p:nvPr/>
      </p:nvGrpSpPr>
      <p:grpSpPr>
        <a:xfrm>
          <a:off x="0" y="0"/>
          <a:ext cx="0" cy="0"/>
          <a:chOff x="0" y="0"/>
          <a:chExt cx="0" cy="0"/>
        </a:xfrm>
      </p:grpSpPr>
      <p:sp>
        <p:nvSpPr>
          <p:cNvPr id="1110" name="Google Shape;1110;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1" name="Google Shape;1111;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6" name="Google Shape;1116;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9" name="Shape 1119"/>
        <p:cNvGrpSpPr/>
        <p:nvPr/>
      </p:nvGrpSpPr>
      <p:grpSpPr>
        <a:xfrm>
          <a:off x="0" y="0"/>
          <a:ext cx="0" cy="0"/>
          <a:chOff x="0" y="0"/>
          <a:chExt cx="0" cy="0"/>
        </a:xfrm>
      </p:grpSpPr>
      <p:sp>
        <p:nvSpPr>
          <p:cNvPr id="1120" name="Google Shape;1120;g3fb3359abd2_0_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1" name="Google Shape;1121;g3fb3359abd2_0_1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4" name="Shape 1124"/>
        <p:cNvGrpSpPr/>
        <p:nvPr/>
      </p:nvGrpSpPr>
      <p:grpSpPr>
        <a:xfrm>
          <a:off x="0" y="0"/>
          <a:ext cx="0" cy="0"/>
          <a:chOff x="0" y="0"/>
          <a:chExt cx="0" cy="0"/>
        </a:xfrm>
      </p:grpSpPr>
      <p:sp>
        <p:nvSpPr>
          <p:cNvPr id="1125" name="Google Shape;1125;g3fb3359abd2_0_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6" name="Google Shape;1126;g3fb3359abd2_0_1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h3b2cbe721dc07a79_0_2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1" name="Google Shape;1131;h3b2cbe721dc07a79_0_2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h1d72e0b711e8a63f_0_2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6" name="Google Shape;1136;h1d72e0b711e8a63f_0_2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h1d72e0b711e8a63f_0_2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1" name="Google Shape;1141;h1d72e0b711e8a63f_0_2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g3fb2dc0a37c_0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6" name="Google Shape;1146;g3fb2dc0a37c_0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 Id="rId3" Type="http://schemas.openxmlformats.org/officeDocument/2006/relationships/image" Target="../media/image4.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jp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2.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jp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jp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id="513" name="Google Shape;513;h1d72e0b711e8a63f_1_17"/>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HÁT LÊN BÀI CA</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(Lm. Kim Long)</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g3faf5860435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Về đây muôn người, nhạc tấu vang trời, cùng hát muôn lời,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g3faf5860435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hòa tiếng nơi nơi tung hô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h3b2cbe721dc07a79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1. </a:t>
            </a:r>
            <a:r>
              <a:rPr b="1" lang="en-US" sz="7200">
                <a:solidFill>
                  <a:schemeClr val="lt1"/>
                </a:solidFill>
                <a:latin typeface="Times New Roman"/>
                <a:ea typeface="Times New Roman"/>
                <a:cs typeface="Times New Roman"/>
                <a:sym typeface="Times New Roman"/>
              </a:rPr>
              <a:t>Trong nắng ban mai, hoa lá khoe tươi, chim hót vui say,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h3b2cbe721dc07a79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muôn khúc Tân Ca mau vang hòa.</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h1d72e0b711e8a63f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h1d72e0b711e8a63f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pic>
        <p:nvPicPr>
          <p:cNvPr id="563" name="Google Shape;563;h1d72e0b711e8a63f_1_21"/>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569" name="Google Shape;56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0" name="Shape 580"/>
        <p:cNvGrpSpPr/>
        <p:nvPr/>
      </p:nvGrpSpPr>
      <p:grpSpPr>
        <a:xfrm>
          <a:off x="0" y="0"/>
          <a:ext cx="0" cy="0"/>
          <a:chOff x="0" y="0"/>
          <a:chExt cx="0" cy="0"/>
        </a:xfrm>
      </p:grpSpPr>
      <p:sp>
        <p:nvSpPr>
          <p:cNvPr id="581" name="Google Shape;58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4" name="Shape 634"/>
        <p:cNvGrpSpPr/>
        <p:nvPr/>
      </p:nvGrpSpPr>
      <p:grpSpPr>
        <a:xfrm>
          <a:off x="0" y="0"/>
          <a:ext cx="0" cy="0"/>
          <a:chOff x="0" y="0"/>
          <a:chExt cx="0" cy="0"/>
        </a:xfrm>
      </p:grpSpPr>
      <p:sp>
        <p:nvSpPr>
          <p:cNvPr id="635" name="Google Shape;63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pic>
        <p:nvPicPr>
          <p:cNvPr id="652" name="Google Shape;652;h1d72e0b711e8a63f_1_37"/>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56" name="Shape 656"/>
        <p:cNvGrpSpPr/>
        <p:nvPr/>
      </p:nvGrpSpPr>
      <p:grpSpPr>
        <a:xfrm>
          <a:off x="0" y="0"/>
          <a:ext cx="0" cy="0"/>
          <a:chOff x="0" y="0"/>
          <a:chExt cx="0" cy="0"/>
        </a:xfrm>
      </p:grpSpPr>
      <p:sp>
        <p:nvSpPr>
          <p:cNvPr id="657" name="Google Shape;65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658" name="Google Shape;658;g3d48ab63a6f_0_9"/>
          <p:cNvPicPr preferRelativeResize="0"/>
          <p:nvPr/>
        </p:nvPicPr>
        <p:blipFill rotWithShape="1">
          <a:blip r:embed="rId3">
            <a:alphaModFix/>
          </a:blip>
          <a:srcRect b="0" l="0" r="0" t="0"/>
          <a:stretch/>
        </p:blipFill>
        <p:spPr>
          <a:xfrm>
            <a:off x="2429" y="0"/>
            <a:ext cx="9139139" cy="5143499"/>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h53714c63a9fd51f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ĐỨC MẸ MÂN CÔI</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h53714c63a9fd51f2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rgbClr val="FFFF00"/>
                </a:solidFill>
                <a:latin typeface="Times New Roman"/>
                <a:ea typeface="Times New Roman"/>
                <a:cs typeface="Times New Roman"/>
                <a:sym typeface="Times New Roman"/>
              </a:rPr>
              <a:t>1. </a:t>
            </a:r>
            <a:r>
              <a:rPr b="1" lang="en-US" sz="7000">
                <a:solidFill>
                  <a:schemeClr val="lt1"/>
                </a:solidFill>
                <a:latin typeface="Times New Roman"/>
                <a:ea typeface="Times New Roman"/>
                <a:cs typeface="Times New Roman"/>
                <a:sym typeface="Times New Roman"/>
              </a:rPr>
              <a:t>Linh hồn tôi ngợi khen Chúa, và thần trí tôi hỉ hoan trong Chúa, Đấng cứu độ tôi.</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h53714c63a9fd51f2_0_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600">
                <a:solidFill>
                  <a:schemeClr val="lt1"/>
                </a:solidFill>
                <a:latin typeface="Times New Roman"/>
                <a:ea typeface="Times New Roman"/>
                <a:cs typeface="Times New Roman"/>
                <a:sym typeface="Times New Roman"/>
              </a:rPr>
              <a:t>Vì Ngài đoái thương phận hèn, và từ nay thiên hạ ngàn đời sẽ khen rằng này tôi diễm phúc.</a:t>
            </a:r>
            <a:endParaRPr b="1" sz="6600">
              <a:solidFill>
                <a:schemeClr val="lt1"/>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h53714c63a9fd51f2_0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h53714c63a9fd51f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rgbClr val="FFFF00"/>
                </a:solidFill>
                <a:latin typeface="Times New Roman"/>
                <a:ea typeface="Times New Roman"/>
                <a:cs typeface="Times New Roman"/>
                <a:sym typeface="Times New Roman"/>
              </a:rPr>
              <a:t>2. </a:t>
            </a:r>
            <a:r>
              <a:rPr b="1" lang="en-US" sz="7100">
                <a:solidFill>
                  <a:schemeClr val="lt1"/>
                </a:solidFill>
                <a:latin typeface="Times New Roman"/>
                <a:ea typeface="Times New Roman"/>
                <a:cs typeface="Times New Roman"/>
                <a:sym typeface="Times New Roman"/>
              </a:rPr>
              <a:t>Chúa thương đã làm cho tôi nhiều điều lớn lao thật bao cao quý, Chúa Đấng toàn năng.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h53714c63a9fd51f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Lòng Ngài xót thương vô vàn từ đời nọ trải qua đời kia cho những người hằng sợ kính Chúa.</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h53714c63a9fd51f2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h53714c63a9fd51f2_0_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900">
                <a:solidFill>
                  <a:srgbClr val="FFFF00"/>
                </a:solidFill>
                <a:latin typeface="Times New Roman"/>
                <a:ea typeface="Times New Roman"/>
                <a:cs typeface="Times New Roman"/>
                <a:sym typeface="Times New Roman"/>
              </a:rPr>
              <a:t>3. </a:t>
            </a:r>
            <a:r>
              <a:rPr b="1" lang="en-US" sz="6900">
                <a:solidFill>
                  <a:schemeClr val="lt1"/>
                </a:solidFill>
                <a:latin typeface="Times New Roman"/>
                <a:ea typeface="Times New Roman"/>
                <a:cs typeface="Times New Roman"/>
                <a:sym typeface="Times New Roman"/>
              </a:rPr>
              <a:t>Chúa cho những người nghèo khó được đầy ấm no, còn ai giàu có khốn khó về không.</a:t>
            </a:r>
            <a:endParaRPr b="1" sz="69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h53714c63a9fd51f2_0_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Ngài đã xót thương dân Ngài và chở che cho Is-ra-el bởi nhớ lại lòng từ bi Chúa.</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h53714c63a9fd51f2_0_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12" name="Shape 712"/>
        <p:cNvGrpSpPr/>
        <p:nvPr/>
      </p:nvGrpSpPr>
      <p:grpSpPr>
        <a:xfrm>
          <a:off x="0" y="0"/>
          <a:ext cx="0" cy="0"/>
          <a:chOff x="0" y="0"/>
          <a:chExt cx="0" cy="0"/>
        </a:xfrm>
      </p:grpSpPr>
      <p:sp>
        <p:nvSpPr>
          <p:cNvPr id="713" name="Google Shape;713;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14" name="Google Shape;714;g3d89366497e_0_44"/>
          <p:cNvPicPr preferRelativeResize="0"/>
          <p:nvPr/>
        </p:nvPicPr>
        <p:blipFill rotWithShape="1">
          <a:blip r:embed="rId3">
            <a:alphaModFix/>
          </a:blip>
          <a:srcRect b="0" l="0" r="0" t="0"/>
          <a:stretch/>
        </p:blipFill>
        <p:spPr>
          <a:xfrm>
            <a:off x="2429" y="0"/>
            <a:ext cx="9139139" cy="5143499"/>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9" name="Shape 719"/>
        <p:cNvGrpSpPr/>
        <p:nvPr/>
      </p:nvGrpSpPr>
      <p:grpSpPr>
        <a:xfrm>
          <a:off x="0" y="0"/>
          <a:ext cx="0" cy="0"/>
          <a:chOff x="0" y="0"/>
          <a:chExt cx="0" cy="0"/>
        </a:xfrm>
      </p:grpSpPr>
      <p:sp>
        <p:nvSpPr>
          <p:cNvPr id="720" name="Google Shape;720;h53714c63a9fd51f2_0_115"/>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5700">
                <a:solidFill>
                  <a:srgbClr val="FFFF00"/>
                </a:solidFill>
                <a:latin typeface="Times New Roman"/>
                <a:ea typeface="Times New Roman"/>
                <a:cs typeface="Times New Roman"/>
                <a:sym typeface="Times New Roman"/>
              </a:rPr>
              <a:t>All… All…</a:t>
            </a:r>
            <a:r>
              <a:rPr b="1" i="1" lang="en-US" sz="7200">
                <a:solidFill>
                  <a:srgbClr val="EE0000"/>
                </a:solidFill>
                <a:latin typeface="Times New Roman"/>
                <a:ea typeface="Times New Roman"/>
                <a:cs typeface="Times New Roman"/>
                <a:sym typeface="Times New Roman"/>
              </a:rPr>
              <a:t> </a:t>
            </a:r>
            <a:br>
              <a:rPr b="1" i="1" lang="en-US" sz="7400">
                <a:solidFill>
                  <a:srgbClr val="EE0000"/>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Kính chào trinh nữ Ma-ri-ia, Thiên Chúa ở cùng Bà, </a:t>
            </a:r>
            <a:endParaRPr b="1" sz="7200">
              <a:solidFill>
                <a:schemeClr val="lt1"/>
              </a:solidFill>
              <a:latin typeface="Times New Roman"/>
              <a:ea typeface="Times New Roman"/>
              <a:cs typeface="Times New Roman"/>
              <a:sym typeface="Times New Roman"/>
            </a:endParaRPr>
          </a:p>
        </p:txBody>
      </p:sp>
      <p:sp>
        <p:nvSpPr>
          <p:cNvPr id="721" name="Google Shape;721;h53714c63a9fd51f2_0_115"/>
          <p:cNvSpPr txBox="1"/>
          <p:nvPr/>
        </p:nvSpPr>
        <p:spPr>
          <a:xfrm>
            <a:off x="0" y="-50800"/>
            <a:ext cx="9144000" cy="6351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5" name="Shape 725"/>
        <p:cNvGrpSpPr/>
        <p:nvPr/>
      </p:nvGrpSpPr>
      <p:grpSpPr>
        <a:xfrm>
          <a:off x="0" y="0"/>
          <a:ext cx="0" cy="0"/>
          <a:chOff x="0" y="0"/>
          <a:chExt cx="0" cy="0"/>
        </a:xfrm>
      </p:grpSpPr>
      <p:sp>
        <p:nvSpPr>
          <p:cNvPr id="726" name="Google Shape;726;h53714c63a9fd51f2_0_121"/>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6800">
                <a:solidFill>
                  <a:schemeClr val="lt1"/>
                </a:solidFill>
                <a:latin typeface="Times New Roman"/>
                <a:ea typeface="Times New Roman"/>
                <a:cs typeface="Times New Roman"/>
                <a:sym typeface="Times New Roman"/>
              </a:rPr>
              <a:t>Bà được đầy ơn phúc hơn các người nữ. </a:t>
            </a:r>
            <a:r>
              <a:rPr b="1" i="1" lang="en-US" sz="6800">
                <a:solidFill>
                  <a:srgbClr val="FFFF00"/>
                </a:solidFill>
                <a:latin typeface="Times New Roman"/>
                <a:ea typeface="Times New Roman"/>
                <a:cs typeface="Times New Roman"/>
                <a:sym typeface="Times New Roman"/>
              </a:rPr>
              <a:t>All..</a:t>
            </a:r>
            <a:endParaRPr b="1" sz="6800">
              <a:solidFill>
                <a:srgbClr val="FFFF00"/>
              </a:solidFill>
              <a:latin typeface="Times New Roman"/>
              <a:ea typeface="Times New Roman"/>
              <a:cs typeface="Times New Roman"/>
              <a:sym typeface="Times New Roman"/>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0" name="Shape 730"/>
        <p:cNvGrpSpPr/>
        <p:nvPr/>
      </p:nvGrpSpPr>
      <p:grpSpPr>
        <a:xfrm>
          <a:off x="0" y="0"/>
          <a:ext cx="0" cy="0"/>
          <a:chOff x="0" y="0"/>
          <a:chExt cx="0" cy="0"/>
        </a:xfrm>
      </p:grpSpPr>
      <p:pic>
        <p:nvPicPr>
          <p:cNvPr id="731" name="Google Shape;731;g3baa6357486_0_13"/>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5" name="Shape 735"/>
        <p:cNvGrpSpPr/>
        <p:nvPr/>
      </p:nvGrpSpPr>
      <p:grpSpPr>
        <a:xfrm>
          <a:off x="0" y="0"/>
          <a:ext cx="0" cy="0"/>
          <a:chOff x="0" y="0"/>
          <a:chExt cx="0" cy="0"/>
        </a:xfrm>
      </p:grpSpPr>
      <p:pic>
        <p:nvPicPr>
          <p:cNvPr id="736" name="Google Shape;736;h1d72e0b711e8a63f_1_33"/>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sp>
        <p:nvSpPr>
          <p:cNvPr id="741" name="Google Shape;741;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742" name="Google Shape;742;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6" name="Shape 746"/>
        <p:cNvGrpSpPr/>
        <p:nvPr/>
      </p:nvGrpSpPr>
      <p:grpSpPr>
        <a:xfrm>
          <a:off x="0" y="0"/>
          <a:ext cx="0" cy="0"/>
          <a:chOff x="0" y="0"/>
          <a:chExt cx="0" cy="0"/>
        </a:xfrm>
      </p:grpSpPr>
      <p:sp>
        <p:nvSpPr>
          <p:cNvPr id="747" name="Google Shape;747;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1" name="Shape 751"/>
        <p:cNvGrpSpPr/>
        <p:nvPr/>
      </p:nvGrpSpPr>
      <p:grpSpPr>
        <a:xfrm>
          <a:off x="0" y="0"/>
          <a:ext cx="0" cy="0"/>
          <a:chOff x="0" y="0"/>
          <a:chExt cx="0" cy="0"/>
        </a:xfrm>
      </p:grpSpPr>
      <p:sp>
        <p:nvSpPr>
          <p:cNvPr id="752" name="Google Shape;752;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sp>
        <p:nvSpPr>
          <p:cNvPr id="777" name="Google Shape;777;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1" name="Shape 821"/>
        <p:cNvGrpSpPr/>
        <p:nvPr/>
      </p:nvGrpSpPr>
      <p:grpSpPr>
        <a:xfrm>
          <a:off x="0" y="0"/>
          <a:ext cx="0" cy="0"/>
          <a:chOff x="0" y="0"/>
          <a:chExt cx="0" cy="0"/>
        </a:xfrm>
      </p:grpSpPr>
      <p:sp>
        <p:nvSpPr>
          <p:cNvPr id="822" name="Google Shape;822;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6" name="Shape 836"/>
        <p:cNvGrpSpPr/>
        <p:nvPr/>
      </p:nvGrpSpPr>
      <p:grpSpPr>
        <a:xfrm>
          <a:off x="0" y="0"/>
          <a:ext cx="0" cy="0"/>
          <a:chOff x="0" y="0"/>
          <a:chExt cx="0" cy="0"/>
        </a:xfrm>
      </p:grpSpPr>
      <p:sp>
        <p:nvSpPr>
          <p:cNvPr id="837" name="Google Shape;837;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h1d72e0b711e8a63f_1_29"/>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g3f95afb83fa_0_24"/>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CHỈ LÀ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TẠO VẬT</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(Phanxicô)</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g3f69acae762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Lạy Chúa con chỉ là tạo vật Chúa thật í a sang giàu,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sp>
        <p:nvSpPr>
          <p:cNvPr id="857" name="Google Shape;857;g3f69acae762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có gì mà dâng Chúa đâu, có gì mà dâng Chúa đâu.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1" name="Shape 861"/>
        <p:cNvGrpSpPr/>
        <p:nvPr/>
      </p:nvGrpSpPr>
      <p:grpSpPr>
        <a:xfrm>
          <a:off x="0" y="0"/>
          <a:ext cx="0" cy="0"/>
          <a:chOff x="0" y="0"/>
          <a:chExt cx="0" cy="0"/>
        </a:xfrm>
      </p:grpSpPr>
      <p:sp>
        <p:nvSpPr>
          <p:cNvPr id="862" name="Google Shape;862;h3b2cbe721dc07a79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Vì trước mặt Chúa Thái Sơn cũng mọn hèn,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6" name="Shape 866"/>
        <p:cNvGrpSpPr/>
        <p:nvPr/>
      </p:nvGrpSpPr>
      <p:grpSpPr>
        <a:xfrm>
          <a:off x="0" y="0"/>
          <a:ext cx="0" cy="0"/>
          <a:chOff x="0" y="0"/>
          <a:chExt cx="0" cy="0"/>
        </a:xfrm>
      </p:grpSpPr>
      <p:sp>
        <p:nvSpPr>
          <p:cNvPr id="867" name="Google Shape;867;h1d72e0b711e8a63f_0_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dòng sông cả mấy sâu có là mấy đâu,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1" name="Shape 871"/>
        <p:cNvGrpSpPr/>
        <p:nvPr/>
      </p:nvGrpSpPr>
      <p:grpSpPr>
        <a:xfrm>
          <a:off x="0" y="0"/>
          <a:ext cx="0" cy="0"/>
          <a:chOff x="0" y="0"/>
          <a:chExt cx="0" cy="0"/>
        </a:xfrm>
      </p:grpSpPr>
      <p:sp>
        <p:nvSpPr>
          <p:cNvPr id="872" name="Google Shape;872;h1d72e0b711e8a63f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giữa đôi tay không nhỏ bé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6" name="Shape 876"/>
        <p:cNvGrpSpPr/>
        <p:nvPr/>
      </p:nvGrpSpPr>
      <p:grpSpPr>
        <a:xfrm>
          <a:off x="0" y="0"/>
          <a:ext cx="0" cy="0"/>
          <a:chOff x="0" y="0"/>
          <a:chExt cx="0" cy="0"/>
        </a:xfrm>
      </p:grpSpPr>
      <p:sp>
        <p:nvSpPr>
          <p:cNvPr id="877" name="Google Shape;877;g3fac4c6c2fc_0_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hf002f62f5ca6d5c_0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h3b2cbe721dc07a79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h3b2cbe721dc07a79_0_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h1d72e0b711e8a63f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2. </a:t>
            </a:r>
            <a:r>
              <a:rPr b="1" lang="en-US" sz="7500">
                <a:solidFill>
                  <a:schemeClr val="lt1"/>
                </a:solidFill>
                <a:latin typeface="Times New Roman"/>
                <a:ea typeface="Times New Roman"/>
                <a:cs typeface="Times New Roman"/>
                <a:sym typeface="Times New Roman"/>
              </a:rPr>
              <a:t>Tình Chúa trao máu hồng tử nạn chứa chan suối ơn chan hòa,</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h1d72e0b711e8a63f_0_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dầu mà ngàn năm đã qua, dầu mà ngàn năm đã qua.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h1d72e0b711e8a63f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Tình Chúa ngời sáng ví như khung trời đầy,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h1d72e0b711e8a63f_0_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lòng con nhỏ có chi hơn một thoáng mây,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h1d72e0b711e8a63f_0_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cảm tạ tình thương tuyệt đối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h1d72e0b711e8a63f_0_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h1d72e0b711e8a63f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h1d72e0b711e8a63f_0_7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h1d72e0b711e8a63f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pic>
        <p:nvPicPr>
          <p:cNvPr id="942" name="Google Shape;942;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pic>
        <p:nvPicPr>
          <p:cNvPr id="962" name="Google Shape;962;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pic>
        <p:nvPicPr>
          <p:cNvPr id="982" name="Google Shape;982;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g3e9ce9eb37a_0_183"/>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300">
                <a:solidFill>
                  <a:schemeClr val="lt1"/>
                </a:solidFill>
                <a:latin typeface="Times New Roman"/>
                <a:ea typeface="Times New Roman"/>
                <a:cs typeface="Times New Roman"/>
                <a:sym typeface="Times New Roman"/>
              </a:rPr>
              <a:t>Chỉ có một tấm bánh, nên tuy nhiều, chúng ta cũng chỉ là một thân thể,</a:t>
            </a:r>
            <a:endParaRPr b="1" sz="7300">
              <a:solidFill>
                <a:schemeClr val="lt1"/>
              </a:solidFill>
              <a:latin typeface="Times New Roman"/>
              <a:ea typeface="Times New Roman"/>
              <a:cs typeface="Times New Roman"/>
              <a:sym typeface="Times New Roman"/>
            </a:endParaRPr>
          </a:p>
        </p:txBody>
      </p:sp>
      <p:sp>
        <p:nvSpPr>
          <p:cNvPr id="988" name="Google Shape;988;g3e9ce9eb37a_0_183"/>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2" name="Shape 992"/>
        <p:cNvGrpSpPr/>
        <p:nvPr/>
      </p:nvGrpSpPr>
      <p:grpSpPr>
        <a:xfrm>
          <a:off x="0" y="0"/>
          <a:ext cx="0" cy="0"/>
          <a:chOff x="0" y="0"/>
          <a:chExt cx="0" cy="0"/>
        </a:xfrm>
      </p:grpSpPr>
      <p:sp>
        <p:nvSpPr>
          <p:cNvPr id="993" name="Google Shape;993;h428f696962494bd5_0_1"/>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500">
                <a:solidFill>
                  <a:schemeClr val="lt1"/>
                </a:solidFill>
                <a:latin typeface="Times New Roman"/>
                <a:ea typeface="Times New Roman"/>
                <a:cs typeface="Times New Roman"/>
                <a:sym typeface="Times New Roman"/>
              </a:rPr>
              <a:t>vì hết thảy chúng ta thông phần cùng một tấm bánh, và cùng một chén rượu.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pic>
        <p:nvPicPr>
          <p:cNvPr id="998" name="Google Shape;998;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h1d72e0b711e8a63f_0_8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LINH HỒN TÔI</a:t>
            </a:r>
            <a:br>
              <a:rPr b="1" i="0" lang="en-US" sz="4700">
                <a:latin typeface="Times New Roman"/>
                <a:ea typeface="Times New Roman"/>
                <a:cs typeface="Times New Roman"/>
                <a:sym typeface="Times New Roman"/>
              </a:rPr>
            </a:br>
            <a:r>
              <a:rPr b="1" i="1" lang="en-US" sz="4000">
                <a:solidFill>
                  <a:schemeClr val="accent4"/>
                </a:solidFill>
                <a:latin typeface="Times New Roman"/>
                <a:ea typeface="Times New Roman"/>
                <a:cs typeface="Times New Roman"/>
                <a:sym typeface="Times New Roman"/>
              </a:rPr>
              <a:t>(Lm. Kim Long)</a:t>
            </a:r>
            <a:endParaRPr b="1" sz="4000">
              <a:solidFill>
                <a:schemeClr val="accent4"/>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h1d72e0b711e8a63f_0_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Linh hồn tôi tung hô Chúa, tung hô Chúa (i-a).</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h1d72e0b711e8a63f_0_8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Thần trí tôi mừng vui vời vợi trong Đấng Cứu Chuộc tôi.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7" name="Shape 1017"/>
        <p:cNvGrpSpPr/>
        <p:nvPr/>
      </p:nvGrpSpPr>
      <p:grpSpPr>
        <a:xfrm>
          <a:off x="0" y="0"/>
          <a:ext cx="0" cy="0"/>
          <a:chOff x="0" y="0"/>
          <a:chExt cx="0" cy="0"/>
        </a:xfrm>
      </p:grpSpPr>
      <p:sp>
        <p:nvSpPr>
          <p:cNvPr id="1018" name="Google Shape;1018;h1d72e0b711e8a63f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Chúa đã rủ thương đoái nhìn phận hèn tôi tá.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2" name="Shape 1022"/>
        <p:cNvGrpSpPr/>
        <p:nvPr/>
      </p:nvGrpSpPr>
      <p:grpSpPr>
        <a:xfrm>
          <a:off x="0" y="0"/>
          <a:ext cx="0" cy="0"/>
          <a:chOff x="0" y="0"/>
          <a:chExt cx="0" cy="0"/>
        </a:xfrm>
      </p:grpSpPr>
      <p:sp>
        <p:nvSpPr>
          <p:cNvPr id="1023" name="Google Shape;1023;h1d72e0b711e8a63f_0_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Vì vậy đến muôn đời sẽ khen tôi đầy ơn sẽ khen tôi đầy phúc,</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h1d72e0b711e8a63f_0_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sẽ khen tôi muôn đời đến muôn đời đến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h1d72e0b711e8a63f_0_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 </a:t>
            </a:r>
            <a:r>
              <a:rPr b="1" lang="en-US" sz="7600">
                <a:solidFill>
                  <a:schemeClr val="lt1"/>
                </a:solidFill>
                <a:latin typeface="Times New Roman"/>
                <a:ea typeface="Times New Roman"/>
                <a:cs typeface="Times New Roman"/>
                <a:sym typeface="Times New Roman"/>
              </a:rPr>
              <a:t>Đấng Toàn Năng đã làm cho tôi những việc cao trọng Danh Người là Thánh.</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h1d72e0b711e8a63f_0_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Lượng từ ái trải qua từ đời nọ đến đời kia hằng bao bọc những ai kính sợ Người.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2" name="Shape 1042"/>
        <p:cNvGrpSpPr/>
        <p:nvPr/>
      </p:nvGrpSpPr>
      <p:grpSpPr>
        <a:xfrm>
          <a:off x="0" y="0"/>
          <a:ext cx="0" cy="0"/>
          <a:chOff x="0" y="0"/>
          <a:chExt cx="0" cy="0"/>
        </a:xfrm>
      </p:grpSpPr>
      <p:sp>
        <p:nvSpPr>
          <p:cNvPr id="1043" name="Google Shape;1043;h1d72e0b711e8a63f_0_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h1d72e0b711e8a63f_0_1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2" name="Shape 1052"/>
        <p:cNvGrpSpPr/>
        <p:nvPr/>
      </p:nvGrpSpPr>
      <p:grpSpPr>
        <a:xfrm>
          <a:off x="0" y="0"/>
          <a:ext cx="0" cy="0"/>
          <a:chOff x="0" y="0"/>
          <a:chExt cx="0" cy="0"/>
        </a:xfrm>
      </p:grpSpPr>
      <p:sp>
        <p:nvSpPr>
          <p:cNvPr id="1053" name="Google Shape;1053;h1d72e0b711e8a63f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h1d72e0b711e8a63f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h1d72e0b711e8a63f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7" name="Shape 1067"/>
        <p:cNvGrpSpPr/>
        <p:nvPr/>
      </p:nvGrpSpPr>
      <p:grpSpPr>
        <a:xfrm>
          <a:off x="0" y="0"/>
          <a:ext cx="0" cy="0"/>
          <a:chOff x="0" y="0"/>
          <a:chExt cx="0" cy="0"/>
        </a:xfrm>
      </p:grpSpPr>
      <p:sp>
        <p:nvSpPr>
          <p:cNvPr id="1068" name="Google Shape;1068;h1d72e0b711e8a63f_0_1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400">
                <a:solidFill>
                  <a:srgbClr val="FFFF00"/>
                </a:solidFill>
                <a:latin typeface="Times New Roman"/>
                <a:ea typeface="Times New Roman"/>
                <a:cs typeface="Times New Roman"/>
                <a:sym typeface="Times New Roman"/>
              </a:rPr>
              <a:t>2. </a:t>
            </a:r>
            <a:r>
              <a:rPr b="1" lang="en-US" sz="7400">
                <a:solidFill>
                  <a:schemeClr val="lt1"/>
                </a:solidFill>
                <a:latin typeface="Times New Roman"/>
                <a:ea typeface="Times New Roman"/>
                <a:cs typeface="Times New Roman"/>
                <a:sym typeface="Times New Roman"/>
              </a:rPr>
              <a:t>Chúa biểu dương sức mạnh oai phong tiêu diệt tơi bời những phường tự đắc.</a:t>
            </a:r>
            <a:endParaRPr b="1" sz="7400">
              <a:solidFill>
                <a:schemeClr val="lt1"/>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2" name="Shape 1072"/>
        <p:cNvGrpSpPr/>
        <p:nvPr/>
      </p:nvGrpSpPr>
      <p:grpSpPr>
        <a:xfrm>
          <a:off x="0" y="0"/>
          <a:ext cx="0" cy="0"/>
          <a:chOff x="0" y="0"/>
          <a:chExt cx="0" cy="0"/>
        </a:xfrm>
      </p:grpSpPr>
      <p:sp>
        <p:nvSpPr>
          <p:cNvPr id="1073" name="Google Shape;1073;h1d72e0b711e8a63f_0_1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Bọn quyền quí tự kiêu Người triệt hạ khỏi toà cao và nâng dậy những ai ở khiêm nhường.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7" name="Shape 1077"/>
        <p:cNvGrpSpPr/>
        <p:nvPr/>
      </p:nvGrpSpPr>
      <p:grpSpPr>
        <a:xfrm>
          <a:off x="0" y="0"/>
          <a:ext cx="0" cy="0"/>
          <a:chOff x="0" y="0"/>
          <a:chExt cx="0" cy="0"/>
        </a:xfrm>
      </p:grpSpPr>
      <p:sp>
        <p:nvSpPr>
          <p:cNvPr id="1078" name="Google Shape;1078;h1d72e0b711e8a63f_0_1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h1d72e0b711e8a63f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7" name="Shape 1087"/>
        <p:cNvGrpSpPr/>
        <p:nvPr/>
      </p:nvGrpSpPr>
      <p:grpSpPr>
        <a:xfrm>
          <a:off x="0" y="0"/>
          <a:ext cx="0" cy="0"/>
          <a:chOff x="0" y="0"/>
          <a:chExt cx="0" cy="0"/>
        </a:xfrm>
      </p:grpSpPr>
      <p:sp>
        <p:nvSpPr>
          <p:cNvPr id="1088" name="Google Shape;1088;h1d72e0b711e8a63f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2" name="Shape 1092"/>
        <p:cNvGrpSpPr/>
        <p:nvPr/>
      </p:nvGrpSpPr>
      <p:grpSpPr>
        <a:xfrm>
          <a:off x="0" y="0"/>
          <a:ext cx="0" cy="0"/>
          <a:chOff x="0" y="0"/>
          <a:chExt cx="0" cy="0"/>
        </a:xfrm>
      </p:grpSpPr>
      <p:sp>
        <p:nvSpPr>
          <p:cNvPr id="1093" name="Google Shape;1093;h1d72e0b711e8a63f_0_1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7" name="Shape 1097"/>
        <p:cNvGrpSpPr/>
        <p:nvPr/>
      </p:nvGrpSpPr>
      <p:grpSpPr>
        <a:xfrm>
          <a:off x="0" y="0"/>
          <a:ext cx="0" cy="0"/>
          <a:chOff x="0" y="0"/>
          <a:chExt cx="0" cy="0"/>
        </a:xfrm>
      </p:grpSpPr>
      <p:sp>
        <p:nvSpPr>
          <p:cNvPr id="1098" name="Google Shape;1098;h1d72e0b711e8a63f_0_1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2" name="Shape 1102"/>
        <p:cNvGrpSpPr/>
        <p:nvPr/>
      </p:nvGrpSpPr>
      <p:grpSpPr>
        <a:xfrm>
          <a:off x="0" y="0"/>
          <a:ext cx="0" cy="0"/>
          <a:chOff x="0" y="0"/>
          <a:chExt cx="0" cy="0"/>
        </a:xfrm>
      </p:grpSpPr>
      <p:pic>
        <p:nvPicPr>
          <p:cNvPr id="1103" name="Google Shape;1103;h1d72e0b711e8a63f_1_25"/>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7" name="Shape 1107"/>
        <p:cNvGrpSpPr/>
        <p:nvPr/>
      </p:nvGrpSpPr>
      <p:grpSpPr>
        <a:xfrm>
          <a:off x="0" y="0"/>
          <a:ext cx="0" cy="0"/>
          <a:chOff x="0" y="0"/>
          <a:chExt cx="0" cy="0"/>
        </a:xfrm>
      </p:grpSpPr>
      <p:sp>
        <p:nvSpPr>
          <p:cNvPr id="1108" name="Google Shape;1108;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HOA MÂN CÔI</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(Kim Long)</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2" name="Shape 1112"/>
        <p:cNvGrpSpPr/>
        <p:nvPr/>
      </p:nvGrpSpPr>
      <p:grpSpPr>
        <a:xfrm>
          <a:off x="0" y="0"/>
          <a:ext cx="0" cy="0"/>
          <a:chOff x="0" y="0"/>
          <a:chExt cx="0" cy="0"/>
        </a:xfrm>
      </p:grpSpPr>
      <p:sp>
        <p:nvSpPr>
          <p:cNvPr id="1113" name="Google Shape;1113;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7" name="Shape 1117"/>
        <p:cNvGrpSpPr/>
        <p:nvPr/>
      </p:nvGrpSpPr>
      <p:grpSpPr>
        <a:xfrm>
          <a:off x="0" y="0"/>
          <a:ext cx="0" cy="0"/>
          <a:chOff x="0" y="0"/>
          <a:chExt cx="0" cy="0"/>
        </a:xfrm>
      </p:grpSpPr>
      <p:sp>
        <p:nvSpPr>
          <p:cNvPr id="1118" name="Google Shape;1118;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g3fb3359abd2_0_1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 </a:t>
            </a:r>
            <a:r>
              <a:rPr b="1" lang="en-US" sz="8000">
                <a:solidFill>
                  <a:schemeClr val="lt1"/>
                </a:solidFill>
                <a:latin typeface="Times New Roman"/>
                <a:ea typeface="Times New Roman"/>
                <a:cs typeface="Times New Roman"/>
                <a:sym typeface="Times New Roman"/>
              </a:rPr>
              <a:t>Khi an vui thái hòa, như ngày Thiên Sứ truyền tin,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7" name="Shape 1127"/>
        <p:cNvGrpSpPr/>
        <p:nvPr/>
      </p:nvGrpSpPr>
      <p:grpSpPr>
        <a:xfrm>
          <a:off x="0" y="0"/>
          <a:ext cx="0" cy="0"/>
          <a:chOff x="0" y="0"/>
          <a:chExt cx="0" cy="0"/>
        </a:xfrm>
      </p:grpSpPr>
      <p:sp>
        <p:nvSpPr>
          <p:cNvPr id="1128" name="Google Shape;1128;g3fb3359abd2_0_1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như trong đêm Ngôi Lời giáng trần, như khi Mẹ gặp lại Con Chúa: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2" name="Shape 1132"/>
        <p:cNvGrpSpPr/>
        <p:nvPr/>
      </p:nvGrpSpPr>
      <p:grpSpPr>
        <a:xfrm>
          <a:off x="0" y="0"/>
          <a:ext cx="0" cy="0"/>
          <a:chOff x="0" y="0"/>
          <a:chExt cx="0" cy="0"/>
        </a:xfrm>
      </p:grpSpPr>
      <p:sp>
        <p:nvSpPr>
          <p:cNvPr id="1133" name="Google Shape;1133;h3b2cbe721dc07a79_0_2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Kết hoa kinh để dâng Mẹ.</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h1d72e0b711e8a63f_0_2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2" name="Shape 1142"/>
        <p:cNvGrpSpPr/>
        <p:nvPr/>
      </p:nvGrpSpPr>
      <p:grpSpPr>
        <a:xfrm>
          <a:off x="0" y="0"/>
          <a:ext cx="0" cy="0"/>
          <a:chOff x="0" y="0"/>
          <a:chExt cx="0" cy="0"/>
        </a:xfrm>
      </p:grpSpPr>
      <p:sp>
        <p:nvSpPr>
          <p:cNvPr id="1143" name="Google Shape;1143;h1d72e0b711e8a63f_0_2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pic>
        <p:nvPicPr>
          <p:cNvPr id="1148" name="Google Shape;1148;g3fb2dc0a37c_0_109" title="Ảnh ChatGPT 10_40_47 3 thg 10, 2026.png"/>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