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6" roundtripDataSignature="AMtx7mg1tCy5G21VsgmjVgniNcCbK2Kg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customschemas.google.com/relationships/presentationmetadata" Target="metadata"/><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f002f62f5ca6d5c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hf002f62f5ca6d5c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hf002f62f5ca6d5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hf002f62f5ca6d5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f002f62f5ca6d5c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hf002f62f5ca6d5c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hf002f62f5ca6d5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hf002f62f5ca6d5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bab32a4a0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fbab32a4a0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hf002f62f5ca6d5c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hf002f62f5ca6d5c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8" name="Google Shape;57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84" name="Google Shape;58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0" name="Google Shape;59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6" name="Google Shape;59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2" name="Google Shape;60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8" name="Google Shape;60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4" name="Google Shape;61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0" name="Google Shape;62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6" name="Google Shape;62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2" name="Google Shape;63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8" name="Google Shape;63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4" name="Google Shape;64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0" name="Google Shape;65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hf002f62f5ca6d5c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hf002f62f5ca6d5c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b3359abd2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b3359abd2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b3359abd2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b3359abd2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hf002f62f5ca6d5c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hf002f62f5ca6d5c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hf002f62f5ca6d5c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hf002f62f5ca6d5c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hf002f62f5ca6d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hf002f62f5ca6d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b3359abd2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b3359abd2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b3359abd2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b3359abd2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hf002f62f5ca6d5c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hf002f62f5ca6d5c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hf002f62f5ca6d5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hf002f62f5ca6d5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hf002f62f5ca6d5c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hf002f62f5ca6d5c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hf002f62f5ca6d5c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hf002f62f5ca6d5c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hf002f62f5ca6d5c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hf002f62f5ca6d5c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hf002f62f5ca6d5c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hf002f62f5ca6d5c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fb9946894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fb9946894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fb3359abd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fb3359abd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b3359abd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b3359abd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hf002f62f5ca6d5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hf002f62f5ca6d5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hf002f62f5ca6d5c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hf002f62f5ca6d5c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hf002f62f5ca6d5c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hf002f62f5ca6d5c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f002f62f5ca6d5c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hf002f62f5ca6d5c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f002f62f5ca6d5c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hf002f62f5ca6d5c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b3359abd2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b3359abd2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b3359abd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b3359abd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b3359abd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b3359abd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hf002f62f5ca6d5c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hf002f62f5ca6d5c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hf002f62f5ca6d5c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hf002f62f5ca6d5c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f002f62f5ca6d5c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hf002f62f5ca6d5c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hf002f62f5ca6d5c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hf002f62f5ca6d5c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hf002f62f5ca6d5c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hf002f62f5ca6d5c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hf002f62f5ca6d5c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hf002f62f5ca6d5c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6.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6.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6.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3.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3.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3.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3.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6.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hf002f62f5ca6d5c_0_8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HÃY ĐẾN TUNG HÔ</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đến tung hô Chúa reo mừng Đấng cứu thoát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cùng đến trước Thiên nhan.</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cùng đến trước Thiên nhan,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lời cảm tạ và tung hô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Chúa là nguồn quang minh tâm trí con,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sáng soi trên đường thế gian mịt mù.</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hf002f62f5ca6d5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Dìu con tiến bước về nơi ước mong, dẫu ngàn nguy khó rắc gieo trên đường.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hf002f62f5ca6d5c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đến tung hô Chúa reo mừng Đấng cứu thoát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hf002f62f5ca6d5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cùng đến trước Thiên nhan.</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cùng đến trước Thiên nhan,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fbab32a4a0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lời cảm tạ và tung hô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hf002f62f5ca6d5c_0_90"/>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74" name="Google Shape;57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5" name="Shape 585"/>
        <p:cNvGrpSpPr/>
        <p:nvPr/>
      </p:nvGrpSpPr>
      <p:grpSpPr>
        <a:xfrm>
          <a:off x="0" y="0"/>
          <a:ext cx="0" cy="0"/>
          <a:chOff x="0" y="0"/>
          <a:chExt cx="0" cy="0"/>
        </a:xfrm>
      </p:grpSpPr>
      <p:sp>
        <p:nvSpPr>
          <p:cNvPr id="586" name="Google Shape;58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pic>
        <p:nvPicPr>
          <p:cNvPr id="657" name="Google Shape;657;hf002f62f5ca6d5c_0_94"/>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1" name="Shape 661"/>
        <p:cNvGrpSpPr/>
        <p:nvPr/>
      </p:nvGrpSpPr>
      <p:grpSpPr>
        <a:xfrm>
          <a:off x="0" y="0"/>
          <a:ext cx="0" cy="0"/>
          <a:chOff x="0" y="0"/>
          <a:chExt cx="0" cy="0"/>
        </a:xfrm>
      </p:grpSpPr>
      <p:sp>
        <p:nvSpPr>
          <p:cNvPr id="662" name="Google Shape;66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63" name="Google Shape;66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144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Hằng ngày con sẽ chúc tụng Chúa, và con xin ca ngợi danh Ngài tới muôn muôn đời.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Chúa vĩ đại và rất đáng ngợi khen. Chúa cao vượt nào ai đo lường được.</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ở gần Chúa luôn ở gần những ai kêu cầu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Ngài là Thiên Chúa luôn từ ái, và luôn yêu thương hết mọi người chẳng bao giờ cùng.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Phúc ân Ngài hằng chan chứa đầy dư, Chúa nhân từ tạo tác bao kỳ công.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b3359abd2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ở gần Chúa luôn ở gần những ai kêu cầu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Ngài hằng công minh trong đường lối, và luôn thánh đức trong việc làm tín trung mọi điều. </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Chúa ở gần mọi kẻ khấn cầu luôn, những ai lòng thành tâm kính sợ Ngài.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b3359abd2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ở gần Chúa luôn ở gần những ai kêu cầu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7" name="Shape 717"/>
        <p:cNvGrpSpPr/>
        <p:nvPr/>
      </p:nvGrpSpPr>
      <p:grpSpPr>
        <a:xfrm>
          <a:off x="0" y="0"/>
          <a:ext cx="0" cy="0"/>
          <a:chOff x="0" y="0"/>
          <a:chExt cx="0" cy="0"/>
        </a:xfrm>
      </p:grpSpPr>
      <p:sp>
        <p:nvSpPr>
          <p:cNvPr id="718" name="Google Shape;71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19" name="Google Shape;71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Chúc tụng Đức Vua Đấng nhân danh Chúa mà đến.</a:t>
            </a:r>
            <a:endParaRPr b="1" i="1" sz="7200">
              <a:solidFill>
                <a:schemeClr val="lt1"/>
              </a:solidFill>
              <a:latin typeface="Times New Roman"/>
              <a:ea typeface="Times New Roman"/>
              <a:cs typeface="Times New Roman"/>
              <a:sym typeface="Times New Roman"/>
            </a:endParaRPr>
          </a:p>
        </p:txBody>
      </p:sp>
      <p:sp>
        <p:nvSpPr>
          <p:cNvPr id="726" name="Google Shape;72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Bình an trên trời và vinh quang trên các tầng trời.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hf002f62f5ca6d5c_0_9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47" name="Google Shape;74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pic>
        <p:nvPicPr>
          <p:cNvPr id="847" name="Google Shape;847;hf002f62f5ca6d5c_0_102"/>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LÀ ĐÂY CỦA LỄ</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(Ngọc Linh)</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Với những lao nhọc mồ hôi nước mắt, với những ưu phiền và những xót xa,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đây của lễ tiến dâng về Cha, là đây của lễ, lễ dâng mọn hèn.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cho cuộc đời con như bánh rượu lừng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hf002f62f5ca6d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cuộc đời con luôn sáng ngời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b3359abd2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2. </a:t>
            </a:r>
            <a:r>
              <a:rPr b="1" lang="en-US" sz="7400">
                <a:solidFill>
                  <a:schemeClr val="lt1"/>
                </a:solidFill>
                <a:latin typeface="Times New Roman"/>
                <a:ea typeface="Times New Roman"/>
                <a:cs typeface="Times New Roman"/>
                <a:sym typeface="Times New Roman"/>
              </a:rPr>
              <a:t>Với những vui buồn thời gian lớp lớp, với những kiếm tìm và những ước mơ,</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b3359abd2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đây của lễ tiến dâng về Cha, là đây của lễ, lễ dâng mọn hèn.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hf002f62f5ca6d5c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cho cuộc đời con như bánh rượu lừng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hf002f62f5ca6d5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cuộc đời con luôn sáng ngời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hf002f62f5ca6d5c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Với những oán hờn nhỏ nhen cố chấp, với những đố kỵ và những ghét ghen,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hf002f62f5ca6d5c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đây của lễ tiến dâng về Cha, là đây của lễ, lễ dâng mọn hèn.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hf002f62f5ca6d5c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cho cuộc đời con như bánh rượu lừng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hf002f62f5ca6d5c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cho cuộc đời con luôn sáng ngời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id="917" name="Google Shape;91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fb9946894b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New Roman"/>
                <a:ea typeface="Times New Roman"/>
                <a:cs typeface="Times New Roman"/>
                <a:sym typeface="Times New Roman"/>
              </a:rPr>
              <a:t>Chúa phán: Ta là mục tử tốt lành, ta biết các chiên Ta và các chiên Ta biết Ta.</a:t>
            </a:r>
            <a:endParaRPr b="1" sz="7300">
              <a:solidFill>
                <a:schemeClr val="lt1"/>
              </a:solidFill>
              <a:latin typeface="Times New Roman"/>
              <a:ea typeface="Times New Roman"/>
              <a:cs typeface="Times New Roman"/>
              <a:sym typeface="Times New Roman"/>
            </a:endParaRPr>
          </a:p>
        </p:txBody>
      </p:sp>
      <p:sp>
        <p:nvSpPr>
          <p:cNvPr id="963" name="Google Shape;963;g3fb9946894b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pic>
        <p:nvPicPr>
          <p:cNvPr id="968" name="Google Shape;96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YÊU ĐỜI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YÊU NGƯỜI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(Phanxicô)</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đáp đền tình yêu ân tình đền đáp ân tình.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Thiên Chúa cao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fb3359abd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tình yêu thiết tha.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bao la thắm như màu lá.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b3359abd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dấu muôn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đời yêu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Xin cho con yêu đời yêu người. Cảm niềm tin đi thắp môi cười.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một đời khổ đau không thôi. Tìm nhau vẫn thấy trong nhau là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hf002f62f5ca6d5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nhìn nhau vẫn thấy trong nhau đẹp một lời: Chúa là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hf002f62f5ca6d5c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đáp đền tình yêu ân tình đền đáp ân tình.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hf002f62f5ca6d5c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Thiên Chúa cao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hf002f62f5ca6d5c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tình yêu thiết tha.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bao la thắm như màu lá.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hf002f62f5ca6d5c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dấu muôn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đời yêu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b3359abd2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Xin cho con yêu đời yêu người. Một tình yêu cao bóng mây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b3359abd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hận thù bỏ quên trên môi. Dù ai gây mãi cơn đau thương đầy vơi,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b3359abd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nhìn ra trong sáng trên khuôn mặt mọi người: Chúa là tình yêu.</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hf002f62f5ca6d5c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đáp đền tình yêu ân tình đền đáp ân tình.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hf002f62f5ca6d5c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Thiên Chúa cao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hf002f62f5ca6d5c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tình yêu thiết tha.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bao la thắm như màu lá.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hf002f62f5ca6d5c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dấu muôn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cho con yêu đời yêu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pic>
        <p:nvPicPr>
          <p:cNvPr id="1068" name="Google Shape;1068;hf002f62f5ca6d5c_0_10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ĐỒNG HÀNH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VỚI CON</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(Ngọc Linh)</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Mẹ ơi, trên con đường đời, xin Mẹ hằng luôn nâng đỡ.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Cùng con gieo chân khắp nơi, đắp xây Nước Trời chẳng ngơi,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hf002f62f5ca6d5c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giữa nơi gian trần đẹp tươi.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Kính dâng Mẹ lòng mến yêu nhiều kính dâng Mẹ tình con không thiếu.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Bước bên Mẹ lòng không cô liêu, sống trong Mẹ hồn ngập thương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pic>
        <p:nvPicPr>
          <p:cNvPr id="1103" name="Google Shape;1103;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