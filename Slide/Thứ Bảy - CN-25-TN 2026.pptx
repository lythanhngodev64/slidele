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0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56" r:id="rId172"/>
    <p:sldId id="428" r:id="rId173"/>
    <p:sldId id="429" r:id="rId174"/>
    <p:sldId id="430" r:id="rId175"/>
    <p:sldId id="431" r:id="rId176"/>
    <p:sldId id="432" r:id="rId177"/>
    <p:sldId id="433" r:id="rId178"/>
    <p:sldId id="434" r:id="rId179"/>
    <p:sldId id="435" r:id="rId180"/>
    <p:sldId id="436" r:id="rId181"/>
    <p:sldId id="437" r:id="rId182"/>
    <p:sldId id="438" r:id="rId183"/>
    <p:sldId id="439" r:id="rId184"/>
    <p:sldId id="440" r:id="rId185"/>
    <p:sldId id="441" r:id="rId186"/>
    <p:sldId id="442" r:id="rId187"/>
    <p:sldId id="443" r:id="rId188"/>
    <p:sldId id="444" r:id="rId189"/>
    <p:sldId id="445" r:id="rId190"/>
    <p:sldId id="446" r:id="rId191"/>
    <p:sldId id="447" r:id="rId192"/>
    <p:sldId id="448" r:id="rId193"/>
    <p:sldId id="449" r:id="rId194"/>
    <p:sldId id="450" r:id="rId195"/>
    <p:sldId id="451" r:id="rId196"/>
    <p:sldId id="452" r:id="rId197"/>
    <p:sldId id="453" r:id="rId198"/>
    <p:sldId id="454" r:id="rId199"/>
    <p:sldId id="455" r:id="rId200"/>
  </p:sldIdLst>
  <p:sldSz cx="9144000" cy="5143500" type="screen16x9"/>
  <p:notesSz cx="9144000" cy="6858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6" roundtripDataSignature="AMtx7miZ99F49vqLXdAtbjraNRcd0H1nd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3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slide" Target="slides/slide159.xml"/><Relationship Id="rId165" Type="http://schemas.openxmlformats.org/officeDocument/2006/relationships/slide" Target="slides/slide164.xml"/><Relationship Id="rId181" Type="http://schemas.openxmlformats.org/officeDocument/2006/relationships/slide" Target="slides/slide180.xml"/><Relationship Id="rId186" Type="http://schemas.openxmlformats.org/officeDocument/2006/relationships/slide" Target="slides/slide185.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71" Type="http://schemas.openxmlformats.org/officeDocument/2006/relationships/slide" Target="slides/slide170.xml"/><Relationship Id="rId176" Type="http://schemas.openxmlformats.org/officeDocument/2006/relationships/slide" Target="slides/slide175.xml"/><Relationship Id="rId192" Type="http://schemas.openxmlformats.org/officeDocument/2006/relationships/slide" Target="slides/slide191.xml"/><Relationship Id="rId197" Type="http://schemas.openxmlformats.org/officeDocument/2006/relationships/slide" Target="slides/slide196.xml"/><Relationship Id="rId206" Type="http://customschemas.google.com/relationships/presentationmetadata" Target="metadata"/><Relationship Id="rId201" Type="http://schemas.openxmlformats.org/officeDocument/2006/relationships/notesMaster" Target="notesMasters/notesMaster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slide" Target="slides/slide165.xml"/><Relationship Id="rId182" Type="http://schemas.openxmlformats.org/officeDocument/2006/relationships/slide" Target="slides/slide181.xml"/><Relationship Id="rId187" Type="http://schemas.openxmlformats.org/officeDocument/2006/relationships/slide" Target="slides/slide186.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presProps" Target="pres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8"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theme" Target="theme/theme1.xml"/><Relationship Id="rId190" Type="http://schemas.openxmlformats.org/officeDocument/2006/relationships/slide" Target="slides/slide189.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tableStyles" Target="tableStyles.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962400" cy="3429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13910"/>
            <a:ext cx="3962400" cy="3429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faf5860435_0_26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6" name="Google Shape;86;g3faf5860435_0_266: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1" name="Google Shape;91;p2: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3: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6" name="Google Shape;96;p3: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p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1" name="Google Shape;101;p4: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6" name="Google Shape;106;p5: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1" name="Google Shape;111;p6: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7: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7: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21" name="Google Shape;121;p8: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p9: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26" name="Google Shape;126;p9: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1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1" name="Google Shape;131;p10: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11: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6" name="Google Shape;136;p11: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3e5a0c7ab5b_0_379: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1" name="Google Shape;141;g3e5a0c7ab5b_0_379: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e5a0c7ab5b_0_383: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6" name="Google Shape;146;g3e5a0c7ab5b_0_383: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e5a0c7ab5b_0_387: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1" name="Google Shape;151;g3e5a0c7ab5b_0_387: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3e5a0c7ab5b_0_391: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6" name="Google Shape;156;g3e5a0c7ab5b_0_391: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3e5a0c7ab5b_0_39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1" name="Google Shape;161;g3e5a0c7ab5b_0_395: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e5a0c7ab5b_0_399: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6" name="Google Shape;166;g3e5a0c7ab5b_0_399: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e5a0c7ab5b_0_403: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1" name="Google Shape;171;g3e5a0c7ab5b_0_403: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3e5a0c7ab5b_0_407: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6" name="Google Shape;176;g3e5a0c7ab5b_0_407: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3e5a0c7ab5b_0_411: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1" name="Google Shape;181;g3e5a0c7ab5b_0_411: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3e5a0c7ab5b_0_41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6" name="Google Shape;186;g3e5a0c7ab5b_0_415: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e5a0c7ab5b_0_419: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1" name="Google Shape;191;g3e5a0c7ab5b_0_419: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3e5a0c7ab5b_0_423: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6" name="Google Shape;196;g3e5a0c7ab5b_0_423: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e5a0c7ab5b_0_427: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1" name="Google Shape;201;g3e5a0c7ab5b_0_427: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p2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6" name="Google Shape;206;p25: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2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1" name="Google Shape;211;p26: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27: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6" name="Google Shape;216;p27: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2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1" name="Google Shape;221;p28: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29: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6" name="Google Shape;226;p29: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3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1" name="Google Shape;231;p30: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p31: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6" name="Google Shape;236;p31: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3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41" name="Google Shape;241;p32: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p33: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46" name="Google Shape;246;p33: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p3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51" name="Google Shape;251;p34: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3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56" name="Google Shape;256;p35: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p3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61" name="Google Shape;261;p36: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p37: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66" name="Google Shape;266;p37: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p3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1" name="Google Shape;271;p38: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p39: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6" name="Google Shape;276;p39: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p4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81" name="Google Shape;281;p40: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p41: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86" name="Google Shape;286;p41: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p4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91" name="Google Shape;291;p42: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p43: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96" name="Google Shape;296;p43: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p4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1" name="Google Shape;301;p44: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4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6" name="Google Shape;306;p45: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p4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11" name="Google Shape;311;p46: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4"/>
        <p:cNvGrpSpPr/>
        <p:nvPr/>
      </p:nvGrpSpPr>
      <p:grpSpPr>
        <a:xfrm>
          <a:off x="0" y="0"/>
          <a:ext cx="0" cy="0"/>
          <a:chOff x="0" y="0"/>
          <a:chExt cx="0" cy="0"/>
        </a:xfrm>
      </p:grpSpPr>
      <p:sp>
        <p:nvSpPr>
          <p:cNvPr id="315" name="Google Shape;315;p47: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16" name="Google Shape;316;p47: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p4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1" name="Google Shape;321;p48: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p49: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6" name="Google Shape;326;p49: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9"/>
        <p:cNvGrpSpPr/>
        <p:nvPr/>
      </p:nvGrpSpPr>
      <p:grpSpPr>
        <a:xfrm>
          <a:off x="0" y="0"/>
          <a:ext cx="0" cy="0"/>
          <a:chOff x="0" y="0"/>
          <a:chExt cx="0" cy="0"/>
        </a:xfrm>
      </p:grpSpPr>
      <p:sp>
        <p:nvSpPr>
          <p:cNvPr id="330" name="Google Shape;330;p5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31" name="Google Shape;331;p50: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p79: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36" name="Google Shape;336;p79: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p8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41" name="Google Shape;341;p80: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81: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46" name="Google Shape;346;p81: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8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51" name="Google Shape;351;p82: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p83: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56" name="Google Shape;356;p83: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8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61" name="Google Shape;361;p84: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p8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66" name="Google Shape;366;p85: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p:cNvGrpSpPr/>
        <p:nvPr/>
      </p:nvGrpSpPr>
      <p:grpSpPr>
        <a:xfrm>
          <a:off x="0" y="0"/>
          <a:ext cx="0" cy="0"/>
          <a:chOff x="0" y="0"/>
          <a:chExt cx="0" cy="0"/>
        </a:xfrm>
      </p:grpSpPr>
      <p:sp>
        <p:nvSpPr>
          <p:cNvPr id="370" name="Google Shape;370;p8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71" name="Google Shape;371;p86: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p87: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76" name="Google Shape;376;p87: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p8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81" name="Google Shape;381;p88: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p89: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86" name="Google Shape;386;p89: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p9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91" name="Google Shape;391;p90: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Google Shape;395;p91: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96" name="Google Shape;396;p91: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p9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1" name="Google Shape;401;p92: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93: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6" name="Google Shape;406;p93: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9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1" name="Google Shape;411;p94: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p9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6" name="Google Shape;416;p95: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p9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21" name="Google Shape;421;p96: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4"/>
        <p:cNvGrpSpPr/>
        <p:nvPr/>
      </p:nvGrpSpPr>
      <p:grpSpPr>
        <a:xfrm>
          <a:off x="0" y="0"/>
          <a:ext cx="0" cy="0"/>
          <a:chOff x="0" y="0"/>
          <a:chExt cx="0" cy="0"/>
        </a:xfrm>
      </p:grpSpPr>
      <p:sp>
        <p:nvSpPr>
          <p:cNvPr id="425" name="Google Shape;425;p97: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26" name="Google Shape;426;p97: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p9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31" name="Google Shape;431;p98: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p99: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36" name="Google Shape;436;p99: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9"/>
        <p:cNvGrpSpPr/>
        <p:nvPr/>
      </p:nvGrpSpPr>
      <p:grpSpPr>
        <a:xfrm>
          <a:off x="0" y="0"/>
          <a:ext cx="0" cy="0"/>
          <a:chOff x="0" y="0"/>
          <a:chExt cx="0" cy="0"/>
        </a:xfrm>
      </p:grpSpPr>
      <p:sp>
        <p:nvSpPr>
          <p:cNvPr id="440" name="Google Shape;440;p10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41" name="Google Shape;441;p100: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4"/>
        <p:cNvGrpSpPr/>
        <p:nvPr/>
      </p:nvGrpSpPr>
      <p:grpSpPr>
        <a:xfrm>
          <a:off x="0" y="0"/>
          <a:ext cx="0" cy="0"/>
          <a:chOff x="0" y="0"/>
          <a:chExt cx="0" cy="0"/>
        </a:xfrm>
      </p:grpSpPr>
      <p:sp>
        <p:nvSpPr>
          <p:cNvPr id="445" name="Google Shape;445;p101: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46" name="Google Shape;446;p101: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p10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51" name="Google Shape;451;p102: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p103: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56" name="Google Shape;456;p103: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p:cNvGrpSpPr/>
        <p:nvPr/>
      </p:nvGrpSpPr>
      <p:grpSpPr>
        <a:xfrm>
          <a:off x="0" y="0"/>
          <a:ext cx="0" cy="0"/>
          <a:chOff x="0" y="0"/>
          <a:chExt cx="0" cy="0"/>
        </a:xfrm>
      </p:grpSpPr>
      <p:sp>
        <p:nvSpPr>
          <p:cNvPr id="460" name="Google Shape;460;p10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61" name="Google Shape;461;p104: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10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66" name="Google Shape;466;p105: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p10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71" name="Google Shape;471;p106: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4"/>
        <p:cNvGrpSpPr/>
        <p:nvPr/>
      </p:nvGrpSpPr>
      <p:grpSpPr>
        <a:xfrm>
          <a:off x="0" y="0"/>
          <a:ext cx="0" cy="0"/>
          <a:chOff x="0" y="0"/>
          <a:chExt cx="0" cy="0"/>
        </a:xfrm>
      </p:grpSpPr>
      <p:sp>
        <p:nvSpPr>
          <p:cNvPr id="475" name="Google Shape;475;p107: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76" name="Google Shape;476;p107: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p10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81" name="Google Shape;481;p108: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Google Shape;485;p109: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86" name="Google Shape;486;p109: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9"/>
        <p:cNvGrpSpPr/>
        <p:nvPr/>
      </p:nvGrpSpPr>
      <p:grpSpPr>
        <a:xfrm>
          <a:off x="0" y="0"/>
          <a:ext cx="0" cy="0"/>
          <a:chOff x="0" y="0"/>
          <a:chExt cx="0" cy="0"/>
        </a:xfrm>
      </p:grpSpPr>
      <p:sp>
        <p:nvSpPr>
          <p:cNvPr id="490" name="Google Shape;490;p11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91" name="Google Shape;491;p110: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
        <p:cNvGrpSpPr/>
        <p:nvPr/>
      </p:nvGrpSpPr>
      <p:grpSpPr>
        <a:xfrm>
          <a:off x="0" y="0"/>
          <a:ext cx="0" cy="0"/>
          <a:chOff x="0" y="0"/>
          <a:chExt cx="0" cy="0"/>
        </a:xfrm>
      </p:grpSpPr>
      <p:sp>
        <p:nvSpPr>
          <p:cNvPr id="495" name="Google Shape;495;p111: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96" name="Google Shape;496;p111: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9"/>
        <p:cNvGrpSpPr/>
        <p:nvPr/>
      </p:nvGrpSpPr>
      <p:grpSpPr>
        <a:xfrm>
          <a:off x="0" y="0"/>
          <a:ext cx="0" cy="0"/>
          <a:chOff x="0" y="0"/>
          <a:chExt cx="0" cy="0"/>
        </a:xfrm>
      </p:grpSpPr>
      <p:sp>
        <p:nvSpPr>
          <p:cNvPr id="500" name="Google Shape;500;p11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01" name="Google Shape;501;p112: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p113: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06" name="Google Shape;506;p113: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hf002f62f5ca6d5c_0_8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11" name="Google Shape;511;hf002f62f5ca6d5c_0_86: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4"/>
        <p:cNvGrpSpPr/>
        <p:nvPr/>
      </p:nvGrpSpPr>
      <p:grpSpPr>
        <a:xfrm>
          <a:off x="0" y="0"/>
          <a:ext cx="0" cy="0"/>
          <a:chOff x="0" y="0"/>
          <a:chExt cx="0" cy="0"/>
        </a:xfrm>
      </p:grpSpPr>
      <p:sp>
        <p:nvSpPr>
          <p:cNvPr id="515" name="Google Shape;515;g3f69acae762_0_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16" name="Google Shape;516;g3f69acae762_0_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9"/>
        <p:cNvGrpSpPr/>
        <p:nvPr/>
      </p:nvGrpSpPr>
      <p:grpSpPr>
        <a:xfrm>
          <a:off x="0" y="0"/>
          <a:ext cx="0" cy="0"/>
          <a:chOff x="0" y="0"/>
          <a:chExt cx="0" cy="0"/>
        </a:xfrm>
      </p:grpSpPr>
      <p:sp>
        <p:nvSpPr>
          <p:cNvPr id="520" name="Google Shape;520;g3f69acae762_0_1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1" name="Google Shape;521;g3f69acae762_0_16: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4"/>
        <p:cNvGrpSpPr/>
        <p:nvPr/>
      </p:nvGrpSpPr>
      <p:grpSpPr>
        <a:xfrm>
          <a:off x="0" y="0"/>
          <a:ext cx="0" cy="0"/>
          <a:chOff x="0" y="0"/>
          <a:chExt cx="0" cy="0"/>
        </a:xfrm>
      </p:grpSpPr>
      <p:sp>
        <p:nvSpPr>
          <p:cNvPr id="525" name="Google Shape;525;g3f69acae762_0_2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6" name="Google Shape;526;g3f69acae762_0_2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3f7156d7ccb_0_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31" name="Google Shape;531;g3f7156d7ccb_0_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g3faf5860435_0_1: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36" name="Google Shape;536;g3faf5860435_0_1: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9"/>
        <p:cNvGrpSpPr/>
        <p:nvPr/>
      </p:nvGrpSpPr>
      <p:grpSpPr>
        <a:xfrm>
          <a:off x="0" y="0"/>
          <a:ext cx="0" cy="0"/>
          <a:chOff x="0" y="0"/>
          <a:chExt cx="0" cy="0"/>
        </a:xfrm>
      </p:grpSpPr>
      <p:sp>
        <p:nvSpPr>
          <p:cNvPr id="540" name="Google Shape;540;g3faf5860435_0_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41" name="Google Shape;541;g3faf5860435_0_5: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hf002f62f5ca6d5c_0_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46" name="Google Shape;546;hf002f62f5ca6d5c_0_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hf002f62f5ca6d5c_0_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1" name="Google Shape;551;hf002f62f5ca6d5c_0_4: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hf002f62f5ca6d5c_0_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6" name="Google Shape;556;hf002f62f5ca6d5c_0_8: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hf002f62f5ca6d5c_0_9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1" name="Google Shape;561;hf002f62f5ca6d5c_0_9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d90891dc36_0_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6" name="Google Shape;566;g3d90891dc36_0_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0"/>
        <p:cNvGrpSpPr/>
        <p:nvPr/>
      </p:nvGrpSpPr>
      <p:grpSpPr>
        <a:xfrm>
          <a:off x="0" y="0"/>
          <a:ext cx="0" cy="0"/>
          <a:chOff x="0" y="0"/>
          <a:chExt cx="0" cy="0"/>
        </a:xfrm>
      </p:grpSpPr>
      <p:sp>
        <p:nvSpPr>
          <p:cNvPr id="571" name="Google Shape;571;g3ab13fdb44f_0_295: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72" name="Google Shape;572;g3ab13fdb44f_0_29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228600" lvl="0" indent="-152400" algn="l" rtl="0">
              <a:lnSpc>
                <a:spcPct val="100000"/>
              </a:lnSpc>
              <a:spcBef>
                <a:spcPts val="0"/>
              </a:spcBef>
              <a:spcAft>
                <a:spcPts val="0"/>
              </a:spcAft>
              <a:buClr>
                <a:schemeClr val="dk1"/>
              </a:buClr>
              <a:buSzPts val="1200"/>
              <a:buFont typeface="Calibri"/>
              <a:buNone/>
            </a:pPr>
            <a:endParaRPr/>
          </a:p>
        </p:txBody>
      </p:sp>
      <p:sp>
        <p:nvSpPr>
          <p:cNvPr id="573" name="Google Shape;573;g3ab13fdb44f_0_295: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98</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ab13fdb44f_0_30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78" name="Google Shape;578;g3ab13fdb44f_0_30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228600" lvl="0" indent="-228600" algn="l" rtl="0">
              <a:lnSpc>
                <a:spcPct val="100000"/>
              </a:lnSpc>
              <a:spcBef>
                <a:spcPts val="0"/>
              </a:spcBef>
              <a:spcAft>
                <a:spcPts val="0"/>
              </a:spcAft>
              <a:buClr>
                <a:srgbClr val="FF0000"/>
              </a:buClr>
              <a:buSzPts val="1200"/>
              <a:buFont typeface="Arial"/>
              <a:buAutoNum type="arabicPeriod"/>
            </a:pPr>
            <a:r>
              <a:rPr lang="en-US" b="0" i="0">
                <a:solidFill>
                  <a:srgbClr val="FF0000"/>
                </a:solidFill>
                <a:latin typeface="Arial"/>
                <a:ea typeface="Arial"/>
                <a:cs typeface="Arial"/>
                <a:sym typeface="Arial"/>
              </a:rPr>
              <a:t>Khi Chúa đem những người Si-on bị bắt trở về, chúng tôi như người đang mơ, bấy giờ miệng chúng tôi vui cười, lưỡi chúng tôi thốt lên bao lời hân hoan.  </a:t>
            </a:r>
            <a:endParaRPr b="0" i="0">
              <a:solidFill>
                <a:srgbClr val="FF0000"/>
              </a:solidFill>
              <a:latin typeface="Arial"/>
              <a:ea typeface="Arial"/>
              <a:cs typeface="Arial"/>
              <a:sym typeface="Arial"/>
            </a:endParaRPr>
          </a:p>
          <a:p>
            <a:pPr marL="0" lvl="0" indent="0" algn="l" rtl="0">
              <a:lnSpc>
                <a:spcPct val="100000"/>
              </a:lnSpc>
              <a:spcBef>
                <a:spcPts val="0"/>
              </a:spcBef>
              <a:spcAft>
                <a:spcPts val="0"/>
              </a:spcAft>
              <a:buClr>
                <a:srgbClr val="FF0000"/>
              </a:buClr>
              <a:buSzPts val="1200"/>
              <a:buFont typeface="Arial"/>
              <a:buNone/>
            </a:pPr>
            <a:r>
              <a:rPr lang="en-US" b="0" i="0">
                <a:solidFill>
                  <a:srgbClr val="FF0000"/>
                </a:solidFill>
                <a:latin typeface="Arial"/>
                <a:ea typeface="Arial"/>
                <a:cs typeface="Arial"/>
                <a:sym typeface="Arial"/>
              </a:rPr>
              <a:t>ĐK: Chúa đã đối xử nhân từ với chúng con, nên chúng con mừng vui bao hân hoan.  </a:t>
            </a:r>
            <a:endParaRPr b="0" i="0">
              <a:solidFill>
                <a:srgbClr val="FF0000"/>
              </a:solidFill>
              <a:latin typeface="Arial"/>
              <a:ea typeface="Arial"/>
              <a:cs typeface="Arial"/>
              <a:sym typeface="Arial"/>
            </a:endParaRPr>
          </a:p>
          <a:p>
            <a:pPr marL="0" lvl="0" indent="0" algn="l" rtl="0">
              <a:lnSpc>
                <a:spcPct val="100000"/>
              </a:lnSpc>
              <a:spcBef>
                <a:spcPts val="0"/>
              </a:spcBef>
              <a:spcAft>
                <a:spcPts val="0"/>
              </a:spcAft>
              <a:buClr>
                <a:srgbClr val="FF0000"/>
              </a:buClr>
              <a:buSzPts val="1200"/>
              <a:buFont typeface="Arial"/>
              <a:buNone/>
            </a:pPr>
            <a:r>
              <a:rPr lang="en-US" b="0" i="0">
                <a:solidFill>
                  <a:srgbClr val="FF0000"/>
                </a:solidFill>
                <a:latin typeface="Arial"/>
                <a:ea typeface="Arial"/>
                <a:cs typeface="Arial"/>
                <a:sym typeface="Arial"/>
              </a:rPr>
              <a:t>2. Và bấy giờ thiên hạ nhỏ to nói với nhau rằng: Chúa thương đối xử khoan dung. Chúa đã xử rất ư nhân từ, nên chúng tôi xiết bao vui mừng hân hoan.  </a:t>
            </a:r>
            <a:endParaRPr b="0" i="0">
              <a:solidFill>
                <a:srgbClr val="FF0000"/>
              </a:solidFill>
              <a:latin typeface="Arial"/>
              <a:ea typeface="Arial"/>
              <a:cs typeface="Arial"/>
              <a:sym typeface="Arial"/>
            </a:endParaRPr>
          </a:p>
          <a:p>
            <a:pPr marL="0" lvl="0" indent="0" algn="l" rtl="0">
              <a:lnSpc>
                <a:spcPct val="100000"/>
              </a:lnSpc>
              <a:spcBef>
                <a:spcPts val="0"/>
              </a:spcBef>
              <a:spcAft>
                <a:spcPts val="0"/>
              </a:spcAft>
              <a:buClr>
                <a:srgbClr val="FF0000"/>
              </a:buClr>
              <a:buSzPts val="1200"/>
              <a:buFont typeface="Arial"/>
              <a:buNone/>
            </a:pPr>
            <a:r>
              <a:rPr lang="en-US" b="0" i="0">
                <a:solidFill>
                  <a:srgbClr val="FF0000"/>
                </a:solidFill>
                <a:latin typeface="Arial"/>
                <a:ea typeface="Arial"/>
                <a:cs typeface="Arial"/>
                <a:sym typeface="Arial"/>
              </a:rPr>
              <a:t>3. Lạy Chúa thương biến đổi phận con như suối phương Nam. Ai gieo trong lệ đau thương, sẽ được gặt hái trong vui mừng, những khúc ca biến tan trong niềm hân hoan.</a:t>
            </a:r>
            <a:endParaRPr/>
          </a:p>
        </p:txBody>
      </p:sp>
      <p:sp>
        <p:nvSpPr>
          <p:cNvPr id="579" name="Google Shape;579;g3ab13fdb44f_0_300: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99</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2"/>
        <p:cNvGrpSpPr/>
        <p:nvPr/>
      </p:nvGrpSpPr>
      <p:grpSpPr>
        <a:xfrm>
          <a:off x="0" y="0"/>
          <a:ext cx="0" cy="0"/>
          <a:chOff x="0" y="0"/>
          <a:chExt cx="0" cy="0"/>
        </a:xfrm>
      </p:grpSpPr>
      <p:sp>
        <p:nvSpPr>
          <p:cNvPr id="583" name="Google Shape;583;g3ab13fdb44f_0_305: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4" name="Google Shape;584;g3ab13fdb44f_0_30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228600" lvl="0" indent="-152400" algn="l" rtl="0">
              <a:lnSpc>
                <a:spcPct val="100000"/>
              </a:lnSpc>
              <a:spcBef>
                <a:spcPts val="0"/>
              </a:spcBef>
              <a:spcAft>
                <a:spcPts val="0"/>
              </a:spcAft>
              <a:buClr>
                <a:schemeClr val="dk1"/>
              </a:buClr>
              <a:buSzPts val="1200"/>
              <a:buFont typeface="Calibri"/>
              <a:buNone/>
            </a:pPr>
            <a:endParaRPr/>
          </a:p>
        </p:txBody>
      </p:sp>
      <p:sp>
        <p:nvSpPr>
          <p:cNvPr id="585" name="Google Shape;585;g3ab13fdb44f_0_305: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100</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g3ab13fdb44f_0_31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0" name="Google Shape;590;g3ab13fdb44f_0_31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228600" lvl="0" indent="-152400" algn="l" rtl="0">
              <a:lnSpc>
                <a:spcPct val="100000"/>
              </a:lnSpc>
              <a:spcBef>
                <a:spcPts val="0"/>
              </a:spcBef>
              <a:spcAft>
                <a:spcPts val="0"/>
              </a:spcAft>
              <a:buClr>
                <a:schemeClr val="dk1"/>
              </a:buClr>
              <a:buSzPts val="1200"/>
              <a:buFont typeface="Calibri"/>
              <a:buNone/>
            </a:pPr>
            <a:endParaRPr/>
          </a:p>
        </p:txBody>
      </p:sp>
      <p:sp>
        <p:nvSpPr>
          <p:cNvPr id="591" name="Google Shape;591;g3ab13fdb44f_0_310: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101</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4"/>
        <p:cNvGrpSpPr/>
        <p:nvPr/>
      </p:nvGrpSpPr>
      <p:grpSpPr>
        <a:xfrm>
          <a:off x="0" y="0"/>
          <a:ext cx="0" cy="0"/>
          <a:chOff x="0" y="0"/>
          <a:chExt cx="0" cy="0"/>
        </a:xfrm>
      </p:grpSpPr>
      <p:sp>
        <p:nvSpPr>
          <p:cNvPr id="595" name="Google Shape;595;g3ab13fdb44f_0_315: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6" name="Google Shape;596;g3ab13fdb44f_0_31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228600" lvl="0" indent="-152400" algn="l" rtl="0">
              <a:lnSpc>
                <a:spcPct val="100000"/>
              </a:lnSpc>
              <a:spcBef>
                <a:spcPts val="0"/>
              </a:spcBef>
              <a:spcAft>
                <a:spcPts val="0"/>
              </a:spcAft>
              <a:buClr>
                <a:schemeClr val="dk1"/>
              </a:buClr>
              <a:buSzPts val="1200"/>
              <a:buFont typeface="Calibri"/>
              <a:buNone/>
            </a:pPr>
            <a:endParaRPr/>
          </a:p>
        </p:txBody>
      </p:sp>
      <p:sp>
        <p:nvSpPr>
          <p:cNvPr id="597" name="Google Shape;597;g3ab13fdb44f_0_315: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102</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ab13fdb44f_0_32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2" name="Google Shape;602;g3ab13fdb44f_0_32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228600" lvl="0" indent="-152400" algn="l" rtl="0">
              <a:lnSpc>
                <a:spcPct val="100000"/>
              </a:lnSpc>
              <a:spcBef>
                <a:spcPts val="0"/>
              </a:spcBef>
              <a:spcAft>
                <a:spcPts val="0"/>
              </a:spcAft>
              <a:buClr>
                <a:schemeClr val="dk1"/>
              </a:buClr>
              <a:buSzPts val="1200"/>
              <a:buFont typeface="Calibri"/>
              <a:buNone/>
            </a:pPr>
            <a:endParaRPr/>
          </a:p>
        </p:txBody>
      </p:sp>
      <p:sp>
        <p:nvSpPr>
          <p:cNvPr id="603" name="Google Shape;603;g3ab13fdb44f_0_320: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103</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3ab13fdb44f_0_325: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8" name="Google Shape;608;g3ab13fdb44f_0_32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228600" lvl="0" indent="-152400" algn="l" rtl="0">
              <a:lnSpc>
                <a:spcPct val="100000"/>
              </a:lnSpc>
              <a:spcBef>
                <a:spcPts val="0"/>
              </a:spcBef>
              <a:spcAft>
                <a:spcPts val="0"/>
              </a:spcAft>
              <a:buClr>
                <a:schemeClr val="dk1"/>
              </a:buClr>
              <a:buSzPts val="1200"/>
              <a:buFont typeface="Calibri"/>
              <a:buNone/>
            </a:pPr>
            <a:endParaRPr/>
          </a:p>
        </p:txBody>
      </p:sp>
      <p:sp>
        <p:nvSpPr>
          <p:cNvPr id="609" name="Google Shape;609;g3ab13fdb44f_0_325: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104</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2"/>
        <p:cNvGrpSpPr/>
        <p:nvPr/>
      </p:nvGrpSpPr>
      <p:grpSpPr>
        <a:xfrm>
          <a:off x="0" y="0"/>
          <a:ext cx="0" cy="0"/>
          <a:chOff x="0" y="0"/>
          <a:chExt cx="0" cy="0"/>
        </a:xfrm>
      </p:grpSpPr>
      <p:sp>
        <p:nvSpPr>
          <p:cNvPr id="613" name="Google Shape;613;g3ab13fdb44f_0_33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4" name="Google Shape;614;g3ab13fdb44f_0_33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228600" lvl="0" indent="-152400" algn="l" rtl="0">
              <a:lnSpc>
                <a:spcPct val="100000"/>
              </a:lnSpc>
              <a:spcBef>
                <a:spcPts val="0"/>
              </a:spcBef>
              <a:spcAft>
                <a:spcPts val="0"/>
              </a:spcAft>
              <a:buClr>
                <a:schemeClr val="dk1"/>
              </a:buClr>
              <a:buSzPts val="1200"/>
              <a:buFont typeface="Calibri"/>
              <a:buNone/>
            </a:pPr>
            <a:endParaRPr/>
          </a:p>
        </p:txBody>
      </p:sp>
      <p:sp>
        <p:nvSpPr>
          <p:cNvPr id="615" name="Google Shape;615;g3ab13fdb44f_0_330: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105</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8"/>
        <p:cNvGrpSpPr/>
        <p:nvPr/>
      </p:nvGrpSpPr>
      <p:grpSpPr>
        <a:xfrm>
          <a:off x="0" y="0"/>
          <a:ext cx="0" cy="0"/>
          <a:chOff x="0" y="0"/>
          <a:chExt cx="0" cy="0"/>
        </a:xfrm>
      </p:grpSpPr>
      <p:sp>
        <p:nvSpPr>
          <p:cNvPr id="619" name="Google Shape;619;g3ab13fdb44f_0_335: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0" name="Google Shape;620;g3ab13fdb44f_0_33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228600" lvl="0" indent="-152400" algn="l" rtl="0">
              <a:lnSpc>
                <a:spcPct val="100000"/>
              </a:lnSpc>
              <a:spcBef>
                <a:spcPts val="0"/>
              </a:spcBef>
              <a:spcAft>
                <a:spcPts val="0"/>
              </a:spcAft>
              <a:buClr>
                <a:schemeClr val="dk1"/>
              </a:buClr>
              <a:buSzPts val="1200"/>
              <a:buFont typeface="Calibri"/>
              <a:buNone/>
            </a:pPr>
            <a:endParaRPr/>
          </a:p>
        </p:txBody>
      </p:sp>
      <p:sp>
        <p:nvSpPr>
          <p:cNvPr id="621" name="Google Shape;621;g3ab13fdb44f_0_335: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106</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4"/>
        <p:cNvGrpSpPr/>
        <p:nvPr/>
      </p:nvGrpSpPr>
      <p:grpSpPr>
        <a:xfrm>
          <a:off x="0" y="0"/>
          <a:ext cx="0" cy="0"/>
          <a:chOff x="0" y="0"/>
          <a:chExt cx="0" cy="0"/>
        </a:xfrm>
      </p:grpSpPr>
      <p:sp>
        <p:nvSpPr>
          <p:cNvPr id="625" name="Google Shape;625;g3ab13fdb44f_0_34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6" name="Google Shape;626;g3ab13fdb44f_0_34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228600" lvl="0" indent="-152400" algn="l" rtl="0">
              <a:lnSpc>
                <a:spcPct val="100000"/>
              </a:lnSpc>
              <a:spcBef>
                <a:spcPts val="0"/>
              </a:spcBef>
              <a:spcAft>
                <a:spcPts val="0"/>
              </a:spcAft>
              <a:buClr>
                <a:schemeClr val="dk1"/>
              </a:buClr>
              <a:buSzPts val="1200"/>
              <a:buFont typeface="Calibri"/>
              <a:buNone/>
            </a:pPr>
            <a:endParaRPr/>
          </a:p>
        </p:txBody>
      </p:sp>
      <p:sp>
        <p:nvSpPr>
          <p:cNvPr id="627" name="Google Shape;627;g3ab13fdb44f_0_340: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107</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g3ab13fdb44f_0_345: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2" name="Google Shape;632;g3ab13fdb44f_0_34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228600" lvl="0" indent="-152400" algn="l" rtl="0">
              <a:lnSpc>
                <a:spcPct val="100000"/>
              </a:lnSpc>
              <a:spcBef>
                <a:spcPts val="0"/>
              </a:spcBef>
              <a:spcAft>
                <a:spcPts val="0"/>
              </a:spcAft>
              <a:buClr>
                <a:schemeClr val="dk1"/>
              </a:buClr>
              <a:buSzPts val="1200"/>
              <a:buFont typeface="Calibri"/>
              <a:buNone/>
            </a:pPr>
            <a:endParaRPr/>
          </a:p>
        </p:txBody>
      </p:sp>
      <p:sp>
        <p:nvSpPr>
          <p:cNvPr id="633" name="Google Shape;633;g3ab13fdb44f_0_345: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108</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6"/>
        <p:cNvGrpSpPr/>
        <p:nvPr/>
      </p:nvGrpSpPr>
      <p:grpSpPr>
        <a:xfrm>
          <a:off x="0" y="0"/>
          <a:ext cx="0" cy="0"/>
          <a:chOff x="0" y="0"/>
          <a:chExt cx="0" cy="0"/>
        </a:xfrm>
      </p:grpSpPr>
      <p:sp>
        <p:nvSpPr>
          <p:cNvPr id="637" name="Google Shape;637;g3ab13fdb44f_0_35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8" name="Google Shape;638;g3ab13fdb44f_0_35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228600" lvl="0" indent="-152400" algn="l" rtl="0">
              <a:lnSpc>
                <a:spcPct val="100000"/>
              </a:lnSpc>
              <a:spcBef>
                <a:spcPts val="0"/>
              </a:spcBef>
              <a:spcAft>
                <a:spcPts val="0"/>
              </a:spcAft>
              <a:buClr>
                <a:schemeClr val="dk1"/>
              </a:buClr>
              <a:buSzPts val="1200"/>
              <a:buFont typeface="Calibri"/>
              <a:buNone/>
            </a:pPr>
            <a:endParaRPr/>
          </a:p>
        </p:txBody>
      </p:sp>
      <p:sp>
        <p:nvSpPr>
          <p:cNvPr id="639" name="Google Shape;639;g3ab13fdb44f_0_350: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109</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2"/>
        <p:cNvGrpSpPr/>
        <p:nvPr/>
      </p:nvGrpSpPr>
      <p:grpSpPr>
        <a:xfrm>
          <a:off x="0" y="0"/>
          <a:ext cx="0" cy="0"/>
          <a:chOff x="0" y="0"/>
          <a:chExt cx="0" cy="0"/>
        </a:xfrm>
      </p:grpSpPr>
      <p:sp>
        <p:nvSpPr>
          <p:cNvPr id="643" name="Google Shape;643;g3ab13fdb44f_0_355: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4" name="Google Shape;644;g3ab13fdb44f_0_35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228600" lvl="0" indent="-152400" algn="l" rtl="0">
              <a:lnSpc>
                <a:spcPct val="100000"/>
              </a:lnSpc>
              <a:spcBef>
                <a:spcPts val="0"/>
              </a:spcBef>
              <a:spcAft>
                <a:spcPts val="0"/>
              </a:spcAft>
              <a:buClr>
                <a:schemeClr val="dk1"/>
              </a:buClr>
              <a:buSzPts val="1200"/>
              <a:buFont typeface="Calibri"/>
              <a:buNone/>
            </a:pPr>
            <a:endParaRPr/>
          </a:p>
        </p:txBody>
      </p:sp>
      <p:sp>
        <p:nvSpPr>
          <p:cNvPr id="645" name="Google Shape;645;g3ab13fdb44f_0_355: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110</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8"/>
        <p:cNvGrpSpPr/>
        <p:nvPr/>
      </p:nvGrpSpPr>
      <p:grpSpPr>
        <a:xfrm>
          <a:off x="0" y="0"/>
          <a:ext cx="0" cy="0"/>
          <a:chOff x="0" y="0"/>
          <a:chExt cx="0" cy="0"/>
        </a:xfrm>
      </p:grpSpPr>
      <p:sp>
        <p:nvSpPr>
          <p:cNvPr id="649" name="Google Shape;649;hf002f62f5ca6d5c_0_9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50" name="Google Shape;650;hf002f62f5ca6d5c_0_94: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g3d48ab63a6f_0_9: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55" name="Google Shape;655;g3d48ab63a6f_0_9: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9"/>
        <p:cNvGrpSpPr/>
        <p:nvPr/>
      </p:nvGrpSpPr>
      <p:grpSpPr>
        <a:xfrm>
          <a:off x="0" y="0"/>
          <a:ext cx="0" cy="0"/>
          <a:chOff x="0" y="0"/>
          <a:chExt cx="0" cy="0"/>
        </a:xfrm>
      </p:grpSpPr>
      <p:sp>
        <p:nvSpPr>
          <p:cNvPr id="660" name="Google Shape;660;g3e6e2da66e2_0_6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61" name="Google Shape;661;g3e6e2da66e2_0_6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e6e2da66e2_0_7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66" name="Google Shape;666;g3e6e2da66e2_0_76: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g3faf5860435_0_13: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71" name="Google Shape;671;g3faf5860435_0_13: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4"/>
        <p:cNvGrpSpPr/>
        <p:nvPr/>
      </p:nvGrpSpPr>
      <p:grpSpPr>
        <a:xfrm>
          <a:off x="0" y="0"/>
          <a:ext cx="0" cy="0"/>
          <a:chOff x="0" y="0"/>
          <a:chExt cx="0" cy="0"/>
        </a:xfrm>
      </p:grpSpPr>
      <p:sp>
        <p:nvSpPr>
          <p:cNvPr id="675" name="Google Shape;675;g3e26ec1f821_0_29: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76" name="Google Shape;676;g3e26ec1f821_0_29: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9"/>
        <p:cNvGrpSpPr/>
        <p:nvPr/>
      </p:nvGrpSpPr>
      <p:grpSpPr>
        <a:xfrm>
          <a:off x="0" y="0"/>
          <a:ext cx="0" cy="0"/>
          <a:chOff x="0" y="0"/>
          <a:chExt cx="0" cy="0"/>
        </a:xfrm>
      </p:grpSpPr>
      <p:sp>
        <p:nvSpPr>
          <p:cNvPr id="680" name="Google Shape;680;g3f282feffb0_0_1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81" name="Google Shape;681;g3f282feffb0_0_16: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4"/>
        <p:cNvGrpSpPr/>
        <p:nvPr/>
      </p:nvGrpSpPr>
      <p:grpSpPr>
        <a:xfrm>
          <a:off x="0" y="0"/>
          <a:ext cx="0" cy="0"/>
          <a:chOff x="0" y="0"/>
          <a:chExt cx="0" cy="0"/>
        </a:xfrm>
      </p:grpSpPr>
      <p:sp>
        <p:nvSpPr>
          <p:cNvPr id="685" name="Google Shape;685;g3f282feffb0_0_2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86" name="Google Shape;686;g3f282feffb0_0_2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9"/>
        <p:cNvGrpSpPr/>
        <p:nvPr/>
      </p:nvGrpSpPr>
      <p:grpSpPr>
        <a:xfrm>
          <a:off x="0" y="0"/>
          <a:ext cx="0" cy="0"/>
          <a:chOff x="0" y="0"/>
          <a:chExt cx="0" cy="0"/>
        </a:xfrm>
      </p:grpSpPr>
      <p:sp>
        <p:nvSpPr>
          <p:cNvPr id="690" name="Google Shape;690;g3fb3359abd2_0_2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91" name="Google Shape;691;g3fb3359abd2_0_28: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g3fb2dc0a37c_0_12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96" name="Google Shape;696;g3fb2dc0a37c_0_12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9"/>
        <p:cNvGrpSpPr/>
        <p:nvPr/>
      </p:nvGrpSpPr>
      <p:grpSpPr>
        <a:xfrm>
          <a:off x="0" y="0"/>
          <a:ext cx="0" cy="0"/>
          <a:chOff x="0" y="0"/>
          <a:chExt cx="0" cy="0"/>
        </a:xfrm>
      </p:grpSpPr>
      <p:sp>
        <p:nvSpPr>
          <p:cNvPr id="700" name="Google Shape;700;g3fb2dc0a37c_0_12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01" name="Google Shape;701;g3fb2dc0a37c_0_124: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4"/>
        <p:cNvGrpSpPr/>
        <p:nvPr/>
      </p:nvGrpSpPr>
      <p:grpSpPr>
        <a:xfrm>
          <a:off x="0" y="0"/>
          <a:ext cx="0" cy="0"/>
          <a:chOff x="0" y="0"/>
          <a:chExt cx="0" cy="0"/>
        </a:xfrm>
      </p:grpSpPr>
      <p:sp>
        <p:nvSpPr>
          <p:cNvPr id="705" name="Google Shape;705;g3fb3359abd2_0_3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06" name="Google Shape;706;g3fb3359abd2_0_32: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p:cNvGrpSpPr/>
        <p:nvPr/>
      </p:nvGrpSpPr>
      <p:grpSpPr>
        <a:xfrm>
          <a:off x="0" y="0"/>
          <a:ext cx="0" cy="0"/>
          <a:chOff x="0" y="0"/>
          <a:chExt cx="0" cy="0"/>
        </a:xfrm>
      </p:grpSpPr>
      <p:sp>
        <p:nvSpPr>
          <p:cNvPr id="710" name="Google Shape;710;g3d89366497e_0_4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11" name="Google Shape;711;g3d89366497e_0_44: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5"/>
        <p:cNvGrpSpPr/>
        <p:nvPr/>
      </p:nvGrpSpPr>
      <p:grpSpPr>
        <a:xfrm>
          <a:off x="0" y="0"/>
          <a:ext cx="0" cy="0"/>
          <a:chOff x="0" y="0"/>
          <a:chExt cx="0" cy="0"/>
        </a:xfrm>
      </p:grpSpPr>
      <p:sp>
        <p:nvSpPr>
          <p:cNvPr id="716" name="Google Shape;716;p156: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7" name="Google Shape;717;p15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18" name="Google Shape;718;p156: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124</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2"/>
        <p:cNvGrpSpPr/>
        <p:nvPr/>
      </p:nvGrpSpPr>
      <p:grpSpPr>
        <a:xfrm>
          <a:off x="0" y="0"/>
          <a:ext cx="0" cy="0"/>
          <a:chOff x="0" y="0"/>
          <a:chExt cx="0" cy="0"/>
        </a:xfrm>
      </p:grpSpPr>
      <p:sp>
        <p:nvSpPr>
          <p:cNvPr id="723" name="Google Shape;723;g3b224b7d20a_0_9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24" name="Google Shape;724;g3b224b7d20a_0_95: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7"/>
        <p:cNvGrpSpPr/>
        <p:nvPr/>
      </p:nvGrpSpPr>
      <p:grpSpPr>
        <a:xfrm>
          <a:off x="0" y="0"/>
          <a:ext cx="0" cy="0"/>
          <a:chOff x="0" y="0"/>
          <a:chExt cx="0" cy="0"/>
        </a:xfrm>
      </p:grpSpPr>
      <p:sp>
        <p:nvSpPr>
          <p:cNvPr id="728" name="Google Shape;728;g3baa6357486_0_13: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29" name="Google Shape;729;g3baa6357486_0_13: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2"/>
        <p:cNvGrpSpPr/>
        <p:nvPr/>
      </p:nvGrpSpPr>
      <p:grpSpPr>
        <a:xfrm>
          <a:off x="0" y="0"/>
          <a:ext cx="0" cy="0"/>
          <a:chOff x="0" y="0"/>
          <a:chExt cx="0" cy="0"/>
        </a:xfrm>
      </p:grpSpPr>
      <p:sp>
        <p:nvSpPr>
          <p:cNvPr id="733" name="Google Shape;733;hf002f62f5ca6d5c_0_9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34" name="Google Shape;734;hf002f62f5ca6d5c_0_98: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7"/>
        <p:cNvGrpSpPr/>
        <p:nvPr/>
      </p:nvGrpSpPr>
      <p:grpSpPr>
        <a:xfrm>
          <a:off x="0" y="0"/>
          <a:ext cx="0" cy="0"/>
          <a:chOff x="0" y="0"/>
          <a:chExt cx="0" cy="0"/>
        </a:xfrm>
      </p:grpSpPr>
      <p:sp>
        <p:nvSpPr>
          <p:cNvPr id="738" name="Google Shape;738;p159: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39" name="Google Shape;739;p159: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3"/>
        <p:cNvGrpSpPr/>
        <p:nvPr/>
      </p:nvGrpSpPr>
      <p:grpSpPr>
        <a:xfrm>
          <a:off x="0" y="0"/>
          <a:ext cx="0" cy="0"/>
          <a:chOff x="0" y="0"/>
          <a:chExt cx="0" cy="0"/>
        </a:xfrm>
      </p:grpSpPr>
      <p:sp>
        <p:nvSpPr>
          <p:cNvPr id="744" name="Google Shape;744;p16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45" name="Google Shape;745;p160: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
        <p:cNvGrpSpPr/>
        <p:nvPr/>
      </p:nvGrpSpPr>
      <p:grpSpPr>
        <a:xfrm>
          <a:off x="0" y="0"/>
          <a:ext cx="0" cy="0"/>
          <a:chOff x="0" y="0"/>
          <a:chExt cx="0" cy="0"/>
        </a:xfrm>
      </p:grpSpPr>
      <p:sp>
        <p:nvSpPr>
          <p:cNvPr id="749" name="Google Shape;749;p161: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50" name="Google Shape;750;p161: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6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55" name="Google Shape;755;p162: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p163: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60" name="Google Shape;760;p163: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3"/>
        <p:cNvGrpSpPr/>
        <p:nvPr/>
      </p:nvGrpSpPr>
      <p:grpSpPr>
        <a:xfrm>
          <a:off x="0" y="0"/>
          <a:ext cx="0" cy="0"/>
          <a:chOff x="0" y="0"/>
          <a:chExt cx="0" cy="0"/>
        </a:xfrm>
      </p:grpSpPr>
      <p:sp>
        <p:nvSpPr>
          <p:cNvPr id="764" name="Google Shape;764;p16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65" name="Google Shape;765;p164: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8"/>
        <p:cNvGrpSpPr/>
        <p:nvPr/>
      </p:nvGrpSpPr>
      <p:grpSpPr>
        <a:xfrm>
          <a:off x="0" y="0"/>
          <a:ext cx="0" cy="0"/>
          <a:chOff x="0" y="0"/>
          <a:chExt cx="0" cy="0"/>
        </a:xfrm>
      </p:grpSpPr>
      <p:sp>
        <p:nvSpPr>
          <p:cNvPr id="769" name="Google Shape;769;p16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70" name="Google Shape;770;p165: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p16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75" name="Google Shape;775;p166: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p167: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80" name="Google Shape;780;p167: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3"/>
        <p:cNvGrpSpPr/>
        <p:nvPr/>
      </p:nvGrpSpPr>
      <p:grpSpPr>
        <a:xfrm>
          <a:off x="0" y="0"/>
          <a:ext cx="0" cy="0"/>
          <a:chOff x="0" y="0"/>
          <a:chExt cx="0" cy="0"/>
        </a:xfrm>
      </p:grpSpPr>
      <p:sp>
        <p:nvSpPr>
          <p:cNvPr id="784" name="Google Shape;784;p16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85" name="Google Shape;785;p168: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p169: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90" name="Google Shape;790;p169: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3"/>
        <p:cNvGrpSpPr/>
        <p:nvPr/>
      </p:nvGrpSpPr>
      <p:grpSpPr>
        <a:xfrm>
          <a:off x="0" y="0"/>
          <a:ext cx="0" cy="0"/>
          <a:chOff x="0" y="0"/>
          <a:chExt cx="0" cy="0"/>
        </a:xfrm>
      </p:grpSpPr>
      <p:sp>
        <p:nvSpPr>
          <p:cNvPr id="794" name="Google Shape;794;p17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95" name="Google Shape;795;p170: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8"/>
        <p:cNvGrpSpPr/>
        <p:nvPr/>
      </p:nvGrpSpPr>
      <p:grpSpPr>
        <a:xfrm>
          <a:off x="0" y="0"/>
          <a:ext cx="0" cy="0"/>
          <a:chOff x="0" y="0"/>
          <a:chExt cx="0" cy="0"/>
        </a:xfrm>
      </p:grpSpPr>
      <p:sp>
        <p:nvSpPr>
          <p:cNvPr id="799" name="Google Shape;799;p171: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00" name="Google Shape;800;p171: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3"/>
        <p:cNvGrpSpPr/>
        <p:nvPr/>
      </p:nvGrpSpPr>
      <p:grpSpPr>
        <a:xfrm>
          <a:off x="0" y="0"/>
          <a:ext cx="0" cy="0"/>
          <a:chOff x="0" y="0"/>
          <a:chExt cx="0" cy="0"/>
        </a:xfrm>
      </p:grpSpPr>
      <p:sp>
        <p:nvSpPr>
          <p:cNvPr id="804" name="Google Shape;804;p17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05" name="Google Shape;805;p172: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
        <p:cNvGrpSpPr/>
        <p:nvPr/>
      </p:nvGrpSpPr>
      <p:grpSpPr>
        <a:xfrm>
          <a:off x="0" y="0"/>
          <a:ext cx="0" cy="0"/>
          <a:chOff x="0" y="0"/>
          <a:chExt cx="0" cy="0"/>
        </a:xfrm>
      </p:grpSpPr>
      <p:sp>
        <p:nvSpPr>
          <p:cNvPr id="809" name="Google Shape;809;p173: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10" name="Google Shape;810;p173: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3"/>
        <p:cNvGrpSpPr/>
        <p:nvPr/>
      </p:nvGrpSpPr>
      <p:grpSpPr>
        <a:xfrm>
          <a:off x="0" y="0"/>
          <a:ext cx="0" cy="0"/>
          <a:chOff x="0" y="0"/>
          <a:chExt cx="0" cy="0"/>
        </a:xfrm>
      </p:grpSpPr>
      <p:sp>
        <p:nvSpPr>
          <p:cNvPr id="814" name="Google Shape;814;p17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15" name="Google Shape;815;p174: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8"/>
        <p:cNvGrpSpPr/>
        <p:nvPr/>
      </p:nvGrpSpPr>
      <p:grpSpPr>
        <a:xfrm>
          <a:off x="0" y="0"/>
          <a:ext cx="0" cy="0"/>
          <a:chOff x="0" y="0"/>
          <a:chExt cx="0" cy="0"/>
        </a:xfrm>
      </p:grpSpPr>
      <p:sp>
        <p:nvSpPr>
          <p:cNvPr id="819" name="Google Shape;819;p17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20" name="Google Shape;820;p175: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p:cNvGrpSpPr/>
        <p:nvPr/>
      </p:nvGrpSpPr>
      <p:grpSpPr>
        <a:xfrm>
          <a:off x="0" y="0"/>
          <a:ext cx="0" cy="0"/>
          <a:chOff x="0" y="0"/>
          <a:chExt cx="0" cy="0"/>
        </a:xfrm>
      </p:grpSpPr>
      <p:sp>
        <p:nvSpPr>
          <p:cNvPr id="824" name="Google Shape;824;p17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25" name="Google Shape;825;p176: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8"/>
        <p:cNvGrpSpPr/>
        <p:nvPr/>
      </p:nvGrpSpPr>
      <p:grpSpPr>
        <a:xfrm>
          <a:off x="0" y="0"/>
          <a:ext cx="0" cy="0"/>
          <a:chOff x="0" y="0"/>
          <a:chExt cx="0" cy="0"/>
        </a:xfrm>
      </p:grpSpPr>
      <p:sp>
        <p:nvSpPr>
          <p:cNvPr id="829" name="Google Shape;829;p177: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30" name="Google Shape;830;p177: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3"/>
        <p:cNvGrpSpPr/>
        <p:nvPr/>
      </p:nvGrpSpPr>
      <p:grpSpPr>
        <a:xfrm>
          <a:off x="0" y="0"/>
          <a:ext cx="0" cy="0"/>
          <a:chOff x="0" y="0"/>
          <a:chExt cx="0" cy="0"/>
        </a:xfrm>
      </p:grpSpPr>
      <p:sp>
        <p:nvSpPr>
          <p:cNvPr id="834" name="Google Shape;834;p17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35" name="Google Shape;835;p178: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8"/>
        <p:cNvGrpSpPr/>
        <p:nvPr/>
      </p:nvGrpSpPr>
      <p:grpSpPr>
        <a:xfrm>
          <a:off x="0" y="0"/>
          <a:ext cx="0" cy="0"/>
          <a:chOff x="0" y="0"/>
          <a:chExt cx="0" cy="0"/>
        </a:xfrm>
      </p:grpSpPr>
      <p:sp>
        <p:nvSpPr>
          <p:cNvPr id="839" name="Google Shape;839;hf002f62f5ca6d5c_0_10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40" name="Google Shape;840;hf002f62f5ca6d5c_0_102: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3"/>
        <p:cNvGrpSpPr/>
        <p:nvPr/>
      </p:nvGrpSpPr>
      <p:grpSpPr>
        <a:xfrm>
          <a:off x="0" y="0"/>
          <a:ext cx="0" cy="0"/>
          <a:chOff x="0" y="0"/>
          <a:chExt cx="0" cy="0"/>
        </a:xfrm>
      </p:grpSpPr>
      <p:sp>
        <p:nvSpPr>
          <p:cNvPr id="844" name="Google Shape;844;g3f95afb83fa_0_2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45" name="Google Shape;845;g3f95afb83fa_0_24: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8"/>
        <p:cNvGrpSpPr/>
        <p:nvPr/>
      </p:nvGrpSpPr>
      <p:grpSpPr>
        <a:xfrm>
          <a:off x="0" y="0"/>
          <a:ext cx="0" cy="0"/>
          <a:chOff x="0" y="0"/>
          <a:chExt cx="0" cy="0"/>
        </a:xfrm>
      </p:grpSpPr>
      <p:sp>
        <p:nvSpPr>
          <p:cNvPr id="849" name="Google Shape;849;g3f69acae762_0_12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50" name="Google Shape;850;g3f69acae762_0_124: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3"/>
        <p:cNvGrpSpPr/>
        <p:nvPr/>
      </p:nvGrpSpPr>
      <p:grpSpPr>
        <a:xfrm>
          <a:off x="0" y="0"/>
          <a:ext cx="0" cy="0"/>
          <a:chOff x="0" y="0"/>
          <a:chExt cx="0" cy="0"/>
        </a:xfrm>
      </p:grpSpPr>
      <p:sp>
        <p:nvSpPr>
          <p:cNvPr id="854" name="Google Shape;854;g3f69acae762_0_12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55" name="Google Shape;855;g3f69acae762_0_128: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8"/>
        <p:cNvGrpSpPr/>
        <p:nvPr/>
      </p:nvGrpSpPr>
      <p:grpSpPr>
        <a:xfrm>
          <a:off x="0" y="0"/>
          <a:ext cx="0" cy="0"/>
          <a:chOff x="0" y="0"/>
          <a:chExt cx="0" cy="0"/>
        </a:xfrm>
      </p:grpSpPr>
      <p:sp>
        <p:nvSpPr>
          <p:cNvPr id="859" name="Google Shape;859;g3fac4c6c2fc_0_77: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60" name="Google Shape;860;g3fac4c6c2fc_0_77: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3"/>
        <p:cNvGrpSpPr/>
        <p:nvPr/>
      </p:nvGrpSpPr>
      <p:grpSpPr>
        <a:xfrm>
          <a:off x="0" y="0"/>
          <a:ext cx="0" cy="0"/>
          <a:chOff x="0" y="0"/>
          <a:chExt cx="0" cy="0"/>
        </a:xfrm>
      </p:grpSpPr>
      <p:sp>
        <p:nvSpPr>
          <p:cNvPr id="864" name="Google Shape;864;hf002f62f5ca6d5c_0_1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65" name="Google Shape;865;hf002f62f5ca6d5c_0_12: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8"/>
        <p:cNvGrpSpPr/>
        <p:nvPr/>
      </p:nvGrpSpPr>
      <p:grpSpPr>
        <a:xfrm>
          <a:off x="0" y="0"/>
          <a:ext cx="0" cy="0"/>
          <a:chOff x="0" y="0"/>
          <a:chExt cx="0" cy="0"/>
        </a:xfrm>
      </p:grpSpPr>
      <p:sp>
        <p:nvSpPr>
          <p:cNvPr id="869" name="Google Shape;869;g3fb3359abd2_0_4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0" name="Google Shape;870;g3fb3359abd2_0_4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3"/>
        <p:cNvGrpSpPr/>
        <p:nvPr/>
      </p:nvGrpSpPr>
      <p:grpSpPr>
        <a:xfrm>
          <a:off x="0" y="0"/>
          <a:ext cx="0" cy="0"/>
          <a:chOff x="0" y="0"/>
          <a:chExt cx="0" cy="0"/>
        </a:xfrm>
      </p:grpSpPr>
      <p:sp>
        <p:nvSpPr>
          <p:cNvPr id="874" name="Google Shape;874;g3fb3359abd2_0_4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5" name="Google Shape;875;g3fb3359abd2_0_44: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8"/>
        <p:cNvGrpSpPr/>
        <p:nvPr/>
      </p:nvGrpSpPr>
      <p:grpSpPr>
        <a:xfrm>
          <a:off x="0" y="0"/>
          <a:ext cx="0" cy="0"/>
          <a:chOff x="0" y="0"/>
          <a:chExt cx="0" cy="0"/>
        </a:xfrm>
      </p:grpSpPr>
      <p:sp>
        <p:nvSpPr>
          <p:cNvPr id="879" name="Google Shape;879;hf002f62f5ca6d5c_0_3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80" name="Google Shape;880;hf002f62f5ca6d5c_0_32: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3"/>
        <p:cNvGrpSpPr/>
        <p:nvPr/>
      </p:nvGrpSpPr>
      <p:grpSpPr>
        <a:xfrm>
          <a:off x="0" y="0"/>
          <a:ext cx="0" cy="0"/>
          <a:chOff x="0" y="0"/>
          <a:chExt cx="0" cy="0"/>
        </a:xfrm>
      </p:grpSpPr>
      <p:sp>
        <p:nvSpPr>
          <p:cNvPr id="884" name="Google Shape;884;hf002f62f5ca6d5c_0_3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85" name="Google Shape;885;hf002f62f5ca6d5c_0_36: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8"/>
        <p:cNvGrpSpPr/>
        <p:nvPr/>
      </p:nvGrpSpPr>
      <p:grpSpPr>
        <a:xfrm>
          <a:off x="0" y="0"/>
          <a:ext cx="0" cy="0"/>
          <a:chOff x="0" y="0"/>
          <a:chExt cx="0" cy="0"/>
        </a:xfrm>
      </p:grpSpPr>
      <p:sp>
        <p:nvSpPr>
          <p:cNvPr id="889" name="Google Shape;889;hf002f62f5ca6d5c_0_1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90" name="Google Shape;890;hf002f62f5ca6d5c_0_16: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3"/>
        <p:cNvGrpSpPr/>
        <p:nvPr/>
      </p:nvGrpSpPr>
      <p:grpSpPr>
        <a:xfrm>
          <a:off x="0" y="0"/>
          <a:ext cx="0" cy="0"/>
          <a:chOff x="0" y="0"/>
          <a:chExt cx="0" cy="0"/>
        </a:xfrm>
      </p:grpSpPr>
      <p:sp>
        <p:nvSpPr>
          <p:cNvPr id="894" name="Google Shape;894;hf002f62f5ca6d5c_0_2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95" name="Google Shape;895;hf002f62f5ca6d5c_0_2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8"/>
        <p:cNvGrpSpPr/>
        <p:nvPr/>
      </p:nvGrpSpPr>
      <p:grpSpPr>
        <a:xfrm>
          <a:off x="0" y="0"/>
          <a:ext cx="0" cy="0"/>
          <a:chOff x="0" y="0"/>
          <a:chExt cx="0" cy="0"/>
        </a:xfrm>
      </p:grpSpPr>
      <p:sp>
        <p:nvSpPr>
          <p:cNvPr id="899" name="Google Shape;899;hf002f62f5ca6d5c_0_2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00" name="Google Shape;900;hf002f62f5ca6d5c_0_24: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hf002f62f5ca6d5c_0_2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05" name="Google Shape;905;hf002f62f5ca6d5c_0_28: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8"/>
        <p:cNvGrpSpPr/>
        <p:nvPr/>
      </p:nvGrpSpPr>
      <p:grpSpPr>
        <a:xfrm>
          <a:off x="0" y="0"/>
          <a:ext cx="0" cy="0"/>
          <a:chOff x="0" y="0"/>
          <a:chExt cx="0" cy="0"/>
        </a:xfrm>
      </p:grpSpPr>
      <p:sp>
        <p:nvSpPr>
          <p:cNvPr id="909" name="Google Shape;909;g3e5a0c7ab5b_0_25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10" name="Google Shape;910;g3e5a0c7ab5b_0_256: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3"/>
        <p:cNvGrpSpPr/>
        <p:nvPr/>
      </p:nvGrpSpPr>
      <p:grpSpPr>
        <a:xfrm>
          <a:off x="0" y="0"/>
          <a:ext cx="0" cy="0"/>
          <a:chOff x="0" y="0"/>
          <a:chExt cx="0" cy="0"/>
        </a:xfrm>
      </p:grpSpPr>
      <p:sp>
        <p:nvSpPr>
          <p:cNvPr id="914" name="Google Shape;914;p20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15" name="Google Shape;915;p202: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8"/>
        <p:cNvGrpSpPr/>
        <p:nvPr/>
      </p:nvGrpSpPr>
      <p:grpSpPr>
        <a:xfrm>
          <a:off x="0" y="0"/>
          <a:ext cx="0" cy="0"/>
          <a:chOff x="0" y="0"/>
          <a:chExt cx="0" cy="0"/>
        </a:xfrm>
      </p:grpSpPr>
      <p:sp>
        <p:nvSpPr>
          <p:cNvPr id="919" name="Google Shape;919;p203: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20" name="Google Shape;920;p203: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3"/>
        <p:cNvGrpSpPr/>
        <p:nvPr/>
      </p:nvGrpSpPr>
      <p:grpSpPr>
        <a:xfrm>
          <a:off x="0" y="0"/>
          <a:ext cx="0" cy="0"/>
          <a:chOff x="0" y="0"/>
          <a:chExt cx="0" cy="0"/>
        </a:xfrm>
      </p:grpSpPr>
      <p:sp>
        <p:nvSpPr>
          <p:cNvPr id="924" name="Google Shape;924;p20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25" name="Google Shape;925;p204: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e5a0c7ab5b_0_335: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30" name="Google Shape;930;g3e5a0c7ab5b_0_335: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a42a8b53c1_2_26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35" name="Google Shape;935;g3a42a8b53c1_2_268: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8"/>
        <p:cNvGrpSpPr/>
        <p:nvPr/>
      </p:nvGrpSpPr>
      <p:grpSpPr>
        <a:xfrm>
          <a:off x="0" y="0"/>
          <a:ext cx="0" cy="0"/>
          <a:chOff x="0" y="0"/>
          <a:chExt cx="0" cy="0"/>
        </a:xfrm>
      </p:grpSpPr>
      <p:sp>
        <p:nvSpPr>
          <p:cNvPr id="939" name="Google Shape;939;p207: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40" name="Google Shape;940;p207: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3"/>
        <p:cNvGrpSpPr/>
        <p:nvPr/>
      </p:nvGrpSpPr>
      <p:grpSpPr>
        <a:xfrm>
          <a:off x="0" y="0"/>
          <a:ext cx="0" cy="0"/>
          <a:chOff x="0" y="0"/>
          <a:chExt cx="0" cy="0"/>
        </a:xfrm>
      </p:grpSpPr>
      <p:sp>
        <p:nvSpPr>
          <p:cNvPr id="944" name="Google Shape;944;p20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45" name="Google Shape;945;p208: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8"/>
        <p:cNvGrpSpPr/>
        <p:nvPr/>
      </p:nvGrpSpPr>
      <p:grpSpPr>
        <a:xfrm>
          <a:off x="0" y="0"/>
          <a:ext cx="0" cy="0"/>
          <a:chOff x="0" y="0"/>
          <a:chExt cx="0" cy="0"/>
        </a:xfrm>
      </p:grpSpPr>
      <p:sp>
        <p:nvSpPr>
          <p:cNvPr id="949" name="Google Shape;949;g3e5a0c7ab5b_0_339: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50" name="Google Shape;950;g3e5a0c7ab5b_0_339: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3"/>
        <p:cNvGrpSpPr/>
        <p:nvPr/>
      </p:nvGrpSpPr>
      <p:grpSpPr>
        <a:xfrm>
          <a:off x="0" y="0"/>
          <a:ext cx="0" cy="0"/>
          <a:chOff x="0" y="0"/>
          <a:chExt cx="0" cy="0"/>
        </a:xfrm>
      </p:grpSpPr>
      <p:sp>
        <p:nvSpPr>
          <p:cNvPr id="1094" name="Google Shape;1094;g3e9ce9eb37a_0_183: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95" name="Google Shape;1095;g3e9ce9eb37a_0_183:notes"/>
          <p:cNvSpPr>
            <a:spLocks noGrp="1" noRot="1" noChangeAspect="1"/>
          </p:cNvSpPr>
          <p:nvPr>
            <p:ph type="sldImg" idx="2"/>
          </p:nvPr>
        </p:nvSpPr>
        <p:spPr>
          <a:xfrm>
            <a:off x="2286000" y="514350"/>
            <a:ext cx="4572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4"/>
        <p:cNvGrpSpPr/>
        <p:nvPr/>
      </p:nvGrpSpPr>
      <p:grpSpPr>
        <a:xfrm>
          <a:off x="0" y="0"/>
          <a:ext cx="0" cy="0"/>
          <a:chOff x="0" y="0"/>
          <a:chExt cx="0" cy="0"/>
        </a:xfrm>
      </p:grpSpPr>
      <p:sp>
        <p:nvSpPr>
          <p:cNvPr id="965" name="Google Shape;965;g3e5a0c7ab5b_0_343: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66" name="Google Shape;966;g3e5a0c7ab5b_0_343: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9"/>
        <p:cNvGrpSpPr/>
        <p:nvPr/>
      </p:nvGrpSpPr>
      <p:grpSpPr>
        <a:xfrm>
          <a:off x="0" y="0"/>
          <a:ext cx="0" cy="0"/>
          <a:chOff x="0" y="0"/>
          <a:chExt cx="0" cy="0"/>
        </a:xfrm>
      </p:grpSpPr>
      <p:sp>
        <p:nvSpPr>
          <p:cNvPr id="970" name="Google Shape;970;g3f491e64396_0_4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71" name="Google Shape;971;g3f491e64396_0_48: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4"/>
        <p:cNvGrpSpPr/>
        <p:nvPr/>
      </p:nvGrpSpPr>
      <p:grpSpPr>
        <a:xfrm>
          <a:off x="0" y="0"/>
          <a:ext cx="0" cy="0"/>
          <a:chOff x="0" y="0"/>
          <a:chExt cx="0" cy="0"/>
        </a:xfrm>
      </p:grpSpPr>
      <p:sp>
        <p:nvSpPr>
          <p:cNvPr id="975" name="Google Shape;975;g3f491e64396_0_5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76" name="Google Shape;976;g3f491e64396_0_52: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9"/>
        <p:cNvGrpSpPr/>
        <p:nvPr/>
      </p:nvGrpSpPr>
      <p:grpSpPr>
        <a:xfrm>
          <a:off x="0" y="0"/>
          <a:ext cx="0" cy="0"/>
          <a:chOff x="0" y="0"/>
          <a:chExt cx="0" cy="0"/>
        </a:xfrm>
      </p:grpSpPr>
      <p:sp>
        <p:nvSpPr>
          <p:cNvPr id="980" name="Google Shape;980;g3f491e64396_0_6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81" name="Google Shape;981;g3f491e64396_0_68: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4"/>
        <p:cNvGrpSpPr/>
        <p:nvPr/>
      </p:nvGrpSpPr>
      <p:grpSpPr>
        <a:xfrm>
          <a:off x="0" y="0"/>
          <a:ext cx="0" cy="0"/>
          <a:chOff x="0" y="0"/>
          <a:chExt cx="0" cy="0"/>
        </a:xfrm>
      </p:grpSpPr>
      <p:sp>
        <p:nvSpPr>
          <p:cNvPr id="985" name="Google Shape;985;g3fb3359abd2_0_7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86" name="Google Shape;986;g3fb3359abd2_0_76: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9"/>
        <p:cNvGrpSpPr/>
        <p:nvPr/>
      </p:nvGrpSpPr>
      <p:grpSpPr>
        <a:xfrm>
          <a:off x="0" y="0"/>
          <a:ext cx="0" cy="0"/>
          <a:chOff x="0" y="0"/>
          <a:chExt cx="0" cy="0"/>
        </a:xfrm>
      </p:grpSpPr>
      <p:sp>
        <p:nvSpPr>
          <p:cNvPr id="990" name="Google Shape;990;g3fb3359abd2_0_8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91" name="Google Shape;991;g3fb3359abd2_0_8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4"/>
        <p:cNvGrpSpPr/>
        <p:nvPr/>
      </p:nvGrpSpPr>
      <p:grpSpPr>
        <a:xfrm>
          <a:off x="0" y="0"/>
          <a:ext cx="0" cy="0"/>
          <a:chOff x="0" y="0"/>
          <a:chExt cx="0" cy="0"/>
        </a:xfrm>
      </p:grpSpPr>
      <p:sp>
        <p:nvSpPr>
          <p:cNvPr id="995" name="Google Shape;995;g3f95afb83fa_0_147: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96" name="Google Shape;996;g3f95afb83fa_0_147: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9"/>
        <p:cNvGrpSpPr/>
        <p:nvPr/>
      </p:nvGrpSpPr>
      <p:grpSpPr>
        <a:xfrm>
          <a:off x="0" y="0"/>
          <a:ext cx="0" cy="0"/>
          <a:chOff x="0" y="0"/>
          <a:chExt cx="0" cy="0"/>
        </a:xfrm>
      </p:grpSpPr>
      <p:sp>
        <p:nvSpPr>
          <p:cNvPr id="1000" name="Google Shape;1000;g3f54ad4d3bd_0_14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01" name="Google Shape;1001;g3f54ad4d3bd_0_144: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4"/>
        <p:cNvGrpSpPr/>
        <p:nvPr/>
      </p:nvGrpSpPr>
      <p:grpSpPr>
        <a:xfrm>
          <a:off x="0" y="0"/>
          <a:ext cx="0" cy="0"/>
          <a:chOff x="0" y="0"/>
          <a:chExt cx="0" cy="0"/>
        </a:xfrm>
      </p:grpSpPr>
      <p:sp>
        <p:nvSpPr>
          <p:cNvPr id="1005" name="Google Shape;1005;hf002f62f5ca6d5c_0_4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06" name="Google Shape;1006;hf002f62f5ca6d5c_0_4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9"/>
        <p:cNvGrpSpPr/>
        <p:nvPr/>
      </p:nvGrpSpPr>
      <p:grpSpPr>
        <a:xfrm>
          <a:off x="0" y="0"/>
          <a:ext cx="0" cy="0"/>
          <a:chOff x="0" y="0"/>
          <a:chExt cx="0" cy="0"/>
        </a:xfrm>
      </p:grpSpPr>
      <p:sp>
        <p:nvSpPr>
          <p:cNvPr id="1010" name="Google Shape;1010;hf002f62f5ca6d5c_0_4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11" name="Google Shape;1011;hf002f62f5ca6d5c_0_44: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4"/>
        <p:cNvGrpSpPr/>
        <p:nvPr/>
      </p:nvGrpSpPr>
      <p:grpSpPr>
        <a:xfrm>
          <a:off x="0" y="0"/>
          <a:ext cx="0" cy="0"/>
          <a:chOff x="0" y="0"/>
          <a:chExt cx="0" cy="0"/>
        </a:xfrm>
      </p:grpSpPr>
      <p:sp>
        <p:nvSpPr>
          <p:cNvPr id="1015" name="Google Shape;1015;hf002f62f5ca6d5c_0_4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16" name="Google Shape;1016;hf002f62f5ca6d5c_0_48: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9"/>
        <p:cNvGrpSpPr/>
        <p:nvPr/>
      </p:nvGrpSpPr>
      <p:grpSpPr>
        <a:xfrm>
          <a:off x="0" y="0"/>
          <a:ext cx="0" cy="0"/>
          <a:chOff x="0" y="0"/>
          <a:chExt cx="0" cy="0"/>
        </a:xfrm>
      </p:grpSpPr>
      <p:sp>
        <p:nvSpPr>
          <p:cNvPr id="1020" name="Google Shape;1020;hf002f62f5ca6d5c_0_5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21" name="Google Shape;1021;hf002f62f5ca6d5c_0_52: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4"/>
        <p:cNvGrpSpPr/>
        <p:nvPr/>
      </p:nvGrpSpPr>
      <p:grpSpPr>
        <a:xfrm>
          <a:off x="0" y="0"/>
          <a:ext cx="0" cy="0"/>
          <a:chOff x="0" y="0"/>
          <a:chExt cx="0" cy="0"/>
        </a:xfrm>
      </p:grpSpPr>
      <p:sp>
        <p:nvSpPr>
          <p:cNvPr id="1025" name="Google Shape;1025;hf002f62f5ca6d5c_0_5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26" name="Google Shape;1026;hf002f62f5ca6d5c_0_56: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9"/>
        <p:cNvGrpSpPr/>
        <p:nvPr/>
      </p:nvGrpSpPr>
      <p:grpSpPr>
        <a:xfrm>
          <a:off x="0" y="0"/>
          <a:ext cx="0" cy="0"/>
          <a:chOff x="0" y="0"/>
          <a:chExt cx="0" cy="0"/>
        </a:xfrm>
      </p:grpSpPr>
      <p:sp>
        <p:nvSpPr>
          <p:cNvPr id="1030" name="Google Shape;1030;g3fb3359abd2_0_8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31" name="Google Shape;1031;g3fb3359abd2_0_84: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4"/>
        <p:cNvGrpSpPr/>
        <p:nvPr/>
      </p:nvGrpSpPr>
      <p:grpSpPr>
        <a:xfrm>
          <a:off x="0" y="0"/>
          <a:ext cx="0" cy="0"/>
          <a:chOff x="0" y="0"/>
          <a:chExt cx="0" cy="0"/>
        </a:xfrm>
      </p:grpSpPr>
      <p:sp>
        <p:nvSpPr>
          <p:cNvPr id="1035" name="Google Shape;1035;g3fb3359abd2_0_8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36" name="Google Shape;1036;g3fb3359abd2_0_88: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9"/>
        <p:cNvGrpSpPr/>
        <p:nvPr/>
      </p:nvGrpSpPr>
      <p:grpSpPr>
        <a:xfrm>
          <a:off x="0" y="0"/>
          <a:ext cx="0" cy="0"/>
          <a:chOff x="0" y="0"/>
          <a:chExt cx="0" cy="0"/>
        </a:xfrm>
      </p:grpSpPr>
      <p:sp>
        <p:nvSpPr>
          <p:cNvPr id="1040" name="Google Shape;1040;g3fb3359abd2_0_9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41" name="Google Shape;1041;g3fb3359abd2_0_92: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4"/>
        <p:cNvGrpSpPr/>
        <p:nvPr/>
      </p:nvGrpSpPr>
      <p:grpSpPr>
        <a:xfrm>
          <a:off x="0" y="0"/>
          <a:ext cx="0" cy="0"/>
          <a:chOff x="0" y="0"/>
          <a:chExt cx="0" cy="0"/>
        </a:xfrm>
      </p:grpSpPr>
      <p:sp>
        <p:nvSpPr>
          <p:cNvPr id="1045" name="Google Shape;1045;hf002f62f5ca6d5c_0_6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46" name="Google Shape;1046;hf002f62f5ca6d5c_0_64: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9"/>
        <p:cNvGrpSpPr/>
        <p:nvPr/>
      </p:nvGrpSpPr>
      <p:grpSpPr>
        <a:xfrm>
          <a:off x="0" y="0"/>
          <a:ext cx="0" cy="0"/>
          <a:chOff x="0" y="0"/>
          <a:chExt cx="0" cy="0"/>
        </a:xfrm>
      </p:grpSpPr>
      <p:sp>
        <p:nvSpPr>
          <p:cNvPr id="1050" name="Google Shape;1050;hf002f62f5ca6d5c_0_6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51" name="Google Shape;1051;hf002f62f5ca6d5c_0_68: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4"/>
        <p:cNvGrpSpPr/>
        <p:nvPr/>
      </p:nvGrpSpPr>
      <p:grpSpPr>
        <a:xfrm>
          <a:off x="0" y="0"/>
          <a:ext cx="0" cy="0"/>
          <a:chOff x="0" y="0"/>
          <a:chExt cx="0" cy="0"/>
        </a:xfrm>
      </p:grpSpPr>
      <p:sp>
        <p:nvSpPr>
          <p:cNvPr id="1055" name="Google Shape;1055;hf002f62f5ca6d5c_0_72: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56" name="Google Shape;1056;hf002f62f5ca6d5c_0_72: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9"/>
        <p:cNvGrpSpPr/>
        <p:nvPr/>
      </p:nvGrpSpPr>
      <p:grpSpPr>
        <a:xfrm>
          <a:off x="0" y="0"/>
          <a:ext cx="0" cy="0"/>
          <a:chOff x="0" y="0"/>
          <a:chExt cx="0" cy="0"/>
        </a:xfrm>
      </p:grpSpPr>
      <p:sp>
        <p:nvSpPr>
          <p:cNvPr id="1060" name="Google Shape;1060;hf002f62f5ca6d5c_0_7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61" name="Google Shape;1061;hf002f62f5ca6d5c_0_76: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4"/>
        <p:cNvGrpSpPr/>
        <p:nvPr/>
      </p:nvGrpSpPr>
      <p:grpSpPr>
        <a:xfrm>
          <a:off x="0" y="0"/>
          <a:ext cx="0" cy="0"/>
          <a:chOff x="0" y="0"/>
          <a:chExt cx="0" cy="0"/>
        </a:xfrm>
      </p:grpSpPr>
      <p:sp>
        <p:nvSpPr>
          <p:cNvPr id="1065" name="Google Shape;1065;hf002f62f5ca6d5c_0_106: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66" name="Google Shape;1066;hf002f62f5ca6d5c_0_106: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9"/>
        <p:cNvGrpSpPr/>
        <p:nvPr/>
      </p:nvGrpSpPr>
      <p:grpSpPr>
        <a:xfrm>
          <a:off x="0" y="0"/>
          <a:ext cx="0" cy="0"/>
          <a:chOff x="0" y="0"/>
          <a:chExt cx="0" cy="0"/>
        </a:xfrm>
      </p:grpSpPr>
      <p:sp>
        <p:nvSpPr>
          <p:cNvPr id="1070" name="Google Shape;1070;g3fb3359abd2_0_14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71" name="Google Shape;1071;g3fb3359abd2_0_14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4"/>
        <p:cNvGrpSpPr/>
        <p:nvPr/>
      </p:nvGrpSpPr>
      <p:grpSpPr>
        <a:xfrm>
          <a:off x="0" y="0"/>
          <a:ext cx="0" cy="0"/>
          <a:chOff x="0" y="0"/>
          <a:chExt cx="0" cy="0"/>
        </a:xfrm>
      </p:grpSpPr>
      <p:sp>
        <p:nvSpPr>
          <p:cNvPr id="1075" name="Google Shape;1075;g3fb3359abd2_0_14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76" name="Google Shape;1076;g3fb3359abd2_0_144: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9"/>
        <p:cNvGrpSpPr/>
        <p:nvPr/>
      </p:nvGrpSpPr>
      <p:grpSpPr>
        <a:xfrm>
          <a:off x="0" y="0"/>
          <a:ext cx="0" cy="0"/>
          <a:chOff x="0" y="0"/>
          <a:chExt cx="0" cy="0"/>
        </a:xfrm>
      </p:grpSpPr>
      <p:sp>
        <p:nvSpPr>
          <p:cNvPr id="1080" name="Google Shape;1080;g3fb3359abd2_0_14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81" name="Google Shape;1081;g3fb3359abd2_0_148: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4"/>
        <p:cNvGrpSpPr/>
        <p:nvPr/>
      </p:nvGrpSpPr>
      <p:grpSpPr>
        <a:xfrm>
          <a:off x="0" y="0"/>
          <a:ext cx="0" cy="0"/>
          <a:chOff x="0" y="0"/>
          <a:chExt cx="0" cy="0"/>
        </a:xfrm>
      </p:grpSpPr>
      <p:sp>
        <p:nvSpPr>
          <p:cNvPr id="1085" name="Google Shape;1085;hf002f62f5ca6d5c_0_80: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86" name="Google Shape;1086;hf002f62f5ca6d5c_0_80: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9"/>
        <p:cNvGrpSpPr/>
        <p:nvPr/>
      </p:nvGrpSpPr>
      <p:grpSpPr>
        <a:xfrm>
          <a:off x="0" y="0"/>
          <a:ext cx="0" cy="0"/>
          <a:chOff x="0" y="0"/>
          <a:chExt cx="0" cy="0"/>
        </a:xfrm>
      </p:grpSpPr>
      <p:sp>
        <p:nvSpPr>
          <p:cNvPr id="1090" name="Google Shape;1090;g3fb3359abd2_0_164: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91" name="Google Shape;1091;g3fb3359abd2_0_164: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4"/>
        <p:cNvGrpSpPr/>
        <p:nvPr/>
      </p:nvGrpSpPr>
      <p:grpSpPr>
        <a:xfrm>
          <a:off x="0" y="0"/>
          <a:ext cx="0" cy="0"/>
          <a:chOff x="0" y="0"/>
          <a:chExt cx="0" cy="0"/>
        </a:xfrm>
      </p:grpSpPr>
      <p:sp>
        <p:nvSpPr>
          <p:cNvPr id="1095" name="Google Shape;1095;g3fb3359abd2_0_168: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96" name="Google Shape;1096;g3fb3359abd2_0_168: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9"/>
        <p:cNvGrpSpPr/>
        <p:nvPr/>
      </p:nvGrpSpPr>
      <p:grpSpPr>
        <a:xfrm>
          <a:off x="0" y="0"/>
          <a:ext cx="0" cy="0"/>
          <a:chOff x="0" y="0"/>
          <a:chExt cx="0" cy="0"/>
        </a:xfrm>
      </p:grpSpPr>
      <p:sp>
        <p:nvSpPr>
          <p:cNvPr id="1100" name="Google Shape;1100;g3fb2dc0a37c_0_109: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01" name="Google Shape;1101;g3fb2dc0a37c_0_109:notes"/>
          <p:cNvSpPr>
            <a:spLocks noGrp="1" noRot="1" noChangeAspect="1"/>
          </p:cNvSpPr>
          <p:nvPr>
            <p:ph type="sldImg" idx="2"/>
          </p:nvPr>
        </p:nvSpPr>
        <p:spPr>
          <a:xfrm>
            <a:off x="2286000" y="514350"/>
            <a:ext cx="4572000" cy="2571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5"/>
        <p:cNvGrpSpPr/>
        <p:nvPr/>
      </p:nvGrpSpPr>
      <p:grpSpPr>
        <a:xfrm>
          <a:off x="0" y="0"/>
          <a:ext cx="0" cy="0"/>
          <a:chOff x="0" y="0"/>
          <a:chExt cx="0" cy="0"/>
        </a:xfrm>
      </p:grpSpPr>
      <p:sp>
        <p:nvSpPr>
          <p:cNvPr id="16" name="Google Shape;16;p246"/>
          <p:cNvSpPr txBox="1">
            <a:spLocks noGrp="1"/>
          </p:cNvSpPr>
          <p:nvPr>
            <p:ph type="title"/>
          </p:nvPr>
        </p:nvSpPr>
        <p:spPr>
          <a:xfrm>
            <a:off x="457200" y="205979"/>
            <a:ext cx="8229600" cy="85725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46"/>
          <p:cNvSpPr txBox="1">
            <a:spLocks noGrp="1"/>
          </p:cNvSpPr>
          <p:nvPr>
            <p:ph type="body" idx="1"/>
          </p:nvPr>
        </p:nvSpPr>
        <p:spPr>
          <a:xfrm>
            <a:off x="457200" y="1200150"/>
            <a:ext cx="8229600" cy="3394472"/>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18" name="Google Shape;18;p246"/>
          <p:cNvSpPr txBox="1">
            <a:spLocks noGrp="1"/>
          </p:cNvSpPr>
          <p:nvPr>
            <p:ph type="dt" idx="10"/>
          </p:nvPr>
        </p:nvSpPr>
        <p:spPr>
          <a:xfrm>
            <a:off x="457200" y="4767264"/>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46"/>
          <p:cNvSpPr txBox="1">
            <a:spLocks noGrp="1"/>
          </p:cNvSpPr>
          <p:nvPr>
            <p:ph type="ftr" idx="11"/>
          </p:nvPr>
        </p:nvSpPr>
        <p:spPr>
          <a:xfrm>
            <a:off x="3124200" y="4767264"/>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246"/>
          <p:cNvSpPr txBox="1">
            <a:spLocks noGrp="1"/>
          </p:cNvSpPr>
          <p:nvPr>
            <p:ph type="sldNum" idx="12"/>
          </p:nvPr>
        </p:nvSpPr>
        <p:spPr>
          <a:xfrm>
            <a:off x="6553200" y="4767264"/>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1"/>
        <p:cNvGrpSpPr/>
        <p:nvPr/>
      </p:nvGrpSpPr>
      <p:grpSpPr>
        <a:xfrm>
          <a:off x="0" y="0"/>
          <a:ext cx="0" cy="0"/>
          <a:chOff x="0" y="0"/>
          <a:chExt cx="0" cy="0"/>
        </a:xfrm>
      </p:grpSpPr>
      <p:sp>
        <p:nvSpPr>
          <p:cNvPr id="22" name="Google Shape;22;p247"/>
          <p:cNvSpPr txBox="1">
            <a:spLocks noGrp="1"/>
          </p:cNvSpPr>
          <p:nvPr>
            <p:ph type="ctrTitle"/>
          </p:nvPr>
        </p:nvSpPr>
        <p:spPr>
          <a:xfrm>
            <a:off x="685800" y="1597822"/>
            <a:ext cx="7772400" cy="1102519"/>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247"/>
          <p:cNvSpPr txBox="1">
            <a:spLocks noGrp="1"/>
          </p:cNvSpPr>
          <p:nvPr>
            <p:ph type="subTitle" idx="1"/>
          </p:nvPr>
        </p:nvSpPr>
        <p:spPr>
          <a:xfrm>
            <a:off x="1371600" y="2914650"/>
            <a:ext cx="6400800" cy="1314450"/>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a:endParaRPr/>
          </a:p>
        </p:txBody>
      </p:sp>
      <p:sp>
        <p:nvSpPr>
          <p:cNvPr id="24" name="Google Shape;24;p247"/>
          <p:cNvSpPr txBox="1">
            <a:spLocks noGrp="1"/>
          </p:cNvSpPr>
          <p:nvPr>
            <p:ph type="dt" idx="10"/>
          </p:nvPr>
        </p:nvSpPr>
        <p:spPr>
          <a:xfrm>
            <a:off x="457200" y="4767264"/>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247"/>
          <p:cNvSpPr txBox="1">
            <a:spLocks noGrp="1"/>
          </p:cNvSpPr>
          <p:nvPr>
            <p:ph type="ftr" idx="11"/>
          </p:nvPr>
        </p:nvSpPr>
        <p:spPr>
          <a:xfrm>
            <a:off x="3124200" y="4767264"/>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247"/>
          <p:cNvSpPr txBox="1">
            <a:spLocks noGrp="1"/>
          </p:cNvSpPr>
          <p:nvPr>
            <p:ph type="sldNum" idx="12"/>
          </p:nvPr>
        </p:nvSpPr>
        <p:spPr>
          <a:xfrm>
            <a:off x="6553200" y="4767264"/>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248"/>
          <p:cNvSpPr txBox="1">
            <a:spLocks noGrp="1"/>
          </p:cNvSpPr>
          <p:nvPr>
            <p:ph type="title"/>
          </p:nvPr>
        </p:nvSpPr>
        <p:spPr>
          <a:xfrm>
            <a:off x="722313" y="3305178"/>
            <a:ext cx="7772400" cy="1021557"/>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4000"/>
              <a:buFont typeface="Arial"/>
              <a:buNone/>
              <a:defRPr sz="40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248"/>
          <p:cNvSpPr txBox="1">
            <a:spLocks noGrp="1"/>
          </p:cNvSpPr>
          <p:nvPr>
            <p:ph type="body" idx="1"/>
          </p:nvPr>
        </p:nvSpPr>
        <p:spPr>
          <a:xfrm>
            <a:off x="722313" y="2180035"/>
            <a:ext cx="7772400" cy="1125140"/>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00"/>
              </a:spcBef>
              <a:spcAft>
                <a:spcPts val="0"/>
              </a:spcAft>
              <a:buClr>
                <a:srgbClr val="888888"/>
              </a:buClr>
              <a:buSzPts val="2000"/>
              <a:buNone/>
              <a:defRPr sz="2000">
                <a:solidFill>
                  <a:srgbClr val="888888"/>
                </a:solidFill>
              </a:defRPr>
            </a:lvl1pPr>
            <a:lvl2pPr marL="914400" lvl="1" indent="-228600" algn="l">
              <a:lnSpc>
                <a:spcPct val="100000"/>
              </a:lnSpc>
              <a:spcBef>
                <a:spcPts val="360"/>
              </a:spcBef>
              <a:spcAft>
                <a:spcPts val="0"/>
              </a:spcAft>
              <a:buClr>
                <a:srgbClr val="888888"/>
              </a:buClr>
              <a:buSzPts val="1800"/>
              <a:buNone/>
              <a:defRPr sz="1800">
                <a:solidFill>
                  <a:srgbClr val="888888"/>
                </a:solidFill>
              </a:defRPr>
            </a:lvl2pPr>
            <a:lvl3pPr marL="1371600" lvl="2" indent="-228600" algn="l">
              <a:lnSpc>
                <a:spcPct val="100000"/>
              </a:lnSpc>
              <a:spcBef>
                <a:spcPts val="320"/>
              </a:spcBef>
              <a:spcAft>
                <a:spcPts val="0"/>
              </a:spcAft>
              <a:buClr>
                <a:srgbClr val="888888"/>
              </a:buClr>
              <a:buSzPts val="1600"/>
              <a:buNone/>
              <a:defRPr sz="1600">
                <a:solidFill>
                  <a:srgbClr val="888888"/>
                </a:solidFill>
              </a:defRPr>
            </a:lvl3pPr>
            <a:lvl4pPr marL="1828800" lvl="3" indent="-228600" algn="l">
              <a:lnSpc>
                <a:spcPct val="100000"/>
              </a:lnSpc>
              <a:spcBef>
                <a:spcPts val="280"/>
              </a:spcBef>
              <a:spcAft>
                <a:spcPts val="0"/>
              </a:spcAft>
              <a:buClr>
                <a:srgbClr val="888888"/>
              </a:buClr>
              <a:buSzPts val="1400"/>
              <a:buNone/>
              <a:defRPr sz="1400">
                <a:solidFill>
                  <a:srgbClr val="888888"/>
                </a:solidFill>
              </a:defRPr>
            </a:lvl4pPr>
            <a:lvl5pPr marL="2286000" lvl="4" indent="-228600" algn="l">
              <a:lnSpc>
                <a:spcPct val="100000"/>
              </a:lnSpc>
              <a:spcBef>
                <a:spcPts val="280"/>
              </a:spcBef>
              <a:spcAft>
                <a:spcPts val="0"/>
              </a:spcAft>
              <a:buClr>
                <a:srgbClr val="888888"/>
              </a:buClr>
              <a:buSzPts val="1400"/>
              <a:buNone/>
              <a:defRPr sz="1400">
                <a:solidFill>
                  <a:srgbClr val="888888"/>
                </a:solidFill>
              </a:defRPr>
            </a:lvl5pPr>
            <a:lvl6pPr marL="2743200" lvl="5" indent="-228600" algn="l">
              <a:lnSpc>
                <a:spcPct val="100000"/>
              </a:lnSpc>
              <a:spcBef>
                <a:spcPts val="280"/>
              </a:spcBef>
              <a:spcAft>
                <a:spcPts val="0"/>
              </a:spcAft>
              <a:buClr>
                <a:srgbClr val="888888"/>
              </a:buClr>
              <a:buSzPts val="1400"/>
              <a:buNone/>
              <a:defRPr sz="1400">
                <a:solidFill>
                  <a:srgbClr val="888888"/>
                </a:solidFill>
              </a:defRPr>
            </a:lvl6pPr>
            <a:lvl7pPr marL="3200400" lvl="6" indent="-228600" algn="l">
              <a:lnSpc>
                <a:spcPct val="100000"/>
              </a:lnSpc>
              <a:spcBef>
                <a:spcPts val="280"/>
              </a:spcBef>
              <a:spcAft>
                <a:spcPts val="0"/>
              </a:spcAft>
              <a:buClr>
                <a:srgbClr val="888888"/>
              </a:buClr>
              <a:buSzPts val="1400"/>
              <a:buNone/>
              <a:defRPr sz="1400">
                <a:solidFill>
                  <a:srgbClr val="888888"/>
                </a:solidFill>
              </a:defRPr>
            </a:lvl7pPr>
            <a:lvl8pPr marL="3657600" lvl="7" indent="-228600" algn="l">
              <a:lnSpc>
                <a:spcPct val="100000"/>
              </a:lnSpc>
              <a:spcBef>
                <a:spcPts val="280"/>
              </a:spcBef>
              <a:spcAft>
                <a:spcPts val="0"/>
              </a:spcAft>
              <a:buClr>
                <a:srgbClr val="888888"/>
              </a:buClr>
              <a:buSzPts val="1400"/>
              <a:buNone/>
              <a:defRPr sz="1400">
                <a:solidFill>
                  <a:srgbClr val="888888"/>
                </a:solidFill>
              </a:defRPr>
            </a:lvl8pPr>
            <a:lvl9pPr marL="4114800" lvl="8" indent="-228600" algn="l">
              <a:lnSpc>
                <a:spcPct val="100000"/>
              </a:lnSpc>
              <a:spcBef>
                <a:spcPts val="280"/>
              </a:spcBef>
              <a:spcAft>
                <a:spcPts val="0"/>
              </a:spcAft>
              <a:buClr>
                <a:srgbClr val="888888"/>
              </a:buClr>
              <a:buSzPts val="1400"/>
              <a:buNone/>
              <a:defRPr sz="1400">
                <a:solidFill>
                  <a:srgbClr val="888888"/>
                </a:solidFill>
              </a:defRPr>
            </a:lvl9pPr>
          </a:lstStyle>
          <a:p>
            <a:endParaRPr/>
          </a:p>
        </p:txBody>
      </p:sp>
      <p:sp>
        <p:nvSpPr>
          <p:cNvPr id="30" name="Google Shape;30;p248"/>
          <p:cNvSpPr txBox="1">
            <a:spLocks noGrp="1"/>
          </p:cNvSpPr>
          <p:nvPr>
            <p:ph type="dt" idx="10"/>
          </p:nvPr>
        </p:nvSpPr>
        <p:spPr>
          <a:xfrm>
            <a:off x="457200" y="4767264"/>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248"/>
          <p:cNvSpPr txBox="1">
            <a:spLocks noGrp="1"/>
          </p:cNvSpPr>
          <p:nvPr>
            <p:ph type="ftr" idx="11"/>
          </p:nvPr>
        </p:nvSpPr>
        <p:spPr>
          <a:xfrm>
            <a:off x="3124200" y="4767264"/>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248"/>
          <p:cNvSpPr txBox="1">
            <a:spLocks noGrp="1"/>
          </p:cNvSpPr>
          <p:nvPr>
            <p:ph type="sldNum" idx="12"/>
          </p:nvPr>
        </p:nvSpPr>
        <p:spPr>
          <a:xfrm>
            <a:off x="6553200" y="4767264"/>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249"/>
          <p:cNvSpPr txBox="1">
            <a:spLocks noGrp="1"/>
          </p:cNvSpPr>
          <p:nvPr>
            <p:ph type="title"/>
          </p:nvPr>
        </p:nvSpPr>
        <p:spPr>
          <a:xfrm>
            <a:off x="457200" y="205979"/>
            <a:ext cx="8229600" cy="85725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249"/>
          <p:cNvSpPr txBox="1">
            <a:spLocks noGrp="1"/>
          </p:cNvSpPr>
          <p:nvPr>
            <p:ph type="body" idx="1"/>
          </p:nvPr>
        </p:nvSpPr>
        <p:spPr>
          <a:xfrm>
            <a:off x="457200" y="1200150"/>
            <a:ext cx="4038600" cy="3394472"/>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36" name="Google Shape;36;p249"/>
          <p:cNvSpPr txBox="1">
            <a:spLocks noGrp="1"/>
          </p:cNvSpPr>
          <p:nvPr>
            <p:ph type="body" idx="2"/>
          </p:nvPr>
        </p:nvSpPr>
        <p:spPr>
          <a:xfrm>
            <a:off x="4648200" y="1200150"/>
            <a:ext cx="4038600" cy="3394472"/>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37" name="Google Shape;37;p249"/>
          <p:cNvSpPr txBox="1">
            <a:spLocks noGrp="1"/>
          </p:cNvSpPr>
          <p:nvPr>
            <p:ph type="dt" idx="10"/>
          </p:nvPr>
        </p:nvSpPr>
        <p:spPr>
          <a:xfrm>
            <a:off x="457200" y="4767264"/>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249"/>
          <p:cNvSpPr txBox="1">
            <a:spLocks noGrp="1"/>
          </p:cNvSpPr>
          <p:nvPr>
            <p:ph type="ftr" idx="11"/>
          </p:nvPr>
        </p:nvSpPr>
        <p:spPr>
          <a:xfrm>
            <a:off x="3124200" y="4767264"/>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249"/>
          <p:cNvSpPr txBox="1">
            <a:spLocks noGrp="1"/>
          </p:cNvSpPr>
          <p:nvPr>
            <p:ph type="sldNum" idx="12"/>
          </p:nvPr>
        </p:nvSpPr>
        <p:spPr>
          <a:xfrm>
            <a:off x="6553200" y="4767264"/>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250"/>
          <p:cNvSpPr txBox="1">
            <a:spLocks noGrp="1"/>
          </p:cNvSpPr>
          <p:nvPr>
            <p:ph type="title"/>
          </p:nvPr>
        </p:nvSpPr>
        <p:spPr>
          <a:xfrm>
            <a:off x="457200" y="205979"/>
            <a:ext cx="8229600" cy="85725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44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250"/>
          <p:cNvSpPr txBox="1">
            <a:spLocks noGrp="1"/>
          </p:cNvSpPr>
          <p:nvPr>
            <p:ph type="body" idx="1"/>
          </p:nvPr>
        </p:nvSpPr>
        <p:spPr>
          <a:xfrm>
            <a:off x="457200" y="1151335"/>
            <a:ext cx="4040188" cy="47982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3" name="Google Shape;43;p250"/>
          <p:cNvSpPr txBox="1">
            <a:spLocks noGrp="1"/>
          </p:cNvSpPr>
          <p:nvPr>
            <p:ph type="body" idx="2"/>
          </p:nvPr>
        </p:nvSpPr>
        <p:spPr>
          <a:xfrm>
            <a:off x="457200" y="1631156"/>
            <a:ext cx="4040188" cy="2963466"/>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4" name="Google Shape;44;p250"/>
          <p:cNvSpPr txBox="1">
            <a:spLocks noGrp="1"/>
          </p:cNvSpPr>
          <p:nvPr>
            <p:ph type="body" idx="3"/>
          </p:nvPr>
        </p:nvSpPr>
        <p:spPr>
          <a:xfrm>
            <a:off x="4645031" y="1151335"/>
            <a:ext cx="4041775" cy="47982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5" name="Google Shape;45;p250"/>
          <p:cNvSpPr txBox="1">
            <a:spLocks noGrp="1"/>
          </p:cNvSpPr>
          <p:nvPr>
            <p:ph type="body" idx="4"/>
          </p:nvPr>
        </p:nvSpPr>
        <p:spPr>
          <a:xfrm>
            <a:off x="4645031" y="1631156"/>
            <a:ext cx="4041775" cy="2963466"/>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6" name="Google Shape;46;p250"/>
          <p:cNvSpPr txBox="1">
            <a:spLocks noGrp="1"/>
          </p:cNvSpPr>
          <p:nvPr>
            <p:ph type="dt" idx="10"/>
          </p:nvPr>
        </p:nvSpPr>
        <p:spPr>
          <a:xfrm>
            <a:off x="457200" y="4767264"/>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50"/>
          <p:cNvSpPr txBox="1">
            <a:spLocks noGrp="1"/>
          </p:cNvSpPr>
          <p:nvPr>
            <p:ph type="ftr" idx="11"/>
          </p:nvPr>
        </p:nvSpPr>
        <p:spPr>
          <a:xfrm>
            <a:off x="3124200" y="4767264"/>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250"/>
          <p:cNvSpPr txBox="1">
            <a:spLocks noGrp="1"/>
          </p:cNvSpPr>
          <p:nvPr>
            <p:ph type="sldNum" idx="12"/>
          </p:nvPr>
        </p:nvSpPr>
        <p:spPr>
          <a:xfrm>
            <a:off x="6553200" y="4767264"/>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251"/>
          <p:cNvSpPr txBox="1">
            <a:spLocks noGrp="1"/>
          </p:cNvSpPr>
          <p:nvPr>
            <p:ph type="title"/>
          </p:nvPr>
        </p:nvSpPr>
        <p:spPr>
          <a:xfrm>
            <a:off x="457200" y="205979"/>
            <a:ext cx="8229600" cy="85725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51"/>
          <p:cNvSpPr txBox="1">
            <a:spLocks noGrp="1"/>
          </p:cNvSpPr>
          <p:nvPr>
            <p:ph type="dt" idx="10"/>
          </p:nvPr>
        </p:nvSpPr>
        <p:spPr>
          <a:xfrm>
            <a:off x="457200" y="4767264"/>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251"/>
          <p:cNvSpPr txBox="1">
            <a:spLocks noGrp="1"/>
          </p:cNvSpPr>
          <p:nvPr>
            <p:ph type="ftr" idx="11"/>
          </p:nvPr>
        </p:nvSpPr>
        <p:spPr>
          <a:xfrm>
            <a:off x="3124200" y="4767264"/>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251"/>
          <p:cNvSpPr txBox="1">
            <a:spLocks noGrp="1"/>
          </p:cNvSpPr>
          <p:nvPr>
            <p:ph type="sldNum" idx="12"/>
          </p:nvPr>
        </p:nvSpPr>
        <p:spPr>
          <a:xfrm>
            <a:off x="6553200" y="4767264"/>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252"/>
          <p:cNvSpPr txBox="1">
            <a:spLocks noGrp="1"/>
          </p:cNvSpPr>
          <p:nvPr>
            <p:ph type="dt" idx="10"/>
          </p:nvPr>
        </p:nvSpPr>
        <p:spPr>
          <a:xfrm>
            <a:off x="457200" y="4767264"/>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252"/>
          <p:cNvSpPr txBox="1">
            <a:spLocks noGrp="1"/>
          </p:cNvSpPr>
          <p:nvPr>
            <p:ph type="ftr" idx="11"/>
          </p:nvPr>
        </p:nvSpPr>
        <p:spPr>
          <a:xfrm>
            <a:off x="3124200" y="4767264"/>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52"/>
          <p:cNvSpPr txBox="1">
            <a:spLocks noGrp="1"/>
          </p:cNvSpPr>
          <p:nvPr>
            <p:ph type="sldNum" idx="12"/>
          </p:nvPr>
        </p:nvSpPr>
        <p:spPr>
          <a:xfrm>
            <a:off x="6553200" y="4767264"/>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253"/>
          <p:cNvSpPr txBox="1">
            <a:spLocks noGrp="1"/>
          </p:cNvSpPr>
          <p:nvPr>
            <p:ph type="title"/>
          </p:nvPr>
        </p:nvSpPr>
        <p:spPr>
          <a:xfrm>
            <a:off x="457206" y="204788"/>
            <a:ext cx="3008313" cy="871538"/>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Arial"/>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253"/>
          <p:cNvSpPr txBox="1">
            <a:spLocks noGrp="1"/>
          </p:cNvSpPr>
          <p:nvPr>
            <p:ph type="body" idx="1"/>
          </p:nvPr>
        </p:nvSpPr>
        <p:spPr>
          <a:xfrm>
            <a:off x="3575050" y="204789"/>
            <a:ext cx="5111750" cy="4389835"/>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640"/>
              </a:spcBef>
              <a:spcAft>
                <a:spcPts val="0"/>
              </a:spcAft>
              <a:buClr>
                <a:schemeClr val="dk1"/>
              </a:buClr>
              <a:buSzPts val="3200"/>
              <a:buChar char="•"/>
              <a:defRPr sz="3200"/>
            </a:lvl1pPr>
            <a:lvl2pPr marL="914400" lvl="1" indent="-406400" algn="l">
              <a:lnSpc>
                <a:spcPct val="100000"/>
              </a:lnSpc>
              <a:spcBef>
                <a:spcPts val="560"/>
              </a:spcBef>
              <a:spcAft>
                <a:spcPts val="0"/>
              </a:spcAft>
              <a:buClr>
                <a:schemeClr val="dk1"/>
              </a:buClr>
              <a:buSzPts val="2800"/>
              <a:buChar char="–"/>
              <a:defRPr sz="2800"/>
            </a:lvl2pPr>
            <a:lvl3pPr marL="1371600" lvl="2" indent="-381000" algn="l">
              <a:lnSpc>
                <a:spcPct val="100000"/>
              </a:lnSpc>
              <a:spcBef>
                <a:spcPts val="480"/>
              </a:spcBef>
              <a:spcAft>
                <a:spcPts val="0"/>
              </a:spcAft>
              <a:buClr>
                <a:schemeClr val="dk1"/>
              </a:buClr>
              <a:buSzPts val="2400"/>
              <a:buChar char="•"/>
              <a:defRPr sz="2400"/>
            </a:lvl3pPr>
            <a:lvl4pPr marL="1828800" lvl="3" indent="-355600" algn="l">
              <a:lnSpc>
                <a:spcPct val="100000"/>
              </a:lnSpc>
              <a:spcBef>
                <a:spcPts val="400"/>
              </a:spcBef>
              <a:spcAft>
                <a:spcPts val="0"/>
              </a:spcAft>
              <a:buClr>
                <a:schemeClr val="dk1"/>
              </a:buClr>
              <a:buSzPts val="2000"/>
              <a:buChar char="–"/>
              <a:defRPr sz="2000"/>
            </a:lvl4pPr>
            <a:lvl5pPr marL="2286000" lvl="4" indent="-355600" algn="l">
              <a:lnSpc>
                <a:spcPct val="100000"/>
              </a:lnSpc>
              <a:spcBef>
                <a:spcPts val="400"/>
              </a:spcBef>
              <a:spcAft>
                <a:spcPts val="0"/>
              </a:spcAft>
              <a:buClr>
                <a:schemeClr val="dk1"/>
              </a:buClr>
              <a:buSzPts val="2000"/>
              <a:buChar char="»"/>
              <a:defRPr sz="2000"/>
            </a:lvl5pPr>
            <a:lvl6pPr marL="2743200" lvl="5" indent="-355600" algn="l">
              <a:lnSpc>
                <a:spcPct val="100000"/>
              </a:lnSpc>
              <a:spcBef>
                <a:spcPts val="400"/>
              </a:spcBef>
              <a:spcAft>
                <a:spcPts val="0"/>
              </a:spcAft>
              <a:buClr>
                <a:schemeClr val="dk1"/>
              </a:buClr>
              <a:buSzPts val="2000"/>
              <a:buChar char="•"/>
              <a:defRPr sz="2000"/>
            </a:lvl6pPr>
            <a:lvl7pPr marL="3200400" lvl="6" indent="-355600" algn="l">
              <a:lnSpc>
                <a:spcPct val="100000"/>
              </a:lnSpc>
              <a:spcBef>
                <a:spcPts val="400"/>
              </a:spcBef>
              <a:spcAft>
                <a:spcPts val="0"/>
              </a:spcAft>
              <a:buClr>
                <a:schemeClr val="dk1"/>
              </a:buClr>
              <a:buSzPts val="2000"/>
              <a:buChar char="•"/>
              <a:defRPr sz="2000"/>
            </a:lvl7pPr>
            <a:lvl8pPr marL="3657600" lvl="7" indent="-355600" algn="l">
              <a:lnSpc>
                <a:spcPct val="100000"/>
              </a:lnSpc>
              <a:spcBef>
                <a:spcPts val="400"/>
              </a:spcBef>
              <a:spcAft>
                <a:spcPts val="0"/>
              </a:spcAft>
              <a:buClr>
                <a:schemeClr val="dk1"/>
              </a:buClr>
              <a:buSzPts val="2000"/>
              <a:buChar char="•"/>
              <a:defRPr sz="2000"/>
            </a:lvl8pPr>
            <a:lvl9pPr marL="4114800" lvl="8" indent="-355600" algn="l">
              <a:lnSpc>
                <a:spcPct val="100000"/>
              </a:lnSpc>
              <a:spcBef>
                <a:spcPts val="400"/>
              </a:spcBef>
              <a:spcAft>
                <a:spcPts val="0"/>
              </a:spcAft>
              <a:buClr>
                <a:schemeClr val="dk1"/>
              </a:buClr>
              <a:buSzPts val="2000"/>
              <a:buChar char="•"/>
              <a:defRPr sz="2000"/>
            </a:lvl9pPr>
          </a:lstStyle>
          <a:p>
            <a:endParaRPr/>
          </a:p>
        </p:txBody>
      </p:sp>
      <p:sp>
        <p:nvSpPr>
          <p:cNvPr id="61" name="Google Shape;61;p253"/>
          <p:cNvSpPr txBox="1">
            <a:spLocks noGrp="1"/>
          </p:cNvSpPr>
          <p:nvPr>
            <p:ph type="body" idx="2"/>
          </p:nvPr>
        </p:nvSpPr>
        <p:spPr>
          <a:xfrm>
            <a:off x="457206" y="1076328"/>
            <a:ext cx="3008313" cy="3518297"/>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2" name="Google Shape;62;p253"/>
          <p:cNvSpPr txBox="1">
            <a:spLocks noGrp="1"/>
          </p:cNvSpPr>
          <p:nvPr>
            <p:ph type="dt" idx="10"/>
          </p:nvPr>
        </p:nvSpPr>
        <p:spPr>
          <a:xfrm>
            <a:off x="457200" y="4767264"/>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253"/>
          <p:cNvSpPr txBox="1">
            <a:spLocks noGrp="1"/>
          </p:cNvSpPr>
          <p:nvPr>
            <p:ph type="ftr" idx="11"/>
          </p:nvPr>
        </p:nvSpPr>
        <p:spPr>
          <a:xfrm>
            <a:off x="3124200" y="4767264"/>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53"/>
          <p:cNvSpPr txBox="1">
            <a:spLocks noGrp="1"/>
          </p:cNvSpPr>
          <p:nvPr>
            <p:ph type="sldNum" idx="12"/>
          </p:nvPr>
        </p:nvSpPr>
        <p:spPr>
          <a:xfrm>
            <a:off x="6553200" y="4767264"/>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254"/>
          <p:cNvSpPr txBox="1">
            <a:spLocks noGrp="1"/>
          </p:cNvSpPr>
          <p:nvPr>
            <p:ph type="title"/>
          </p:nvPr>
        </p:nvSpPr>
        <p:spPr>
          <a:xfrm>
            <a:off x="1792288" y="3600450"/>
            <a:ext cx="5486400" cy="425054"/>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Arial"/>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254"/>
          <p:cNvSpPr>
            <a:spLocks noGrp="1"/>
          </p:cNvSpPr>
          <p:nvPr>
            <p:ph type="pic" idx="2"/>
          </p:nvPr>
        </p:nvSpPr>
        <p:spPr>
          <a:xfrm>
            <a:off x="1792288" y="459581"/>
            <a:ext cx="5486400" cy="3086100"/>
          </a:xfrm>
          <a:prstGeom prst="rect">
            <a:avLst/>
          </a:prstGeom>
          <a:noFill/>
          <a:ln>
            <a:noFill/>
          </a:ln>
        </p:spPr>
      </p:sp>
      <p:sp>
        <p:nvSpPr>
          <p:cNvPr id="68" name="Google Shape;68;p254"/>
          <p:cNvSpPr txBox="1">
            <a:spLocks noGrp="1"/>
          </p:cNvSpPr>
          <p:nvPr>
            <p:ph type="body" idx="1"/>
          </p:nvPr>
        </p:nvSpPr>
        <p:spPr>
          <a:xfrm>
            <a:off x="1792288" y="4025504"/>
            <a:ext cx="5486400" cy="603646"/>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9" name="Google Shape;69;p254"/>
          <p:cNvSpPr txBox="1">
            <a:spLocks noGrp="1"/>
          </p:cNvSpPr>
          <p:nvPr>
            <p:ph type="dt" idx="10"/>
          </p:nvPr>
        </p:nvSpPr>
        <p:spPr>
          <a:xfrm>
            <a:off x="457200" y="4767264"/>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54"/>
          <p:cNvSpPr txBox="1">
            <a:spLocks noGrp="1"/>
          </p:cNvSpPr>
          <p:nvPr>
            <p:ph type="ftr" idx="11"/>
          </p:nvPr>
        </p:nvSpPr>
        <p:spPr>
          <a:xfrm>
            <a:off x="3124200" y="4767264"/>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54"/>
          <p:cNvSpPr txBox="1">
            <a:spLocks noGrp="1"/>
          </p:cNvSpPr>
          <p:nvPr>
            <p:ph type="sldNum" idx="12"/>
          </p:nvPr>
        </p:nvSpPr>
        <p:spPr>
          <a:xfrm>
            <a:off x="6553200" y="4767264"/>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255"/>
          <p:cNvSpPr txBox="1">
            <a:spLocks noGrp="1"/>
          </p:cNvSpPr>
          <p:nvPr>
            <p:ph type="title"/>
          </p:nvPr>
        </p:nvSpPr>
        <p:spPr>
          <a:xfrm>
            <a:off x="457200" y="205979"/>
            <a:ext cx="8229600" cy="85725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5"/>
          <p:cNvSpPr txBox="1">
            <a:spLocks noGrp="1"/>
          </p:cNvSpPr>
          <p:nvPr>
            <p:ph type="body" idx="1"/>
          </p:nvPr>
        </p:nvSpPr>
        <p:spPr>
          <a:xfrm rot="5400000">
            <a:off x="2874764" y="-1217414"/>
            <a:ext cx="3394472" cy="82296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75" name="Google Shape;75;p255"/>
          <p:cNvSpPr txBox="1">
            <a:spLocks noGrp="1"/>
          </p:cNvSpPr>
          <p:nvPr>
            <p:ph type="dt" idx="10"/>
          </p:nvPr>
        </p:nvSpPr>
        <p:spPr>
          <a:xfrm>
            <a:off x="457200" y="4767264"/>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5"/>
          <p:cNvSpPr txBox="1">
            <a:spLocks noGrp="1"/>
          </p:cNvSpPr>
          <p:nvPr>
            <p:ph type="ftr" idx="11"/>
          </p:nvPr>
        </p:nvSpPr>
        <p:spPr>
          <a:xfrm>
            <a:off x="3124200" y="4767264"/>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5"/>
          <p:cNvSpPr txBox="1">
            <a:spLocks noGrp="1"/>
          </p:cNvSpPr>
          <p:nvPr>
            <p:ph type="sldNum" idx="12"/>
          </p:nvPr>
        </p:nvSpPr>
        <p:spPr>
          <a:xfrm>
            <a:off x="6553200" y="4767264"/>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256"/>
          <p:cNvSpPr txBox="1">
            <a:spLocks noGrp="1"/>
          </p:cNvSpPr>
          <p:nvPr>
            <p:ph type="title"/>
          </p:nvPr>
        </p:nvSpPr>
        <p:spPr>
          <a:xfrm rot="5400000">
            <a:off x="5463778" y="1371603"/>
            <a:ext cx="4388644" cy="20574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256"/>
          <p:cNvSpPr txBox="1">
            <a:spLocks noGrp="1"/>
          </p:cNvSpPr>
          <p:nvPr>
            <p:ph type="body" idx="1"/>
          </p:nvPr>
        </p:nvSpPr>
        <p:spPr>
          <a:xfrm rot="5400000">
            <a:off x="1272778" y="-609597"/>
            <a:ext cx="4388644" cy="60198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81" name="Google Shape;81;p256"/>
          <p:cNvSpPr txBox="1">
            <a:spLocks noGrp="1"/>
          </p:cNvSpPr>
          <p:nvPr>
            <p:ph type="dt" idx="10"/>
          </p:nvPr>
        </p:nvSpPr>
        <p:spPr>
          <a:xfrm>
            <a:off x="457200" y="4767264"/>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256"/>
          <p:cNvSpPr txBox="1">
            <a:spLocks noGrp="1"/>
          </p:cNvSpPr>
          <p:nvPr>
            <p:ph type="ftr" idx="11"/>
          </p:nvPr>
        </p:nvSpPr>
        <p:spPr>
          <a:xfrm>
            <a:off x="3124200" y="4767264"/>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256"/>
          <p:cNvSpPr txBox="1">
            <a:spLocks noGrp="1"/>
          </p:cNvSpPr>
          <p:nvPr>
            <p:ph type="sldNum" idx="12"/>
          </p:nvPr>
        </p:nvSpPr>
        <p:spPr>
          <a:xfrm>
            <a:off x="6553200" y="4767264"/>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45"/>
          <p:cNvSpPr txBox="1">
            <a:spLocks noGrp="1"/>
          </p:cNvSpPr>
          <p:nvPr>
            <p:ph type="title"/>
          </p:nvPr>
        </p:nvSpPr>
        <p:spPr>
          <a:xfrm>
            <a:off x="457200" y="205979"/>
            <a:ext cx="8229600" cy="857250"/>
          </a:xfrm>
          <a:prstGeom prst="rect">
            <a:avLst/>
          </a:prstGeom>
          <a:noFill/>
          <a:ln>
            <a:noFill/>
          </a:ln>
        </p:spPr>
        <p:txBody>
          <a:bodyPr spcFirstLastPara="1" wrap="square" lIns="91425" tIns="45700" rIns="91425" bIns="45700" anchor="ctr" anchorCtr="0">
            <a:normAutofit/>
          </a:bodyPr>
          <a:lstStyle>
            <a:lvl1pPr marR="0" lvl="0" algn="ctr" rtl="0">
              <a:lnSpc>
                <a:spcPct val="10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245"/>
          <p:cNvSpPr txBox="1">
            <a:spLocks noGrp="1"/>
          </p:cNvSpPr>
          <p:nvPr>
            <p:ph type="body" idx="1"/>
          </p:nvPr>
        </p:nvSpPr>
        <p:spPr>
          <a:xfrm>
            <a:off x="457200" y="1200150"/>
            <a:ext cx="8229600" cy="3394472"/>
          </a:xfrm>
          <a:prstGeom prst="rect">
            <a:avLst/>
          </a:prstGeom>
          <a:noFill/>
          <a:ln>
            <a:noFill/>
          </a:ln>
        </p:spPr>
        <p:txBody>
          <a:bodyPr spcFirstLastPara="1" wrap="square" lIns="91425" tIns="45700" rIns="91425" bIns="45700" anchor="t" anchorCtr="0">
            <a:normAutofit/>
          </a:bodyPr>
          <a:lstStyle>
            <a:lvl1pPr marL="457200" marR="0" lvl="0" indent="-431800" algn="l" rtl="0">
              <a:lnSpc>
                <a:spcPct val="100000"/>
              </a:lnSpc>
              <a:spcBef>
                <a:spcPts val="640"/>
              </a:spcBef>
              <a:spcAft>
                <a:spcPts val="0"/>
              </a:spcAft>
              <a:buClr>
                <a:schemeClr val="dk1"/>
              </a:buClr>
              <a:buSzPts val="3200"/>
              <a:buFont typeface="Arial"/>
              <a:buChar char="•"/>
              <a:defRPr sz="3200" b="0" i="0" u="none" strike="noStrike" cap="none">
                <a:solidFill>
                  <a:schemeClr val="dk1"/>
                </a:solidFill>
                <a:latin typeface="Arial"/>
                <a:ea typeface="Arial"/>
                <a:cs typeface="Arial"/>
                <a:sym typeface="Arial"/>
              </a:defRPr>
            </a:lvl1pPr>
            <a:lvl2pPr marL="914400" marR="0" lvl="1" indent="-406400" algn="l" rtl="0">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2pPr>
            <a:lvl3pPr marL="1371600" marR="0" lvl="2"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3pPr>
            <a:lvl4pPr marL="1828800" marR="0" lvl="3"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4pPr>
            <a:lvl5pPr marL="2286000" marR="0" lvl="4"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9pPr>
          </a:lstStyle>
          <a:p>
            <a:endParaRPr/>
          </a:p>
        </p:txBody>
      </p:sp>
      <p:sp>
        <p:nvSpPr>
          <p:cNvPr id="12" name="Google Shape;12;p245"/>
          <p:cNvSpPr txBox="1">
            <a:spLocks noGrp="1"/>
          </p:cNvSpPr>
          <p:nvPr>
            <p:ph type="dt" idx="10"/>
          </p:nvPr>
        </p:nvSpPr>
        <p:spPr>
          <a:xfrm>
            <a:off x="457200" y="4767264"/>
            <a:ext cx="2133600" cy="273844"/>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245"/>
          <p:cNvSpPr txBox="1">
            <a:spLocks noGrp="1"/>
          </p:cNvSpPr>
          <p:nvPr>
            <p:ph type="ftr" idx="11"/>
          </p:nvPr>
        </p:nvSpPr>
        <p:spPr>
          <a:xfrm>
            <a:off x="3124200" y="4767264"/>
            <a:ext cx="2895600" cy="273844"/>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4" name="Google Shape;14;p245"/>
          <p:cNvSpPr txBox="1">
            <a:spLocks noGrp="1"/>
          </p:cNvSpPr>
          <p:nvPr>
            <p:ph type="sldNum" idx="12"/>
          </p:nvPr>
        </p:nvSpPr>
        <p:spPr>
          <a:xfrm>
            <a:off x="6553200" y="4767264"/>
            <a:ext cx="2133600" cy="273844"/>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6.xml"/><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7.xm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8.xml"/><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2.xml"/><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6.xml"/><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0.xml"/><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2.xml"/><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2.xml"/><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9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pic>
        <p:nvPicPr>
          <p:cNvPr id="88" name="Google Shape;88;g3faf5860435_0_266"/>
          <p:cNvPicPr preferRelativeResize="0"/>
          <p:nvPr/>
        </p:nvPicPr>
        <p:blipFill rotWithShape="1">
          <a:blip r:embed="rId3">
            <a:alphaModFix/>
          </a:blip>
          <a:srcRect/>
          <a:stretch/>
        </p:blipFill>
        <p:spPr>
          <a:xfrm>
            <a:off x="0" y="0"/>
            <a:ext cx="9144003" cy="514349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rgbClr val="888888"/>
              </a:buClr>
              <a:buSzPts val="3200"/>
              <a:buNone/>
            </a:pPr>
            <a:endParaRPr b="1">
              <a:solidFill>
                <a:schemeClr val="dk1"/>
              </a:solidFill>
              <a:latin typeface="Times New Roman"/>
              <a:ea typeface="Times New Roman"/>
              <a:cs typeface="Times New Roman"/>
              <a:sym typeface="Times New Roman"/>
            </a:endParaRPr>
          </a:p>
          <a:p>
            <a:pPr marL="0" lvl="0" indent="0" algn="ctr" rtl="0">
              <a:lnSpc>
                <a:spcPct val="100000"/>
              </a:lnSpc>
              <a:spcBef>
                <a:spcPts val="0"/>
              </a:spcBef>
              <a:spcAft>
                <a:spcPts val="0"/>
              </a:spcAft>
              <a:buClr>
                <a:schemeClr val="lt1"/>
              </a:buClr>
              <a:buSzPts val="8000"/>
              <a:buNone/>
            </a:pPr>
            <a:r>
              <a:rPr lang="en-US" sz="8000" b="1">
                <a:solidFill>
                  <a:schemeClr val="lt1"/>
                </a:solidFill>
                <a:latin typeface="Times New Roman"/>
                <a:ea typeface="Times New Roman"/>
                <a:cs typeface="Times New Roman"/>
                <a:sym typeface="Times New Roman"/>
              </a:rPr>
              <a:t>Nhân danh Cha </a:t>
            </a:r>
            <a:r>
              <a:rPr lang="en-US" sz="8000" b="1">
                <a:solidFill>
                  <a:srgbClr val="EE0000"/>
                </a:solidFill>
                <a:latin typeface="Times New Roman"/>
                <a:ea typeface="Times New Roman"/>
                <a:cs typeface="Times New Roman"/>
                <a:sym typeface="Times New Roman"/>
              </a:rPr>
              <a:t>†</a:t>
            </a:r>
            <a:r>
              <a:rPr lang="en-US" sz="8000" b="1">
                <a:solidFill>
                  <a:schemeClr val="lt1"/>
                </a:solidFill>
                <a:latin typeface="Times New Roman"/>
                <a:ea typeface="Times New Roman"/>
                <a:cs typeface="Times New Roman"/>
                <a:sym typeface="Times New Roman"/>
              </a:rPr>
              <a:t> </a:t>
            </a:r>
            <a:endParaRPr/>
          </a:p>
          <a:p>
            <a:pPr marL="0" lvl="0" indent="0" algn="ctr" rtl="0">
              <a:lnSpc>
                <a:spcPct val="100000"/>
              </a:lnSpc>
              <a:spcBef>
                <a:spcPts val="0"/>
              </a:spcBef>
              <a:spcAft>
                <a:spcPts val="0"/>
              </a:spcAft>
              <a:buClr>
                <a:schemeClr val="lt1"/>
              </a:buClr>
              <a:buSzPts val="8000"/>
              <a:buNone/>
            </a:pPr>
            <a:r>
              <a:rPr lang="en-US" sz="8000" b="1">
                <a:solidFill>
                  <a:schemeClr val="lt1"/>
                </a:solidFill>
                <a:latin typeface="Times New Roman"/>
                <a:ea typeface="Times New Roman"/>
                <a:cs typeface="Times New Roman"/>
                <a:sym typeface="Times New Roman"/>
              </a:rPr>
              <a:t>và Con </a:t>
            </a:r>
            <a:r>
              <a:rPr lang="en-US" sz="8000" b="1">
                <a:solidFill>
                  <a:srgbClr val="EE0000"/>
                </a:solidFill>
                <a:latin typeface="Times New Roman"/>
                <a:ea typeface="Times New Roman"/>
                <a:cs typeface="Times New Roman"/>
                <a:sym typeface="Times New Roman"/>
              </a:rPr>
              <a:t>†</a:t>
            </a:r>
            <a:r>
              <a:rPr lang="en-US" sz="8000" b="1">
                <a:solidFill>
                  <a:schemeClr val="lt1"/>
                </a:solidFill>
                <a:latin typeface="Times New Roman"/>
                <a:ea typeface="Times New Roman"/>
                <a:cs typeface="Times New Roman"/>
                <a:sym typeface="Times New Roman"/>
              </a:rPr>
              <a:t> và Thánh Thần </a:t>
            </a:r>
            <a:r>
              <a:rPr lang="en-US" sz="8000" b="1">
                <a:solidFill>
                  <a:srgbClr val="EE0000"/>
                </a:solidFill>
                <a:latin typeface="Times New Roman"/>
                <a:ea typeface="Times New Roman"/>
                <a:cs typeface="Times New Roman"/>
                <a:sym typeface="Times New Roman"/>
              </a:rPr>
              <a:t>†</a:t>
            </a:r>
            <a:r>
              <a:rPr lang="en-US" sz="8000" b="1">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3"/>
          <p:cNvSpPr txBox="1">
            <a:spLocks noGrp="1"/>
          </p:cNvSpPr>
          <p:nvPr>
            <p:ph type="subTitle" idx="1"/>
          </p:nvPr>
        </p:nvSpPr>
        <p:spPr>
          <a:xfrm>
            <a:off x="0" y="0"/>
            <a:ext cx="9144000" cy="5143500"/>
          </a:xfrm>
          <a:prstGeom prst="rect">
            <a:avLst/>
          </a:prstGeom>
          <a:solidFill>
            <a:srgbClr val="002060"/>
          </a:solidFill>
          <a:ln w="9525" cap="flat" cmpd="sng">
            <a:solidFill>
              <a:srgbClr val="002060"/>
            </a:solidFill>
            <a:prstDash val="solid"/>
            <a:round/>
            <a:headEnd type="none" w="sm" len="sm"/>
            <a:tailEnd type="none" w="sm" len="sm"/>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chemeClr val="accent4"/>
              </a:buClr>
              <a:buSzPts val="4000"/>
              <a:buNone/>
            </a:pPr>
            <a:r>
              <a:rPr lang="en-US" sz="4000" b="1">
                <a:solidFill>
                  <a:schemeClr val="accent4"/>
                </a:solidFill>
                <a:latin typeface="Times New Roman"/>
                <a:ea typeface="Times New Roman"/>
                <a:cs typeface="Times New Roman"/>
                <a:sym typeface="Times New Roman"/>
              </a:rPr>
              <a:t>KINH CHÚA THÁNH THẦN</a:t>
            </a:r>
            <a:endParaRPr sz="4000" b="1">
              <a:solidFill>
                <a:schemeClr val="accent4"/>
              </a:solidFill>
              <a:latin typeface="Times New Roman"/>
              <a:ea typeface="Times New Roman"/>
              <a:cs typeface="Times New Roman"/>
              <a:sym typeface="Times New Roman"/>
            </a:endParaRPr>
          </a:p>
          <a:p>
            <a:pPr marL="0" lvl="0" indent="0" algn="just" rtl="0">
              <a:lnSpc>
                <a:spcPct val="100000"/>
              </a:lnSpc>
              <a:spcBef>
                <a:spcPts val="60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Chúng con lạy ơn Đức Chúa Thánh Thần, thiêng liêng sáng láng vô cùng.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4"/>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lnSpcReduction="10000"/>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Chúng con xin Đức Chúa Thánh Thần xuống đầy lòng chúng con, là kẻ tin cậy Đức Chúa Trời,</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5"/>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182875" rIns="91425" bIns="91425"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và đốt lửa kính mến Đức Chúa Trời trong lòng chúng con;</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6"/>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Chúng con xin Đức Chúa Trời cho Đức Chúa Thánh Thần xuống,</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7"/>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182875"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sửa lại mọi sự trong ngoài chúng con. Chúng con cầu cùng Đức Chúa Trời</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8"/>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182875"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xưa đã cho Đức Chúa Thánh Thần xuống soi lòng dạy dỗ các Thánh Tông Đồ, </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9"/>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0" rIns="91425" bIns="91425"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thì rày chúng con cũng xin Đức Chúa Trời cho Đức Chúa Thánh Thần lại xuống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0"/>
          <p:cNvSpPr txBox="1">
            <a:spLocks noGrp="1"/>
          </p:cNvSpPr>
          <p:nvPr>
            <p:ph type="subTitle" idx="1"/>
          </p:nvPr>
        </p:nvSpPr>
        <p:spPr>
          <a:xfrm>
            <a:off x="1" y="0"/>
            <a:ext cx="9144000" cy="5143499"/>
          </a:xfrm>
          <a:prstGeom prst="rect">
            <a:avLst/>
          </a:prstGeom>
          <a:solidFill>
            <a:srgbClr val="002060"/>
          </a:solidFill>
          <a:ln>
            <a:noFill/>
          </a:ln>
        </p:spPr>
        <p:txBody>
          <a:bodyPr spcFirstLastPara="1" wrap="square" lIns="91425" tIns="0" rIns="91425" bIns="91425"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an ủi dạy dỗ chúng con làm những việc lành,</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p11"/>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91425" rIns="91425" bIns="91425"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vì công nghiệp vô cùng Đức Chúa Giêsu Kitô là Chúa chúng con. Amen.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g3e5a0c7ab5b_0_379"/>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fontScale="32500" lnSpcReduction="20000"/>
          </a:bodyPr>
          <a:lstStyle/>
          <a:p>
            <a:pPr marL="0" lvl="0" indent="0" algn="ctr" rtl="0">
              <a:lnSpc>
                <a:spcPct val="100000"/>
              </a:lnSpc>
              <a:spcBef>
                <a:spcPts val="0"/>
              </a:spcBef>
              <a:spcAft>
                <a:spcPts val="0"/>
              </a:spcAft>
              <a:buClr>
                <a:schemeClr val="accent4"/>
              </a:buClr>
              <a:buSzPct val="100000"/>
              <a:buNone/>
            </a:pPr>
            <a:r>
              <a:rPr lang="en-US" sz="17600" b="1">
                <a:solidFill>
                  <a:schemeClr val="accent4"/>
                </a:solidFill>
                <a:latin typeface="Times New Roman"/>
                <a:ea typeface="Times New Roman"/>
                <a:cs typeface="Times New Roman"/>
                <a:sym typeface="Times New Roman"/>
              </a:rPr>
              <a:t>KINH TRUYỀN TIN</a:t>
            </a:r>
            <a:endParaRPr/>
          </a:p>
          <a:p>
            <a:pPr marL="0" lvl="0" indent="0" algn="just" rtl="0">
              <a:lnSpc>
                <a:spcPct val="100000"/>
              </a:lnSpc>
              <a:spcBef>
                <a:spcPts val="1440"/>
              </a:spcBef>
              <a:spcAft>
                <a:spcPts val="0"/>
              </a:spcAft>
              <a:buClr>
                <a:schemeClr val="accent4"/>
              </a:buClr>
              <a:buSzPct val="100000"/>
              <a:buNone/>
            </a:pPr>
            <a:r>
              <a:rPr lang="en-US" sz="19200" b="1" i="1" u="sng">
                <a:solidFill>
                  <a:schemeClr val="accent4"/>
                </a:solidFill>
                <a:latin typeface="Times New Roman"/>
                <a:ea typeface="Times New Roman"/>
                <a:cs typeface="Times New Roman"/>
                <a:sym typeface="Times New Roman"/>
              </a:rPr>
              <a:t>Xướng:</a:t>
            </a:r>
            <a:r>
              <a:rPr lang="en-US" sz="26400" b="1">
                <a:solidFill>
                  <a:schemeClr val="accent4"/>
                </a:solidFill>
                <a:latin typeface="Times New Roman"/>
                <a:ea typeface="Times New Roman"/>
                <a:cs typeface="Times New Roman"/>
                <a:sym typeface="Times New Roman"/>
              </a:rPr>
              <a:t> </a:t>
            </a:r>
            <a:r>
              <a:rPr lang="en-US" sz="28800" b="1">
                <a:solidFill>
                  <a:schemeClr val="lt1"/>
                </a:solidFill>
                <a:latin typeface="Times New Roman"/>
                <a:ea typeface="Times New Roman"/>
                <a:cs typeface="Times New Roman"/>
                <a:sym typeface="Times New Roman"/>
              </a:rPr>
              <a:t>Đức Chúa Trời sai Thánh Thiên Thần truyền tin cho Rất Thánh Đức Bà Maria.</a:t>
            </a:r>
            <a:endParaRPr/>
          </a:p>
          <a:p>
            <a:pPr marL="0" lvl="0" indent="0" algn="ctr" rtl="0">
              <a:lnSpc>
                <a:spcPct val="120000"/>
              </a:lnSpc>
              <a:spcBef>
                <a:spcPts val="64"/>
              </a:spcBef>
              <a:spcAft>
                <a:spcPts val="0"/>
              </a:spcAft>
              <a:buClr>
                <a:srgbClr val="888888"/>
              </a:buClr>
              <a:buSzPct val="100000"/>
              <a:buNone/>
            </a:pP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g3e5a0c7ab5b_0_383"/>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accent4"/>
              </a:buClr>
              <a:buSzPts val="4800"/>
              <a:buNone/>
            </a:pPr>
            <a:r>
              <a:rPr lang="en-US" sz="4800" b="1" i="1">
                <a:solidFill>
                  <a:schemeClr val="accent4"/>
                </a:solidFill>
                <a:latin typeface="Times New Roman"/>
                <a:ea typeface="Times New Roman"/>
                <a:cs typeface="Times New Roman"/>
                <a:sym typeface="Times New Roman"/>
              </a:rPr>
              <a:t>Đáp: </a:t>
            </a:r>
            <a:r>
              <a:rPr lang="en-US" sz="7200" b="1">
                <a:solidFill>
                  <a:schemeClr val="lt1"/>
                </a:solidFill>
                <a:latin typeface="Times New Roman"/>
                <a:ea typeface="Times New Roman"/>
                <a:cs typeface="Times New Roman"/>
                <a:sym typeface="Times New Roman"/>
              </a:rPr>
              <a:t>Và Rất Thánh Đức Bà chịu thai bởi phép Đức Chúa Thánh Thần. </a:t>
            </a:r>
            <a:r>
              <a:rPr lang="en-US" sz="4800" b="1" i="1">
                <a:solidFill>
                  <a:schemeClr val="accent4"/>
                </a:solidFill>
                <a:latin typeface="Times New Roman"/>
                <a:ea typeface="Times New Roman"/>
                <a:cs typeface="Times New Roman"/>
                <a:sym typeface="Times New Roman"/>
              </a:rPr>
              <a:t>Kính mừng….. </a:t>
            </a:r>
            <a:br>
              <a:rPr lang="en-US" sz="6000" b="1" i="1">
                <a:solidFill>
                  <a:schemeClr val="accent4"/>
                </a:solidFill>
                <a:latin typeface="Times New Roman"/>
                <a:ea typeface="Times New Roman"/>
                <a:cs typeface="Times New Roman"/>
                <a:sym typeface="Times New Roman"/>
              </a:rPr>
            </a:br>
            <a:endParaRPr sz="6000" b="1" i="1">
              <a:solidFill>
                <a:schemeClr val="accent4"/>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g3e5a0c7ab5b_0_387"/>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rgbClr val="888888"/>
              </a:buClr>
              <a:buSzPts val="7200"/>
              <a:buNone/>
            </a:pPr>
            <a:endParaRPr sz="7200" b="1" i="1" u="sng">
              <a:solidFill>
                <a:schemeClr val="accent1"/>
              </a:solidFill>
              <a:latin typeface="Times New Roman"/>
              <a:ea typeface="Times New Roman"/>
              <a:cs typeface="Times New Roman"/>
              <a:sym typeface="Times New Roman"/>
            </a:endParaRPr>
          </a:p>
          <a:p>
            <a:pPr marL="0" lvl="0" indent="0" algn="just" rtl="0">
              <a:lnSpc>
                <a:spcPct val="100000"/>
              </a:lnSpc>
              <a:spcBef>
                <a:spcPts val="1200"/>
              </a:spcBef>
              <a:spcAft>
                <a:spcPts val="0"/>
              </a:spcAft>
              <a:buClr>
                <a:schemeClr val="accent4"/>
              </a:buClr>
              <a:buSzPts val="4800"/>
              <a:buNone/>
            </a:pPr>
            <a:r>
              <a:rPr lang="en-US" sz="4800" b="1" i="1">
                <a:solidFill>
                  <a:schemeClr val="accent4"/>
                </a:solidFill>
                <a:latin typeface="Times New Roman"/>
                <a:ea typeface="Times New Roman"/>
                <a:cs typeface="Times New Roman"/>
                <a:sym typeface="Times New Roman"/>
              </a:rPr>
              <a:t>Xướng: </a:t>
            </a:r>
            <a:r>
              <a:rPr lang="en-US" sz="7200" b="1">
                <a:solidFill>
                  <a:schemeClr val="lt1"/>
                </a:solidFill>
                <a:latin typeface="Times New Roman"/>
                <a:ea typeface="Times New Roman"/>
                <a:cs typeface="Times New Roman"/>
                <a:sym typeface="Times New Roman"/>
              </a:rPr>
              <a:t>Này tôi là tôi tá Đức Chúa Trời.</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g3e5a0c7ab5b_0_391"/>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accent4"/>
              </a:buClr>
              <a:buSzPts val="4800"/>
              <a:buNone/>
            </a:pPr>
            <a:r>
              <a:rPr lang="en-US" sz="4800" b="1" i="1">
                <a:solidFill>
                  <a:schemeClr val="accent4"/>
                </a:solidFill>
                <a:latin typeface="Times New Roman"/>
                <a:ea typeface="Times New Roman"/>
                <a:cs typeface="Times New Roman"/>
                <a:sym typeface="Times New Roman"/>
              </a:rPr>
              <a:t>Đáp: </a:t>
            </a:r>
            <a:r>
              <a:rPr lang="en-US" sz="7500" b="1">
                <a:solidFill>
                  <a:schemeClr val="lt1"/>
                </a:solidFill>
                <a:latin typeface="Times New Roman"/>
                <a:ea typeface="Times New Roman"/>
                <a:cs typeface="Times New Roman"/>
                <a:sym typeface="Times New Roman"/>
              </a:rPr>
              <a:t>Tôi xin vâng như lời Thánh Thiên Thần truyền.</a:t>
            </a:r>
            <a:endParaRPr/>
          </a:p>
          <a:p>
            <a:pPr marL="0" lvl="0" indent="0" algn="ctr" rtl="0">
              <a:lnSpc>
                <a:spcPct val="100000"/>
              </a:lnSpc>
              <a:spcBef>
                <a:spcPts val="1200"/>
              </a:spcBef>
              <a:spcAft>
                <a:spcPts val="0"/>
              </a:spcAft>
              <a:buClr>
                <a:schemeClr val="accent4"/>
              </a:buClr>
              <a:buSzPts val="4800"/>
              <a:buNone/>
            </a:pPr>
            <a:r>
              <a:rPr lang="en-US" sz="4800" b="1" i="1">
                <a:solidFill>
                  <a:schemeClr val="accent4"/>
                </a:solidFill>
                <a:latin typeface="Times New Roman"/>
                <a:ea typeface="Times New Roman"/>
                <a:cs typeface="Times New Roman"/>
                <a:sym typeface="Times New Roman"/>
              </a:rPr>
              <a:t>Kính mừng….. </a:t>
            </a:r>
            <a:br>
              <a:rPr lang="en-US" sz="4800" b="1" i="1">
                <a:solidFill>
                  <a:schemeClr val="accent1"/>
                </a:solidFill>
                <a:latin typeface="Times New Roman"/>
                <a:ea typeface="Times New Roman"/>
                <a:cs typeface="Times New Roman"/>
                <a:sym typeface="Times New Roman"/>
              </a:rPr>
            </a:br>
            <a:endParaRPr sz="4800" b="1" i="1">
              <a:solidFill>
                <a:schemeClr val="accent1"/>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g3e5a0c7ab5b_0_395"/>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rgbClr val="888888"/>
              </a:buClr>
              <a:buSzPts val="4400"/>
              <a:buNone/>
            </a:pPr>
            <a:endParaRPr sz="4400" b="1" i="1" u="sng">
              <a:solidFill>
                <a:schemeClr val="accent1"/>
              </a:solidFill>
              <a:latin typeface="Times New Roman"/>
              <a:ea typeface="Times New Roman"/>
              <a:cs typeface="Times New Roman"/>
              <a:sym typeface="Times New Roman"/>
            </a:endParaRPr>
          </a:p>
          <a:p>
            <a:pPr marL="0" lvl="0" indent="0" algn="just" rtl="0">
              <a:lnSpc>
                <a:spcPct val="100000"/>
              </a:lnSpc>
              <a:spcBef>
                <a:spcPts val="1200"/>
              </a:spcBef>
              <a:spcAft>
                <a:spcPts val="0"/>
              </a:spcAft>
              <a:buClr>
                <a:schemeClr val="accent4"/>
              </a:buClr>
              <a:buSzPts val="4800"/>
              <a:buNone/>
            </a:pPr>
            <a:r>
              <a:rPr lang="en-US" sz="4800" b="1" i="1" u="sng">
                <a:solidFill>
                  <a:schemeClr val="accent4"/>
                </a:solidFill>
                <a:latin typeface="Times New Roman"/>
                <a:ea typeface="Times New Roman"/>
                <a:cs typeface="Times New Roman"/>
                <a:sym typeface="Times New Roman"/>
              </a:rPr>
              <a:t>Xướng:</a:t>
            </a:r>
            <a:r>
              <a:rPr lang="en-US" sz="7200" b="1">
                <a:solidFill>
                  <a:schemeClr val="accent4"/>
                </a:solidFill>
                <a:latin typeface="Times New Roman"/>
                <a:ea typeface="Times New Roman"/>
                <a:cs typeface="Times New Roman"/>
                <a:sym typeface="Times New Roman"/>
              </a:rPr>
              <a:t> </a:t>
            </a:r>
            <a:r>
              <a:rPr lang="en-US" sz="8000" b="1">
                <a:solidFill>
                  <a:schemeClr val="lt1"/>
                </a:solidFill>
                <a:latin typeface="Times New Roman"/>
                <a:ea typeface="Times New Roman"/>
                <a:cs typeface="Times New Roman"/>
                <a:sym typeface="Times New Roman"/>
              </a:rPr>
              <a:t>Chốc ấy Ngôi Thứ Hai xuống thế làm người.</a:t>
            </a:r>
            <a:endParaRPr sz="6000" b="1">
              <a:solidFill>
                <a:schemeClr val="lt1"/>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g3e5a0c7ab5b_0_399"/>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accent1"/>
              </a:buClr>
              <a:buSzPts val="4800"/>
              <a:buNone/>
            </a:pPr>
            <a:br>
              <a:rPr lang="en-US" sz="4800" b="1" i="1" u="sng">
                <a:solidFill>
                  <a:schemeClr val="accent1"/>
                </a:solidFill>
                <a:latin typeface="Times New Roman"/>
                <a:ea typeface="Times New Roman"/>
                <a:cs typeface="Times New Roman"/>
                <a:sym typeface="Times New Roman"/>
              </a:rPr>
            </a:br>
            <a:r>
              <a:rPr lang="en-US" sz="4800" b="1" i="1">
                <a:solidFill>
                  <a:schemeClr val="accent4"/>
                </a:solidFill>
                <a:latin typeface="Times New Roman"/>
                <a:ea typeface="Times New Roman"/>
                <a:cs typeface="Times New Roman"/>
                <a:sym typeface="Times New Roman"/>
              </a:rPr>
              <a:t>Đáp: </a:t>
            </a:r>
            <a:r>
              <a:rPr lang="en-US" sz="8000" b="1">
                <a:solidFill>
                  <a:schemeClr val="lt1"/>
                </a:solidFill>
                <a:latin typeface="Times New Roman"/>
                <a:ea typeface="Times New Roman"/>
                <a:cs typeface="Times New Roman"/>
                <a:sym typeface="Times New Roman"/>
              </a:rPr>
              <a:t>Và ở cùng </a:t>
            </a:r>
            <a:br>
              <a:rPr lang="en-US" sz="8000" b="1">
                <a:solidFill>
                  <a:schemeClr val="lt1"/>
                </a:solidFill>
                <a:latin typeface="Times New Roman"/>
                <a:ea typeface="Times New Roman"/>
                <a:cs typeface="Times New Roman"/>
                <a:sym typeface="Times New Roman"/>
              </a:rPr>
            </a:br>
            <a:r>
              <a:rPr lang="en-US" sz="8000" b="1">
                <a:solidFill>
                  <a:schemeClr val="lt1"/>
                </a:solidFill>
                <a:latin typeface="Times New Roman"/>
                <a:ea typeface="Times New Roman"/>
                <a:cs typeface="Times New Roman"/>
                <a:sym typeface="Times New Roman"/>
              </a:rPr>
              <a:t>chúng con.</a:t>
            </a:r>
            <a:endParaRPr sz="6600" b="1">
              <a:solidFill>
                <a:schemeClr val="lt1"/>
              </a:solidFill>
              <a:latin typeface="Times New Roman"/>
              <a:ea typeface="Times New Roman"/>
              <a:cs typeface="Times New Roman"/>
              <a:sym typeface="Times New Roman"/>
            </a:endParaRPr>
          </a:p>
          <a:p>
            <a:pPr marL="0" lvl="0" indent="0" algn="ctr" rtl="0">
              <a:lnSpc>
                <a:spcPct val="100000"/>
              </a:lnSpc>
              <a:spcBef>
                <a:spcPts val="1200"/>
              </a:spcBef>
              <a:spcAft>
                <a:spcPts val="0"/>
              </a:spcAft>
              <a:buClr>
                <a:schemeClr val="accent4"/>
              </a:buClr>
              <a:buSzPts val="4800"/>
              <a:buNone/>
            </a:pPr>
            <a:r>
              <a:rPr lang="en-US" sz="4800" b="1" i="1">
                <a:solidFill>
                  <a:schemeClr val="accent4"/>
                </a:solidFill>
                <a:latin typeface="Times New Roman"/>
                <a:ea typeface="Times New Roman"/>
                <a:cs typeface="Times New Roman"/>
                <a:sym typeface="Times New Roman"/>
              </a:rPr>
              <a:t>Kính mừng….. </a:t>
            </a:r>
            <a:br>
              <a:rPr lang="en-US" sz="4800" b="1" i="1">
                <a:solidFill>
                  <a:schemeClr val="accent1"/>
                </a:solidFill>
                <a:latin typeface="Times New Roman"/>
                <a:ea typeface="Times New Roman"/>
                <a:cs typeface="Times New Roman"/>
                <a:sym typeface="Times New Roman"/>
              </a:rPr>
            </a:br>
            <a:endParaRPr sz="4800" b="1" i="1">
              <a:solidFill>
                <a:schemeClr val="accent1"/>
              </a:solidFill>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g3e5a0c7ab5b_0_403"/>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rgbClr val="888888"/>
              </a:buClr>
              <a:buSzPts val="4000"/>
              <a:buNone/>
            </a:pPr>
            <a:endParaRPr sz="4000" b="1" i="1" u="sng">
              <a:solidFill>
                <a:schemeClr val="accent1"/>
              </a:solidFill>
              <a:latin typeface="Times New Roman"/>
              <a:ea typeface="Times New Roman"/>
              <a:cs typeface="Times New Roman"/>
              <a:sym typeface="Times New Roman"/>
            </a:endParaRPr>
          </a:p>
          <a:p>
            <a:pPr marL="0" lvl="0" indent="0" algn="just" rtl="0">
              <a:lnSpc>
                <a:spcPct val="100000"/>
              </a:lnSpc>
              <a:spcBef>
                <a:spcPts val="1200"/>
              </a:spcBef>
              <a:spcAft>
                <a:spcPts val="0"/>
              </a:spcAft>
              <a:buClr>
                <a:schemeClr val="accent4"/>
              </a:buClr>
              <a:buSzPts val="4800"/>
              <a:buNone/>
            </a:pPr>
            <a:r>
              <a:rPr lang="en-US" sz="4800" b="1" i="1">
                <a:solidFill>
                  <a:schemeClr val="accent4"/>
                </a:solidFill>
                <a:latin typeface="Times New Roman"/>
                <a:ea typeface="Times New Roman"/>
                <a:cs typeface="Times New Roman"/>
                <a:sym typeface="Times New Roman"/>
              </a:rPr>
              <a:t>Xướng:</a:t>
            </a:r>
            <a:r>
              <a:rPr lang="en-US" sz="7200" b="1">
                <a:solidFill>
                  <a:schemeClr val="accent4"/>
                </a:solidFill>
                <a:latin typeface="Times New Roman"/>
                <a:ea typeface="Times New Roman"/>
                <a:cs typeface="Times New Roman"/>
                <a:sym typeface="Times New Roman"/>
              </a:rPr>
              <a:t> </a:t>
            </a:r>
            <a:r>
              <a:rPr lang="en-US" sz="7200" b="1">
                <a:solidFill>
                  <a:schemeClr val="lt1"/>
                </a:solidFill>
                <a:latin typeface="Times New Roman"/>
                <a:ea typeface="Times New Roman"/>
                <a:cs typeface="Times New Roman"/>
                <a:sym typeface="Times New Roman"/>
              </a:rPr>
              <a:t>Lạy Rất Thánh Đức Mẹ Chúa Trời, xin cầu cho chúng con.</a:t>
            </a:r>
            <a:endParaRPr sz="6000" b="1">
              <a:solidFill>
                <a:schemeClr val="lt1"/>
              </a:solidFill>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g3e5a0c7ab5b_0_407"/>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rgbClr val="888888"/>
              </a:buClr>
              <a:buSzPts val="4400"/>
              <a:buNone/>
            </a:pPr>
            <a:endParaRPr sz="4400" b="1" i="1" u="sng">
              <a:solidFill>
                <a:schemeClr val="lt1"/>
              </a:solidFill>
              <a:latin typeface="Times New Roman"/>
              <a:ea typeface="Times New Roman"/>
              <a:cs typeface="Times New Roman"/>
              <a:sym typeface="Times New Roman"/>
            </a:endParaRPr>
          </a:p>
          <a:p>
            <a:pPr marL="0" lvl="0" indent="0" algn="just" rtl="0">
              <a:lnSpc>
                <a:spcPct val="100000"/>
              </a:lnSpc>
              <a:spcBef>
                <a:spcPts val="1200"/>
              </a:spcBef>
              <a:spcAft>
                <a:spcPts val="0"/>
              </a:spcAft>
              <a:buClr>
                <a:schemeClr val="accent4"/>
              </a:buClr>
              <a:buSzPts val="4800"/>
              <a:buNone/>
            </a:pPr>
            <a:r>
              <a:rPr lang="en-US" sz="4800" b="1" i="1">
                <a:solidFill>
                  <a:schemeClr val="accent4"/>
                </a:solidFill>
                <a:latin typeface="Times New Roman"/>
                <a:ea typeface="Times New Roman"/>
                <a:cs typeface="Times New Roman"/>
                <a:sym typeface="Times New Roman"/>
              </a:rPr>
              <a:t>Đáp:</a:t>
            </a:r>
            <a:r>
              <a:rPr lang="en-US" sz="7200" b="1" i="1">
                <a:solidFill>
                  <a:schemeClr val="accent4"/>
                </a:solidFill>
                <a:latin typeface="Times New Roman"/>
                <a:ea typeface="Times New Roman"/>
                <a:cs typeface="Times New Roman"/>
                <a:sym typeface="Times New Roman"/>
              </a:rPr>
              <a:t> </a:t>
            </a:r>
            <a:r>
              <a:rPr lang="en-US" sz="8000" b="1">
                <a:solidFill>
                  <a:schemeClr val="lt1"/>
                </a:solidFill>
                <a:latin typeface="Times New Roman"/>
                <a:ea typeface="Times New Roman"/>
                <a:cs typeface="Times New Roman"/>
                <a:sym typeface="Times New Roman"/>
              </a:rPr>
              <a:t>Đáng chịu lấy những sự Chúa Kitô đã hứa.</a:t>
            </a:r>
            <a:endParaRPr sz="6000" b="1">
              <a:solidFill>
                <a:schemeClr val="lt1"/>
              </a:solidFill>
              <a:latin typeface="Times New Roman"/>
              <a:ea typeface="Times New Roman"/>
              <a:cs typeface="Times New Roman"/>
              <a:sym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g3e5a0c7ab5b_0_411"/>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fontScale="92500" lnSpcReduction="20000"/>
          </a:bodyPr>
          <a:lstStyle/>
          <a:p>
            <a:pPr marL="0" lvl="0" indent="0" algn="ctr" rtl="0">
              <a:lnSpc>
                <a:spcPct val="100000"/>
              </a:lnSpc>
              <a:spcBef>
                <a:spcPts val="0"/>
              </a:spcBef>
              <a:spcAft>
                <a:spcPts val="0"/>
              </a:spcAft>
              <a:buClr>
                <a:schemeClr val="accent4"/>
              </a:buClr>
              <a:buSzPct val="100000"/>
              <a:buNone/>
            </a:pPr>
            <a:r>
              <a:rPr lang="en-US" sz="4800" b="1">
                <a:solidFill>
                  <a:schemeClr val="accent4"/>
                </a:solidFill>
                <a:latin typeface="Times New Roman"/>
                <a:ea typeface="Times New Roman"/>
                <a:cs typeface="Times New Roman"/>
                <a:sym typeface="Times New Roman"/>
              </a:rPr>
              <a:t>LỜI NGUYỆN</a:t>
            </a:r>
            <a:endParaRPr sz="4950" b="1">
              <a:solidFill>
                <a:schemeClr val="accent4"/>
              </a:solidFill>
              <a:latin typeface="Times New Roman"/>
              <a:ea typeface="Times New Roman"/>
              <a:cs typeface="Times New Roman"/>
              <a:sym typeface="Times New Roman"/>
            </a:endParaRPr>
          </a:p>
          <a:p>
            <a:pPr marL="0" lvl="0" indent="0" algn="just" rtl="0">
              <a:lnSpc>
                <a:spcPct val="100000"/>
              </a:lnSpc>
              <a:spcBef>
                <a:spcPts val="1572"/>
              </a:spcBef>
              <a:spcAft>
                <a:spcPts val="0"/>
              </a:spcAft>
              <a:buClr>
                <a:schemeClr val="lt1"/>
              </a:buClr>
              <a:buSzPct val="100000"/>
              <a:buNone/>
            </a:pPr>
            <a:r>
              <a:rPr lang="en-US" sz="8500" b="1">
                <a:solidFill>
                  <a:schemeClr val="lt1"/>
                </a:solidFill>
                <a:latin typeface="Times New Roman"/>
                <a:ea typeface="Times New Roman"/>
                <a:cs typeface="Times New Roman"/>
                <a:sym typeface="Times New Roman"/>
              </a:rPr>
              <a:t>Lạy Chúa, chúng con xin Chúa ban ơn Chúa xuống trong linh hồn chúng con,</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g3e5a0c7ab5b_0_415"/>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là kẻ đã nhờ lời Thánh Thiên Thần truyền, mà biết thật Chúa Kitô là Con Chúa</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g3e5a0c7ab5b_0_419"/>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đã xuống thế làm người, thì xin vì công ơn Con Chúa chịu nạn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g3e5a0c7ab5b_0_423"/>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chịu chết trên cây Thánh Giá, cho chúng con ngày sau khi sống lại,</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g3e5a0c7ab5b_0_427"/>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rgbClr val="888888"/>
              </a:buClr>
              <a:buSzPts val="1800"/>
              <a:buNone/>
            </a:pPr>
            <a:endParaRPr sz="1800" b="1">
              <a:solidFill>
                <a:schemeClr val="lt1"/>
              </a:solidFill>
              <a:latin typeface="Times New Roman"/>
              <a:ea typeface="Times New Roman"/>
              <a:cs typeface="Times New Roman"/>
              <a:sym typeface="Times New Roman"/>
            </a:endParaRPr>
          </a:p>
          <a:p>
            <a:pPr marL="0" lvl="0" indent="0" algn="just" rtl="0">
              <a:lnSpc>
                <a:spcPct val="100000"/>
              </a:lnSpc>
              <a:spcBef>
                <a:spcPts val="0"/>
              </a:spcBef>
              <a:spcAft>
                <a:spcPts val="0"/>
              </a:spcAft>
              <a:buClr>
                <a:schemeClr val="lt1"/>
              </a:buClr>
              <a:buSzPts val="7000"/>
              <a:buNone/>
            </a:pPr>
            <a:r>
              <a:rPr lang="en-US" sz="7000" b="1">
                <a:solidFill>
                  <a:schemeClr val="lt1"/>
                </a:solidFill>
                <a:latin typeface="Times New Roman"/>
                <a:ea typeface="Times New Roman"/>
                <a:cs typeface="Times New Roman"/>
                <a:sym typeface="Times New Roman"/>
              </a:rPr>
              <a:t>được đến nơi vinh hiển, cũng vì công nghiệp Chúa Kitô là Chúa chúng con. Amen.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5"/>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fontScale="92500" lnSpcReduction="10000"/>
          </a:bodyPr>
          <a:lstStyle/>
          <a:p>
            <a:pPr marL="0" lvl="0" indent="0" algn="ctr" rtl="0">
              <a:lnSpc>
                <a:spcPct val="100000"/>
              </a:lnSpc>
              <a:spcBef>
                <a:spcPts val="0"/>
              </a:spcBef>
              <a:spcAft>
                <a:spcPts val="0"/>
              </a:spcAft>
              <a:buClr>
                <a:schemeClr val="accent4"/>
              </a:buClr>
              <a:buSzPct val="100000"/>
              <a:buNone/>
            </a:pPr>
            <a:r>
              <a:rPr lang="en-US" sz="4400" b="1">
                <a:solidFill>
                  <a:schemeClr val="accent4"/>
                </a:solidFill>
                <a:latin typeface="Times New Roman"/>
                <a:ea typeface="Times New Roman"/>
                <a:cs typeface="Times New Roman"/>
                <a:sym typeface="Times New Roman"/>
              </a:rPr>
              <a:t>KINH TIN</a:t>
            </a:r>
            <a:endParaRPr sz="4950" b="1">
              <a:solidFill>
                <a:schemeClr val="accent4"/>
              </a:solidFill>
              <a:latin typeface="Times New Roman"/>
              <a:ea typeface="Times New Roman"/>
              <a:cs typeface="Times New Roman"/>
              <a:sym typeface="Times New Roman"/>
            </a:endParaRPr>
          </a:p>
          <a:p>
            <a:pPr marL="0" lvl="0" indent="0" algn="just" rtl="0">
              <a:lnSpc>
                <a:spcPct val="100000"/>
              </a:lnSpc>
              <a:spcBef>
                <a:spcPts val="1480"/>
              </a:spcBef>
              <a:spcAft>
                <a:spcPts val="0"/>
              </a:spcAft>
              <a:buClr>
                <a:schemeClr val="lt1"/>
              </a:buClr>
              <a:buSzPct val="100000"/>
              <a:buNone/>
            </a:pPr>
            <a:r>
              <a:rPr lang="en-US" sz="8000" b="1">
                <a:solidFill>
                  <a:schemeClr val="lt1"/>
                </a:solidFill>
                <a:latin typeface="Times New Roman"/>
                <a:ea typeface="Times New Roman"/>
                <a:cs typeface="Times New Roman"/>
                <a:sym typeface="Times New Roman"/>
              </a:rPr>
              <a:t>Lạy Chúa con, con tin thật có một Đức Chúa Trời là Đấng thưởng phạt vô cùng.</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26"/>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Con lại tin thật Đức Chúa Trời có Ba Ngôi, mà Ngôi Thứ Hai đã xuống thế làm người, </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27"/>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chịu nạn chịu chết mà chuộc tội cho thiên hạ.</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8"/>
          <p:cNvSpPr txBox="1">
            <a:spLocks noGrp="1"/>
          </p:cNvSpPr>
          <p:nvPr>
            <p:ph type="subTitle" idx="1"/>
          </p:nvPr>
        </p:nvSpPr>
        <p:spPr>
          <a:xfrm>
            <a:off x="0" y="1"/>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Bấy nhiêu điều ấy cùng các điều Hội Thánh dạy</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29"/>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thì con tin vững vàng, vì Chúa là</a:t>
            </a:r>
            <a:br>
              <a:rPr lang="en-US" sz="7200" b="1">
                <a:solidFill>
                  <a:schemeClr val="lt1"/>
                </a:solidFill>
                <a:latin typeface="Times New Roman"/>
                <a:ea typeface="Times New Roman"/>
                <a:cs typeface="Times New Roman"/>
                <a:sym typeface="Times New Roman"/>
              </a:rPr>
            </a:br>
            <a:r>
              <a:rPr lang="en-US" sz="7200" b="1">
                <a:solidFill>
                  <a:schemeClr val="lt1"/>
                </a:solidFill>
                <a:latin typeface="Times New Roman"/>
                <a:ea typeface="Times New Roman"/>
                <a:cs typeface="Times New Roman"/>
                <a:sym typeface="Times New Roman"/>
              </a:rPr>
              <a:t>Đấng thông minh</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30"/>
          <p:cNvSpPr txBox="1">
            <a:spLocks noGrp="1"/>
          </p:cNvSpPr>
          <p:nvPr>
            <p:ph type="subTitle" idx="1"/>
          </p:nvPr>
        </p:nvSpPr>
        <p:spPr>
          <a:xfrm>
            <a:off x="0" y="-9"/>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và chân thật vô cùng đã phán truyền cho Hội Thánh. Amen.</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31"/>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fontScale="92500" lnSpcReduction="10000"/>
          </a:bodyPr>
          <a:lstStyle/>
          <a:p>
            <a:pPr marL="0" lvl="0" indent="0" algn="ctr" rtl="0">
              <a:lnSpc>
                <a:spcPct val="100000"/>
              </a:lnSpc>
              <a:spcBef>
                <a:spcPts val="0"/>
              </a:spcBef>
              <a:spcAft>
                <a:spcPts val="0"/>
              </a:spcAft>
              <a:buClr>
                <a:schemeClr val="accent4"/>
              </a:buClr>
              <a:buSzPct val="100000"/>
              <a:buNone/>
            </a:pPr>
            <a:r>
              <a:rPr lang="en-US" sz="4400" b="1">
                <a:solidFill>
                  <a:schemeClr val="accent4"/>
                </a:solidFill>
                <a:latin typeface="Times New Roman"/>
                <a:ea typeface="Times New Roman"/>
                <a:cs typeface="Times New Roman"/>
                <a:sym typeface="Times New Roman"/>
              </a:rPr>
              <a:t>KINH CẬY</a:t>
            </a:r>
            <a:endParaRPr sz="4400" b="1">
              <a:solidFill>
                <a:schemeClr val="accent4"/>
              </a:solidFill>
              <a:latin typeface="Times New Roman"/>
              <a:ea typeface="Times New Roman"/>
              <a:cs typeface="Times New Roman"/>
              <a:sym typeface="Times New Roman"/>
            </a:endParaRPr>
          </a:p>
          <a:p>
            <a:pPr marL="0" lvl="0" indent="0" algn="just" rtl="0">
              <a:lnSpc>
                <a:spcPct val="100000"/>
              </a:lnSpc>
              <a:spcBef>
                <a:spcPts val="1480"/>
              </a:spcBef>
              <a:spcAft>
                <a:spcPts val="0"/>
              </a:spcAft>
              <a:buClr>
                <a:schemeClr val="lt1"/>
              </a:buClr>
              <a:buSzPct val="100000"/>
              <a:buNone/>
            </a:pPr>
            <a:r>
              <a:rPr lang="en-US" sz="8000" b="1">
                <a:solidFill>
                  <a:schemeClr val="lt1"/>
                </a:solidFill>
                <a:latin typeface="Times New Roman"/>
                <a:ea typeface="Times New Roman"/>
                <a:cs typeface="Times New Roman"/>
                <a:sym typeface="Times New Roman"/>
              </a:rPr>
              <a:t>Lạy Chúa con, con trông cậy vững vàng, vì công nghiệp Đức Chúa Giêsu</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32"/>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thì Chúa sẽ ban ơn cho con giữ đạo nên ở đời này,</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33"/>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cho ngày sau được lên thiên đàng xem thấy mặt Đức Chúa Trời hưởng phước đời đời,</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34"/>
          <p:cNvSpPr txBox="1">
            <a:spLocks noGrp="1"/>
          </p:cNvSpPr>
          <p:nvPr>
            <p:ph type="subTitle" idx="1"/>
          </p:nvPr>
        </p:nvSpPr>
        <p:spPr>
          <a:xfrm>
            <a:off x="0" y="1"/>
            <a:ext cx="9144000" cy="5143499"/>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vì Chúa là Đấng phép tắc và lòng lành vô cùng</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35"/>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endParaRPr sz="4000" b="1">
              <a:solidFill>
                <a:schemeClr val="lt1"/>
              </a:solidFill>
              <a:latin typeface="Times New Roman"/>
              <a:ea typeface="Times New Roman"/>
              <a:cs typeface="Times New Roman"/>
              <a:sym typeface="Times New Roman"/>
            </a:endParaRPr>
          </a:p>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đã phán hứa sự ấy chẳng có lẽ nào sai đặng.  Amen.</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36"/>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137150" rIns="91425" bIns="45700" anchor="t" anchorCtr="0">
            <a:normAutofit fontScale="92500" lnSpcReduction="10000"/>
          </a:bodyPr>
          <a:lstStyle/>
          <a:p>
            <a:pPr marL="0" lvl="0" indent="0" algn="ctr" rtl="0">
              <a:lnSpc>
                <a:spcPct val="100000"/>
              </a:lnSpc>
              <a:spcBef>
                <a:spcPts val="0"/>
              </a:spcBef>
              <a:spcAft>
                <a:spcPts val="0"/>
              </a:spcAft>
              <a:buClr>
                <a:schemeClr val="accent4"/>
              </a:buClr>
              <a:buSzPct val="100000"/>
              <a:buNone/>
            </a:pPr>
            <a:r>
              <a:rPr lang="en-US" sz="4400" b="1">
                <a:solidFill>
                  <a:schemeClr val="accent4"/>
                </a:solidFill>
                <a:latin typeface="Times New Roman"/>
                <a:ea typeface="Times New Roman"/>
                <a:cs typeface="Times New Roman"/>
                <a:sym typeface="Times New Roman"/>
              </a:rPr>
              <a:t>KINH MẾN</a:t>
            </a:r>
            <a:endParaRPr sz="4400" b="1">
              <a:solidFill>
                <a:schemeClr val="accent4"/>
              </a:solidFill>
              <a:latin typeface="Times New Roman"/>
              <a:ea typeface="Times New Roman"/>
              <a:cs typeface="Times New Roman"/>
              <a:sym typeface="Times New Roman"/>
            </a:endParaRPr>
          </a:p>
          <a:p>
            <a:pPr marL="0" lvl="0" indent="0" algn="just" rtl="0">
              <a:lnSpc>
                <a:spcPct val="100000"/>
              </a:lnSpc>
              <a:spcBef>
                <a:spcPts val="1443"/>
              </a:spcBef>
              <a:spcAft>
                <a:spcPts val="0"/>
              </a:spcAft>
              <a:buClr>
                <a:schemeClr val="lt1"/>
              </a:buClr>
              <a:buSzPct val="100000"/>
              <a:buNone/>
            </a:pPr>
            <a:r>
              <a:rPr lang="en-US" sz="7800" b="1">
                <a:solidFill>
                  <a:schemeClr val="lt1"/>
                </a:solidFill>
                <a:latin typeface="Times New Roman"/>
                <a:ea typeface="Times New Roman"/>
                <a:cs typeface="Times New Roman"/>
                <a:sym typeface="Times New Roman"/>
              </a:rPr>
              <a:t>Lạy Chúa con, con kính mến Chúa hết lòng hết sức trên hết mọi sự,</a:t>
            </a:r>
            <a:endParaRPr sz="7800" b="1">
              <a:solidFill>
                <a:schemeClr val="lt1"/>
              </a:solidFill>
              <a:latin typeface="Times New Roman"/>
              <a:ea typeface="Times New Roman"/>
              <a:cs typeface="Times New Roman"/>
              <a:sym typeface="Times New Roman"/>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37"/>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br>
              <a:rPr lang="en-US" sz="7200" b="1">
                <a:solidFill>
                  <a:schemeClr val="lt1"/>
                </a:solidFill>
                <a:latin typeface="Times New Roman"/>
                <a:ea typeface="Times New Roman"/>
                <a:cs typeface="Times New Roman"/>
                <a:sym typeface="Times New Roman"/>
              </a:rPr>
            </a:br>
            <a:r>
              <a:rPr lang="en-US" sz="7200" b="1">
                <a:solidFill>
                  <a:schemeClr val="lt1"/>
                </a:solidFill>
                <a:latin typeface="Times New Roman"/>
                <a:ea typeface="Times New Roman"/>
                <a:cs typeface="Times New Roman"/>
                <a:sym typeface="Times New Roman"/>
              </a:rPr>
              <a:t>vì Chúa là Đấng trọn tốt trọn lành vô cùng,</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38"/>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lại vì Chúa thì con thương yêu người ta như mình con vậy.  Amen.</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39"/>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lnSpcReduction="10000"/>
          </a:bodyPr>
          <a:lstStyle/>
          <a:p>
            <a:pPr marL="0" lvl="0" indent="0" algn="ctr" rtl="0">
              <a:lnSpc>
                <a:spcPct val="100000"/>
              </a:lnSpc>
              <a:spcBef>
                <a:spcPts val="0"/>
              </a:spcBef>
              <a:spcAft>
                <a:spcPts val="0"/>
              </a:spcAft>
              <a:buClr>
                <a:schemeClr val="accent4"/>
              </a:buClr>
              <a:buSzPts val="4400"/>
              <a:buNone/>
            </a:pPr>
            <a:r>
              <a:rPr lang="en-US" sz="4400" b="1">
                <a:solidFill>
                  <a:schemeClr val="accent4"/>
                </a:solidFill>
                <a:latin typeface="Times New Roman"/>
                <a:ea typeface="Times New Roman"/>
                <a:cs typeface="Times New Roman"/>
                <a:sym typeface="Times New Roman"/>
              </a:rPr>
              <a:t>KINH SẤP MÌNH</a:t>
            </a:r>
            <a:endParaRPr sz="4400" b="1">
              <a:solidFill>
                <a:schemeClr val="accent4"/>
              </a:solidFill>
              <a:latin typeface="Times New Roman"/>
              <a:ea typeface="Times New Roman"/>
              <a:cs typeface="Times New Roman"/>
              <a:sym typeface="Times New Roman"/>
            </a:endParaRPr>
          </a:p>
          <a:p>
            <a:pPr marL="0" lvl="0" indent="0" algn="just" rtl="0">
              <a:lnSpc>
                <a:spcPct val="100000"/>
              </a:lnSpc>
              <a:spcBef>
                <a:spcPts val="144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Lạy Chúa con, con sấp mình xuống trước mặt Chúa con. Con tin thật Chúa ở khắp mọi nơi,</a:t>
            </a:r>
            <a:endParaRPr sz="8800" b="1">
              <a:solidFill>
                <a:schemeClr val="lt1"/>
              </a:solidFill>
              <a:latin typeface="Times New Roman"/>
              <a:ea typeface="Times New Roman"/>
              <a:cs typeface="Times New Roman"/>
              <a:sym typeface="Times New Roman"/>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40"/>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thông biết mọi sự, hằng xem thấy con, hằng nghe lời con cầu nguyện.</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41"/>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Xin Chúa rất nhân từ  hãy đoái xem sự nghèo ngặt con và nhậm lời con nguyện.</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42"/>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Lạy Chúa, xin hãy mở miệng lưỡi con ra, thì con sẽ cao rao những lời ngợi khen Chúa.</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43"/>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Lạy Chúa chúng con! Vì dấu † Thánh giá, xin chữa † chúng con, cho khỏi † kẻ thù.</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44"/>
          <p:cNvSpPr txBox="1">
            <a:spLocks noGrp="1"/>
          </p:cNvSpPr>
          <p:nvPr>
            <p:ph type="subTitle" idx="1"/>
          </p:nvPr>
        </p:nvSpPr>
        <p:spPr>
          <a:xfrm>
            <a:off x="0" y="1"/>
            <a:ext cx="9030984"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chemeClr val="lt1"/>
              </a:buClr>
              <a:buSzPts val="7200"/>
              <a:buNone/>
            </a:pPr>
            <a:br>
              <a:rPr lang="en-US" sz="4800" b="1">
                <a:solidFill>
                  <a:schemeClr val="lt1"/>
                </a:solidFill>
                <a:latin typeface="Times New Roman"/>
                <a:ea typeface="Times New Roman"/>
                <a:cs typeface="Times New Roman"/>
                <a:sym typeface="Times New Roman"/>
              </a:rPr>
            </a:br>
            <a:r>
              <a:rPr lang="en-US" sz="7200" b="1">
                <a:solidFill>
                  <a:schemeClr val="lt1"/>
                </a:solidFill>
                <a:latin typeface="Times New Roman"/>
                <a:ea typeface="Times New Roman"/>
                <a:cs typeface="Times New Roman"/>
                <a:sym typeface="Times New Roman"/>
              </a:rPr>
              <a:t>Nhân danh Cha </a:t>
            </a:r>
            <a:r>
              <a:rPr lang="en-US" sz="7200" b="1">
                <a:solidFill>
                  <a:srgbClr val="EE0000"/>
                </a:solidFill>
                <a:latin typeface="Times New Roman"/>
                <a:ea typeface="Times New Roman"/>
                <a:cs typeface="Times New Roman"/>
                <a:sym typeface="Times New Roman"/>
              </a:rPr>
              <a:t>†</a:t>
            </a:r>
            <a:r>
              <a:rPr lang="en-US" sz="7200" b="1">
                <a:solidFill>
                  <a:schemeClr val="lt1"/>
                </a:solidFill>
                <a:latin typeface="Times New Roman"/>
                <a:ea typeface="Times New Roman"/>
                <a:cs typeface="Times New Roman"/>
                <a:sym typeface="Times New Roman"/>
              </a:rPr>
              <a:t> </a:t>
            </a:r>
            <a:endParaRPr/>
          </a:p>
          <a:p>
            <a:pPr marL="0" lvl="0" indent="0" algn="ctr"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và Con </a:t>
            </a:r>
            <a:r>
              <a:rPr lang="en-US" sz="7200" b="1">
                <a:solidFill>
                  <a:srgbClr val="EE0000"/>
                </a:solidFill>
                <a:latin typeface="Times New Roman"/>
                <a:ea typeface="Times New Roman"/>
                <a:cs typeface="Times New Roman"/>
                <a:sym typeface="Times New Roman"/>
              </a:rPr>
              <a:t>†</a:t>
            </a:r>
            <a:r>
              <a:rPr lang="en-US" sz="7200" b="1">
                <a:solidFill>
                  <a:schemeClr val="lt1"/>
                </a:solidFill>
                <a:latin typeface="Times New Roman"/>
                <a:ea typeface="Times New Roman"/>
                <a:cs typeface="Times New Roman"/>
                <a:sym typeface="Times New Roman"/>
              </a:rPr>
              <a:t> và Thánh Thần </a:t>
            </a:r>
            <a:r>
              <a:rPr lang="en-US" sz="7200" b="1">
                <a:solidFill>
                  <a:srgbClr val="EE0000"/>
                </a:solidFill>
                <a:latin typeface="Times New Roman"/>
                <a:ea typeface="Times New Roman"/>
                <a:cs typeface="Times New Roman"/>
                <a:sym typeface="Times New Roman"/>
              </a:rPr>
              <a:t>†</a:t>
            </a:r>
            <a:r>
              <a:rPr lang="en-US" sz="7200" b="1">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45"/>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fontScale="92500" lnSpcReduction="10000"/>
          </a:bodyPr>
          <a:lstStyle/>
          <a:p>
            <a:pPr marL="0" lvl="0" indent="0" algn="ctr" rtl="0">
              <a:lnSpc>
                <a:spcPct val="100000"/>
              </a:lnSpc>
              <a:spcBef>
                <a:spcPts val="0"/>
              </a:spcBef>
              <a:spcAft>
                <a:spcPts val="0"/>
              </a:spcAft>
              <a:buClr>
                <a:schemeClr val="accent4"/>
              </a:buClr>
              <a:buSzPct val="100000"/>
              <a:buNone/>
            </a:pPr>
            <a:r>
              <a:rPr lang="en-US" sz="4400" b="1">
                <a:solidFill>
                  <a:schemeClr val="accent4"/>
                </a:solidFill>
                <a:latin typeface="Times New Roman"/>
                <a:ea typeface="Times New Roman"/>
                <a:cs typeface="Times New Roman"/>
                <a:sym typeface="Times New Roman"/>
              </a:rPr>
              <a:t>KINH LẠY NỮ VƯƠNG</a:t>
            </a:r>
            <a:endParaRPr/>
          </a:p>
          <a:p>
            <a:pPr marL="0" lvl="0" indent="0" algn="just" rtl="0">
              <a:lnSpc>
                <a:spcPct val="100000"/>
              </a:lnSpc>
              <a:spcBef>
                <a:spcPts val="1443"/>
              </a:spcBef>
              <a:spcAft>
                <a:spcPts val="0"/>
              </a:spcAft>
              <a:buClr>
                <a:schemeClr val="lt1"/>
              </a:buClr>
              <a:buSzPct val="100000"/>
              <a:buNone/>
            </a:pPr>
            <a:r>
              <a:rPr lang="en-US" sz="7800" b="1">
                <a:solidFill>
                  <a:schemeClr val="lt1"/>
                </a:solidFill>
                <a:latin typeface="Times New Roman"/>
                <a:ea typeface="Times New Roman"/>
                <a:cs typeface="Times New Roman"/>
                <a:sym typeface="Times New Roman"/>
              </a:rPr>
              <a:t>Lạy Nữ Vương, Mẹ nhân lành làm cho chúng con đặng sống, đặng vui, đặng cậy.</a:t>
            </a:r>
            <a:endParaRPr sz="7800" b="1">
              <a:solidFill>
                <a:schemeClr val="lt1"/>
              </a:solidFill>
              <a:latin typeface="Times New Roman"/>
              <a:ea typeface="Times New Roman"/>
              <a:cs typeface="Times New Roman"/>
              <a:sym typeface="Times New Roman"/>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sp>
        <p:nvSpPr>
          <p:cNvPr id="313" name="Google Shape;313;p46"/>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Thân lạy Mẹ! chúng con, con cháu Evà ở chốn khách đày kêu đến cùng Bà,</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17"/>
        <p:cNvGrpSpPr/>
        <p:nvPr/>
      </p:nvGrpSpPr>
      <p:grpSpPr>
        <a:xfrm>
          <a:off x="0" y="0"/>
          <a:ext cx="0" cy="0"/>
          <a:chOff x="0" y="0"/>
          <a:chExt cx="0" cy="0"/>
        </a:xfrm>
      </p:grpSpPr>
      <p:sp>
        <p:nvSpPr>
          <p:cNvPr id="318" name="Google Shape;318;p47"/>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chúng con ở nơi khóc lóc than thở kêu khẩn Bà thương. Hỡi Ôi! Bà là chủ bầu chúng con,</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48"/>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500"/>
              <a:buNone/>
            </a:pPr>
            <a:endParaRPr sz="4400" b="1">
              <a:solidFill>
                <a:schemeClr val="lt1"/>
              </a:solidFill>
              <a:latin typeface="Times New Roman"/>
              <a:ea typeface="Times New Roman"/>
              <a:cs typeface="Times New Roman"/>
              <a:sym typeface="Times New Roman"/>
            </a:endParaRPr>
          </a:p>
          <a:p>
            <a:pPr marL="0" lvl="0" indent="0" algn="just" rtl="0">
              <a:lnSpc>
                <a:spcPct val="100000"/>
              </a:lnSpc>
              <a:spcBef>
                <a:spcPts val="0"/>
              </a:spcBef>
              <a:spcAft>
                <a:spcPts val="0"/>
              </a:spcAft>
              <a:buClr>
                <a:schemeClr val="lt1"/>
              </a:buClr>
              <a:buSzPts val="7500"/>
              <a:buNone/>
            </a:pPr>
            <a:r>
              <a:rPr lang="en-US" sz="7500" b="1">
                <a:solidFill>
                  <a:schemeClr val="lt1"/>
                </a:solidFill>
                <a:latin typeface="Times New Roman"/>
                <a:ea typeface="Times New Roman"/>
                <a:cs typeface="Times New Roman"/>
                <a:sym typeface="Times New Roman"/>
              </a:rPr>
              <a:t>xin ghé mắt thương xem chúng con. Đến sau khỏi đày, </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49"/>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xin cho chúng con được thấy Đức Chúa Giêsu con lòng Bà gồm phúc lạ. </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32"/>
        <p:cNvGrpSpPr/>
        <p:nvPr/>
      </p:nvGrpSpPr>
      <p:grpSpPr>
        <a:xfrm>
          <a:off x="0" y="0"/>
          <a:ext cx="0" cy="0"/>
          <a:chOff x="0" y="0"/>
          <a:chExt cx="0" cy="0"/>
        </a:xfrm>
      </p:grpSpPr>
      <p:sp>
        <p:nvSpPr>
          <p:cNvPr id="333" name="Google Shape;333;p50"/>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Ôi khoan thay! nhân thay! dịu thay! Thánh Maria trọn đời đồng trinh. Amen.</a:t>
            </a:r>
            <a:endParaRPr/>
          </a:p>
          <a:p>
            <a:pPr marL="0" lvl="0" indent="0" algn="just" rtl="0">
              <a:lnSpc>
                <a:spcPct val="100000"/>
              </a:lnSpc>
              <a:spcBef>
                <a:spcPts val="1440"/>
              </a:spcBef>
              <a:spcAft>
                <a:spcPts val="0"/>
              </a:spcAft>
              <a:buClr>
                <a:srgbClr val="888888"/>
              </a:buClr>
              <a:buSzPts val="7200"/>
              <a:buNone/>
            </a:pP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79"/>
          <p:cNvSpPr txBox="1">
            <a:spLocks noGrp="1"/>
          </p:cNvSpPr>
          <p:nvPr>
            <p:ph type="subTitle" idx="1"/>
          </p:nvPr>
        </p:nvSpPr>
        <p:spPr>
          <a:xfrm>
            <a:off x="0" y="-143838"/>
            <a:ext cx="9144000" cy="5287338"/>
          </a:xfrm>
          <a:prstGeom prst="rect">
            <a:avLst/>
          </a:prstGeom>
          <a:solidFill>
            <a:srgbClr val="002060"/>
          </a:solidFill>
          <a:ln>
            <a:noFill/>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chemeClr val="accent4"/>
              </a:buClr>
              <a:buSzPts val="4400"/>
              <a:buNone/>
            </a:pPr>
            <a:r>
              <a:rPr lang="en-US" sz="4400" b="1">
                <a:solidFill>
                  <a:schemeClr val="accent4"/>
                </a:solidFill>
                <a:latin typeface="Times New Roman"/>
                <a:ea typeface="Times New Roman"/>
                <a:cs typeface="Times New Roman"/>
                <a:sym typeface="Times New Roman"/>
              </a:rPr>
              <a:t>Đạo Đức Chúa Trời có 10 điều răn:</a:t>
            </a:r>
            <a:endParaRPr/>
          </a:p>
          <a:p>
            <a:pPr marL="0" lvl="0" indent="0" algn="just" rtl="0">
              <a:lnSpc>
                <a:spcPct val="100000"/>
              </a:lnSpc>
              <a:spcBef>
                <a:spcPts val="1440"/>
              </a:spcBef>
              <a:spcAft>
                <a:spcPts val="0"/>
              </a:spcAft>
              <a:buClr>
                <a:schemeClr val="accent4"/>
              </a:buClr>
              <a:buSzPts val="6600"/>
              <a:buNone/>
            </a:pPr>
            <a:r>
              <a:rPr lang="en-US" sz="6600" b="1">
                <a:solidFill>
                  <a:schemeClr val="accent4"/>
                </a:solidFill>
                <a:latin typeface="Times New Roman"/>
                <a:ea typeface="Times New Roman"/>
                <a:cs typeface="Times New Roman"/>
                <a:sym typeface="Times New Roman"/>
              </a:rPr>
              <a:t>Thứ nhất: </a:t>
            </a:r>
            <a:r>
              <a:rPr lang="en-US" sz="7200" b="1">
                <a:solidFill>
                  <a:schemeClr val="lt1"/>
                </a:solidFill>
                <a:latin typeface="Times New Roman"/>
                <a:ea typeface="Times New Roman"/>
                <a:cs typeface="Times New Roman"/>
                <a:sym typeface="Times New Roman"/>
              </a:rPr>
              <a:t>Thờ phượng một Đức Chúa Trời và kính mến người trên hết mọi sự.</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80"/>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Thứ hai: </a:t>
            </a:r>
            <a:r>
              <a:rPr lang="en-US" sz="7200" b="1">
                <a:solidFill>
                  <a:schemeClr val="lt1"/>
                </a:solidFill>
                <a:latin typeface="Times New Roman"/>
                <a:ea typeface="Times New Roman"/>
                <a:cs typeface="Times New Roman"/>
                <a:sym typeface="Times New Roman"/>
              </a:rPr>
              <a:t>Chớ kêu tên Đức Chúa Trời vô cớ.</a:t>
            </a:r>
            <a:endParaRPr sz="7200" b="1">
              <a:solidFill>
                <a:schemeClr val="lt1"/>
              </a:solidFill>
              <a:latin typeface="Times New Roman"/>
              <a:ea typeface="Times New Roman"/>
              <a:cs typeface="Times New Roman"/>
              <a:sym typeface="Times New Roman"/>
            </a:endParaRPr>
          </a:p>
          <a:p>
            <a:pPr marL="0" lvl="0" indent="0" algn="just"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ba: </a:t>
            </a:r>
            <a:r>
              <a:rPr lang="en-US" sz="7200" b="1">
                <a:solidFill>
                  <a:schemeClr val="lt1"/>
                </a:solidFill>
                <a:latin typeface="Times New Roman"/>
                <a:ea typeface="Times New Roman"/>
                <a:cs typeface="Times New Roman"/>
                <a:sym typeface="Times New Roman"/>
              </a:rPr>
              <a:t>Giữ ngày Chúa Nhật.</a:t>
            </a:r>
            <a:endParaRPr sz="7200" b="1">
              <a:solidFill>
                <a:schemeClr val="lt1"/>
              </a:solidFill>
              <a:latin typeface="Times New Roman"/>
              <a:ea typeface="Times New Roman"/>
              <a:cs typeface="Times New Roman"/>
              <a:sym typeface="Times New Roman"/>
            </a:endParaRPr>
          </a:p>
          <a:p>
            <a:pPr marL="0" lvl="0" indent="0" algn="ctr" rtl="0">
              <a:lnSpc>
                <a:spcPct val="100000"/>
              </a:lnSpc>
              <a:spcBef>
                <a:spcPts val="1440"/>
              </a:spcBef>
              <a:spcAft>
                <a:spcPts val="0"/>
              </a:spcAft>
              <a:buClr>
                <a:srgbClr val="888888"/>
              </a:buClr>
              <a:buSzPts val="7200"/>
              <a:buNone/>
            </a:pP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81"/>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bốn: </a:t>
            </a:r>
            <a:r>
              <a:rPr lang="en-US" sz="7200" b="1">
                <a:solidFill>
                  <a:schemeClr val="lt1"/>
                </a:solidFill>
                <a:latin typeface="Times New Roman"/>
                <a:ea typeface="Times New Roman"/>
                <a:cs typeface="Times New Roman"/>
                <a:sym typeface="Times New Roman"/>
              </a:rPr>
              <a:t>Thảo kính cha mẹ.</a:t>
            </a:r>
            <a:endParaRPr sz="7200" b="1">
              <a:solidFill>
                <a:schemeClr val="lt1"/>
              </a:solidFill>
              <a:latin typeface="Times New Roman"/>
              <a:ea typeface="Times New Roman"/>
              <a:cs typeface="Times New Roman"/>
              <a:sym typeface="Times New Roman"/>
            </a:endParaRPr>
          </a:p>
          <a:p>
            <a:pPr marL="0" lvl="0" indent="0" algn="just"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năm: </a:t>
            </a:r>
            <a:r>
              <a:rPr lang="en-US" sz="7200" b="1">
                <a:solidFill>
                  <a:schemeClr val="lt1"/>
                </a:solidFill>
                <a:latin typeface="Times New Roman"/>
                <a:ea typeface="Times New Roman"/>
                <a:cs typeface="Times New Roman"/>
                <a:sym typeface="Times New Roman"/>
              </a:rPr>
              <a:t>Chớ giết người.</a:t>
            </a:r>
            <a:endParaRPr/>
          </a:p>
          <a:p>
            <a:pPr marL="0" lvl="0" indent="0" algn="just" rtl="0">
              <a:lnSpc>
                <a:spcPct val="100000"/>
              </a:lnSpc>
              <a:spcBef>
                <a:spcPts val="1440"/>
              </a:spcBef>
              <a:spcAft>
                <a:spcPts val="0"/>
              </a:spcAft>
              <a:buClr>
                <a:srgbClr val="888888"/>
              </a:buClr>
              <a:buSzPts val="7200"/>
              <a:buNone/>
            </a:pPr>
            <a:endParaRPr sz="7200" b="1">
              <a:solidFill>
                <a:schemeClr val="lt1"/>
              </a:solidFill>
              <a:latin typeface="Times New Roman"/>
              <a:ea typeface="Times New Roman"/>
              <a:cs typeface="Times New Roman"/>
              <a:sym typeface="Times New Roman"/>
            </a:endParaRPr>
          </a:p>
          <a:p>
            <a:pPr marL="0" lvl="0" indent="0" algn="just" rtl="0">
              <a:lnSpc>
                <a:spcPct val="100000"/>
              </a:lnSpc>
              <a:spcBef>
                <a:spcPts val="1440"/>
              </a:spcBef>
              <a:spcAft>
                <a:spcPts val="0"/>
              </a:spcAft>
              <a:buClr>
                <a:srgbClr val="888888"/>
              </a:buClr>
              <a:buSzPts val="7200"/>
              <a:buNone/>
            </a:pP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82"/>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sáu: </a:t>
            </a:r>
            <a:r>
              <a:rPr lang="en-US" sz="7200" b="1">
                <a:solidFill>
                  <a:schemeClr val="lt1"/>
                </a:solidFill>
                <a:latin typeface="Times New Roman"/>
                <a:ea typeface="Times New Roman"/>
                <a:cs typeface="Times New Roman"/>
                <a:sym typeface="Times New Roman"/>
              </a:rPr>
              <a:t>Chớ làm sự dâm dục.</a:t>
            </a:r>
            <a:endParaRPr sz="7200" b="1">
              <a:solidFill>
                <a:schemeClr val="lt1"/>
              </a:solidFill>
              <a:latin typeface="Times New Roman"/>
              <a:ea typeface="Times New Roman"/>
              <a:cs typeface="Times New Roman"/>
              <a:sym typeface="Times New Roman"/>
            </a:endParaRPr>
          </a:p>
          <a:p>
            <a:pPr marL="0" lvl="0" indent="0" algn="just"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bảy: </a:t>
            </a:r>
            <a:r>
              <a:rPr lang="en-US" sz="7200" b="1">
                <a:solidFill>
                  <a:schemeClr val="lt1"/>
                </a:solidFill>
                <a:latin typeface="Times New Roman"/>
                <a:ea typeface="Times New Roman"/>
                <a:cs typeface="Times New Roman"/>
                <a:sym typeface="Times New Roman"/>
              </a:rPr>
              <a:t>Chớ lấy của người.</a:t>
            </a:r>
            <a:endParaRPr sz="7200" b="1">
              <a:solidFill>
                <a:schemeClr val="lt1"/>
              </a:solidFill>
              <a:latin typeface="Times New Roman"/>
              <a:ea typeface="Times New Roman"/>
              <a:cs typeface="Times New Roman"/>
              <a:sym typeface="Times New Roman"/>
            </a:endParaRPr>
          </a:p>
          <a:p>
            <a:pPr marL="0" lvl="0" indent="0" algn="ctr" rtl="0">
              <a:lnSpc>
                <a:spcPct val="100000"/>
              </a:lnSpc>
              <a:spcBef>
                <a:spcPts val="1440"/>
              </a:spcBef>
              <a:spcAft>
                <a:spcPts val="0"/>
              </a:spcAft>
              <a:buClr>
                <a:srgbClr val="888888"/>
              </a:buClr>
              <a:buSzPts val="7200"/>
              <a:buNone/>
            </a:pP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83"/>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tám: </a:t>
            </a:r>
            <a:r>
              <a:rPr lang="en-US" sz="7200" b="1">
                <a:solidFill>
                  <a:schemeClr val="lt1"/>
                </a:solidFill>
                <a:latin typeface="Times New Roman"/>
                <a:ea typeface="Times New Roman"/>
                <a:cs typeface="Times New Roman"/>
                <a:sym typeface="Times New Roman"/>
              </a:rPr>
              <a:t>Chớ làm chứng dối.</a:t>
            </a:r>
            <a:endParaRPr/>
          </a:p>
          <a:p>
            <a:pPr marL="0" lvl="0" indent="0" algn="just"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chín: </a:t>
            </a:r>
            <a:r>
              <a:rPr lang="en-US" sz="7200" b="1">
                <a:solidFill>
                  <a:schemeClr val="lt1"/>
                </a:solidFill>
                <a:latin typeface="Times New Roman"/>
                <a:ea typeface="Times New Roman"/>
                <a:cs typeface="Times New Roman"/>
                <a:sym typeface="Times New Roman"/>
              </a:rPr>
              <a:t>Chớ muốn vợ chồng người.</a:t>
            </a:r>
            <a:endParaRPr sz="7200" b="1">
              <a:solidFill>
                <a:schemeClr val="lt1"/>
              </a:solidFill>
              <a:latin typeface="Times New Roman"/>
              <a:ea typeface="Times New Roman"/>
              <a:cs typeface="Times New Roman"/>
              <a:sym typeface="Times New Roman"/>
            </a:endParaRPr>
          </a:p>
          <a:p>
            <a:pPr marL="0" lvl="0" indent="0" algn="just" rtl="0">
              <a:lnSpc>
                <a:spcPct val="100000"/>
              </a:lnSpc>
              <a:spcBef>
                <a:spcPts val="1440"/>
              </a:spcBef>
              <a:spcAft>
                <a:spcPts val="0"/>
              </a:spcAft>
              <a:buClr>
                <a:srgbClr val="888888"/>
              </a:buClr>
              <a:buSzPts val="7200"/>
              <a:buNone/>
            </a:pP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84"/>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mười: </a:t>
            </a:r>
            <a:r>
              <a:rPr lang="en-US" sz="7200" b="1">
                <a:solidFill>
                  <a:schemeClr val="lt1"/>
                </a:solidFill>
                <a:latin typeface="Times New Roman"/>
                <a:ea typeface="Times New Roman"/>
                <a:cs typeface="Times New Roman"/>
                <a:sym typeface="Times New Roman"/>
              </a:rPr>
              <a:t>Chớ tham </a:t>
            </a:r>
            <a:br>
              <a:rPr lang="en-US" sz="7200" b="1">
                <a:solidFill>
                  <a:schemeClr val="lt1"/>
                </a:solidFill>
                <a:latin typeface="Times New Roman"/>
                <a:ea typeface="Times New Roman"/>
                <a:cs typeface="Times New Roman"/>
                <a:sym typeface="Times New Roman"/>
              </a:rPr>
            </a:br>
            <a:r>
              <a:rPr lang="en-US" sz="7200" b="1">
                <a:solidFill>
                  <a:schemeClr val="lt1"/>
                </a:solidFill>
                <a:latin typeface="Times New Roman"/>
                <a:ea typeface="Times New Roman"/>
                <a:cs typeface="Times New Roman"/>
                <a:sym typeface="Times New Roman"/>
              </a:rPr>
              <a:t>của người. </a:t>
            </a:r>
            <a:endParaRPr sz="7200" b="1">
              <a:solidFill>
                <a:schemeClr val="lt1"/>
              </a:solidFill>
              <a:latin typeface="Times New Roman"/>
              <a:ea typeface="Times New Roman"/>
              <a:cs typeface="Times New Roman"/>
              <a:sym typeface="Times New Roman"/>
            </a:endParaRPr>
          </a:p>
          <a:p>
            <a:pPr marL="0" lvl="0" indent="0" algn="just" rtl="0">
              <a:lnSpc>
                <a:spcPct val="100000"/>
              </a:lnSpc>
              <a:spcBef>
                <a:spcPts val="1440"/>
              </a:spcBef>
              <a:spcAft>
                <a:spcPts val="0"/>
              </a:spcAft>
              <a:buClr>
                <a:schemeClr val="lt1"/>
              </a:buClr>
              <a:buSzPts val="7200"/>
              <a:buNone/>
            </a:pPr>
            <a:r>
              <a:rPr lang="en-US" sz="7200" b="1">
                <a:solidFill>
                  <a:schemeClr val="lt1"/>
                </a:solidFill>
                <a:latin typeface="Times New Roman"/>
                <a:ea typeface="Times New Roman"/>
                <a:cs typeface="Times New Roman"/>
                <a:sym typeface="Times New Roman"/>
              </a:rPr>
              <a:t>Mười điều răn ấy tóm về hai này mà chớ:</a:t>
            </a:r>
            <a:endParaRPr sz="7200" b="1" i="1">
              <a:solidFill>
                <a:schemeClr val="lt1"/>
              </a:solidFill>
              <a:latin typeface="Times New Roman"/>
              <a:ea typeface="Times New Roman"/>
              <a:cs typeface="Times New Roman"/>
              <a:sym typeface="Times New Roman"/>
            </a:endParaRPr>
          </a:p>
          <a:p>
            <a:pPr marL="0" lvl="0" indent="0" algn="just" rtl="0">
              <a:lnSpc>
                <a:spcPct val="100000"/>
              </a:lnSpc>
              <a:spcBef>
                <a:spcPts val="1440"/>
              </a:spcBef>
              <a:spcAft>
                <a:spcPts val="0"/>
              </a:spcAft>
              <a:buClr>
                <a:srgbClr val="888888"/>
              </a:buClr>
              <a:buSzPts val="7200"/>
              <a:buNone/>
            </a:pP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85"/>
          <p:cNvSpPr txBox="1">
            <a:spLocks noGrp="1"/>
          </p:cNvSpPr>
          <p:nvPr>
            <p:ph type="subTitle" idx="1"/>
          </p:nvPr>
        </p:nvSpPr>
        <p:spPr>
          <a:xfrm>
            <a:off x="0" y="-226031"/>
            <a:ext cx="9144000" cy="5369531"/>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lt1"/>
              </a:buClr>
              <a:buSzPts val="7000"/>
              <a:buNone/>
            </a:pPr>
            <a:r>
              <a:rPr lang="en-US" sz="7000" b="1">
                <a:solidFill>
                  <a:schemeClr val="lt1"/>
                </a:solidFill>
                <a:latin typeface="Times New Roman"/>
                <a:ea typeface="Times New Roman"/>
                <a:cs typeface="Times New Roman"/>
                <a:sym typeface="Times New Roman"/>
              </a:rPr>
              <a:t>trước kính mến một Đức Chúa Trời trên hết mọi sự; sau lại yêu người như mình ta vậy. </a:t>
            </a:r>
            <a:r>
              <a:rPr lang="en-US" sz="7000" b="1" i="1">
                <a:solidFill>
                  <a:schemeClr val="lt1"/>
                </a:solidFill>
                <a:latin typeface="Times New Roman"/>
                <a:ea typeface="Times New Roman"/>
                <a:cs typeface="Times New Roman"/>
                <a:sym typeface="Times New Roman"/>
              </a:rPr>
              <a:t>Amen.</a:t>
            </a:r>
            <a:endParaRPr/>
          </a:p>
          <a:p>
            <a:pPr marL="0" lvl="0" indent="0" algn="just" rtl="0">
              <a:lnSpc>
                <a:spcPct val="100000"/>
              </a:lnSpc>
              <a:spcBef>
                <a:spcPts val="0"/>
              </a:spcBef>
              <a:spcAft>
                <a:spcPts val="0"/>
              </a:spcAft>
              <a:buClr>
                <a:srgbClr val="888888"/>
              </a:buClr>
              <a:buSzPts val="7000"/>
              <a:buNone/>
            </a:pPr>
            <a:endParaRPr sz="7000" b="1" i="1">
              <a:solidFill>
                <a:schemeClr val="lt1"/>
              </a:solidFill>
              <a:latin typeface="Times New Roman"/>
              <a:ea typeface="Times New Roman"/>
              <a:cs typeface="Times New Roman"/>
              <a:sym typeface="Times New Roman"/>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372"/>
        <p:cNvGrpSpPr/>
        <p:nvPr/>
      </p:nvGrpSpPr>
      <p:grpSpPr>
        <a:xfrm>
          <a:off x="0" y="0"/>
          <a:ext cx="0" cy="0"/>
          <a:chOff x="0" y="0"/>
          <a:chExt cx="0" cy="0"/>
        </a:xfrm>
      </p:grpSpPr>
      <p:sp>
        <p:nvSpPr>
          <p:cNvPr id="373" name="Google Shape;373;p86"/>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lnSpcReduction="10000"/>
          </a:bodyPr>
          <a:lstStyle/>
          <a:p>
            <a:pPr marL="0" lvl="0" indent="0" algn="ctr" rtl="0">
              <a:lnSpc>
                <a:spcPct val="100000"/>
              </a:lnSpc>
              <a:spcBef>
                <a:spcPts val="0"/>
              </a:spcBef>
              <a:spcAft>
                <a:spcPts val="0"/>
              </a:spcAft>
              <a:buClr>
                <a:schemeClr val="accent4"/>
              </a:buClr>
              <a:buSzPts val="4500"/>
              <a:buNone/>
            </a:pPr>
            <a:r>
              <a:rPr lang="en-US" sz="4500" b="1">
                <a:solidFill>
                  <a:schemeClr val="accent4"/>
                </a:solidFill>
                <a:latin typeface="Times New Roman"/>
                <a:ea typeface="Times New Roman"/>
                <a:cs typeface="Times New Roman"/>
                <a:sym typeface="Times New Roman"/>
              </a:rPr>
              <a:t>Hội Thánh có 5 điều răn:</a:t>
            </a:r>
            <a:endParaRPr/>
          </a:p>
          <a:p>
            <a:pPr marL="0" lvl="0" indent="0" algn="just"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Thứ nhất: </a:t>
            </a:r>
            <a:r>
              <a:rPr lang="en-US" sz="7200" b="1">
                <a:solidFill>
                  <a:schemeClr val="lt1"/>
                </a:solidFill>
                <a:latin typeface="Times New Roman"/>
                <a:ea typeface="Times New Roman"/>
                <a:cs typeface="Times New Roman"/>
                <a:sym typeface="Times New Roman"/>
              </a:rPr>
              <a:t>dự lễ và kiêng việc xác ngày Chúa Nhật cùng các ngày lễ buộc;</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p87"/>
          <p:cNvSpPr txBox="1">
            <a:spLocks noGrp="1"/>
          </p:cNvSpPr>
          <p:nvPr>
            <p:ph type="subTitle" idx="1"/>
          </p:nvPr>
        </p:nvSpPr>
        <p:spPr>
          <a:xfrm>
            <a:off x="0" y="-236306"/>
            <a:ext cx="9144000" cy="5379806"/>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accent4"/>
              </a:buClr>
              <a:buSzPts val="6800"/>
              <a:buNone/>
            </a:pPr>
            <a:r>
              <a:rPr lang="en-US" sz="6800" b="1">
                <a:solidFill>
                  <a:schemeClr val="accent4"/>
                </a:solidFill>
                <a:latin typeface="Times New Roman"/>
                <a:ea typeface="Times New Roman"/>
                <a:cs typeface="Times New Roman"/>
                <a:sym typeface="Times New Roman"/>
              </a:rPr>
              <a:t>Thứ hai: </a:t>
            </a:r>
            <a:r>
              <a:rPr lang="en-US" sz="6800" b="1">
                <a:solidFill>
                  <a:schemeClr val="lt1"/>
                </a:solidFill>
                <a:latin typeface="Times New Roman"/>
                <a:ea typeface="Times New Roman"/>
                <a:cs typeface="Times New Roman"/>
                <a:sym typeface="Times New Roman"/>
              </a:rPr>
              <a:t>xưng tội trong một năm ít là một lần;</a:t>
            </a:r>
            <a:endParaRPr sz="6800" b="1">
              <a:solidFill>
                <a:schemeClr val="lt1"/>
              </a:solidFill>
              <a:latin typeface="Times New Roman"/>
              <a:ea typeface="Times New Roman"/>
              <a:cs typeface="Times New Roman"/>
              <a:sym typeface="Times New Roman"/>
            </a:endParaRPr>
          </a:p>
          <a:p>
            <a:pPr marL="0" lvl="0" indent="0" algn="just" rtl="0">
              <a:lnSpc>
                <a:spcPct val="100000"/>
              </a:lnSpc>
              <a:spcBef>
                <a:spcPts val="1360"/>
              </a:spcBef>
              <a:spcAft>
                <a:spcPts val="0"/>
              </a:spcAft>
              <a:buClr>
                <a:schemeClr val="accent4"/>
              </a:buClr>
              <a:buSzPts val="6800"/>
              <a:buNone/>
            </a:pPr>
            <a:r>
              <a:rPr lang="en-US" sz="6800" b="1">
                <a:solidFill>
                  <a:schemeClr val="accent4"/>
                </a:solidFill>
                <a:latin typeface="Times New Roman"/>
                <a:ea typeface="Times New Roman"/>
                <a:cs typeface="Times New Roman"/>
                <a:sym typeface="Times New Roman"/>
              </a:rPr>
              <a:t>Thứ ba: </a:t>
            </a:r>
            <a:r>
              <a:rPr lang="en-US" sz="6800" b="1">
                <a:solidFill>
                  <a:schemeClr val="lt1"/>
                </a:solidFill>
                <a:latin typeface="Times New Roman"/>
                <a:ea typeface="Times New Roman"/>
                <a:cs typeface="Times New Roman"/>
                <a:sym typeface="Times New Roman"/>
              </a:rPr>
              <a:t>rước Mình Thánh Chúa trong mùa Phục Sinh;</a:t>
            </a:r>
            <a:endParaRPr sz="6800">
              <a:solidFill>
                <a:schemeClr val="lt1"/>
              </a:solidFill>
              <a:latin typeface="Times New Roman"/>
              <a:ea typeface="Times New Roman"/>
              <a:cs typeface="Times New Roman"/>
              <a:sym typeface="Times New Roman"/>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82"/>
        <p:cNvGrpSpPr/>
        <p:nvPr/>
      </p:nvGrpSpPr>
      <p:grpSpPr>
        <a:xfrm>
          <a:off x="0" y="0"/>
          <a:ext cx="0" cy="0"/>
          <a:chOff x="0" y="0"/>
          <a:chExt cx="0" cy="0"/>
        </a:xfrm>
      </p:grpSpPr>
      <p:sp>
        <p:nvSpPr>
          <p:cNvPr id="383" name="Google Shape;383;p88"/>
          <p:cNvSpPr txBox="1">
            <a:spLocks noGrp="1"/>
          </p:cNvSpPr>
          <p:nvPr>
            <p:ph type="subTitle" idx="1"/>
          </p:nvPr>
        </p:nvSpPr>
        <p:spPr>
          <a:xfrm>
            <a:off x="0" y="0"/>
            <a:ext cx="9144000" cy="5143499"/>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Thứ bốn: </a:t>
            </a:r>
            <a:r>
              <a:rPr lang="en-US" sz="7200" b="1">
                <a:solidFill>
                  <a:schemeClr val="lt1"/>
                </a:solidFill>
                <a:latin typeface="Times New Roman"/>
                <a:ea typeface="Times New Roman"/>
                <a:cs typeface="Times New Roman"/>
                <a:sym typeface="Times New Roman"/>
              </a:rPr>
              <a:t>giữ chay và kiêng thịt những ngày Hội Thánh buộc;</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89"/>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Thứ năm: </a:t>
            </a:r>
            <a:r>
              <a:rPr lang="en-US" sz="7200" b="1">
                <a:solidFill>
                  <a:schemeClr val="lt1"/>
                </a:solidFill>
                <a:latin typeface="Times New Roman"/>
                <a:ea typeface="Times New Roman"/>
                <a:cs typeface="Times New Roman"/>
                <a:sym typeface="Times New Roman"/>
              </a:rPr>
              <a:t>góp công góp của xây dựng Hội Thánh, tùy theo khả năng của mình.</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90"/>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fontScale="85000" lnSpcReduction="10000"/>
          </a:bodyPr>
          <a:lstStyle/>
          <a:p>
            <a:pPr marL="0" lvl="0" indent="0" algn="ctr" rtl="0">
              <a:lnSpc>
                <a:spcPct val="100000"/>
              </a:lnSpc>
              <a:spcBef>
                <a:spcPts val="0"/>
              </a:spcBef>
              <a:spcAft>
                <a:spcPts val="0"/>
              </a:spcAft>
              <a:buClr>
                <a:schemeClr val="accent4"/>
              </a:buClr>
              <a:buSzPct val="100000"/>
              <a:buNone/>
            </a:pPr>
            <a:r>
              <a:rPr lang="en-US" sz="4800" b="1">
                <a:solidFill>
                  <a:schemeClr val="accent4"/>
                </a:solidFill>
                <a:latin typeface="Times New Roman"/>
                <a:ea typeface="Times New Roman"/>
                <a:cs typeface="Times New Roman"/>
                <a:sym typeface="Times New Roman"/>
              </a:rPr>
              <a:t>Đạo Đức Chúa Trời có 7 phép Bí tích:</a:t>
            </a:r>
            <a:endParaRPr/>
          </a:p>
          <a:p>
            <a:pPr marL="0" lvl="0" indent="0" algn="just" rtl="0">
              <a:lnSpc>
                <a:spcPct val="100000"/>
              </a:lnSpc>
              <a:spcBef>
                <a:spcPts val="1445"/>
              </a:spcBef>
              <a:spcAft>
                <a:spcPts val="0"/>
              </a:spcAft>
              <a:buClr>
                <a:schemeClr val="accent4"/>
              </a:buClr>
              <a:buSzPct val="100000"/>
              <a:buNone/>
            </a:pPr>
            <a:r>
              <a:rPr lang="en-US" sz="8500" b="1">
                <a:solidFill>
                  <a:schemeClr val="accent4"/>
                </a:solidFill>
                <a:latin typeface="Times New Roman"/>
                <a:ea typeface="Times New Roman"/>
                <a:cs typeface="Times New Roman"/>
                <a:sym typeface="Times New Roman"/>
              </a:rPr>
              <a:t>Thứ nhất: </a:t>
            </a:r>
            <a:r>
              <a:rPr lang="en-US" sz="8500" b="1">
                <a:solidFill>
                  <a:schemeClr val="lt1"/>
                </a:solidFill>
                <a:latin typeface="Times New Roman"/>
                <a:ea typeface="Times New Roman"/>
                <a:cs typeface="Times New Roman"/>
                <a:sym typeface="Times New Roman"/>
              </a:rPr>
              <a:t>là phép Rửa tội.</a:t>
            </a:r>
            <a:endParaRPr/>
          </a:p>
          <a:p>
            <a:pPr marL="0" lvl="0" indent="0" algn="just" rtl="0">
              <a:lnSpc>
                <a:spcPct val="100000"/>
              </a:lnSpc>
              <a:spcBef>
                <a:spcPts val="1445"/>
              </a:spcBef>
              <a:spcAft>
                <a:spcPts val="0"/>
              </a:spcAft>
              <a:buClr>
                <a:schemeClr val="accent4"/>
              </a:buClr>
              <a:buSzPct val="100000"/>
              <a:buNone/>
            </a:pPr>
            <a:r>
              <a:rPr lang="en-US" sz="8500" b="1">
                <a:solidFill>
                  <a:schemeClr val="accent4"/>
                </a:solidFill>
                <a:latin typeface="Times New Roman"/>
                <a:ea typeface="Times New Roman"/>
                <a:cs typeface="Times New Roman"/>
                <a:sym typeface="Times New Roman"/>
              </a:rPr>
              <a:t>Thứ hai: </a:t>
            </a:r>
            <a:r>
              <a:rPr lang="en-US" sz="8500" b="1">
                <a:solidFill>
                  <a:schemeClr val="lt1"/>
                </a:solidFill>
                <a:latin typeface="Times New Roman"/>
                <a:ea typeface="Times New Roman"/>
                <a:cs typeface="Times New Roman"/>
                <a:sym typeface="Times New Roman"/>
              </a:rPr>
              <a:t>là phép Thêm sức.</a:t>
            </a:r>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97"/>
        <p:cNvGrpSpPr/>
        <p:nvPr/>
      </p:nvGrpSpPr>
      <p:grpSpPr>
        <a:xfrm>
          <a:off x="0" y="0"/>
          <a:ext cx="0" cy="0"/>
          <a:chOff x="0" y="0"/>
          <a:chExt cx="0" cy="0"/>
        </a:xfrm>
      </p:grpSpPr>
      <p:sp>
        <p:nvSpPr>
          <p:cNvPr id="398" name="Google Shape;398;p91"/>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Thứ ba: </a:t>
            </a:r>
            <a:r>
              <a:rPr lang="en-US" sz="7200" b="1">
                <a:solidFill>
                  <a:schemeClr val="lt1"/>
                </a:solidFill>
                <a:latin typeface="Times New Roman"/>
                <a:ea typeface="Times New Roman"/>
                <a:cs typeface="Times New Roman"/>
                <a:sym typeface="Times New Roman"/>
              </a:rPr>
              <a:t>là phép Mình Thánh Chúa.</a:t>
            </a:r>
            <a:endParaRPr/>
          </a:p>
          <a:p>
            <a:pPr marL="0" lvl="0" indent="0" algn="l"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Thứ bốn: </a:t>
            </a:r>
            <a:r>
              <a:rPr lang="en-US" sz="7200" b="1">
                <a:solidFill>
                  <a:schemeClr val="lt1"/>
                </a:solidFill>
                <a:latin typeface="Times New Roman"/>
                <a:ea typeface="Times New Roman"/>
                <a:cs typeface="Times New Roman"/>
                <a:sym typeface="Times New Roman"/>
              </a:rPr>
              <a:t>là phép Giải tội.</a:t>
            </a:r>
            <a:endParaRPr/>
          </a:p>
          <a:p>
            <a:pPr marL="0" lvl="0" indent="0" algn="ctr" rtl="0">
              <a:lnSpc>
                <a:spcPct val="100000"/>
              </a:lnSpc>
              <a:spcBef>
                <a:spcPts val="1440"/>
              </a:spcBef>
              <a:spcAft>
                <a:spcPts val="0"/>
              </a:spcAft>
              <a:buClr>
                <a:srgbClr val="888888"/>
              </a:buClr>
              <a:buSzPts val="7200"/>
              <a:buNone/>
            </a:pP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92"/>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Thứ năm: </a:t>
            </a:r>
            <a:r>
              <a:rPr lang="en-US" sz="7200" b="1">
                <a:solidFill>
                  <a:schemeClr val="lt1"/>
                </a:solidFill>
                <a:latin typeface="Times New Roman"/>
                <a:ea typeface="Times New Roman"/>
                <a:cs typeface="Times New Roman"/>
                <a:sym typeface="Times New Roman"/>
              </a:rPr>
              <a:t>là phép Xức dầu thánh.</a:t>
            </a:r>
            <a:endParaRPr/>
          </a:p>
          <a:p>
            <a:pPr marL="0" lvl="0" indent="0" algn="just"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Thứ sáu: </a:t>
            </a:r>
            <a:r>
              <a:rPr lang="en-US" sz="7200" b="1">
                <a:solidFill>
                  <a:schemeClr val="lt1"/>
                </a:solidFill>
                <a:latin typeface="Times New Roman"/>
                <a:ea typeface="Times New Roman"/>
                <a:cs typeface="Times New Roman"/>
                <a:sym typeface="Times New Roman"/>
              </a:rPr>
              <a:t>là phép Truyền chức thánh.</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93"/>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a:bodyPr>
          <a:lstStyle/>
          <a:p>
            <a:pPr marL="0" lvl="0" indent="0" algn="just" rtl="0">
              <a:lnSpc>
                <a:spcPct val="100000"/>
              </a:lnSpc>
              <a:spcBef>
                <a:spcPts val="0"/>
              </a:spcBef>
              <a:spcAft>
                <a:spcPts val="0"/>
              </a:spcAft>
              <a:buClr>
                <a:srgbClr val="888888"/>
              </a:buClr>
              <a:buSzPts val="7200"/>
              <a:buNone/>
            </a:pPr>
            <a:endParaRPr sz="7200" b="1">
              <a:solidFill>
                <a:schemeClr val="lt1"/>
              </a:solidFill>
              <a:latin typeface="Times New Roman"/>
              <a:ea typeface="Times New Roman"/>
              <a:cs typeface="Times New Roman"/>
              <a:sym typeface="Times New Roman"/>
            </a:endParaRPr>
          </a:p>
          <a:p>
            <a:pPr marL="0" lvl="0" indent="0" algn="just"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Thứ bảy: </a:t>
            </a:r>
            <a:r>
              <a:rPr lang="en-US" sz="7200" b="1">
                <a:solidFill>
                  <a:schemeClr val="lt1"/>
                </a:solidFill>
                <a:latin typeface="Times New Roman"/>
                <a:ea typeface="Times New Roman"/>
                <a:cs typeface="Times New Roman"/>
                <a:sym typeface="Times New Roman"/>
              </a:rPr>
              <a:t>là phép Hôn phối.</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12"/>
        <p:cNvGrpSpPr/>
        <p:nvPr/>
      </p:nvGrpSpPr>
      <p:grpSpPr>
        <a:xfrm>
          <a:off x="0" y="0"/>
          <a:ext cx="0" cy="0"/>
          <a:chOff x="0" y="0"/>
          <a:chExt cx="0" cy="0"/>
        </a:xfrm>
      </p:grpSpPr>
      <p:sp>
        <p:nvSpPr>
          <p:cNvPr id="413" name="Google Shape;413;p94"/>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a:bodyPr>
          <a:lstStyle/>
          <a:p>
            <a:pPr marL="0" lvl="0" indent="0" algn="just" rtl="0">
              <a:lnSpc>
                <a:spcPct val="100000"/>
              </a:lnSpc>
              <a:spcBef>
                <a:spcPts val="0"/>
              </a:spcBef>
              <a:spcAft>
                <a:spcPts val="0"/>
              </a:spcAft>
              <a:buClr>
                <a:srgbClr val="888888"/>
              </a:buClr>
              <a:buSzPts val="1200"/>
              <a:buNone/>
            </a:pPr>
            <a:endParaRPr sz="1200" b="1">
              <a:solidFill>
                <a:schemeClr val="lt1"/>
              </a:solidFill>
              <a:latin typeface="Times New Roman"/>
              <a:ea typeface="Times New Roman"/>
              <a:cs typeface="Times New Roman"/>
              <a:sym typeface="Times New Roman"/>
            </a:endParaRPr>
          </a:p>
          <a:p>
            <a:pPr marL="0" lvl="0" indent="0" algn="just" rtl="0">
              <a:lnSpc>
                <a:spcPct val="100000"/>
              </a:lnSpc>
              <a:spcBef>
                <a:spcPts val="990"/>
              </a:spcBef>
              <a:spcAft>
                <a:spcPts val="0"/>
              </a:spcAft>
              <a:buClr>
                <a:schemeClr val="accent4"/>
              </a:buClr>
              <a:buSzPts val="4950"/>
              <a:buNone/>
            </a:pPr>
            <a:r>
              <a:rPr lang="en-US" sz="4950" b="1">
                <a:solidFill>
                  <a:schemeClr val="accent4"/>
                </a:solidFill>
                <a:latin typeface="Times New Roman"/>
                <a:ea typeface="Times New Roman"/>
                <a:cs typeface="Times New Roman"/>
                <a:sym typeface="Times New Roman"/>
              </a:rPr>
              <a:t>Thương người có mười bốn mối</a:t>
            </a:r>
            <a:endParaRPr sz="4950" b="1">
              <a:solidFill>
                <a:schemeClr val="accent4"/>
              </a:solidFill>
              <a:latin typeface="Times New Roman"/>
              <a:ea typeface="Times New Roman"/>
              <a:cs typeface="Times New Roman"/>
              <a:sym typeface="Times New Roman"/>
            </a:endParaRPr>
          </a:p>
          <a:p>
            <a:pPr marL="0" lvl="0" indent="0" algn="just" rtl="0">
              <a:lnSpc>
                <a:spcPct val="100000"/>
              </a:lnSpc>
              <a:spcBef>
                <a:spcPts val="990"/>
              </a:spcBef>
              <a:spcAft>
                <a:spcPts val="0"/>
              </a:spcAft>
              <a:buClr>
                <a:schemeClr val="accent4"/>
              </a:buClr>
              <a:buSzPts val="4950"/>
              <a:buNone/>
            </a:pPr>
            <a:r>
              <a:rPr lang="en-US" sz="4950" b="1" i="1">
                <a:solidFill>
                  <a:schemeClr val="accent4"/>
                </a:solidFill>
                <a:latin typeface="Times New Roman"/>
                <a:ea typeface="Times New Roman"/>
                <a:cs typeface="Times New Roman"/>
                <a:sym typeface="Times New Roman"/>
              </a:rPr>
              <a:t>Thương xác bảy mối:</a:t>
            </a:r>
            <a:endParaRPr sz="4950" b="1" i="1">
              <a:solidFill>
                <a:schemeClr val="accent4"/>
              </a:solidFill>
              <a:latin typeface="Times New Roman"/>
              <a:ea typeface="Times New Roman"/>
              <a:cs typeface="Times New Roman"/>
              <a:sym typeface="Times New Roman"/>
            </a:endParaRPr>
          </a:p>
          <a:p>
            <a:pPr marL="0" lvl="0" indent="0" algn="just"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nhất: </a:t>
            </a:r>
            <a:r>
              <a:rPr lang="en-US" sz="7200" b="1">
                <a:solidFill>
                  <a:schemeClr val="lt1"/>
                </a:solidFill>
                <a:latin typeface="Times New Roman"/>
                <a:ea typeface="Times New Roman"/>
                <a:cs typeface="Times New Roman"/>
                <a:sym typeface="Times New Roman"/>
              </a:rPr>
              <a:t>Cho kẻ đói ăn.</a:t>
            </a:r>
            <a:endParaRPr sz="7200" b="1">
              <a:solidFill>
                <a:schemeClr val="lt1"/>
              </a:solidFill>
              <a:latin typeface="Times New Roman"/>
              <a:ea typeface="Times New Roman"/>
              <a:cs typeface="Times New Roman"/>
              <a:sym typeface="Times New Roman"/>
            </a:endParaRPr>
          </a:p>
          <a:p>
            <a:pPr marL="0" lvl="0" indent="0" algn="ctr" rtl="0">
              <a:lnSpc>
                <a:spcPct val="100000"/>
              </a:lnSpc>
              <a:spcBef>
                <a:spcPts val="255"/>
              </a:spcBef>
              <a:spcAft>
                <a:spcPts val="0"/>
              </a:spcAft>
              <a:buClr>
                <a:srgbClr val="888888"/>
              </a:buClr>
              <a:buSzPts val="1275"/>
              <a:buNone/>
            </a:pP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95"/>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hai: </a:t>
            </a:r>
            <a:r>
              <a:rPr lang="en-US" sz="7200" b="1">
                <a:solidFill>
                  <a:schemeClr val="lt1"/>
                </a:solidFill>
                <a:latin typeface="Times New Roman"/>
                <a:ea typeface="Times New Roman"/>
                <a:cs typeface="Times New Roman"/>
                <a:sym typeface="Times New Roman"/>
              </a:rPr>
              <a:t>Cho kẻ khát uống.</a:t>
            </a:r>
            <a:endParaRPr/>
          </a:p>
          <a:p>
            <a:pPr marL="0" lvl="0" indent="0" algn="just"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ba: </a:t>
            </a:r>
            <a:r>
              <a:rPr lang="en-US" sz="7200" b="1">
                <a:solidFill>
                  <a:schemeClr val="lt1"/>
                </a:solidFill>
                <a:latin typeface="Times New Roman"/>
                <a:ea typeface="Times New Roman"/>
                <a:cs typeface="Times New Roman"/>
                <a:sym typeface="Times New Roman"/>
              </a:rPr>
              <a:t>Cho kẻ rách rưới ăn mặc.</a:t>
            </a:r>
            <a:endParaRPr/>
          </a:p>
          <a:p>
            <a:pPr marL="0" lvl="0" indent="0" algn="just" rtl="0">
              <a:lnSpc>
                <a:spcPct val="100000"/>
              </a:lnSpc>
              <a:spcBef>
                <a:spcPts val="1440"/>
              </a:spcBef>
              <a:spcAft>
                <a:spcPts val="0"/>
              </a:spcAft>
              <a:buClr>
                <a:srgbClr val="888888"/>
              </a:buClr>
              <a:buSzPts val="7200"/>
              <a:buNone/>
            </a:pPr>
            <a:endParaRPr sz="7200" b="1">
              <a:solidFill>
                <a:schemeClr val="lt1"/>
              </a:solidFill>
              <a:latin typeface="Times New Roman"/>
              <a:ea typeface="Times New Roman"/>
              <a:cs typeface="Times New Roman"/>
              <a:sym typeface="Times New Roman"/>
            </a:endParaRPr>
          </a:p>
          <a:p>
            <a:pPr marL="0" lvl="0" indent="0" algn="ctr" rtl="0">
              <a:lnSpc>
                <a:spcPct val="100000"/>
              </a:lnSpc>
              <a:spcBef>
                <a:spcPts val="1440"/>
              </a:spcBef>
              <a:spcAft>
                <a:spcPts val="0"/>
              </a:spcAft>
              <a:buClr>
                <a:srgbClr val="888888"/>
              </a:buClr>
              <a:buSzPts val="7200"/>
              <a:buNone/>
            </a:pP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22"/>
        <p:cNvGrpSpPr/>
        <p:nvPr/>
      </p:nvGrpSpPr>
      <p:grpSpPr>
        <a:xfrm>
          <a:off x="0" y="0"/>
          <a:ext cx="0" cy="0"/>
          <a:chOff x="0" y="0"/>
          <a:chExt cx="0" cy="0"/>
        </a:xfrm>
      </p:grpSpPr>
      <p:sp>
        <p:nvSpPr>
          <p:cNvPr id="423" name="Google Shape;423;p96"/>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bốn: </a:t>
            </a:r>
            <a:r>
              <a:rPr lang="en-US" sz="7200" b="1">
                <a:solidFill>
                  <a:schemeClr val="lt1"/>
                </a:solidFill>
                <a:latin typeface="Times New Roman"/>
                <a:ea typeface="Times New Roman"/>
                <a:cs typeface="Times New Roman"/>
                <a:sym typeface="Times New Roman"/>
              </a:rPr>
              <a:t>Viếng kẻ liệt cùng kẻ tù rạc.</a:t>
            </a:r>
            <a:endParaRPr/>
          </a:p>
          <a:p>
            <a:pPr marL="0" lvl="0" indent="0" algn="just"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năm: </a:t>
            </a:r>
            <a:r>
              <a:rPr lang="en-US" sz="7200" b="1">
                <a:solidFill>
                  <a:schemeClr val="lt1"/>
                </a:solidFill>
                <a:latin typeface="Times New Roman"/>
                <a:ea typeface="Times New Roman"/>
                <a:cs typeface="Times New Roman"/>
                <a:sym typeface="Times New Roman"/>
              </a:rPr>
              <a:t>Cho khách đỗ nhà.</a:t>
            </a:r>
            <a:endParaRPr sz="7200" b="1">
              <a:solidFill>
                <a:schemeClr val="lt1"/>
              </a:solidFill>
              <a:latin typeface="Times New Roman"/>
              <a:ea typeface="Times New Roman"/>
              <a:cs typeface="Times New Roman"/>
              <a:sym typeface="Times New Roman"/>
            </a:endParaRPr>
          </a:p>
          <a:p>
            <a:pPr marL="0" lvl="0" indent="0" algn="just" rtl="0">
              <a:lnSpc>
                <a:spcPct val="100000"/>
              </a:lnSpc>
              <a:spcBef>
                <a:spcPts val="1440"/>
              </a:spcBef>
              <a:spcAft>
                <a:spcPts val="0"/>
              </a:spcAft>
              <a:buClr>
                <a:srgbClr val="888888"/>
              </a:buClr>
              <a:buSzPts val="7200"/>
              <a:buNone/>
            </a:pP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27"/>
        <p:cNvGrpSpPr/>
        <p:nvPr/>
      </p:nvGrpSpPr>
      <p:grpSpPr>
        <a:xfrm>
          <a:off x="0" y="0"/>
          <a:ext cx="0" cy="0"/>
          <a:chOff x="0" y="0"/>
          <a:chExt cx="0" cy="0"/>
        </a:xfrm>
      </p:grpSpPr>
      <p:sp>
        <p:nvSpPr>
          <p:cNvPr id="428" name="Google Shape;428;p97"/>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sáu: </a:t>
            </a:r>
            <a:r>
              <a:rPr lang="en-US" sz="7200" b="1">
                <a:solidFill>
                  <a:schemeClr val="lt1"/>
                </a:solidFill>
                <a:latin typeface="Times New Roman"/>
                <a:ea typeface="Times New Roman"/>
                <a:cs typeface="Times New Roman"/>
                <a:sym typeface="Times New Roman"/>
              </a:rPr>
              <a:t>Chuộc kẻ làm tôi.</a:t>
            </a:r>
            <a:endParaRPr sz="7200" b="1">
              <a:solidFill>
                <a:schemeClr val="lt1"/>
              </a:solidFill>
              <a:latin typeface="Times New Roman"/>
              <a:ea typeface="Times New Roman"/>
              <a:cs typeface="Times New Roman"/>
              <a:sym typeface="Times New Roman"/>
            </a:endParaRPr>
          </a:p>
          <a:p>
            <a:pPr marL="0" lvl="0" indent="0" algn="l"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bảy: </a:t>
            </a:r>
            <a:r>
              <a:rPr lang="en-US" sz="7200" b="1">
                <a:solidFill>
                  <a:schemeClr val="lt1"/>
                </a:solidFill>
                <a:latin typeface="Times New Roman"/>
                <a:ea typeface="Times New Roman"/>
                <a:cs typeface="Times New Roman"/>
                <a:sym typeface="Times New Roman"/>
              </a:rPr>
              <a:t>Chôn xác kẻ chết.</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98"/>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a:bodyPr>
          <a:lstStyle/>
          <a:p>
            <a:pPr marL="0" lvl="0" indent="0" algn="just" rtl="0">
              <a:lnSpc>
                <a:spcPct val="100000"/>
              </a:lnSpc>
              <a:spcBef>
                <a:spcPts val="0"/>
              </a:spcBef>
              <a:spcAft>
                <a:spcPts val="0"/>
              </a:spcAft>
              <a:buClr>
                <a:srgbClr val="888888"/>
              </a:buClr>
              <a:buSzPts val="825"/>
              <a:buNone/>
            </a:pPr>
            <a:endParaRPr sz="825" b="1">
              <a:solidFill>
                <a:schemeClr val="lt1"/>
              </a:solidFill>
              <a:latin typeface="Times New Roman"/>
              <a:ea typeface="Times New Roman"/>
              <a:cs typeface="Times New Roman"/>
              <a:sym typeface="Times New Roman"/>
            </a:endParaRPr>
          </a:p>
          <a:p>
            <a:pPr marL="0" lvl="0" indent="0" algn="just" rtl="0">
              <a:lnSpc>
                <a:spcPct val="100000"/>
              </a:lnSpc>
              <a:spcBef>
                <a:spcPts val="1080"/>
              </a:spcBef>
              <a:spcAft>
                <a:spcPts val="0"/>
              </a:spcAft>
              <a:buClr>
                <a:schemeClr val="accent4"/>
              </a:buClr>
              <a:buSzPts val="5400"/>
              <a:buNone/>
            </a:pPr>
            <a:r>
              <a:rPr lang="en-US" sz="5400" b="1" i="1">
                <a:solidFill>
                  <a:schemeClr val="accent4"/>
                </a:solidFill>
                <a:latin typeface="Times New Roman"/>
                <a:ea typeface="Times New Roman"/>
                <a:cs typeface="Times New Roman"/>
                <a:sym typeface="Times New Roman"/>
              </a:rPr>
              <a:t>	Thương linh hồn bảy mối:</a:t>
            </a:r>
            <a:endParaRPr sz="5400" b="1" i="1">
              <a:solidFill>
                <a:schemeClr val="accent4"/>
              </a:solidFill>
              <a:latin typeface="Times New Roman"/>
              <a:ea typeface="Times New Roman"/>
              <a:cs typeface="Times New Roman"/>
              <a:sym typeface="Times New Roman"/>
            </a:endParaRPr>
          </a:p>
          <a:p>
            <a:pPr marL="0" lvl="0" indent="0" algn="just"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nhất: </a:t>
            </a:r>
            <a:r>
              <a:rPr lang="en-US" sz="7200" b="1">
                <a:solidFill>
                  <a:schemeClr val="lt1"/>
                </a:solidFill>
                <a:latin typeface="Times New Roman"/>
                <a:ea typeface="Times New Roman"/>
                <a:cs typeface="Times New Roman"/>
                <a:sym typeface="Times New Roman"/>
              </a:rPr>
              <a:t>Lấy lời lành khuyên người.</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99"/>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hai: </a:t>
            </a:r>
            <a:r>
              <a:rPr lang="en-US" sz="7200" b="1">
                <a:solidFill>
                  <a:schemeClr val="lt1"/>
                </a:solidFill>
                <a:latin typeface="Times New Roman"/>
                <a:ea typeface="Times New Roman"/>
                <a:cs typeface="Times New Roman"/>
                <a:sym typeface="Times New Roman"/>
              </a:rPr>
              <a:t>Mở dạy kẻ mê muội.</a:t>
            </a:r>
            <a:endParaRPr/>
          </a:p>
          <a:p>
            <a:pPr marL="0" lvl="0" indent="0" algn="just"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ba: </a:t>
            </a:r>
            <a:r>
              <a:rPr lang="en-US" sz="7200" b="1">
                <a:solidFill>
                  <a:schemeClr val="lt1"/>
                </a:solidFill>
                <a:latin typeface="Times New Roman"/>
                <a:ea typeface="Times New Roman"/>
                <a:cs typeface="Times New Roman"/>
                <a:sym typeface="Times New Roman"/>
              </a:rPr>
              <a:t>An ủi kẻ âu lo.</a:t>
            </a:r>
            <a:endParaRPr/>
          </a:p>
          <a:p>
            <a:pPr marL="0" lvl="0" indent="0" algn="just" rtl="0">
              <a:lnSpc>
                <a:spcPct val="100000"/>
              </a:lnSpc>
              <a:spcBef>
                <a:spcPts val="1440"/>
              </a:spcBef>
              <a:spcAft>
                <a:spcPts val="0"/>
              </a:spcAft>
              <a:buClr>
                <a:srgbClr val="888888"/>
              </a:buClr>
              <a:buSzPts val="7200"/>
              <a:buNone/>
            </a:pP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42"/>
        <p:cNvGrpSpPr/>
        <p:nvPr/>
      </p:nvGrpSpPr>
      <p:grpSpPr>
        <a:xfrm>
          <a:off x="0" y="0"/>
          <a:ext cx="0" cy="0"/>
          <a:chOff x="0" y="0"/>
          <a:chExt cx="0" cy="0"/>
        </a:xfrm>
      </p:grpSpPr>
      <p:sp>
        <p:nvSpPr>
          <p:cNvPr id="443" name="Google Shape;443;p100"/>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bốn: </a:t>
            </a:r>
            <a:r>
              <a:rPr lang="en-US" sz="7200" b="1">
                <a:solidFill>
                  <a:schemeClr val="lt1"/>
                </a:solidFill>
                <a:latin typeface="Times New Roman"/>
                <a:ea typeface="Times New Roman"/>
                <a:cs typeface="Times New Roman"/>
                <a:sym typeface="Times New Roman"/>
              </a:rPr>
              <a:t>Răn bảo kẻ có tội.</a:t>
            </a:r>
            <a:endParaRPr/>
          </a:p>
          <a:p>
            <a:pPr marL="0" lvl="0" indent="0" algn="just"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năm: </a:t>
            </a:r>
            <a:r>
              <a:rPr lang="en-US" sz="7200" b="1">
                <a:solidFill>
                  <a:schemeClr val="lt1"/>
                </a:solidFill>
                <a:latin typeface="Times New Roman"/>
                <a:ea typeface="Times New Roman"/>
                <a:cs typeface="Times New Roman"/>
                <a:sym typeface="Times New Roman"/>
              </a:rPr>
              <a:t>Tha kẻ dể ta.</a:t>
            </a:r>
            <a:endParaRPr sz="7200" b="1">
              <a:solidFill>
                <a:schemeClr val="lt1"/>
              </a:solidFill>
              <a:latin typeface="Times New Roman"/>
              <a:ea typeface="Times New Roman"/>
              <a:cs typeface="Times New Roman"/>
              <a:sym typeface="Times New Roman"/>
            </a:endParaRPr>
          </a:p>
          <a:p>
            <a:pPr marL="0" lvl="0" indent="0" algn="just" rtl="0">
              <a:lnSpc>
                <a:spcPct val="100000"/>
              </a:lnSpc>
              <a:spcBef>
                <a:spcPts val="1440"/>
              </a:spcBef>
              <a:spcAft>
                <a:spcPts val="0"/>
              </a:spcAft>
              <a:buClr>
                <a:srgbClr val="888888"/>
              </a:buClr>
              <a:buSzPts val="7200"/>
              <a:buNone/>
            </a:pP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47"/>
        <p:cNvGrpSpPr/>
        <p:nvPr/>
      </p:nvGrpSpPr>
      <p:grpSpPr>
        <a:xfrm>
          <a:off x="0" y="0"/>
          <a:ext cx="0" cy="0"/>
          <a:chOff x="0" y="0"/>
          <a:chExt cx="0" cy="0"/>
        </a:xfrm>
      </p:grpSpPr>
      <p:sp>
        <p:nvSpPr>
          <p:cNvPr id="448" name="Google Shape;448;p101"/>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sáu: </a:t>
            </a:r>
            <a:r>
              <a:rPr lang="en-US" sz="7200" b="1">
                <a:solidFill>
                  <a:schemeClr val="lt1"/>
                </a:solidFill>
                <a:latin typeface="Times New Roman"/>
                <a:ea typeface="Times New Roman"/>
                <a:cs typeface="Times New Roman"/>
                <a:sym typeface="Times New Roman"/>
              </a:rPr>
              <a:t>Nhịn kẻ mất lòng ta.</a:t>
            </a:r>
            <a:endParaRPr sz="7200" b="1">
              <a:solidFill>
                <a:schemeClr val="lt1"/>
              </a:solidFill>
              <a:latin typeface="Times New Roman"/>
              <a:ea typeface="Times New Roman"/>
              <a:cs typeface="Times New Roman"/>
              <a:sym typeface="Times New Roman"/>
            </a:endParaRPr>
          </a:p>
          <a:p>
            <a:pPr marL="0" lvl="0" indent="0" algn="just"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bảy: </a:t>
            </a:r>
            <a:r>
              <a:rPr lang="en-US" sz="7200" b="1">
                <a:solidFill>
                  <a:schemeClr val="lt1"/>
                </a:solidFill>
                <a:latin typeface="Times New Roman"/>
                <a:ea typeface="Times New Roman"/>
                <a:cs typeface="Times New Roman"/>
                <a:sym typeface="Times New Roman"/>
              </a:rPr>
              <a:t>Cầu cho kẻ sống và kẻ chết.</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p102"/>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a:bodyPr>
          <a:lstStyle/>
          <a:p>
            <a:pPr marL="0" lvl="0" indent="0" algn="just" rtl="0">
              <a:lnSpc>
                <a:spcPct val="100000"/>
              </a:lnSpc>
              <a:spcBef>
                <a:spcPts val="0"/>
              </a:spcBef>
              <a:spcAft>
                <a:spcPts val="0"/>
              </a:spcAft>
              <a:buClr>
                <a:schemeClr val="accent4"/>
              </a:buClr>
              <a:buSzPts val="4950"/>
              <a:buNone/>
            </a:pPr>
            <a:r>
              <a:rPr lang="en-US" sz="4950" b="1">
                <a:solidFill>
                  <a:schemeClr val="accent4"/>
                </a:solidFill>
                <a:latin typeface="Times New Roman"/>
                <a:ea typeface="Times New Roman"/>
                <a:cs typeface="Times New Roman"/>
                <a:sym typeface="Times New Roman"/>
              </a:rPr>
              <a:t>	</a:t>
            </a:r>
            <a:r>
              <a:rPr lang="en-US" sz="4000" b="1">
                <a:solidFill>
                  <a:schemeClr val="accent4"/>
                </a:solidFill>
                <a:latin typeface="Times New Roman"/>
                <a:ea typeface="Times New Roman"/>
                <a:cs typeface="Times New Roman"/>
                <a:sym typeface="Times New Roman"/>
              </a:rPr>
              <a:t>CẢI TỘI BẢY MỐI CÓ BẢY ĐỨC</a:t>
            </a:r>
            <a:endParaRPr/>
          </a:p>
          <a:p>
            <a:pPr marL="0" lvl="0" indent="0" algn="just"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nhất: </a:t>
            </a:r>
            <a:r>
              <a:rPr lang="en-US" sz="7200" b="1">
                <a:solidFill>
                  <a:schemeClr val="lt1"/>
                </a:solidFill>
                <a:latin typeface="Times New Roman"/>
                <a:ea typeface="Times New Roman"/>
                <a:cs typeface="Times New Roman"/>
                <a:sym typeface="Times New Roman"/>
              </a:rPr>
              <a:t>Khiêm nhượng, chớ kiêu ngạo.</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103"/>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accent4"/>
              </a:buClr>
              <a:buSzPts val="7000"/>
              <a:buNone/>
            </a:pPr>
            <a:r>
              <a:rPr lang="en-US" sz="7000" b="1">
                <a:solidFill>
                  <a:schemeClr val="accent4"/>
                </a:solidFill>
                <a:latin typeface="Times New Roman"/>
                <a:ea typeface="Times New Roman"/>
                <a:cs typeface="Times New Roman"/>
                <a:sym typeface="Times New Roman"/>
              </a:rPr>
              <a:t>Thứ hai: </a:t>
            </a:r>
            <a:r>
              <a:rPr lang="en-US" sz="7000" b="1">
                <a:solidFill>
                  <a:schemeClr val="lt1"/>
                </a:solidFill>
                <a:latin typeface="Times New Roman"/>
                <a:ea typeface="Times New Roman"/>
                <a:cs typeface="Times New Roman"/>
                <a:sym typeface="Times New Roman"/>
              </a:rPr>
              <a:t>Rộng rãi, chớ hà tiện.</a:t>
            </a:r>
            <a:endParaRPr/>
          </a:p>
          <a:p>
            <a:pPr marL="0" lvl="0" indent="0" algn="just" rtl="0">
              <a:lnSpc>
                <a:spcPct val="100000"/>
              </a:lnSpc>
              <a:spcBef>
                <a:spcPts val="1400"/>
              </a:spcBef>
              <a:spcAft>
                <a:spcPts val="0"/>
              </a:spcAft>
              <a:buClr>
                <a:schemeClr val="accent4"/>
              </a:buClr>
              <a:buSzPts val="7000"/>
              <a:buNone/>
            </a:pPr>
            <a:r>
              <a:rPr lang="en-US" sz="7000" b="1">
                <a:solidFill>
                  <a:schemeClr val="accent4"/>
                </a:solidFill>
                <a:latin typeface="Times New Roman"/>
                <a:ea typeface="Times New Roman"/>
                <a:cs typeface="Times New Roman"/>
                <a:sym typeface="Times New Roman"/>
              </a:rPr>
              <a:t>Thứ ba: </a:t>
            </a:r>
            <a:r>
              <a:rPr lang="en-US" sz="7000" b="1">
                <a:solidFill>
                  <a:schemeClr val="lt1"/>
                </a:solidFill>
                <a:latin typeface="Times New Roman"/>
                <a:ea typeface="Times New Roman"/>
                <a:cs typeface="Times New Roman"/>
                <a:sym typeface="Times New Roman"/>
              </a:rPr>
              <a:t>Giữ mình sạch sẽ, chớ mê dâm dục.</a:t>
            </a:r>
            <a:endParaRPr/>
          </a:p>
          <a:p>
            <a:pPr marL="0" lvl="0" indent="0" algn="just" rtl="0">
              <a:lnSpc>
                <a:spcPct val="100000"/>
              </a:lnSpc>
              <a:spcBef>
                <a:spcPts val="1400"/>
              </a:spcBef>
              <a:spcAft>
                <a:spcPts val="0"/>
              </a:spcAft>
              <a:buClr>
                <a:srgbClr val="888888"/>
              </a:buClr>
              <a:buSzPts val="7000"/>
              <a:buNone/>
            </a:pPr>
            <a:endParaRPr sz="7000" b="1">
              <a:solidFill>
                <a:schemeClr val="lt1"/>
              </a:solidFill>
              <a:latin typeface="Times New Roman"/>
              <a:ea typeface="Times New Roman"/>
              <a:cs typeface="Times New Roman"/>
              <a:sym typeface="Times New Roman"/>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462"/>
        <p:cNvGrpSpPr/>
        <p:nvPr/>
      </p:nvGrpSpPr>
      <p:grpSpPr>
        <a:xfrm>
          <a:off x="0" y="0"/>
          <a:ext cx="0" cy="0"/>
          <a:chOff x="0" y="0"/>
          <a:chExt cx="0" cy="0"/>
        </a:xfrm>
      </p:grpSpPr>
      <p:sp>
        <p:nvSpPr>
          <p:cNvPr id="463" name="Google Shape;463;p104"/>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bốn: </a:t>
            </a:r>
            <a:r>
              <a:rPr lang="en-US" sz="7200" b="1">
                <a:solidFill>
                  <a:schemeClr val="lt1"/>
                </a:solidFill>
                <a:latin typeface="Times New Roman"/>
                <a:ea typeface="Times New Roman"/>
                <a:cs typeface="Times New Roman"/>
                <a:sym typeface="Times New Roman"/>
              </a:rPr>
              <a:t>Hay nhịn, Chớ hờn giận.</a:t>
            </a:r>
            <a:endParaRPr/>
          </a:p>
          <a:p>
            <a:pPr marL="0" lvl="0" indent="0" algn="just" rtl="0">
              <a:lnSpc>
                <a:spcPct val="100000"/>
              </a:lnSpc>
              <a:spcBef>
                <a:spcPts val="144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năm: </a:t>
            </a:r>
            <a:r>
              <a:rPr lang="en-US" sz="7200" b="1">
                <a:solidFill>
                  <a:schemeClr val="lt1"/>
                </a:solidFill>
                <a:latin typeface="Times New Roman"/>
                <a:ea typeface="Times New Roman"/>
                <a:cs typeface="Times New Roman"/>
                <a:sym typeface="Times New Roman"/>
              </a:rPr>
              <a:t>Kiêng bớt, chớ mê ăn uống.</a:t>
            </a:r>
            <a:endParaRPr sz="7200" b="1">
              <a:solidFill>
                <a:schemeClr val="lt1"/>
              </a:solidFill>
              <a:latin typeface="Times New Roman"/>
              <a:ea typeface="Times New Roman"/>
              <a:cs typeface="Times New Roman"/>
              <a:sym typeface="Times New Roman"/>
            </a:endParaRPr>
          </a:p>
          <a:p>
            <a:pPr marL="0" lvl="0" indent="0" algn="ctr" rtl="0">
              <a:lnSpc>
                <a:spcPct val="100000"/>
              </a:lnSpc>
              <a:spcBef>
                <a:spcPts val="1440"/>
              </a:spcBef>
              <a:spcAft>
                <a:spcPts val="0"/>
              </a:spcAft>
              <a:buClr>
                <a:srgbClr val="888888"/>
              </a:buClr>
              <a:buSzPts val="7200"/>
              <a:buNone/>
            </a:pPr>
            <a:endParaRPr sz="7200" b="1">
              <a:solidFill>
                <a:schemeClr val="lt1"/>
              </a:solidFill>
              <a:latin typeface="Times New Roman"/>
              <a:ea typeface="Times New Roman"/>
              <a:cs typeface="Times New Roman"/>
              <a:sym typeface="Times New Roman"/>
            </a:endParaRPr>
          </a:p>
          <a:p>
            <a:pPr marL="0" lvl="0" indent="0" algn="ctr" rtl="0">
              <a:lnSpc>
                <a:spcPct val="100000"/>
              </a:lnSpc>
              <a:spcBef>
                <a:spcPts val="1440"/>
              </a:spcBef>
              <a:spcAft>
                <a:spcPts val="0"/>
              </a:spcAft>
              <a:buClr>
                <a:srgbClr val="888888"/>
              </a:buClr>
              <a:buSzPts val="7200"/>
              <a:buNone/>
            </a:pPr>
            <a:endParaRPr sz="7200" b="1">
              <a:solidFill>
                <a:schemeClr val="lt1"/>
              </a:solidFill>
              <a:latin typeface="Times New Roman"/>
              <a:ea typeface="Times New Roman"/>
              <a:cs typeface="Times New Roman"/>
              <a:sym typeface="Times New Roman"/>
            </a:endParaRPr>
          </a:p>
          <a:p>
            <a:pPr marL="0" lvl="0" indent="0" algn="ctr" rtl="0">
              <a:lnSpc>
                <a:spcPct val="100000"/>
              </a:lnSpc>
              <a:spcBef>
                <a:spcPts val="1440"/>
              </a:spcBef>
              <a:spcAft>
                <a:spcPts val="0"/>
              </a:spcAft>
              <a:buClr>
                <a:srgbClr val="888888"/>
              </a:buClr>
              <a:buSzPts val="7200"/>
              <a:buNone/>
            </a:pP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105"/>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lnSpcReduction="10000"/>
          </a:bodyPr>
          <a:lstStyle/>
          <a:p>
            <a:pPr marL="0" lvl="0" indent="0" algn="just" rtl="0">
              <a:lnSpc>
                <a:spcPct val="100000"/>
              </a:lnSpc>
              <a:spcBef>
                <a:spcPts val="0"/>
              </a:spcBef>
              <a:spcAft>
                <a:spcPts val="0"/>
              </a:spcAft>
              <a:buClr>
                <a:schemeClr val="accent4"/>
              </a:buClr>
              <a:buSzPts val="7000"/>
              <a:buNone/>
            </a:pPr>
            <a:r>
              <a:rPr lang="en-US" sz="7000" b="1">
                <a:solidFill>
                  <a:schemeClr val="accent4"/>
                </a:solidFill>
                <a:latin typeface="Times New Roman"/>
                <a:ea typeface="Times New Roman"/>
                <a:cs typeface="Times New Roman"/>
                <a:sym typeface="Times New Roman"/>
              </a:rPr>
              <a:t>Thứ sáu: </a:t>
            </a:r>
            <a:r>
              <a:rPr lang="en-US" sz="7000" b="1">
                <a:solidFill>
                  <a:schemeClr val="lt1"/>
                </a:solidFill>
                <a:latin typeface="Times New Roman"/>
                <a:ea typeface="Times New Roman"/>
                <a:cs typeface="Times New Roman"/>
                <a:sym typeface="Times New Roman"/>
              </a:rPr>
              <a:t>Yêu người, chớ ghen ghét.</a:t>
            </a:r>
            <a:endParaRPr sz="7000" b="1">
              <a:solidFill>
                <a:schemeClr val="lt1"/>
              </a:solidFill>
              <a:latin typeface="Times New Roman"/>
              <a:ea typeface="Times New Roman"/>
              <a:cs typeface="Times New Roman"/>
              <a:sym typeface="Times New Roman"/>
            </a:endParaRPr>
          </a:p>
          <a:p>
            <a:pPr marL="0" lvl="0" indent="0" algn="just" rtl="0">
              <a:lnSpc>
                <a:spcPct val="100000"/>
              </a:lnSpc>
              <a:spcBef>
                <a:spcPts val="1400"/>
              </a:spcBef>
              <a:spcAft>
                <a:spcPts val="0"/>
              </a:spcAft>
              <a:buClr>
                <a:schemeClr val="accent4"/>
              </a:buClr>
              <a:buSzPts val="7000"/>
              <a:buNone/>
            </a:pPr>
            <a:r>
              <a:rPr lang="en-US" sz="7000" b="1">
                <a:solidFill>
                  <a:schemeClr val="accent4"/>
                </a:solidFill>
                <a:latin typeface="Times New Roman"/>
                <a:ea typeface="Times New Roman"/>
                <a:cs typeface="Times New Roman"/>
                <a:sym typeface="Times New Roman"/>
              </a:rPr>
              <a:t>Thứ bảy: </a:t>
            </a:r>
            <a:r>
              <a:rPr lang="en-US" sz="7000" b="1">
                <a:solidFill>
                  <a:schemeClr val="lt1"/>
                </a:solidFill>
                <a:latin typeface="Times New Roman"/>
                <a:ea typeface="Times New Roman"/>
                <a:cs typeface="Times New Roman"/>
                <a:sym typeface="Times New Roman"/>
              </a:rPr>
              <a:t>Siêng năng việc Đức Chúa Trời, chớ làm biếng.</a:t>
            </a:r>
            <a:endParaRPr sz="7000" b="1">
              <a:solidFill>
                <a:schemeClr val="lt1"/>
              </a:solidFill>
              <a:latin typeface="Times New Roman"/>
              <a:ea typeface="Times New Roman"/>
              <a:cs typeface="Times New Roman"/>
              <a:sym typeface="Times New Roman"/>
            </a:endParaRPr>
          </a:p>
          <a:p>
            <a:pPr marL="0" lvl="0" indent="0" algn="ctr" rtl="0">
              <a:lnSpc>
                <a:spcPct val="100000"/>
              </a:lnSpc>
              <a:spcBef>
                <a:spcPts val="255"/>
              </a:spcBef>
              <a:spcAft>
                <a:spcPts val="0"/>
              </a:spcAft>
              <a:buClr>
                <a:srgbClr val="888888"/>
              </a:buClr>
              <a:buSzPts val="1275"/>
              <a:buNone/>
            </a:pP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72"/>
        <p:cNvGrpSpPr/>
        <p:nvPr/>
      </p:nvGrpSpPr>
      <p:grpSpPr>
        <a:xfrm>
          <a:off x="0" y="0"/>
          <a:ext cx="0" cy="0"/>
          <a:chOff x="0" y="0"/>
          <a:chExt cx="0" cy="0"/>
        </a:xfrm>
      </p:grpSpPr>
      <p:sp>
        <p:nvSpPr>
          <p:cNvPr id="473" name="Google Shape;473;p106"/>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fontScale="92500"/>
          </a:bodyPr>
          <a:lstStyle/>
          <a:p>
            <a:pPr marL="0" lvl="0" indent="0" algn="just" rtl="0">
              <a:lnSpc>
                <a:spcPct val="100000"/>
              </a:lnSpc>
              <a:spcBef>
                <a:spcPts val="0"/>
              </a:spcBef>
              <a:spcAft>
                <a:spcPts val="0"/>
              </a:spcAft>
              <a:buClr>
                <a:schemeClr val="accent4"/>
              </a:buClr>
              <a:buSzPct val="100000"/>
              <a:buNone/>
            </a:pPr>
            <a:r>
              <a:rPr lang="en-US" sz="4950" b="1">
                <a:solidFill>
                  <a:schemeClr val="accent4"/>
                </a:solidFill>
                <a:latin typeface="Times New Roman"/>
                <a:ea typeface="Times New Roman"/>
                <a:cs typeface="Times New Roman"/>
                <a:sym typeface="Times New Roman"/>
              </a:rPr>
              <a:t>		</a:t>
            </a:r>
            <a:r>
              <a:rPr lang="en-US" sz="4400" b="1">
                <a:solidFill>
                  <a:schemeClr val="accent4"/>
                </a:solidFill>
                <a:latin typeface="Times New Roman"/>
                <a:ea typeface="Times New Roman"/>
                <a:cs typeface="Times New Roman"/>
                <a:sym typeface="Times New Roman"/>
              </a:rPr>
              <a:t>PHƯỚC THẬT TÁM MỐI</a:t>
            </a:r>
            <a:endParaRPr/>
          </a:p>
          <a:p>
            <a:pPr marL="0" lvl="0" indent="0" algn="just" rtl="0">
              <a:lnSpc>
                <a:spcPct val="100000"/>
              </a:lnSpc>
              <a:spcBef>
                <a:spcPts val="1295"/>
              </a:spcBef>
              <a:spcAft>
                <a:spcPts val="0"/>
              </a:spcAft>
              <a:buClr>
                <a:schemeClr val="accent4"/>
              </a:buClr>
              <a:buSzPct val="100000"/>
              <a:buNone/>
            </a:pPr>
            <a:r>
              <a:rPr lang="en-US" sz="7000" b="1">
                <a:solidFill>
                  <a:schemeClr val="accent4"/>
                </a:solidFill>
                <a:latin typeface="Times New Roman"/>
                <a:ea typeface="Times New Roman"/>
                <a:cs typeface="Times New Roman"/>
                <a:sym typeface="Times New Roman"/>
              </a:rPr>
              <a:t>Thứ nhất:</a:t>
            </a:r>
            <a:r>
              <a:rPr lang="en-US" sz="7000" b="1">
                <a:solidFill>
                  <a:schemeClr val="lt1"/>
                </a:solidFill>
                <a:latin typeface="Times New Roman"/>
                <a:ea typeface="Times New Roman"/>
                <a:cs typeface="Times New Roman"/>
                <a:sym typeface="Times New Roman"/>
              </a:rPr>
              <a:t>	Ai có lòng khó khăn, ấy là phước thật, vì chưng nước Đức Chúa Trời là của mình vậy.</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77"/>
        <p:cNvGrpSpPr/>
        <p:nvPr/>
      </p:nvGrpSpPr>
      <p:grpSpPr>
        <a:xfrm>
          <a:off x="0" y="0"/>
          <a:ext cx="0" cy="0"/>
          <a:chOff x="0" y="0"/>
          <a:chExt cx="0" cy="0"/>
        </a:xfrm>
      </p:grpSpPr>
      <p:sp>
        <p:nvSpPr>
          <p:cNvPr id="478" name="Google Shape;478;p107"/>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lnSpcReduction="10000"/>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hai: </a:t>
            </a:r>
            <a:r>
              <a:rPr lang="en-US" sz="7200" b="1">
                <a:solidFill>
                  <a:schemeClr val="lt1"/>
                </a:solidFill>
                <a:latin typeface="Times New Roman"/>
                <a:ea typeface="Times New Roman"/>
                <a:cs typeface="Times New Roman"/>
                <a:sym typeface="Times New Roman"/>
              </a:rPr>
              <a:t>Ai hiền lành, ấy là phước thật, vì chưng sẽ được đất Đức Chúa Trời làm của mình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108"/>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ba:</a:t>
            </a:r>
            <a:r>
              <a:rPr lang="en-US" sz="7200" b="1">
                <a:solidFill>
                  <a:schemeClr val="lt1"/>
                </a:solidFill>
                <a:latin typeface="Times New Roman"/>
                <a:ea typeface="Times New Roman"/>
                <a:cs typeface="Times New Roman"/>
                <a:sym typeface="Times New Roman"/>
              </a:rPr>
              <a:t>	Ai khóc lóc, ấy là phước thật, vì chưng sẽ được an ủi vậy.</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87"/>
        <p:cNvGrpSpPr/>
        <p:nvPr/>
      </p:nvGrpSpPr>
      <p:grpSpPr>
        <a:xfrm>
          <a:off x="0" y="0"/>
          <a:ext cx="0" cy="0"/>
          <a:chOff x="0" y="0"/>
          <a:chExt cx="0" cy="0"/>
        </a:xfrm>
      </p:grpSpPr>
      <p:sp>
        <p:nvSpPr>
          <p:cNvPr id="488" name="Google Shape;488;p109"/>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lnSpcReduction="10000"/>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bốn:</a:t>
            </a:r>
            <a:r>
              <a:rPr lang="en-US" sz="7200" b="1">
                <a:solidFill>
                  <a:schemeClr val="lt1"/>
                </a:solidFill>
                <a:latin typeface="Times New Roman"/>
                <a:ea typeface="Times New Roman"/>
                <a:cs typeface="Times New Roman"/>
                <a:sym typeface="Times New Roman"/>
              </a:rPr>
              <a:t>	Ai khao khát nhân đức trọn lành, ấy là phước thật, vì chưng sẽ được no đủ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92"/>
        <p:cNvGrpSpPr/>
        <p:nvPr/>
      </p:nvGrpSpPr>
      <p:grpSpPr>
        <a:xfrm>
          <a:off x="0" y="0"/>
          <a:ext cx="0" cy="0"/>
          <a:chOff x="0" y="0"/>
          <a:chExt cx="0" cy="0"/>
        </a:xfrm>
      </p:grpSpPr>
      <p:sp>
        <p:nvSpPr>
          <p:cNvPr id="493" name="Google Shape;493;p110"/>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fontScale="92500" lnSpcReduction="20000"/>
          </a:bodyPr>
          <a:lstStyle/>
          <a:p>
            <a:pPr marL="0" lvl="0" indent="0" algn="just" rtl="0">
              <a:lnSpc>
                <a:spcPct val="100000"/>
              </a:lnSpc>
              <a:spcBef>
                <a:spcPts val="0"/>
              </a:spcBef>
              <a:spcAft>
                <a:spcPts val="0"/>
              </a:spcAft>
              <a:buClr>
                <a:schemeClr val="accent4"/>
              </a:buClr>
              <a:buSzPct val="100000"/>
              <a:buNone/>
            </a:pPr>
            <a:r>
              <a:rPr lang="en-US" sz="8000" b="1">
                <a:solidFill>
                  <a:schemeClr val="accent4"/>
                </a:solidFill>
                <a:latin typeface="Times New Roman"/>
                <a:ea typeface="Times New Roman"/>
                <a:cs typeface="Times New Roman"/>
                <a:sym typeface="Times New Roman"/>
              </a:rPr>
              <a:t>Thứ năm:</a:t>
            </a:r>
            <a:r>
              <a:rPr lang="en-US" sz="8000" b="1">
                <a:solidFill>
                  <a:schemeClr val="lt1"/>
                </a:solidFill>
                <a:latin typeface="Times New Roman"/>
                <a:ea typeface="Times New Roman"/>
                <a:cs typeface="Times New Roman"/>
                <a:sym typeface="Times New Roman"/>
              </a:rPr>
              <a:t>	Ai thương xót người, ấy là phước thật, vì chưng mình sẽ được thương xót vậy.</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111"/>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lnSpcReduction="10000"/>
          </a:bodyPr>
          <a:lstStyle/>
          <a:p>
            <a:pPr marL="0" lvl="0" indent="0" algn="just" rtl="0">
              <a:lnSpc>
                <a:spcPct val="100000"/>
              </a:lnSpc>
              <a:spcBef>
                <a:spcPts val="0"/>
              </a:spcBef>
              <a:spcAft>
                <a:spcPts val="0"/>
              </a:spcAft>
              <a:buClr>
                <a:schemeClr val="accent4"/>
              </a:buClr>
              <a:buSzPts val="7200"/>
              <a:buNone/>
            </a:pPr>
            <a:r>
              <a:rPr lang="en-US" sz="7200" b="1">
                <a:solidFill>
                  <a:schemeClr val="accent4"/>
                </a:solidFill>
                <a:latin typeface="Times New Roman"/>
                <a:ea typeface="Times New Roman"/>
                <a:cs typeface="Times New Roman"/>
                <a:sym typeface="Times New Roman"/>
              </a:rPr>
              <a:t>Thứ sáu:</a:t>
            </a:r>
            <a:r>
              <a:rPr lang="en-US" sz="7200" b="1">
                <a:solidFill>
                  <a:schemeClr val="lt1"/>
                </a:solidFill>
                <a:latin typeface="Times New Roman"/>
                <a:ea typeface="Times New Roman"/>
                <a:cs typeface="Times New Roman"/>
                <a:sym typeface="Times New Roman"/>
              </a:rPr>
              <a:t>	Ai giữ lòng sạch sẽ, ấy là phước thật, vì chưng sẽ được thấy mặt Đức Chúa Trời vậy.</a:t>
            </a:r>
            <a:endParaRPr/>
          </a:p>
          <a:p>
            <a:pPr marL="0" lvl="0" indent="0" algn="ctr" rtl="0">
              <a:lnSpc>
                <a:spcPct val="100000"/>
              </a:lnSpc>
              <a:spcBef>
                <a:spcPts val="255"/>
              </a:spcBef>
              <a:spcAft>
                <a:spcPts val="0"/>
              </a:spcAft>
              <a:buClr>
                <a:srgbClr val="888888"/>
              </a:buClr>
              <a:buSzPts val="1275"/>
              <a:buNone/>
            </a:pP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502"/>
        <p:cNvGrpSpPr/>
        <p:nvPr/>
      </p:nvGrpSpPr>
      <p:grpSpPr>
        <a:xfrm>
          <a:off x="0" y="0"/>
          <a:ext cx="0" cy="0"/>
          <a:chOff x="0" y="0"/>
          <a:chExt cx="0" cy="0"/>
        </a:xfrm>
      </p:grpSpPr>
      <p:sp>
        <p:nvSpPr>
          <p:cNvPr id="503" name="Google Shape;503;p112"/>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a:bodyPr>
          <a:lstStyle/>
          <a:p>
            <a:pPr marL="0" lvl="0" indent="0" algn="just" rtl="0">
              <a:lnSpc>
                <a:spcPct val="100000"/>
              </a:lnSpc>
              <a:spcBef>
                <a:spcPts val="0"/>
              </a:spcBef>
              <a:spcAft>
                <a:spcPts val="0"/>
              </a:spcAft>
              <a:buClr>
                <a:schemeClr val="accent4"/>
              </a:buClr>
              <a:buSzPts val="6600"/>
              <a:buNone/>
            </a:pPr>
            <a:r>
              <a:rPr lang="en-US" sz="6600" b="1">
                <a:solidFill>
                  <a:schemeClr val="accent4"/>
                </a:solidFill>
                <a:latin typeface="Times New Roman"/>
                <a:ea typeface="Times New Roman"/>
                <a:cs typeface="Times New Roman"/>
                <a:sym typeface="Times New Roman"/>
              </a:rPr>
              <a:t>Thứ bảy:</a:t>
            </a:r>
            <a:r>
              <a:rPr lang="en-US" sz="6600" b="1">
                <a:solidFill>
                  <a:schemeClr val="lt1"/>
                </a:solidFill>
                <a:latin typeface="Times New Roman"/>
                <a:ea typeface="Times New Roman"/>
                <a:cs typeface="Times New Roman"/>
                <a:sym typeface="Times New Roman"/>
              </a:rPr>
              <a:t>	Ai làm cho người hòa thuận, ấy là phước thật, vì chưng sẽ được gọi là con Đức Chúa Trời vậy.</a:t>
            </a:r>
            <a:endParaRPr/>
          </a:p>
          <a:p>
            <a:pPr marL="0" lvl="0" indent="0" algn="ctr" rtl="0">
              <a:lnSpc>
                <a:spcPct val="100000"/>
              </a:lnSpc>
              <a:spcBef>
                <a:spcPts val="280"/>
              </a:spcBef>
              <a:spcAft>
                <a:spcPts val="0"/>
              </a:spcAft>
              <a:buClr>
                <a:srgbClr val="888888"/>
              </a:buClr>
              <a:buSzPts val="1400"/>
              <a:buNone/>
            </a:pP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507"/>
        <p:cNvGrpSpPr/>
        <p:nvPr/>
      </p:nvGrpSpPr>
      <p:grpSpPr>
        <a:xfrm>
          <a:off x="0" y="0"/>
          <a:ext cx="0" cy="0"/>
          <a:chOff x="0" y="0"/>
          <a:chExt cx="0" cy="0"/>
        </a:xfrm>
      </p:grpSpPr>
      <p:sp>
        <p:nvSpPr>
          <p:cNvPr id="508" name="Google Shape;508;p113"/>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rmAutofit/>
          </a:bodyPr>
          <a:lstStyle/>
          <a:p>
            <a:pPr marL="0" lvl="0" indent="0" algn="just" rtl="0">
              <a:lnSpc>
                <a:spcPct val="100000"/>
              </a:lnSpc>
              <a:spcBef>
                <a:spcPts val="0"/>
              </a:spcBef>
              <a:spcAft>
                <a:spcPts val="0"/>
              </a:spcAft>
              <a:buClr>
                <a:schemeClr val="accent4"/>
              </a:buClr>
              <a:buSzPts val="6600"/>
              <a:buNone/>
            </a:pPr>
            <a:r>
              <a:rPr lang="en-US" sz="6600" b="1">
                <a:solidFill>
                  <a:schemeClr val="accent4"/>
                </a:solidFill>
                <a:latin typeface="Times New Roman"/>
                <a:ea typeface="Times New Roman"/>
                <a:cs typeface="Times New Roman"/>
                <a:sym typeface="Times New Roman"/>
              </a:rPr>
              <a:t>Thứ tám:</a:t>
            </a:r>
            <a:r>
              <a:rPr lang="en-US" sz="6600" b="1">
                <a:solidFill>
                  <a:schemeClr val="lt1"/>
                </a:solidFill>
                <a:latin typeface="Times New Roman"/>
                <a:ea typeface="Times New Roman"/>
                <a:cs typeface="Times New Roman"/>
                <a:sym typeface="Times New Roman"/>
              </a:rPr>
              <a:t>	Ai chịu khốn nạn vì đạo ngay, ấy là phước thật, vì chưng nước Đức Chúa Trời là của mình vậy.</a:t>
            </a:r>
            <a:endParaRPr/>
          </a:p>
          <a:p>
            <a:pPr marL="0" lvl="0" indent="0" algn="ctr" rtl="0">
              <a:lnSpc>
                <a:spcPct val="100000"/>
              </a:lnSpc>
              <a:spcBef>
                <a:spcPts val="280"/>
              </a:spcBef>
              <a:spcAft>
                <a:spcPts val="0"/>
              </a:spcAft>
              <a:buClr>
                <a:srgbClr val="888888"/>
              </a:buClr>
              <a:buSzPts val="1400"/>
              <a:buNone/>
            </a:pP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pic>
        <p:nvPicPr>
          <p:cNvPr id="513" name="Google Shape;513;hf002f62f5ca6d5c_0_86"/>
          <p:cNvPicPr preferRelativeResize="0"/>
          <p:nvPr/>
        </p:nvPicPr>
        <p:blipFill rotWithShape="1">
          <a:blip r:embed="rId3">
            <a:alphaModFix/>
          </a:blip>
          <a:srcRect/>
          <a:stretch/>
        </p:blipFill>
        <p:spPr>
          <a:xfrm>
            <a:off x="0" y="0"/>
            <a:ext cx="9144003" cy="5143490"/>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517"/>
        <p:cNvGrpSpPr/>
        <p:nvPr/>
      </p:nvGrpSpPr>
      <p:grpSpPr>
        <a:xfrm>
          <a:off x="0" y="0"/>
          <a:ext cx="0" cy="0"/>
          <a:chOff x="0" y="0"/>
          <a:chExt cx="0" cy="0"/>
        </a:xfrm>
      </p:grpSpPr>
      <p:sp>
        <p:nvSpPr>
          <p:cNvPr id="518" name="Google Shape;518;g3f69acae762_0_0"/>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ctr" anchorCtr="0">
            <a:normAutofit/>
          </a:bodyPr>
          <a:lstStyle/>
          <a:p>
            <a:pPr marL="0" lvl="0" indent="0" algn="ctr" rtl="0">
              <a:lnSpc>
                <a:spcPct val="90000"/>
              </a:lnSpc>
              <a:spcBef>
                <a:spcPts val="0"/>
              </a:spcBef>
              <a:spcAft>
                <a:spcPts val="0"/>
              </a:spcAft>
              <a:buClr>
                <a:schemeClr val="dk1"/>
              </a:buClr>
              <a:buSzPts val="4700"/>
              <a:buFont typeface="Times New Roman"/>
              <a:buNone/>
            </a:pPr>
            <a:r>
              <a:rPr lang="en-US" sz="4700" b="1">
                <a:solidFill>
                  <a:schemeClr val="accent4"/>
                </a:solidFill>
                <a:latin typeface="Times New Roman"/>
                <a:ea typeface="Times New Roman"/>
                <a:cs typeface="Times New Roman"/>
                <a:sym typeface="Times New Roman"/>
              </a:rPr>
              <a:t>NHẬP LỄ</a:t>
            </a:r>
            <a:br>
              <a:rPr lang="en-US" sz="4700" b="1">
                <a:latin typeface="Times New Roman"/>
                <a:ea typeface="Times New Roman"/>
                <a:cs typeface="Times New Roman"/>
                <a:sym typeface="Times New Roman"/>
              </a:rPr>
            </a:br>
            <a:r>
              <a:rPr lang="en-US" sz="6700" b="1">
                <a:solidFill>
                  <a:srgbClr val="FFFF00"/>
                </a:solidFill>
                <a:latin typeface="Times New Roman"/>
                <a:ea typeface="Times New Roman"/>
                <a:cs typeface="Times New Roman"/>
                <a:sym typeface="Times New Roman"/>
              </a:rPr>
              <a:t>HÃY ĐẾN TUNG HÔ</a:t>
            </a:r>
            <a:br>
              <a:rPr lang="en-US" sz="4700" b="1" i="0">
                <a:latin typeface="Times New Roman"/>
                <a:ea typeface="Times New Roman"/>
                <a:cs typeface="Times New Roman"/>
                <a:sym typeface="Times New Roman"/>
              </a:rPr>
            </a:br>
            <a:r>
              <a:rPr lang="en-US" sz="3300" b="1" i="1">
                <a:solidFill>
                  <a:schemeClr val="accent4"/>
                </a:solidFill>
                <a:latin typeface="Times New Roman"/>
                <a:ea typeface="Times New Roman"/>
                <a:cs typeface="Times New Roman"/>
                <a:sym typeface="Times New Roman"/>
              </a:rPr>
              <a:t>(Kim Long)</a:t>
            </a:r>
            <a:endParaRPr sz="3300" b="1">
              <a:solidFill>
                <a:schemeClr val="accent4"/>
              </a:solidFill>
              <a:latin typeface="Times New Roman"/>
              <a:ea typeface="Times New Roman"/>
              <a:cs typeface="Times New Roman"/>
              <a:sym typeface="Times New Roman"/>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g3f69acae762_0_16"/>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rgbClr val="FFFF00"/>
                </a:solidFill>
                <a:latin typeface="Times New Roman"/>
                <a:ea typeface="Times New Roman"/>
                <a:cs typeface="Times New Roman"/>
                <a:sym typeface="Times New Roman"/>
              </a:rPr>
              <a:t>ĐK: </a:t>
            </a:r>
            <a:r>
              <a:rPr lang="en-US" sz="7500" b="1">
                <a:solidFill>
                  <a:schemeClr val="lt1"/>
                </a:solidFill>
                <a:latin typeface="Times New Roman"/>
                <a:ea typeface="Times New Roman"/>
                <a:cs typeface="Times New Roman"/>
                <a:sym typeface="Times New Roman"/>
              </a:rPr>
              <a:t>Hãy đến tung hô Chúa reo mừng Đấng cứu thoát ta.</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527"/>
        <p:cNvGrpSpPr/>
        <p:nvPr/>
      </p:nvGrpSpPr>
      <p:grpSpPr>
        <a:xfrm>
          <a:off x="0" y="0"/>
          <a:ext cx="0" cy="0"/>
          <a:chOff x="0" y="0"/>
          <a:chExt cx="0" cy="0"/>
        </a:xfrm>
      </p:grpSpPr>
      <p:sp>
        <p:nvSpPr>
          <p:cNvPr id="528" name="Google Shape;528;g3f69acae762_0_20"/>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chemeClr val="lt1"/>
                </a:solidFill>
                <a:latin typeface="Times New Roman"/>
                <a:ea typeface="Times New Roman"/>
                <a:cs typeface="Times New Roman"/>
                <a:sym typeface="Times New Roman"/>
              </a:rPr>
              <a:t>Nào cùng đến trước Thiên nhan.</a:t>
            </a:r>
            <a:endParaRPr sz="7500" b="1">
              <a:solidFill>
                <a:schemeClr val="lt1"/>
              </a:solidFill>
              <a:latin typeface="Times New Roman"/>
              <a:ea typeface="Times New Roman"/>
              <a:cs typeface="Times New Roman"/>
              <a:sym typeface="Times New Roman"/>
            </a:endParaRPr>
          </a:p>
          <a:p>
            <a:pPr marL="0" lvl="0" indent="0" algn="just" rtl="0">
              <a:lnSpc>
                <a:spcPct val="100000"/>
              </a:lnSpc>
              <a:spcBef>
                <a:spcPts val="0"/>
              </a:spcBef>
              <a:spcAft>
                <a:spcPts val="0"/>
              </a:spcAft>
              <a:buClr>
                <a:schemeClr val="dk1"/>
              </a:buClr>
              <a:buSzPts val="1100"/>
              <a:buNone/>
            </a:pPr>
            <a:r>
              <a:rPr lang="en-US" sz="7500" b="1">
                <a:solidFill>
                  <a:schemeClr val="lt1"/>
                </a:solidFill>
                <a:latin typeface="Times New Roman"/>
                <a:ea typeface="Times New Roman"/>
                <a:cs typeface="Times New Roman"/>
                <a:sym typeface="Times New Roman"/>
              </a:rPr>
              <a:t>Nào cùng đến trước Thiên nhan,</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g3f7156d7ccb_0_0"/>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chemeClr val="lt1"/>
                </a:solidFill>
                <a:latin typeface="Times New Roman"/>
                <a:ea typeface="Times New Roman"/>
                <a:cs typeface="Times New Roman"/>
                <a:sym typeface="Times New Roman"/>
              </a:rPr>
              <a:t>dâng lời cảm tạ và tung hô Chúa.</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sp>
        <p:nvSpPr>
          <p:cNvPr id="538" name="Google Shape;538;g3faf5860435_0_1"/>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rgbClr val="FFFF00"/>
                </a:solidFill>
                <a:latin typeface="Times New Roman"/>
                <a:ea typeface="Times New Roman"/>
                <a:cs typeface="Times New Roman"/>
                <a:sym typeface="Times New Roman"/>
              </a:rPr>
              <a:t>1. </a:t>
            </a:r>
            <a:r>
              <a:rPr lang="en-US" sz="7500" b="1">
                <a:solidFill>
                  <a:schemeClr val="lt1"/>
                </a:solidFill>
                <a:latin typeface="Times New Roman"/>
                <a:ea typeface="Times New Roman"/>
                <a:cs typeface="Times New Roman"/>
                <a:sym typeface="Times New Roman"/>
              </a:rPr>
              <a:t>Chúa là nguồn quang minh tâm trí con, </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542"/>
        <p:cNvGrpSpPr/>
        <p:nvPr/>
      </p:nvGrpSpPr>
      <p:grpSpPr>
        <a:xfrm>
          <a:off x="0" y="0"/>
          <a:ext cx="0" cy="0"/>
          <a:chOff x="0" y="0"/>
          <a:chExt cx="0" cy="0"/>
        </a:xfrm>
      </p:grpSpPr>
      <p:sp>
        <p:nvSpPr>
          <p:cNvPr id="543" name="Google Shape;543;g3faf5860435_0_5"/>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chemeClr val="lt1"/>
                </a:solidFill>
                <a:latin typeface="Times New Roman"/>
                <a:ea typeface="Times New Roman"/>
                <a:cs typeface="Times New Roman"/>
                <a:sym typeface="Times New Roman"/>
              </a:rPr>
              <a:t>sáng soi trên đường thế gian mịt mù.</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hf002f62f5ca6d5c_0_0"/>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chemeClr val="lt1"/>
                </a:solidFill>
                <a:latin typeface="Times New Roman"/>
                <a:ea typeface="Times New Roman"/>
                <a:cs typeface="Times New Roman"/>
                <a:sym typeface="Times New Roman"/>
              </a:rPr>
              <a:t>Dìu con tiến bước về nơi ước mong, dẫu ngàn nguy khó rắc gieo trên đường.</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sp>
        <p:nvSpPr>
          <p:cNvPr id="553" name="Google Shape;553;hf002f62f5ca6d5c_0_4"/>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rgbClr val="FFFF00"/>
                </a:solidFill>
                <a:latin typeface="Times New Roman"/>
                <a:ea typeface="Times New Roman"/>
                <a:cs typeface="Times New Roman"/>
                <a:sym typeface="Times New Roman"/>
              </a:rPr>
              <a:t>ĐK: </a:t>
            </a:r>
            <a:r>
              <a:rPr lang="en-US" sz="7500" b="1">
                <a:solidFill>
                  <a:schemeClr val="lt1"/>
                </a:solidFill>
                <a:latin typeface="Times New Roman"/>
                <a:ea typeface="Times New Roman"/>
                <a:cs typeface="Times New Roman"/>
                <a:sym typeface="Times New Roman"/>
              </a:rPr>
              <a:t>Hãy đến tung hô Chúa reo mừng Đấng cứu thoát ta.</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557"/>
        <p:cNvGrpSpPr/>
        <p:nvPr/>
      </p:nvGrpSpPr>
      <p:grpSpPr>
        <a:xfrm>
          <a:off x="0" y="0"/>
          <a:ext cx="0" cy="0"/>
          <a:chOff x="0" y="0"/>
          <a:chExt cx="0" cy="0"/>
        </a:xfrm>
      </p:grpSpPr>
      <p:sp>
        <p:nvSpPr>
          <p:cNvPr id="558" name="Google Shape;558;hf002f62f5ca6d5c_0_8"/>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chemeClr val="lt1"/>
                </a:solidFill>
                <a:latin typeface="Times New Roman"/>
                <a:ea typeface="Times New Roman"/>
                <a:cs typeface="Times New Roman"/>
                <a:sym typeface="Times New Roman"/>
              </a:rPr>
              <a:t>Nào cùng đến trước Thiên nhan.</a:t>
            </a:r>
            <a:endParaRPr sz="7500" b="1">
              <a:solidFill>
                <a:schemeClr val="lt1"/>
              </a:solidFill>
              <a:latin typeface="Times New Roman"/>
              <a:ea typeface="Times New Roman"/>
              <a:cs typeface="Times New Roman"/>
              <a:sym typeface="Times New Roman"/>
            </a:endParaRPr>
          </a:p>
          <a:p>
            <a:pPr marL="0" lvl="0" indent="0" algn="just" rtl="0">
              <a:lnSpc>
                <a:spcPct val="100000"/>
              </a:lnSpc>
              <a:spcBef>
                <a:spcPts val="0"/>
              </a:spcBef>
              <a:spcAft>
                <a:spcPts val="0"/>
              </a:spcAft>
              <a:buClr>
                <a:schemeClr val="dk1"/>
              </a:buClr>
              <a:buSzPts val="1100"/>
              <a:buNone/>
            </a:pPr>
            <a:r>
              <a:rPr lang="en-US" sz="7500" b="1">
                <a:solidFill>
                  <a:schemeClr val="lt1"/>
                </a:solidFill>
                <a:latin typeface="Times New Roman"/>
                <a:ea typeface="Times New Roman"/>
                <a:cs typeface="Times New Roman"/>
                <a:sym typeface="Times New Roman"/>
              </a:rPr>
              <a:t>Nào cùng đến trước Thiên nhan,</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pic>
        <p:nvPicPr>
          <p:cNvPr id="563" name="Google Shape;563;hf002f62f5ca6d5c_0_90"/>
          <p:cNvPicPr preferRelativeResize="0"/>
          <p:nvPr/>
        </p:nvPicPr>
        <p:blipFill rotWithShape="1">
          <a:blip r:embed="rId3">
            <a:alphaModFix/>
          </a:blip>
          <a:srcRect/>
          <a:stretch/>
        </p:blipFill>
        <p:spPr>
          <a:xfrm>
            <a:off x="0" y="0"/>
            <a:ext cx="9144003" cy="5143490"/>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567"/>
        <p:cNvGrpSpPr/>
        <p:nvPr/>
      </p:nvGrpSpPr>
      <p:grpSpPr>
        <a:xfrm>
          <a:off x="0" y="0"/>
          <a:ext cx="0" cy="0"/>
          <a:chOff x="0" y="0"/>
          <a:chExt cx="0" cy="0"/>
        </a:xfrm>
      </p:grpSpPr>
      <p:sp>
        <p:nvSpPr>
          <p:cNvPr id="568" name="Google Shape;568;g3d90891dc36_0_0"/>
          <p:cNvSpPr txBox="1">
            <a:spLocks noGrp="1"/>
          </p:cNvSpPr>
          <p:nvPr>
            <p:ph type="ctrTitle"/>
          </p:nvPr>
        </p:nvSpPr>
        <p:spPr>
          <a:xfrm>
            <a:off x="0" y="0"/>
            <a:ext cx="9144000" cy="595800"/>
          </a:xfrm>
          <a:prstGeom prst="rect">
            <a:avLst/>
          </a:prstGeom>
          <a:solidFill>
            <a:srgbClr val="002060"/>
          </a:solidFill>
          <a:ln>
            <a:noFill/>
          </a:ln>
        </p:spPr>
        <p:txBody>
          <a:bodyPr spcFirstLastPara="1" wrap="square" lIns="91425" tIns="0" rIns="91425" bIns="0" anchor="b" anchorCtr="0">
            <a:noAutofit/>
          </a:bodyPr>
          <a:lstStyle/>
          <a:p>
            <a:pPr marL="0" lvl="0" indent="0" algn="ctr" rtl="0">
              <a:lnSpc>
                <a:spcPct val="100000"/>
              </a:lnSpc>
              <a:spcBef>
                <a:spcPts val="0"/>
              </a:spcBef>
              <a:spcAft>
                <a:spcPts val="0"/>
              </a:spcAft>
              <a:buClr>
                <a:schemeClr val="accent4"/>
              </a:buClr>
              <a:buSzPts val="15840"/>
              <a:buFont typeface="Arial"/>
              <a:buNone/>
            </a:pPr>
            <a:r>
              <a:rPr lang="en-US" sz="4000" b="1">
                <a:solidFill>
                  <a:schemeClr val="accent4"/>
                </a:solidFill>
                <a:latin typeface="Times New Roman"/>
                <a:ea typeface="Times New Roman"/>
                <a:cs typeface="Times New Roman"/>
                <a:sym typeface="Times New Roman"/>
              </a:rPr>
              <a:t>KINH VINH DANH</a:t>
            </a:r>
            <a:endParaRPr sz="4000" b="1">
              <a:solidFill>
                <a:schemeClr val="accent2"/>
              </a:solidFill>
              <a:latin typeface="Times New Roman"/>
              <a:ea typeface="Times New Roman"/>
              <a:cs typeface="Times New Roman"/>
              <a:sym typeface="Times New Roman"/>
            </a:endParaRPr>
          </a:p>
        </p:txBody>
      </p:sp>
      <p:sp>
        <p:nvSpPr>
          <p:cNvPr id="569" name="Google Shape;569;g3d90891dc36_0_0"/>
          <p:cNvSpPr txBox="1"/>
          <p:nvPr/>
        </p:nvSpPr>
        <p:spPr>
          <a:xfrm>
            <a:off x="0" y="514350"/>
            <a:ext cx="9144000" cy="4629000"/>
          </a:xfrm>
          <a:prstGeom prst="rect">
            <a:avLst/>
          </a:prstGeom>
          <a:solidFill>
            <a:srgbClr val="002060"/>
          </a:solidFill>
          <a:ln>
            <a:noFill/>
          </a:ln>
        </p:spPr>
        <p:txBody>
          <a:bodyPr spcFirstLastPara="1" wrap="square" lIns="91425" tIns="0" rIns="91425" bIns="0" anchor="ctr" anchorCtr="0">
            <a:noAutofit/>
          </a:bodyPr>
          <a:lstStyle/>
          <a:p>
            <a:pPr marL="0" marR="0" lvl="0" indent="0" algn="just" rtl="0">
              <a:lnSpc>
                <a:spcPct val="100000"/>
              </a:lnSpc>
              <a:spcBef>
                <a:spcPts val="0"/>
              </a:spcBef>
              <a:spcAft>
                <a:spcPts val="0"/>
              </a:spcAft>
              <a:buClr>
                <a:srgbClr val="EE0000"/>
              </a:buClr>
              <a:buSzPts val="9600"/>
              <a:buFont typeface="Times"/>
              <a:buNone/>
            </a:pPr>
            <a:r>
              <a:rPr lang="en-US" sz="7600" b="1" i="0" u="none" strike="noStrike" cap="none">
                <a:solidFill>
                  <a:srgbClr val="FFFF00"/>
                </a:solidFill>
                <a:latin typeface="Times"/>
                <a:ea typeface="Times"/>
                <a:cs typeface="Times"/>
                <a:sym typeface="Times"/>
              </a:rPr>
              <a:t>CT:</a:t>
            </a:r>
            <a:r>
              <a:rPr lang="en-US" sz="7600" b="1" i="1" u="none" strike="noStrike" cap="none">
                <a:solidFill>
                  <a:srgbClr val="C00000"/>
                </a:solidFill>
                <a:latin typeface="Times"/>
                <a:ea typeface="Times"/>
                <a:cs typeface="Times"/>
                <a:sym typeface="Times"/>
              </a:rPr>
              <a:t> </a:t>
            </a:r>
            <a:r>
              <a:rPr lang="en-US" sz="7600" b="1" i="0" u="none" strike="noStrike" cap="none">
                <a:solidFill>
                  <a:schemeClr val="lt1"/>
                </a:solidFill>
                <a:latin typeface="Times"/>
                <a:ea typeface="Times"/>
                <a:cs typeface="Times"/>
                <a:sym typeface="Times"/>
              </a:rPr>
              <a:t>Vinh danh Thiên Chúa trên các tầng trời</a:t>
            </a:r>
            <a:endParaRPr sz="7600" b="1" i="0" u="none" strike="noStrike" cap="none">
              <a:solidFill>
                <a:schemeClr val="lt1"/>
              </a:solidFill>
              <a:latin typeface="Times"/>
              <a:ea typeface="Times"/>
              <a:cs typeface="Times"/>
              <a:sym typeface="Times"/>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574"/>
        <p:cNvGrpSpPr/>
        <p:nvPr/>
      </p:nvGrpSpPr>
      <p:grpSpPr>
        <a:xfrm>
          <a:off x="0" y="0"/>
          <a:ext cx="0" cy="0"/>
          <a:chOff x="0" y="0"/>
          <a:chExt cx="0" cy="0"/>
        </a:xfrm>
      </p:grpSpPr>
      <p:sp>
        <p:nvSpPr>
          <p:cNvPr id="575" name="Google Shape;575;g3ab13fdb44f_0_295"/>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rgbClr val="FF3399"/>
              </a:buClr>
              <a:buSzPts val="9600"/>
              <a:buFont typeface="Times"/>
              <a:buNone/>
            </a:pPr>
            <a:r>
              <a:rPr lang="en-US" sz="7600" b="1">
                <a:solidFill>
                  <a:srgbClr val="FF3399"/>
                </a:solidFill>
                <a:latin typeface="Times"/>
                <a:ea typeface="Times"/>
                <a:cs typeface="Times"/>
                <a:sym typeface="Times"/>
              </a:rPr>
              <a:t>A+B: </a:t>
            </a:r>
            <a:r>
              <a:rPr lang="en-US" sz="7600" b="1">
                <a:solidFill>
                  <a:schemeClr val="lt1"/>
                </a:solidFill>
                <a:latin typeface="Times"/>
                <a:ea typeface="Times"/>
                <a:cs typeface="Times"/>
                <a:sym typeface="Times"/>
              </a:rPr>
              <a:t>và bình an dưới thế cho người thiện tâm.</a:t>
            </a:r>
            <a:endParaRPr sz="7600" b="1">
              <a:solidFill>
                <a:schemeClr val="lt1"/>
              </a:solidFill>
              <a:latin typeface="Times"/>
              <a:ea typeface="Times"/>
              <a:cs typeface="Times"/>
              <a:sym typeface="Times"/>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80"/>
        <p:cNvGrpSpPr/>
        <p:nvPr/>
      </p:nvGrpSpPr>
      <p:grpSpPr>
        <a:xfrm>
          <a:off x="0" y="0"/>
          <a:ext cx="0" cy="0"/>
          <a:chOff x="0" y="0"/>
          <a:chExt cx="0" cy="0"/>
        </a:xfrm>
      </p:grpSpPr>
      <p:sp>
        <p:nvSpPr>
          <p:cNvPr id="581" name="Google Shape;581;g3ab13fdb44f_0_300"/>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rgbClr val="EE0000"/>
              </a:buClr>
              <a:buSzPts val="8800"/>
              <a:buFont typeface="Times"/>
              <a:buNone/>
            </a:pPr>
            <a:r>
              <a:rPr lang="en-US" sz="7600" b="1">
                <a:solidFill>
                  <a:srgbClr val="EE0000"/>
                </a:solidFill>
                <a:latin typeface="Times"/>
                <a:ea typeface="Times"/>
                <a:cs typeface="Times"/>
                <a:sym typeface="Times"/>
              </a:rPr>
              <a:t>A: </a:t>
            </a:r>
            <a:r>
              <a:rPr lang="en-US" sz="7600" b="1">
                <a:solidFill>
                  <a:schemeClr val="lt1"/>
                </a:solidFill>
                <a:latin typeface="Times"/>
                <a:ea typeface="Times"/>
                <a:cs typeface="Times"/>
                <a:sym typeface="Times"/>
              </a:rPr>
              <a:t>Chúng con ca ngợi Chúa,</a:t>
            </a:r>
            <a:br>
              <a:rPr lang="en-US" sz="7600" b="1">
                <a:latin typeface="Times"/>
                <a:ea typeface="Times"/>
                <a:cs typeface="Times"/>
                <a:sym typeface="Times"/>
              </a:rPr>
            </a:br>
            <a:r>
              <a:rPr lang="en-US" sz="7600" b="1">
                <a:solidFill>
                  <a:srgbClr val="FFFF00"/>
                </a:solidFill>
                <a:latin typeface="Times"/>
                <a:ea typeface="Times"/>
                <a:cs typeface="Times"/>
                <a:sym typeface="Times"/>
              </a:rPr>
              <a:t>B:</a:t>
            </a:r>
            <a:r>
              <a:rPr lang="en-US" sz="7600" b="1">
                <a:latin typeface="Times"/>
                <a:ea typeface="Times"/>
                <a:cs typeface="Times"/>
                <a:sym typeface="Times"/>
              </a:rPr>
              <a:t> </a:t>
            </a:r>
            <a:r>
              <a:rPr lang="en-US" sz="7600" b="1">
                <a:solidFill>
                  <a:schemeClr val="lt1"/>
                </a:solidFill>
                <a:latin typeface="Times"/>
                <a:ea typeface="Times"/>
                <a:cs typeface="Times"/>
                <a:sym typeface="Times"/>
              </a:rPr>
              <a:t>chúng con chúc tụng Chúa,</a:t>
            </a:r>
            <a:endParaRPr sz="7600" b="1">
              <a:solidFill>
                <a:schemeClr val="lt1"/>
              </a:solidFill>
              <a:latin typeface="Times"/>
              <a:ea typeface="Times"/>
              <a:cs typeface="Times"/>
              <a:sym typeface="Times"/>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586"/>
        <p:cNvGrpSpPr/>
        <p:nvPr/>
      </p:nvGrpSpPr>
      <p:grpSpPr>
        <a:xfrm>
          <a:off x="0" y="0"/>
          <a:ext cx="0" cy="0"/>
          <a:chOff x="0" y="0"/>
          <a:chExt cx="0" cy="0"/>
        </a:xfrm>
      </p:grpSpPr>
      <p:sp>
        <p:nvSpPr>
          <p:cNvPr id="587" name="Google Shape;587;g3ab13fdb44f_0_305"/>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rgbClr val="EE0000"/>
              </a:buClr>
              <a:buSzPts val="8800"/>
              <a:buFont typeface="Times"/>
              <a:buNone/>
            </a:pPr>
            <a:r>
              <a:rPr lang="en-US" sz="7600" b="1">
                <a:solidFill>
                  <a:srgbClr val="EE0000"/>
                </a:solidFill>
                <a:latin typeface="Times"/>
                <a:ea typeface="Times"/>
                <a:cs typeface="Times"/>
                <a:sym typeface="Times"/>
              </a:rPr>
              <a:t>A:</a:t>
            </a:r>
            <a:r>
              <a:rPr lang="en-US" sz="7600" b="1">
                <a:latin typeface="Times"/>
                <a:ea typeface="Times"/>
                <a:cs typeface="Times"/>
                <a:sym typeface="Times"/>
              </a:rPr>
              <a:t> </a:t>
            </a:r>
            <a:r>
              <a:rPr lang="en-US" sz="7600" b="1">
                <a:solidFill>
                  <a:schemeClr val="lt1"/>
                </a:solidFill>
                <a:latin typeface="Times"/>
                <a:ea typeface="Times"/>
                <a:cs typeface="Times"/>
                <a:sym typeface="Times"/>
              </a:rPr>
              <a:t>chúng   con thờ lạy Chúa,</a:t>
            </a:r>
            <a:br>
              <a:rPr lang="en-US" sz="7600" b="1">
                <a:latin typeface="Times"/>
                <a:ea typeface="Times"/>
                <a:cs typeface="Times"/>
                <a:sym typeface="Times"/>
              </a:rPr>
            </a:br>
            <a:r>
              <a:rPr lang="en-US" sz="7600" b="1">
                <a:solidFill>
                  <a:srgbClr val="FFFF00"/>
                </a:solidFill>
                <a:latin typeface="Times"/>
                <a:ea typeface="Times"/>
                <a:cs typeface="Times"/>
                <a:sym typeface="Times"/>
              </a:rPr>
              <a:t>B:</a:t>
            </a:r>
            <a:r>
              <a:rPr lang="en-US" sz="7600" b="1">
                <a:solidFill>
                  <a:schemeClr val="accent1"/>
                </a:solidFill>
                <a:latin typeface="Times"/>
                <a:ea typeface="Times"/>
                <a:cs typeface="Times"/>
                <a:sym typeface="Times"/>
              </a:rPr>
              <a:t> </a:t>
            </a:r>
            <a:r>
              <a:rPr lang="en-US" sz="7600" b="1">
                <a:solidFill>
                  <a:schemeClr val="lt1"/>
                </a:solidFill>
                <a:latin typeface="Times"/>
                <a:ea typeface="Times"/>
                <a:cs typeface="Times"/>
                <a:sym typeface="Times"/>
              </a:rPr>
              <a:t>chúng con tôn vinh Chúa,</a:t>
            </a:r>
            <a:endParaRPr sz="7600" b="1">
              <a:solidFill>
                <a:schemeClr val="lt1"/>
              </a:solidFill>
              <a:latin typeface="Times"/>
              <a:ea typeface="Times"/>
              <a:cs typeface="Times"/>
              <a:sym typeface="Times"/>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592"/>
        <p:cNvGrpSpPr/>
        <p:nvPr/>
      </p:nvGrpSpPr>
      <p:grpSpPr>
        <a:xfrm>
          <a:off x="0" y="0"/>
          <a:ext cx="0" cy="0"/>
          <a:chOff x="0" y="0"/>
          <a:chExt cx="0" cy="0"/>
        </a:xfrm>
      </p:grpSpPr>
      <p:sp>
        <p:nvSpPr>
          <p:cNvPr id="593" name="Google Shape;593;g3ab13fdb44f_0_310"/>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rgbClr val="EE0000"/>
              </a:buClr>
              <a:buSzPts val="8800"/>
              <a:buFont typeface="Times"/>
              <a:buNone/>
            </a:pPr>
            <a:r>
              <a:rPr lang="en-US" sz="7600" b="1">
                <a:solidFill>
                  <a:srgbClr val="EE0000"/>
                </a:solidFill>
                <a:latin typeface="Times"/>
                <a:ea typeface="Times"/>
                <a:cs typeface="Times"/>
                <a:sym typeface="Times"/>
              </a:rPr>
              <a:t>A:</a:t>
            </a:r>
            <a:r>
              <a:rPr lang="en-US" sz="7600" b="1">
                <a:latin typeface="Times"/>
                <a:ea typeface="Times"/>
                <a:cs typeface="Times"/>
                <a:sym typeface="Times"/>
              </a:rPr>
              <a:t> </a:t>
            </a:r>
            <a:r>
              <a:rPr lang="en-US" sz="7600" b="1">
                <a:solidFill>
                  <a:schemeClr val="lt1"/>
                </a:solidFill>
                <a:latin typeface="Times"/>
                <a:ea typeface="Times"/>
                <a:cs typeface="Times"/>
                <a:sym typeface="Times"/>
              </a:rPr>
              <a:t>chúng con cảm tạ Chúa vì vinh quang cao cả Chúa.</a:t>
            </a:r>
            <a:endParaRPr sz="7600">
              <a:solidFill>
                <a:schemeClr val="lt1"/>
              </a:solidFil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598"/>
        <p:cNvGrpSpPr/>
        <p:nvPr/>
      </p:nvGrpSpPr>
      <p:grpSpPr>
        <a:xfrm>
          <a:off x="0" y="0"/>
          <a:ext cx="0" cy="0"/>
          <a:chOff x="0" y="0"/>
          <a:chExt cx="0" cy="0"/>
        </a:xfrm>
      </p:grpSpPr>
      <p:sp>
        <p:nvSpPr>
          <p:cNvPr id="599" name="Google Shape;599;g3ab13fdb44f_0_315"/>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accent1"/>
              </a:buClr>
              <a:buSzPts val="8200"/>
              <a:buFont typeface="Times"/>
              <a:buNone/>
            </a:pPr>
            <a:r>
              <a:rPr lang="en-US" sz="7600" b="1">
                <a:solidFill>
                  <a:srgbClr val="FFFF00"/>
                </a:solidFill>
                <a:latin typeface="Times"/>
                <a:ea typeface="Times"/>
                <a:cs typeface="Times"/>
                <a:sym typeface="Times"/>
              </a:rPr>
              <a:t>B:</a:t>
            </a:r>
            <a:r>
              <a:rPr lang="en-US" sz="7600" b="1">
                <a:latin typeface="Times"/>
                <a:ea typeface="Times"/>
                <a:cs typeface="Times"/>
                <a:sym typeface="Times"/>
              </a:rPr>
              <a:t> </a:t>
            </a:r>
            <a:r>
              <a:rPr lang="en-US" sz="7600" b="1">
                <a:solidFill>
                  <a:schemeClr val="lt1"/>
                </a:solidFill>
                <a:latin typeface="Times"/>
                <a:ea typeface="Times"/>
                <a:cs typeface="Times"/>
                <a:sym typeface="Times"/>
              </a:rPr>
              <a:t>Lạy Chúa là Thiên Chúa, là Vua trên trời, là Chúa Cha toàn năng.</a:t>
            </a:r>
            <a:endParaRPr sz="7600" b="1">
              <a:solidFill>
                <a:schemeClr val="lt1"/>
              </a:solidFill>
              <a:latin typeface="Times"/>
              <a:ea typeface="Times"/>
              <a:cs typeface="Times"/>
              <a:sym typeface="Times"/>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604"/>
        <p:cNvGrpSpPr/>
        <p:nvPr/>
      </p:nvGrpSpPr>
      <p:grpSpPr>
        <a:xfrm>
          <a:off x="0" y="0"/>
          <a:ext cx="0" cy="0"/>
          <a:chOff x="0" y="0"/>
          <a:chExt cx="0" cy="0"/>
        </a:xfrm>
      </p:grpSpPr>
      <p:sp>
        <p:nvSpPr>
          <p:cNvPr id="605" name="Google Shape;605;g3ab13fdb44f_0_320"/>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rgbClr val="EE0000"/>
              </a:buClr>
              <a:buSzPts val="8000"/>
              <a:buFont typeface="Times"/>
              <a:buNone/>
            </a:pPr>
            <a:r>
              <a:rPr lang="en-US" sz="8000" b="1">
                <a:solidFill>
                  <a:srgbClr val="EE0000"/>
                </a:solidFill>
                <a:latin typeface="Times"/>
                <a:ea typeface="Times"/>
                <a:cs typeface="Times"/>
                <a:sym typeface="Times"/>
              </a:rPr>
              <a:t>A: </a:t>
            </a:r>
            <a:r>
              <a:rPr lang="en-US" sz="7600" b="1">
                <a:solidFill>
                  <a:schemeClr val="lt1"/>
                </a:solidFill>
                <a:latin typeface="Times"/>
                <a:ea typeface="Times"/>
                <a:cs typeface="Times"/>
                <a:sym typeface="Times"/>
              </a:rPr>
              <a:t>Lạy Con Một Thiên Chúa, Chúa Giêsu Kitô</a:t>
            </a:r>
            <a:endParaRPr sz="7600">
              <a:solidFill>
                <a:schemeClr val="lt1"/>
              </a:solidFil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g3ab13fdb44f_0_325"/>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accent1"/>
              </a:buClr>
              <a:buSzPts val="7200"/>
              <a:buFont typeface="Times"/>
              <a:buNone/>
            </a:pPr>
            <a:r>
              <a:rPr lang="en-US" sz="7600" b="1">
                <a:solidFill>
                  <a:srgbClr val="FFFF00"/>
                </a:solidFill>
                <a:latin typeface="Times"/>
                <a:ea typeface="Times"/>
                <a:cs typeface="Times"/>
                <a:sym typeface="Times"/>
              </a:rPr>
              <a:t>B:</a:t>
            </a:r>
            <a:r>
              <a:rPr lang="en-US" sz="7600" b="1">
                <a:solidFill>
                  <a:schemeClr val="lt1"/>
                </a:solidFill>
                <a:latin typeface="Times"/>
                <a:ea typeface="Times"/>
                <a:cs typeface="Times"/>
                <a:sym typeface="Times"/>
              </a:rPr>
              <a:t> Lạy Chúa là Thiên Chúa, là Chiên Thiên Chúa, là Con Ðức Chúa Cha,</a:t>
            </a:r>
            <a:endParaRPr sz="4800">
              <a:solidFill>
                <a:schemeClr val="lt1"/>
              </a:solidFill>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616"/>
        <p:cNvGrpSpPr/>
        <p:nvPr/>
      </p:nvGrpSpPr>
      <p:grpSpPr>
        <a:xfrm>
          <a:off x="0" y="0"/>
          <a:ext cx="0" cy="0"/>
          <a:chOff x="0" y="0"/>
          <a:chExt cx="0" cy="0"/>
        </a:xfrm>
      </p:grpSpPr>
      <p:sp>
        <p:nvSpPr>
          <p:cNvPr id="617" name="Google Shape;617;g3ab13fdb44f_0_330"/>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rgbClr val="EE0000"/>
              </a:buClr>
              <a:buSzPts val="8000"/>
              <a:buFont typeface="Times"/>
              <a:buNone/>
            </a:pPr>
            <a:r>
              <a:rPr lang="en-US" sz="7600" b="1">
                <a:solidFill>
                  <a:srgbClr val="EE0000"/>
                </a:solidFill>
                <a:latin typeface="Times"/>
                <a:ea typeface="Times"/>
                <a:cs typeface="Times"/>
                <a:sym typeface="Times"/>
              </a:rPr>
              <a:t>A: </a:t>
            </a:r>
            <a:r>
              <a:rPr lang="en-US" sz="7600" b="1">
                <a:solidFill>
                  <a:schemeClr val="lt1"/>
                </a:solidFill>
                <a:latin typeface="Times"/>
                <a:ea typeface="Times"/>
                <a:cs typeface="Times"/>
                <a:sym typeface="Times"/>
              </a:rPr>
              <a:t>Chúa xóa tội trần gian, xin thương xót chúng con,</a:t>
            </a:r>
            <a:endParaRPr sz="7600" b="1">
              <a:solidFill>
                <a:schemeClr val="lt1"/>
              </a:solidFill>
              <a:latin typeface="Times"/>
              <a:ea typeface="Times"/>
              <a:cs typeface="Times"/>
              <a:sym typeface="Times"/>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622"/>
        <p:cNvGrpSpPr/>
        <p:nvPr/>
      </p:nvGrpSpPr>
      <p:grpSpPr>
        <a:xfrm>
          <a:off x="0" y="0"/>
          <a:ext cx="0" cy="0"/>
          <a:chOff x="0" y="0"/>
          <a:chExt cx="0" cy="0"/>
        </a:xfrm>
      </p:grpSpPr>
      <p:sp>
        <p:nvSpPr>
          <p:cNvPr id="623" name="Google Shape;623;g3ab13fdb44f_0_335"/>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accent1"/>
              </a:buClr>
              <a:buSzPts val="8000"/>
              <a:buFont typeface="Times"/>
              <a:buNone/>
            </a:pPr>
            <a:r>
              <a:rPr lang="en-US" sz="7600" b="1">
                <a:solidFill>
                  <a:srgbClr val="FFFF00"/>
                </a:solidFill>
                <a:latin typeface="Times"/>
                <a:ea typeface="Times"/>
                <a:cs typeface="Times"/>
                <a:sym typeface="Times"/>
              </a:rPr>
              <a:t>B:</a:t>
            </a:r>
            <a:r>
              <a:rPr lang="en-US" sz="7600" b="1">
                <a:solidFill>
                  <a:schemeClr val="accent1"/>
                </a:solidFill>
                <a:latin typeface="Times"/>
                <a:ea typeface="Times"/>
                <a:cs typeface="Times"/>
                <a:sym typeface="Times"/>
              </a:rPr>
              <a:t> </a:t>
            </a:r>
            <a:r>
              <a:rPr lang="en-US" sz="7600" b="1">
                <a:solidFill>
                  <a:schemeClr val="lt1"/>
                </a:solidFill>
                <a:latin typeface="Times"/>
                <a:ea typeface="Times"/>
                <a:cs typeface="Times"/>
                <a:sym typeface="Times"/>
              </a:rPr>
              <a:t>Chúa xóa tội trần gian, xin nhậm lời chúng con cầu khẩn.</a:t>
            </a:r>
            <a:endParaRPr sz="7600">
              <a:solidFill>
                <a:schemeClr val="lt1"/>
              </a:solidFill>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628"/>
        <p:cNvGrpSpPr/>
        <p:nvPr/>
      </p:nvGrpSpPr>
      <p:grpSpPr>
        <a:xfrm>
          <a:off x="0" y="0"/>
          <a:ext cx="0" cy="0"/>
          <a:chOff x="0" y="0"/>
          <a:chExt cx="0" cy="0"/>
        </a:xfrm>
      </p:grpSpPr>
      <p:sp>
        <p:nvSpPr>
          <p:cNvPr id="629" name="Google Shape;629;g3ab13fdb44f_0_340"/>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rgbClr val="EE0000"/>
              </a:buClr>
              <a:buSzPts val="8000"/>
              <a:buFont typeface="Times"/>
              <a:buNone/>
            </a:pPr>
            <a:r>
              <a:rPr lang="en-US" sz="7600" b="1">
                <a:solidFill>
                  <a:srgbClr val="EE0000"/>
                </a:solidFill>
                <a:latin typeface="Times"/>
                <a:ea typeface="Times"/>
                <a:cs typeface="Times"/>
                <a:sym typeface="Times"/>
              </a:rPr>
              <a:t>A: </a:t>
            </a:r>
            <a:r>
              <a:rPr lang="en-US" sz="7600" b="1">
                <a:solidFill>
                  <a:schemeClr val="lt1"/>
                </a:solidFill>
                <a:latin typeface="Times"/>
                <a:ea typeface="Times"/>
                <a:cs typeface="Times"/>
                <a:sym typeface="Times"/>
              </a:rPr>
              <a:t>Chúa ngự bên hữu Ðức Chúa Cha, xin thương xót chúng con.</a:t>
            </a:r>
            <a:endParaRPr sz="7600" b="1">
              <a:solidFill>
                <a:schemeClr val="lt1"/>
              </a:solidFill>
              <a:latin typeface="Times"/>
              <a:ea typeface="Times"/>
              <a:cs typeface="Times"/>
              <a:sym typeface="Times"/>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634"/>
        <p:cNvGrpSpPr/>
        <p:nvPr/>
      </p:nvGrpSpPr>
      <p:grpSpPr>
        <a:xfrm>
          <a:off x="0" y="0"/>
          <a:ext cx="0" cy="0"/>
          <a:chOff x="0" y="0"/>
          <a:chExt cx="0" cy="0"/>
        </a:xfrm>
      </p:grpSpPr>
      <p:sp>
        <p:nvSpPr>
          <p:cNvPr id="635" name="Google Shape;635;g3ab13fdb44f_0_345"/>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accent1"/>
              </a:buClr>
              <a:buSzPts val="8800"/>
              <a:buFont typeface="Times"/>
              <a:buNone/>
            </a:pPr>
            <a:r>
              <a:rPr lang="en-US" sz="7600" b="1">
                <a:solidFill>
                  <a:srgbClr val="FFFF00"/>
                </a:solidFill>
                <a:latin typeface="Times"/>
                <a:ea typeface="Times"/>
                <a:cs typeface="Times"/>
                <a:sym typeface="Times"/>
              </a:rPr>
              <a:t>B:</a:t>
            </a:r>
            <a:r>
              <a:rPr lang="en-US" sz="7600" b="1">
                <a:solidFill>
                  <a:schemeClr val="accent1"/>
                </a:solidFill>
                <a:latin typeface="Times"/>
                <a:ea typeface="Times"/>
                <a:cs typeface="Times"/>
                <a:sym typeface="Times"/>
              </a:rPr>
              <a:t> </a:t>
            </a:r>
            <a:r>
              <a:rPr lang="en-US" sz="7600" b="1">
                <a:solidFill>
                  <a:schemeClr val="lt1"/>
                </a:solidFill>
                <a:latin typeface="Times"/>
                <a:ea typeface="Times"/>
                <a:cs typeface="Times"/>
                <a:sym typeface="Times"/>
              </a:rPr>
              <a:t>Vì lạy Chúa Giêsu Kitô, chỉ có Chúa là Ðấng Thánh,</a:t>
            </a:r>
            <a:endParaRPr sz="7600">
              <a:solidFill>
                <a:schemeClr val="lt1"/>
              </a:solidFill>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640"/>
        <p:cNvGrpSpPr/>
        <p:nvPr/>
      </p:nvGrpSpPr>
      <p:grpSpPr>
        <a:xfrm>
          <a:off x="0" y="0"/>
          <a:ext cx="0" cy="0"/>
          <a:chOff x="0" y="0"/>
          <a:chExt cx="0" cy="0"/>
        </a:xfrm>
      </p:grpSpPr>
      <p:sp>
        <p:nvSpPr>
          <p:cNvPr id="641" name="Google Shape;641;g3ab13fdb44f_0_350"/>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dk1"/>
              </a:buClr>
              <a:buSzPts val="8000"/>
              <a:buFont typeface="Times"/>
              <a:buNone/>
            </a:pPr>
            <a:r>
              <a:rPr lang="en-US" sz="7600" b="1">
                <a:solidFill>
                  <a:schemeClr val="lt1"/>
                </a:solidFill>
                <a:latin typeface="Times"/>
                <a:ea typeface="Times"/>
                <a:cs typeface="Times"/>
                <a:sym typeface="Times"/>
              </a:rPr>
              <a:t>chỉ có Chúa là Chúa, chỉ có Chúa là Ðấng Tối Cao,</a:t>
            </a:r>
            <a:endParaRPr sz="7600">
              <a:solidFill>
                <a:schemeClr val="lt1"/>
              </a:solidFil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g3ab13fdb44f_0_355"/>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rgbClr val="FF3399"/>
              </a:buClr>
              <a:buSzPts val="7200"/>
              <a:buFont typeface="Times"/>
              <a:buNone/>
            </a:pPr>
            <a:r>
              <a:rPr lang="en-US" sz="7200" b="1">
                <a:solidFill>
                  <a:srgbClr val="FF3399"/>
                </a:solidFill>
                <a:latin typeface="Times"/>
                <a:ea typeface="Times"/>
                <a:cs typeface="Times"/>
                <a:sym typeface="Times"/>
              </a:rPr>
              <a:t>A+B: </a:t>
            </a:r>
            <a:r>
              <a:rPr lang="en-US" sz="7200" b="1">
                <a:solidFill>
                  <a:schemeClr val="lt1"/>
                </a:solidFill>
                <a:latin typeface="Times"/>
                <a:ea typeface="Times"/>
                <a:cs typeface="Times"/>
                <a:sym typeface="Times"/>
              </a:rPr>
              <a:t>Cùng Ðức Chúa Thánh Thần trong vinh quang Ðức Chúa Cha.</a:t>
            </a:r>
            <a:r>
              <a:rPr lang="en-US" sz="7200" b="1">
                <a:latin typeface="Times"/>
                <a:ea typeface="Times"/>
                <a:cs typeface="Times"/>
                <a:sym typeface="Times"/>
              </a:rPr>
              <a:t> </a:t>
            </a:r>
            <a:r>
              <a:rPr lang="en-US" sz="7200" b="1">
                <a:solidFill>
                  <a:schemeClr val="lt1"/>
                </a:solidFill>
                <a:latin typeface="Times"/>
                <a:ea typeface="Times"/>
                <a:cs typeface="Times"/>
                <a:sym typeface="Times"/>
              </a:rPr>
              <a:t>Amen.</a:t>
            </a:r>
            <a:endParaRPr sz="7200">
              <a:solidFill>
                <a:schemeClr val="lt1"/>
              </a:solidFil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651"/>
        <p:cNvGrpSpPr/>
        <p:nvPr/>
      </p:nvGrpSpPr>
      <p:grpSpPr>
        <a:xfrm>
          <a:off x="0" y="0"/>
          <a:ext cx="0" cy="0"/>
          <a:chOff x="0" y="0"/>
          <a:chExt cx="0" cy="0"/>
        </a:xfrm>
      </p:grpSpPr>
      <p:pic>
        <p:nvPicPr>
          <p:cNvPr id="652" name="Google Shape;652;hf002f62f5ca6d5c_0_94"/>
          <p:cNvPicPr preferRelativeResize="0"/>
          <p:nvPr/>
        </p:nvPicPr>
        <p:blipFill rotWithShape="1">
          <a:blip r:embed="rId3">
            <a:alphaModFix/>
          </a:blip>
          <a:srcRect/>
          <a:stretch/>
        </p:blipFill>
        <p:spPr>
          <a:xfrm>
            <a:off x="0" y="0"/>
            <a:ext cx="9144003" cy="5143490"/>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56"/>
        <p:cNvGrpSpPr/>
        <p:nvPr/>
      </p:nvGrpSpPr>
      <p:grpSpPr>
        <a:xfrm>
          <a:off x="0" y="0"/>
          <a:ext cx="0" cy="0"/>
          <a:chOff x="0" y="0"/>
          <a:chExt cx="0" cy="0"/>
        </a:xfrm>
      </p:grpSpPr>
      <p:sp>
        <p:nvSpPr>
          <p:cNvPr id="657" name="Google Shape;657;g3d48ab63a6f_0_9"/>
          <p:cNvSpPr/>
          <p:nvPr/>
        </p:nvSpPr>
        <p:spPr>
          <a:xfrm>
            <a:off x="1143" y="0"/>
            <a:ext cx="9141600" cy="51435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658" name="Google Shape;658;g3d48ab63a6f_0_9"/>
          <p:cNvPicPr preferRelativeResize="0"/>
          <p:nvPr/>
        </p:nvPicPr>
        <p:blipFill rotWithShape="1">
          <a:blip r:embed="rId3">
            <a:alphaModFix/>
          </a:blip>
          <a:srcRect/>
          <a:stretch/>
        </p:blipFill>
        <p:spPr>
          <a:xfrm>
            <a:off x="0" y="0"/>
            <a:ext cx="9144000" cy="5143500"/>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662"/>
        <p:cNvGrpSpPr/>
        <p:nvPr/>
      </p:nvGrpSpPr>
      <p:grpSpPr>
        <a:xfrm>
          <a:off x="0" y="0"/>
          <a:ext cx="0" cy="0"/>
          <a:chOff x="0" y="0"/>
          <a:chExt cx="0" cy="0"/>
        </a:xfrm>
      </p:grpSpPr>
      <p:sp>
        <p:nvSpPr>
          <p:cNvPr id="663" name="Google Shape;663;g3e6e2da66e2_0_60"/>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ctr" anchorCtr="0">
            <a:normAutofit/>
          </a:bodyPr>
          <a:lstStyle/>
          <a:p>
            <a:pPr marL="0" lvl="0" indent="0" algn="ctr" rtl="0">
              <a:lnSpc>
                <a:spcPct val="90000"/>
              </a:lnSpc>
              <a:spcBef>
                <a:spcPts val="0"/>
              </a:spcBef>
              <a:spcAft>
                <a:spcPts val="0"/>
              </a:spcAft>
              <a:buClr>
                <a:schemeClr val="dk1"/>
              </a:buClr>
              <a:buSzPts val="4700"/>
              <a:buFont typeface="Times New Roman"/>
              <a:buNone/>
            </a:pPr>
            <a:r>
              <a:rPr lang="en-US" sz="4700" b="1">
                <a:solidFill>
                  <a:schemeClr val="accent4"/>
                </a:solidFill>
                <a:latin typeface="Times New Roman"/>
                <a:ea typeface="Times New Roman"/>
                <a:cs typeface="Times New Roman"/>
                <a:sym typeface="Times New Roman"/>
              </a:rPr>
              <a:t>ĐÁP CA</a:t>
            </a:r>
            <a:br>
              <a:rPr lang="en-US" sz="4700" b="1">
                <a:latin typeface="Times New Roman"/>
                <a:ea typeface="Times New Roman"/>
                <a:cs typeface="Times New Roman"/>
                <a:sym typeface="Times New Roman"/>
              </a:rPr>
            </a:br>
            <a:r>
              <a:rPr lang="en-US" sz="6700" b="1">
                <a:solidFill>
                  <a:srgbClr val="FFFF00"/>
                </a:solidFill>
                <a:latin typeface="Times New Roman"/>
                <a:ea typeface="Times New Roman"/>
                <a:cs typeface="Times New Roman"/>
                <a:sym typeface="Times New Roman"/>
              </a:rPr>
              <a:t>THÁNH VỊNH 144</a:t>
            </a:r>
            <a:br>
              <a:rPr lang="en-US" sz="4700" b="1" i="0">
                <a:latin typeface="Times New Roman"/>
                <a:ea typeface="Times New Roman"/>
                <a:cs typeface="Times New Roman"/>
                <a:sym typeface="Times New Roman"/>
              </a:rPr>
            </a:br>
            <a:r>
              <a:rPr lang="en-US" sz="4700" b="1" i="1">
                <a:solidFill>
                  <a:schemeClr val="accent4"/>
                </a:solidFill>
                <a:latin typeface="Times New Roman"/>
                <a:ea typeface="Times New Roman"/>
                <a:cs typeface="Times New Roman"/>
                <a:sym typeface="Times New Roman"/>
              </a:rPr>
              <a:t>(Lm. Thái Nguyên)</a:t>
            </a:r>
            <a:br>
              <a:rPr lang="en-US" sz="4700" b="1" i="1">
                <a:solidFill>
                  <a:schemeClr val="accent4"/>
                </a:solidFill>
                <a:latin typeface="Times New Roman"/>
                <a:ea typeface="Times New Roman"/>
                <a:cs typeface="Times New Roman"/>
                <a:sym typeface="Times New Roman"/>
              </a:rPr>
            </a:br>
            <a:r>
              <a:rPr lang="en-US" sz="4700" b="1" i="1">
                <a:solidFill>
                  <a:schemeClr val="accent4"/>
                </a:solidFill>
                <a:latin typeface="Times New Roman"/>
                <a:ea typeface="Times New Roman"/>
                <a:cs typeface="Times New Roman"/>
                <a:sym typeface="Times New Roman"/>
              </a:rPr>
              <a:t>(03 câu)</a:t>
            </a:r>
            <a:endParaRPr sz="4700" b="1">
              <a:solidFill>
                <a:schemeClr val="accent4"/>
              </a:solidFill>
              <a:latin typeface="Times New Roman"/>
              <a:ea typeface="Times New Roman"/>
              <a:cs typeface="Times New Roman"/>
              <a:sym typeface="Times New Roman"/>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g3e6e2da66e2_0_76"/>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000" b="1">
                <a:solidFill>
                  <a:srgbClr val="FFFF00"/>
                </a:solidFill>
                <a:latin typeface="Times New Roman"/>
                <a:ea typeface="Times New Roman"/>
                <a:cs typeface="Times New Roman"/>
                <a:sym typeface="Times New Roman"/>
              </a:rPr>
              <a:t>1. </a:t>
            </a:r>
            <a:r>
              <a:rPr lang="en-US" sz="7000" b="1">
                <a:solidFill>
                  <a:schemeClr val="lt1"/>
                </a:solidFill>
                <a:latin typeface="Times New Roman"/>
                <a:ea typeface="Times New Roman"/>
                <a:cs typeface="Times New Roman"/>
                <a:sym typeface="Times New Roman"/>
              </a:rPr>
              <a:t>Hằng ngày con sẽ chúc tụng Chúa, và con xin ca ngợi danh Ngài tới muôn muôn đời. </a:t>
            </a:r>
            <a:endParaRPr sz="7000" b="1">
              <a:solidFill>
                <a:schemeClr val="lt1"/>
              </a:solidFill>
              <a:latin typeface="Times New Roman"/>
              <a:ea typeface="Times New Roman"/>
              <a:cs typeface="Times New Roman"/>
              <a:sym typeface="Times New Roman"/>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g3faf5860435_0_13"/>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000" b="1">
                <a:solidFill>
                  <a:schemeClr val="lt1"/>
                </a:solidFill>
                <a:latin typeface="Times New Roman"/>
                <a:ea typeface="Times New Roman"/>
                <a:cs typeface="Times New Roman"/>
                <a:sym typeface="Times New Roman"/>
              </a:rPr>
              <a:t>Chúa vĩ đại và rất đáng ngợi khen. Chúa cao vượt nào ai đo lường được.</a:t>
            </a:r>
            <a:endParaRPr sz="7000" b="1">
              <a:solidFill>
                <a:schemeClr val="lt1"/>
              </a:solidFill>
              <a:latin typeface="Times New Roman"/>
              <a:ea typeface="Times New Roman"/>
              <a:cs typeface="Times New Roman"/>
              <a:sym typeface="Times New Roman"/>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677"/>
        <p:cNvGrpSpPr/>
        <p:nvPr/>
      </p:nvGrpSpPr>
      <p:grpSpPr>
        <a:xfrm>
          <a:off x="0" y="0"/>
          <a:ext cx="0" cy="0"/>
          <a:chOff x="0" y="0"/>
          <a:chExt cx="0" cy="0"/>
        </a:xfrm>
      </p:grpSpPr>
      <p:sp>
        <p:nvSpPr>
          <p:cNvPr id="678" name="Google Shape;678;g3e26ec1f821_0_29"/>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rgbClr val="FFFF00"/>
                </a:solidFill>
                <a:latin typeface="Times New Roman"/>
                <a:ea typeface="Times New Roman"/>
                <a:cs typeface="Times New Roman"/>
                <a:sym typeface="Times New Roman"/>
              </a:rPr>
              <a:t>ĐK: </a:t>
            </a:r>
            <a:r>
              <a:rPr lang="en-US" sz="7500" b="1">
                <a:solidFill>
                  <a:schemeClr val="lt1"/>
                </a:solidFill>
                <a:latin typeface="Times New Roman"/>
                <a:ea typeface="Times New Roman"/>
                <a:cs typeface="Times New Roman"/>
                <a:sym typeface="Times New Roman"/>
              </a:rPr>
              <a:t>Chúa ở gần Chúa luôn ở gần những ai kêu cầu Ngài.</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682"/>
        <p:cNvGrpSpPr/>
        <p:nvPr/>
      </p:nvGrpSpPr>
      <p:grpSpPr>
        <a:xfrm>
          <a:off x="0" y="0"/>
          <a:ext cx="0" cy="0"/>
          <a:chOff x="0" y="0"/>
          <a:chExt cx="0" cy="0"/>
        </a:xfrm>
      </p:grpSpPr>
      <p:sp>
        <p:nvSpPr>
          <p:cNvPr id="683" name="Google Shape;683;g3f282feffb0_0_16"/>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100" b="1">
                <a:solidFill>
                  <a:srgbClr val="FFFF00"/>
                </a:solidFill>
                <a:latin typeface="Times New Roman"/>
                <a:ea typeface="Times New Roman"/>
                <a:cs typeface="Times New Roman"/>
                <a:sym typeface="Times New Roman"/>
              </a:rPr>
              <a:t>2. </a:t>
            </a:r>
            <a:r>
              <a:rPr lang="en-US" sz="7100" b="1">
                <a:solidFill>
                  <a:schemeClr val="lt1"/>
                </a:solidFill>
                <a:latin typeface="Times New Roman"/>
                <a:ea typeface="Times New Roman"/>
                <a:cs typeface="Times New Roman"/>
                <a:sym typeface="Times New Roman"/>
              </a:rPr>
              <a:t>Ngài là Thiên Chúa luôn từ ái, và luôn yêu thương hết mọi người chẳng bao giờ cùng.</a:t>
            </a:r>
            <a:endParaRPr sz="7100" b="1">
              <a:solidFill>
                <a:schemeClr val="lt1"/>
              </a:solidFill>
              <a:latin typeface="Times New Roman"/>
              <a:ea typeface="Times New Roman"/>
              <a:cs typeface="Times New Roman"/>
              <a:sym typeface="Times New Roman"/>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687"/>
        <p:cNvGrpSpPr/>
        <p:nvPr/>
      </p:nvGrpSpPr>
      <p:grpSpPr>
        <a:xfrm>
          <a:off x="0" y="0"/>
          <a:ext cx="0" cy="0"/>
          <a:chOff x="0" y="0"/>
          <a:chExt cx="0" cy="0"/>
        </a:xfrm>
      </p:grpSpPr>
      <p:sp>
        <p:nvSpPr>
          <p:cNvPr id="688" name="Google Shape;688;g3f282feffb0_0_20"/>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100" b="1">
                <a:solidFill>
                  <a:schemeClr val="lt1"/>
                </a:solidFill>
                <a:latin typeface="Times New Roman"/>
                <a:ea typeface="Times New Roman"/>
                <a:cs typeface="Times New Roman"/>
                <a:sym typeface="Times New Roman"/>
              </a:rPr>
              <a:t>Phúc ân Ngài hằng chan chứa đầy dư, Chúa nhân từ tạo tác bao kỳ công.</a:t>
            </a:r>
            <a:endParaRPr sz="7100" b="1">
              <a:solidFill>
                <a:schemeClr val="lt1"/>
              </a:solidFill>
              <a:latin typeface="Times New Roman"/>
              <a:ea typeface="Times New Roman"/>
              <a:cs typeface="Times New Roman"/>
              <a:sym typeface="Times New Roman"/>
            </a:endParaRP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692"/>
        <p:cNvGrpSpPr/>
        <p:nvPr/>
      </p:nvGrpSpPr>
      <p:grpSpPr>
        <a:xfrm>
          <a:off x="0" y="0"/>
          <a:ext cx="0" cy="0"/>
          <a:chOff x="0" y="0"/>
          <a:chExt cx="0" cy="0"/>
        </a:xfrm>
      </p:grpSpPr>
      <p:sp>
        <p:nvSpPr>
          <p:cNvPr id="693" name="Google Shape;693;g3fb3359abd2_0_28"/>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rgbClr val="FFFF00"/>
                </a:solidFill>
                <a:latin typeface="Times New Roman"/>
                <a:ea typeface="Times New Roman"/>
                <a:cs typeface="Times New Roman"/>
                <a:sym typeface="Times New Roman"/>
              </a:rPr>
              <a:t>ĐK: </a:t>
            </a:r>
            <a:r>
              <a:rPr lang="en-US" sz="7500" b="1">
                <a:solidFill>
                  <a:schemeClr val="lt1"/>
                </a:solidFill>
                <a:latin typeface="Times New Roman"/>
                <a:ea typeface="Times New Roman"/>
                <a:cs typeface="Times New Roman"/>
                <a:sym typeface="Times New Roman"/>
              </a:rPr>
              <a:t>Chúa ở gần Chúa luôn ở gần những ai kêu cầu Ngài.</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697"/>
        <p:cNvGrpSpPr/>
        <p:nvPr/>
      </p:nvGrpSpPr>
      <p:grpSpPr>
        <a:xfrm>
          <a:off x="0" y="0"/>
          <a:ext cx="0" cy="0"/>
          <a:chOff x="0" y="0"/>
          <a:chExt cx="0" cy="0"/>
        </a:xfrm>
      </p:grpSpPr>
      <p:sp>
        <p:nvSpPr>
          <p:cNvPr id="698" name="Google Shape;698;g3fb2dc0a37c_0_120"/>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6900" b="1">
                <a:solidFill>
                  <a:srgbClr val="FFFF00"/>
                </a:solidFill>
                <a:latin typeface="Times New Roman"/>
                <a:ea typeface="Times New Roman"/>
                <a:cs typeface="Times New Roman"/>
                <a:sym typeface="Times New Roman"/>
              </a:rPr>
              <a:t>3. </a:t>
            </a:r>
            <a:r>
              <a:rPr lang="en-US" sz="6900" b="1">
                <a:solidFill>
                  <a:schemeClr val="lt1"/>
                </a:solidFill>
                <a:latin typeface="Times New Roman"/>
                <a:ea typeface="Times New Roman"/>
                <a:cs typeface="Times New Roman"/>
                <a:sym typeface="Times New Roman"/>
              </a:rPr>
              <a:t>Ngài hằng công minh trong đường lối, và luôn thánh đức trong việc làm tín trung mọi điều. </a:t>
            </a:r>
            <a:endParaRPr sz="6900" b="1">
              <a:solidFill>
                <a:schemeClr val="lt1"/>
              </a:solidFill>
              <a:latin typeface="Times New Roman"/>
              <a:ea typeface="Times New Roman"/>
              <a:cs typeface="Times New Roman"/>
              <a:sym typeface="Times New Roman"/>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702"/>
        <p:cNvGrpSpPr/>
        <p:nvPr/>
      </p:nvGrpSpPr>
      <p:grpSpPr>
        <a:xfrm>
          <a:off x="0" y="0"/>
          <a:ext cx="0" cy="0"/>
          <a:chOff x="0" y="0"/>
          <a:chExt cx="0" cy="0"/>
        </a:xfrm>
      </p:grpSpPr>
      <p:sp>
        <p:nvSpPr>
          <p:cNvPr id="703" name="Google Shape;703;g3fb2dc0a37c_0_124"/>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100" b="1">
                <a:solidFill>
                  <a:schemeClr val="lt1"/>
                </a:solidFill>
                <a:latin typeface="Times New Roman"/>
                <a:ea typeface="Times New Roman"/>
                <a:cs typeface="Times New Roman"/>
                <a:sym typeface="Times New Roman"/>
              </a:rPr>
              <a:t>Chúa ở gần mọi kẻ khấn cầu luôn, những ai lòng thành tâm kính sợ Ngài.</a:t>
            </a:r>
            <a:endParaRPr sz="7100" b="1">
              <a:solidFill>
                <a:schemeClr val="lt1"/>
              </a:solidFill>
              <a:latin typeface="Times New Roman"/>
              <a:ea typeface="Times New Roman"/>
              <a:cs typeface="Times New Roman"/>
              <a:sym typeface="Times New Roman"/>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707"/>
        <p:cNvGrpSpPr/>
        <p:nvPr/>
      </p:nvGrpSpPr>
      <p:grpSpPr>
        <a:xfrm>
          <a:off x="0" y="0"/>
          <a:ext cx="0" cy="0"/>
          <a:chOff x="0" y="0"/>
          <a:chExt cx="0" cy="0"/>
        </a:xfrm>
      </p:grpSpPr>
      <p:sp>
        <p:nvSpPr>
          <p:cNvPr id="708" name="Google Shape;708;g3fb3359abd2_0_32"/>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rgbClr val="FFFF00"/>
                </a:solidFill>
                <a:latin typeface="Times New Roman"/>
                <a:ea typeface="Times New Roman"/>
                <a:cs typeface="Times New Roman"/>
                <a:sym typeface="Times New Roman"/>
              </a:rPr>
              <a:t>ĐK: </a:t>
            </a:r>
            <a:r>
              <a:rPr lang="en-US" sz="7500" b="1">
                <a:solidFill>
                  <a:schemeClr val="lt1"/>
                </a:solidFill>
                <a:latin typeface="Times New Roman"/>
                <a:ea typeface="Times New Roman"/>
                <a:cs typeface="Times New Roman"/>
                <a:sym typeface="Times New Roman"/>
              </a:rPr>
              <a:t>Chúa ở gần Chúa luôn ở gần những ai kêu cầu Ngài.</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12"/>
        <p:cNvGrpSpPr/>
        <p:nvPr/>
      </p:nvGrpSpPr>
      <p:grpSpPr>
        <a:xfrm>
          <a:off x="0" y="0"/>
          <a:ext cx="0" cy="0"/>
          <a:chOff x="0" y="0"/>
          <a:chExt cx="0" cy="0"/>
        </a:xfrm>
      </p:grpSpPr>
      <p:sp>
        <p:nvSpPr>
          <p:cNvPr id="713" name="Google Shape;713;g3d89366497e_0_44"/>
          <p:cNvSpPr/>
          <p:nvPr/>
        </p:nvSpPr>
        <p:spPr>
          <a:xfrm>
            <a:off x="1143" y="0"/>
            <a:ext cx="9141600" cy="51435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714" name="Google Shape;714;g3d89366497e_0_44"/>
          <p:cNvPicPr preferRelativeResize="0"/>
          <p:nvPr/>
        </p:nvPicPr>
        <p:blipFill rotWithShape="1">
          <a:blip r:embed="rId3">
            <a:alphaModFix/>
          </a:blip>
          <a:srcRect/>
          <a:stretch/>
        </p:blipFill>
        <p:spPr>
          <a:xfrm>
            <a:off x="0" y="0"/>
            <a:ext cx="9144000" cy="5143500"/>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719"/>
        <p:cNvGrpSpPr/>
        <p:nvPr/>
      </p:nvGrpSpPr>
      <p:grpSpPr>
        <a:xfrm>
          <a:off x="0" y="0"/>
          <a:ext cx="0" cy="0"/>
          <a:chOff x="0" y="0"/>
          <a:chExt cx="0" cy="0"/>
        </a:xfrm>
      </p:grpSpPr>
      <p:sp>
        <p:nvSpPr>
          <p:cNvPr id="720" name="Google Shape;720;p156"/>
          <p:cNvSpPr txBox="1">
            <a:spLocks noGrp="1"/>
          </p:cNvSpPr>
          <p:nvPr>
            <p:ph type="ctrTitle"/>
          </p:nvPr>
        </p:nvSpPr>
        <p:spPr>
          <a:xfrm>
            <a:off x="0" y="497175"/>
            <a:ext cx="9144000" cy="4646100"/>
          </a:xfrm>
          <a:prstGeom prst="rect">
            <a:avLst/>
          </a:prstGeom>
          <a:solidFill>
            <a:srgbClr val="002060"/>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Clr>
                <a:srgbClr val="EE0000"/>
              </a:buClr>
              <a:buSzPts val="8000"/>
              <a:buFont typeface="Times"/>
              <a:buNone/>
            </a:pPr>
            <a:r>
              <a:rPr lang="en-US" sz="5700" b="1" i="1">
                <a:solidFill>
                  <a:srgbClr val="FFFF00"/>
                </a:solidFill>
                <a:latin typeface="Times New Roman"/>
                <a:ea typeface="Times New Roman"/>
                <a:cs typeface="Times New Roman"/>
                <a:sym typeface="Times New Roman"/>
              </a:rPr>
              <a:t>All… All…</a:t>
            </a:r>
            <a:r>
              <a:rPr lang="en-US" sz="7200" b="1" i="1">
                <a:solidFill>
                  <a:srgbClr val="EE0000"/>
                </a:solidFill>
                <a:latin typeface="Times New Roman"/>
                <a:ea typeface="Times New Roman"/>
                <a:cs typeface="Times New Roman"/>
                <a:sym typeface="Times New Roman"/>
              </a:rPr>
              <a:t> </a:t>
            </a:r>
            <a:br>
              <a:rPr lang="en-US" sz="7400" b="1" i="1">
                <a:solidFill>
                  <a:srgbClr val="EE0000"/>
                </a:solidFill>
                <a:latin typeface="Times New Roman"/>
                <a:ea typeface="Times New Roman"/>
                <a:cs typeface="Times New Roman"/>
                <a:sym typeface="Times New Roman"/>
              </a:rPr>
            </a:br>
            <a:r>
              <a:rPr lang="en-US" sz="7200" b="1">
                <a:solidFill>
                  <a:schemeClr val="lt1"/>
                </a:solidFill>
                <a:latin typeface="Times New Roman"/>
                <a:ea typeface="Times New Roman"/>
                <a:cs typeface="Times New Roman"/>
                <a:sym typeface="Times New Roman"/>
              </a:rPr>
              <a:t>Chúc tụng Đức Vua Đấng nhân danh Chúa mà đến.</a:t>
            </a:r>
            <a:endParaRPr sz="7200" b="1" i="1">
              <a:solidFill>
                <a:schemeClr val="lt1"/>
              </a:solidFill>
              <a:latin typeface="Times New Roman"/>
              <a:ea typeface="Times New Roman"/>
              <a:cs typeface="Times New Roman"/>
              <a:sym typeface="Times New Roman"/>
            </a:endParaRPr>
          </a:p>
        </p:txBody>
      </p:sp>
      <p:sp>
        <p:nvSpPr>
          <p:cNvPr id="721" name="Google Shape;721;p156"/>
          <p:cNvSpPr txBox="1"/>
          <p:nvPr/>
        </p:nvSpPr>
        <p:spPr>
          <a:xfrm>
            <a:off x="0" y="-50800"/>
            <a:ext cx="9144000" cy="635000"/>
          </a:xfrm>
          <a:prstGeom prst="rect">
            <a:avLst/>
          </a:prstGeom>
          <a:solidFill>
            <a:srgbClr val="002060"/>
          </a:solidFill>
          <a:ln>
            <a:noFill/>
          </a:ln>
        </p:spPr>
        <p:txBody>
          <a:bodyPr spcFirstLastPara="1" wrap="square" lIns="91425" tIns="45700" rIns="91425" bIns="45700" anchor="ctr" anchorCtr="0">
            <a:normAutofit/>
          </a:bodyPr>
          <a:lstStyle/>
          <a:p>
            <a:pPr marL="0" marR="0" lvl="0" indent="0" algn="ctr" rtl="0">
              <a:lnSpc>
                <a:spcPct val="100000"/>
              </a:lnSpc>
              <a:spcBef>
                <a:spcPts val="0"/>
              </a:spcBef>
              <a:spcAft>
                <a:spcPts val="0"/>
              </a:spcAft>
              <a:buClr>
                <a:srgbClr val="FF0000"/>
              </a:buClr>
              <a:buSzPts val="3200"/>
              <a:buFont typeface="Times New Roman"/>
              <a:buNone/>
            </a:pPr>
            <a:r>
              <a:rPr lang="en-US" sz="3200" b="1" i="0" u="none" strike="noStrike" cap="none">
                <a:solidFill>
                  <a:schemeClr val="accent2"/>
                </a:solidFill>
                <a:latin typeface="Times New Roman"/>
                <a:ea typeface="Times New Roman"/>
                <a:cs typeface="Times New Roman"/>
                <a:sym typeface="Times New Roman"/>
              </a:rPr>
              <a:t>TUNG HÔ TIN MỪNG</a:t>
            </a:r>
            <a:endParaRPr sz="3200" b="1" i="0" u="none" strike="noStrike" cap="none">
              <a:solidFill>
                <a:schemeClr val="accent2"/>
              </a:solidFill>
              <a:latin typeface="Times New Roman"/>
              <a:ea typeface="Times New Roman"/>
              <a:cs typeface="Times New Roman"/>
              <a:sym typeface="Times New Roman"/>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725"/>
        <p:cNvGrpSpPr/>
        <p:nvPr/>
      </p:nvGrpSpPr>
      <p:grpSpPr>
        <a:xfrm>
          <a:off x="0" y="0"/>
          <a:ext cx="0" cy="0"/>
          <a:chOff x="0" y="0"/>
          <a:chExt cx="0" cy="0"/>
        </a:xfrm>
      </p:grpSpPr>
      <p:sp>
        <p:nvSpPr>
          <p:cNvPr id="726" name="Google Shape;726;g3b224b7d20a_0_95"/>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Clr>
                <a:schemeClr val="dk1"/>
              </a:buClr>
              <a:buSzPts val="8000"/>
              <a:buFont typeface="Times"/>
              <a:buNone/>
            </a:pPr>
            <a:r>
              <a:rPr lang="en-US" sz="6800" b="1">
                <a:solidFill>
                  <a:schemeClr val="lt1"/>
                </a:solidFill>
                <a:latin typeface="Times New Roman"/>
                <a:ea typeface="Times New Roman"/>
                <a:cs typeface="Times New Roman"/>
                <a:sym typeface="Times New Roman"/>
              </a:rPr>
              <a:t>Bình an trên trời và vinh quang trên các tầng trời. </a:t>
            </a:r>
            <a:r>
              <a:rPr lang="en-US" sz="6800" b="1" i="1">
                <a:solidFill>
                  <a:srgbClr val="FFFF00"/>
                </a:solidFill>
                <a:latin typeface="Times New Roman"/>
                <a:ea typeface="Times New Roman"/>
                <a:cs typeface="Times New Roman"/>
                <a:sym typeface="Times New Roman"/>
              </a:rPr>
              <a:t>All..</a:t>
            </a:r>
            <a:endParaRPr sz="6800" b="1">
              <a:solidFill>
                <a:srgbClr val="FFFF00"/>
              </a:solidFill>
              <a:latin typeface="Times New Roman"/>
              <a:ea typeface="Times New Roman"/>
              <a:cs typeface="Times New Roman"/>
              <a:sym typeface="Times New Roman"/>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730"/>
        <p:cNvGrpSpPr/>
        <p:nvPr/>
      </p:nvGrpSpPr>
      <p:grpSpPr>
        <a:xfrm>
          <a:off x="0" y="0"/>
          <a:ext cx="0" cy="0"/>
          <a:chOff x="0" y="0"/>
          <a:chExt cx="0" cy="0"/>
        </a:xfrm>
      </p:grpSpPr>
      <p:pic>
        <p:nvPicPr>
          <p:cNvPr id="731" name="Google Shape;731;g3baa6357486_0_13"/>
          <p:cNvPicPr preferRelativeResize="0"/>
          <p:nvPr/>
        </p:nvPicPr>
        <p:blipFill rotWithShape="1">
          <a:blip r:embed="rId3">
            <a:alphaModFix/>
          </a:blip>
          <a:srcRect/>
          <a:stretch/>
        </p:blipFill>
        <p:spPr>
          <a:xfrm>
            <a:off x="0" y="0"/>
            <a:ext cx="9143990" cy="5143500"/>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735"/>
        <p:cNvGrpSpPr/>
        <p:nvPr/>
      </p:nvGrpSpPr>
      <p:grpSpPr>
        <a:xfrm>
          <a:off x="0" y="0"/>
          <a:ext cx="0" cy="0"/>
          <a:chOff x="0" y="0"/>
          <a:chExt cx="0" cy="0"/>
        </a:xfrm>
      </p:grpSpPr>
      <p:pic>
        <p:nvPicPr>
          <p:cNvPr id="736" name="Google Shape;736;hf002f62f5ca6d5c_0_98"/>
          <p:cNvPicPr preferRelativeResize="0"/>
          <p:nvPr/>
        </p:nvPicPr>
        <p:blipFill rotWithShape="1">
          <a:blip r:embed="rId3">
            <a:alphaModFix/>
          </a:blip>
          <a:srcRect/>
          <a:stretch/>
        </p:blipFill>
        <p:spPr>
          <a:xfrm>
            <a:off x="0" y="0"/>
            <a:ext cx="9144003" cy="5143490"/>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740"/>
        <p:cNvGrpSpPr/>
        <p:nvPr/>
      </p:nvGrpSpPr>
      <p:grpSpPr>
        <a:xfrm>
          <a:off x="0" y="0"/>
          <a:ext cx="0" cy="0"/>
          <a:chOff x="0" y="0"/>
          <a:chExt cx="0" cy="0"/>
        </a:xfrm>
      </p:grpSpPr>
      <p:sp>
        <p:nvSpPr>
          <p:cNvPr id="741" name="Google Shape;741;p159"/>
          <p:cNvSpPr txBox="1">
            <a:spLocks noGrp="1"/>
          </p:cNvSpPr>
          <p:nvPr>
            <p:ph type="ctrTitle"/>
          </p:nvPr>
        </p:nvSpPr>
        <p:spPr>
          <a:xfrm>
            <a:off x="0" y="514351"/>
            <a:ext cx="9144000" cy="4629148"/>
          </a:xfrm>
          <a:prstGeom prst="rect">
            <a:avLst/>
          </a:prstGeom>
          <a:solidFill>
            <a:srgbClr val="002060"/>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Clr>
                <a:schemeClr val="accent4"/>
              </a:buClr>
              <a:buSzPts val="7200"/>
              <a:buFont typeface="Times"/>
              <a:buNone/>
            </a:pPr>
            <a:r>
              <a:rPr lang="en-US" sz="7200" b="1">
                <a:solidFill>
                  <a:schemeClr val="accent4"/>
                </a:solidFill>
                <a:latin typeface="Times"/>
                <a:ea typeface="Times"/>
                <a:cs typeface="Times"/>
                <a:sym typeface="Times"/>
              </a:rPr>
              <a:t>CT: </a:t>
            </a:r>
            <a:r>
              <a:rPr lang="en-US" sz="7200" b="1">
                <a:solidFill>
                  <a:schemeClr val="lt1"/>
                </a:solidFill>
                <a:latin typeface="Times"/>
                <a:ea typeface="Times"/>
                <a:cs typeface="Times"/>
                <a:sym typeface="Times"/>
              </a:rPr>
              <a:t>Tôi tin kính một Thiên Chúa là Cha toàn năng.</a:t>
            </a:r>
            <a:endParaRPr/>
          </a:p>
        </p:txBody>
      </p:sp>
      <p:sp>
        <p:nvSpPr>
          <p:cNvPr id="742" name="Google Shape;742;p159"/>
          <p:cNvSpPr txBox="1"/>
          <p:nvPr/>
        </p:nvSpPr>
        <p:spPr>
          <a:xfrm>
            <a:off x="0" y="0"/>
            <a:ext cx="9144000" cy="738100"/>
          </a:xfrm>
          <a:prstGeom prst="rect">
            <a:avLst/>
          </a:prstGeom>
          <a:solidFill>
            <a:srgbClr val="002060"/>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accent4"/>
              </a:buClr>
              <a:buSzPts val="3600"/>
              <a:buFont typeface="Times New Roman"/>
              <a:buNone/>
            </a:pPr>
            <a:r>
              <a:rPr lang="en-US" sz="3600" b="1" i="0" u="none" strike="noStrike" cap="none">
                <a:solidFill>
                  <a:schemeClr val="accent4"/>
                </a:solidFill>
                <a:latin typeface="Times New Roman"/>
                <a:ea typeface="Times New Roman"/>
                <a:cs typeface="Times New Roman"/>
                <a:sym typeface="Times New Roman"/>
              </a:rPr>
              <a:t>KINH TIN KÍNH</a:t>
            </a:r>
            <a:endParaRPr sz="3600" b="1" i="0" u="none" strike="noStrike" cap="none">
              <a:solidFill>
                <a:schemeClr val="accent4"/>
              </a:solidFill>
              <a:latin typeface="Times New Roman"/>
              <a:ea typeface="Times New Roman"/>
              <a:cs typeface="Times New Roman"/>
              <a:sym typeface="Times New Roman"/>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746"/>
        <p:cNvGrpSpPr/>
        <p:nvPr/>
      </p:nvGrpSpPr>
      <p:grpSpPr>
        <a:xfrm>
          <a:off x="0" y="0"/>
          <a:ext cx="0" cy="0"/>
          <a:chOff x="0" y="0"/>
          <a:chExt cx="0" cy="0"/>
        </a:xfrm>
      </p:grpSpPr>
      <p:sp>
        <p:nvSpPr>
          <p:cNvPr id="747" name="Google Shape;747;p160"/>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New Roman"/>
                <a:ea typeface="Times New Roman"/>
                <a:cs typeface="Times New Roman"/>
                <a:sym typeface="Times New Roman"/>
              </a:rPr>
              <a:t>Đấng tạo thành trời đất muôn vật hữu hình và vô hình.</a:t>
            </a:r>
            <a:endParaRPr>
              <a:latin typeface="Times New Roman"/>
              <a:ea typeface="Times New Roman"/>
              <a:cs typeface="Times New Roman"/>
              <a:sym typeface="Times New Roman"/>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2" name="Google Shape;752;p161"/>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New Roman"/>
                <a:ea typeface="Times New Roman"/>
                <a:cs typeface="Times New Roman"/>
                <a:sym typeface="Times New Roman"/>
              </a:rPr>
              <a:t>Tôi tin kính một Chúa Giê-su Ki-tô Con Một Thiên Chúa,</a:t>
            </a:r>
            <a:endParaRPr>
              <a:latin typeface="Times New Roman"/>
              <a:ea typeface="Times New Roman"/>
              <a:cs typeface="Times New Roman"/>
              <a:sym typeface="Times New Roman"/>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sp>
        <p:nvSpPr>
          <p:cNvPr id="757" name="Google Shape;757;p162"/>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New Roman"/>
                <a:ea typeface="Times New Roman"/>
                <a:cs typeface="Times New Roman"/>
                <a:sym typeface="Times New Roman"/>
              </a:rPr>
              <a:t>sinh bởi Đức Chúa Cha từ trước muôn đời.</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761"/>
        <p:cNvGrpSpPr/>
        <p:nvPr/>
      </p:nvGrpSpPr>
      <p:grpSpPr>
        <a:xfrm>
          <a:off x="0" y="0"/>
          <a:ext cx="0" cy="0"/>
          <a:chOff x="0" y="0"/>
          <a:chExt cx="0" cy="0"/>
        </a:xfrm>
      </p:grpSpPr>
      <p:sp>
        <p:nvSpPr>
          <p:cNvPr id="762" name="Google Shape;762;p163"/>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New Roman"/>
                <a:ea typeface="Times New Roman"/>
                <a:cs typeface="Times New Roman"/>
                <a:sym typeface="Times New Roman"/>
              </a:rPr>
              <a:t>Người là Thiên Chúa bởi Thiên Chúa, Ánh Sáng bởi Ánh Sáng,</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766"/>
        <p:cNvGrpSpPr/>
        <p:nvPr/>
      </p:nvGrpSpPr>
      <p:grpSpPr>
        <a:xfrm>
          <a:off x="0" y="0"/>
          <a:ext cx="0" cy="0"/>
          <a:chOff x="0" y="0"/>
          <a:chExt cx="0" cy="0"/>
        </a:xfrm>
      </p:grpSpPr>
      <p:sp>
        <p:nvSpPr>
          <p:cNvPr id="767" name="Google Shape;767;p164"/>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ctr"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New Roman"/>
                <a:ea typeface="Times New Roman"/>
                <a:cs typeface="Times New Roman"/>
                <a:sym typeface="Times New Roman"/>
              </a:rPr>
              <a:t>Thiên Chúa thật bởi Thiên Chúa Thật Được sinh ra mà không phải được tạo thành, </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Shape 771"/>
        <p:cNvGrpSpPr/>
        <p:nvPr/>
      </p:nvGrpSpPr>
      <p:grpSpPr>
        <a:xfrm>
          <a:off x="0" y="0"/>
          <a:ext cx="0" cy="0"/>
          <a:chOff x="0" y="0"/>
          <a:chExt cx="0" cy="0"/>
        </a:xfrm>
      </p:grpSpPr>
      <p:sp>
        <p:nvSpPr>
          <p:cNvPr id="772" name="Google Shape;772;p165"/>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New Roman"/>
                <a:ea typeface="Times New Roman"/>
                <a:cs typeface="Times New Roman"/>
                <a:sym typeface="Times New Roman"/>
              </a:rPr>
              <a:t>đồng bản thể với Đức Chúa Cha: nhờ Người mà muôn vật được tạo thành.</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7" name="Google Shape;777;p166"/>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New Roman"/>
                <a:ea typeface="Times New Roman"/>
                <a:cs typeface="Times New Roman"/>
                <a:sym typeface="Times New Roman"/>
              </a:rPr>
              <a:t>Vì loài người chúng ta và để cứu độ chúng ta, Người đã từ trời xuống thế.</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781"/>
        <p:cNvGrpSpPr/>
        <p:nvPr/>
      </p:nvGrpSpPr>
      <p:grpSpPr>
        <a:xfrm>
          <a:off x="0" y="0"/>
          <a:ext cx="0" cy="0"/>
          <a:chOff x="0" y="0"/>
          <a:chExt cx="0" cy="0"/>
        </a:xfrm>
      </p:grpSpPr>
      <p:sp>
        <p:nvSpPr>
          <p:cNvPr id="782" name="Google Shape;782;p167"/>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000"/>
              <a:buFont typeface="Times"/>
              <a:buNone/>
            </a:pPr>
            <a:r>
              <a:rPr lang="en-US" sz="6800" b="1">
                <a:solidFill>
                  <a:schemeClr val="lt1"/>
                </a:solidFill>
                <a:latin typeface="Times New Roman"/>
                <a:ea typeface="Times New Roman"/>
                <a:cs typeface="Times New Roman"/>
                <a:sym typeface="Times New Roman"/>
              </a:rPr>
              <a:t>Bởi phép Đức Chúa Thánh Thần Người đã nhập thể trong lòng Trinh Nữ Maria, và đã làm người.</a:t>
            </a:r>
            <a:endParaRPr sz="6800" b="1">
              <a:solidFill>
                <a:schemeClr val="lt1"/>
              </a:solidFill>
              <a:latin typeface="Times New Roman"/>
              <a:ea typeface="Times New Roman"/>
              <a:cs typeface="Times New Roman"/>
              <a:sym typeface="Times New Roman"/>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786"/>
        <p:cNvGrpSpPr/>
        <p:nvPr/>
      </p:nvGrpSpPr>
      <p:grpSpPr>
        <a:xfrm>
          <a:off x="0" y="0"/>
          <a:ext cx="0" cy="0"/>
          <a:chOff x="0" y="0"/>
          <a:chExt cx="0" cy="0"/>
        </a:xfrm>
      </p:grpSpPr>
      <p:sp>
        <p:nvSpPr>
          <p:cNvPr id="787" name="Google Shape;787;p168"/>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New Roman"/>
                <a:ea typeface="Times New Roman"/>
                <a:cs typeface="Times New Roman"/>
                <a:sym typeface="Times New Roman"/>
              </a:rPr>
              <a:t>Người chịu đóng đinh vào thập giá vì chúng ta, Thời quan Phong-xi-ô Phi-la-tô; </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791"/>
        <p:cNvGrpSpPr/>
        <p:nvPr/>
      </p:nvGrpSpPr>
      <p:grpSpPr>
        <a:xfrm>
          <a:off x="0" y="0"/>
          <a:ext cx="0" cy="0"/>
          <a:chOff x="0" y="0"/>
          <a:chExt cx="0" cy="0"/>
        </a:xfrm>
      </p:grpSpPr>
      <p:sp>
        <p:nvSpPr>
          <p:cNvPr id="792" name="Google Shape;792;p169"/>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New Roman"/>
                <a:ea typeface="Times New Roman"/>
                <a:cs typeface="Times New Roman"/>
                <a:sym typeface="Times New Roman"/>
              </a:rPr>
              <a:t>Người chịu khổ hình và mai táng, ngày thứ ba Người sống lại như lời Thánh Kinh.</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796"/>
        <p:cNvGrpSpPr/>
        <p:nvPr/>
      </p:nvGrpSpPr>
      <p:grpSpPr>
        <a:xfrm>
          <a:off x="0" y="0"/>
          <a:ext cx="0" cy="0"/>
          <a:chOff x="0" y="0"/>
          <a:chExt cx="0" cy="0"/>
        </a:xfrm>
      </p:grpSpPr>
      <p:sp>
        <p:nvSpPr>
          <p:cNvPr id="797" name="Google Shape;797;p170"/>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000"/>
              <a:buFont typeface="Times"/>
              <a:buNone/>
            </a:pPr>
            <a:r>
              <a:rPr lang="en-US" sz="7000" b="1">
                <a:solidFill>
                  <a:schemeClr val="lt1"/>
                </a:solidFill>
                <a:latin typeface="Times New Roman"/>
                <a:ea typeface="Times New Roman"/>
                <a:cs typeface="Times New Roman"/>
                <a:sym typeface="Times New Roman"/>
              </a:rPr>
              <a:t>Người lên trời, ngự bên hữu Đức Chúa Cha, và Người sẽ lại đến trong vinh quang</a:t>
            </a:r>
            <a:endParaRPr sz="7000" b="1">
              <a:solidFill>
                <a:schemeClr val="lt1"/>
              </a:solidFill>
              <a:latin typeface="Times New Roman"/>
              <a:ea typeface="Times New Roman"/>
              <a:cs typeface="Times New Roman"/>
              <a:sym typeface="Times New Roman"/>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801"/>
        <p:cNvGrpSpPr/>
        <p:nvPr/>
      </p:nvGrpSpPr>
      <p:grpSpPr>
        <a:xfrm>
          <a:off x="0" y="0"/>
          <a:ext cx="0" cy="0"/>
          <a:chOff x="0" y="0"/>
          <a:chExt cx="0" cy="0"/>
        </a:xfrm>
      </p:grpSpPr>
      <p:sp>
        <p:nvSpPr>
          <p:cNvPr id="802" name="Google Shape;802;p171"/>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New Roman"/>
                <a:ea typeface="Times New Roman"/>
                <a:cs typeface="Times New Roman"/>
                <a:sym typeface="Times New Roman"/>
              </a:rPr>
              <a:t>để phán xét kẻ sống và kẻ chết, Nước Người sẽ không bao giờ cùng.</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806"/>
        <p:cNvGrpSpPr/>
        <p:nvPr/>
      </p:nvGrpSpPr>
      <p:grpSpPr>
        <a:xfrm>
          <a:off x="0" y="0"/>
          <a:ext cx="0" cy="0"/>
          <a:chOff x="0" y="0"/>
          <a:chExt cx="0" cy="0"/>
        </a:xfrm>
      </p:grpSpPr>
      <p:sp>
        <p:nvSpPr>
          <p:cNvPr id="807" name="Google Shape;807;p172"/>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New Roman"/>
                <a:ea typeface="Times New Roman"/>
                <a:cs typeface="Times New Roman"/>
                <a:sym typeface="Times New Roman"/>
              </a:rPr>
              <a:t>Tôi tin kính Đức Chúa Thánh Thần là Thiên Chúa và là Đấng ban sự sống,</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811"/>
        <p:cNvGrpSpPr/>
        <p:nvPr/>
      </p:nvGrpSpPr>
      <p:grpSpPr>
        <a:xfrm>
          <a:off x="0" y="0"/>
          <a:ext cx="0" cy="0"/>
          <a:chOff x="0" y="0"/>
          <a:chExt cx="0" cy="0"/>
        </a:xfrm>
      </p:grpSpPr>
      <p:sp>
        <p:nvSpPr>
          <p:cNvPr id="812" name="Google Shape;812;p173"/>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New Roman"/>
                <a:ea typeface="Times New Roman"/>
                <a:cs typeface="Times New Roman"/>
                <a:sym typeface="Times New Roman"/>
              </a:rPr>
              <a:t>Người bởi Đức Chúa Cha và Đức Chúa Con mà ra.</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816"/>
        <p:cNvGrpSpPr/>
        <p:nvPr/>
      </p:nvGrpSpPr>
      <p:grpSpPr>
        <a:xfrm>
          <a:off x="0" y="0"/>
          <a:ext cx="0" cy="0"/>
          <a:chOff x="0" y="0"/>
          <a:chExt cx="0" cy="0"/>
        </a:xfrm>
      </p:grpSpPr>
      <p:sp>
        <p:nvSpPr>
          <p:cNvPr id="817" name="Google Shape;817;p174"/>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New Roman"/>
                <a:ea typeface="Times New Roman"/>
                <a:cs typeface="Times New Roman"/>
                <a:sym typeface="Times New Roman"/>
              </a:rPr>
              <a:t>Người được phụng thờ và tôn vinh cùng với Đức Chúa Cha và Đức Chúa Con.</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821"/>
        <p:cNvGrpSpPr/>
        <p:nvPr/>
      </p:nvGrpSpPr>
      <p:grpSpPr>
        <a:xfrm>
          <a:off x="0" y="0"/>
          <a:ext cx="0" cy="0"/>
          <a:chOff x="0" y="0"/>
          <a:chExt cx="0" cy="0"/>
        </a:xfrm>
      </p:grpSpPr>
      <p:sp>
        <p:nvSpPr>
          <p:cNvPr id="822" name="Google Shape;822;p175"/>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New Roman"/>
                <a:ea typeface="Times New Roman"/>
                <a:cs typeface="Times New Roman"/>
                <a:sym typeface="Times New Roman"/>
              </a:rPr>
              <a:t>Người đã dùng các Tiên tri mà phán dạy.</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826"/>
        <p:cNvGrpSpPr/>
        <p:nvPr/>
      </p:nvGrpSpPr>
      <p:grpSpPr>
        <a:xfrm>
          <a:off x="0" y="0"/>
          <a:ext cx="0" cy="0"/>
          <a:chOff x="0" y="0"/>
          <a:chExt cx="0" cy="0"/>
        </a:xfrm>
      </p:grpSpPr>
      <p:sp>
        <p:nvSpPr>
          <p:cNvPr id="827" name="Google Shape;827;p176"/>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New Roman"/>
                <a:ea typeface="Times New Roman"/>
                <a:cs typeface="Times New Roman"/>
                <a:sym typeface="Times New Roman"/>
              </a:rPr>
              <a:t>Tôi tin Hội Thánh duy nhất, thánh thiện, công giáo và tông truyền.</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831"/>
        <p:cNvGrpSpPr/>
        <p:nvPr/>
      </p:nvGrpSpPr>
      <p:grpSpPr>
        <a:xfrm>
          <a:off x="0" y="0"/>
          <a:ext cx="0" cy="0"/>
          <a:chOff x="0" y="0"/>
          <a:chExt cx="0" cy="0"/>
        </a:xfrm>
      </p:grpSpPr>
      <p:sp>
        <p:nvSpPr>
          <p:cNvPr id="832" name="Google Shape;832;p177"/>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New Roman"/>
                <a:ea typeface="Times New Roman"/>
                <a:cs typeface="Times New Roman"/>
                <a:sym typeface="Times New Roman"/>
              </a:rPr>
              <a:t>Tôi tuyên xưng có một Phép Rửa để tha tội.</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Shape 836"/>
        <p:cNvGrpSpPr/>
        <p:nvPr/>
      </p:nvGrpSpPr>
      <p:grpSpPr>
        <a:xfrm>
          <a:off x="0" y="0"/>
          <a:ext cx="0" cy="0"/>
          <a:chOff x="0" y="0"/>
          <a:chExt cx="0" cy="0"/>
        </a:xfrm>
      </p:grpSpPr>
      <p:sp>
        <p:nvSpPr>
          <p:cNvPr id="837" name="Google Shape;837;p178"/>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New Roman"/>
                <a:ea typeface="Times New Roman"/>
                <a:cs typeface="Times New Roman"/>
                <a:sym typeface="Times New Roman"/>
              </a:rPr>
              <a:t>Tôi trông đợi kẻ chết sống lại và sự sống đời sau. Amen.</a:t>
            </a: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841"/>
        <p:cNvGrpSpPr/>
        <p:nvPr/>
      </p:nvGrpSpPr>
      <p:grpSpPr>
        <a:xfrm>
          <a:off x="0" y="0"/>
          <a:ext cx="0" cy="0"/>
          <a:chOff x="0" y="0"/>
          <a:chExt cx="0" cy="0"/>
        </a:xfrm>
      </p:grpSpPr>
      <p:pic>
        <p:nvPicPr>
          <p:cNvPr id="842" name="Google Shape;842;hf002f62f5ca6d5c_0_102"/>
          <p:cNvPicPr preferRelativeResize="0"/>
          <p:nvPr/>
        </p:nvPicPr>
        <p:blipFill rotWithShape="1">
          <a:blip r:embed="rId3">
            <a:alphaModFix/>
          </a:blip>
          <a:srcRect/>
          <a:stretch/>
        </p:blipFill>
        <p:spPr>
          <a:xfrm>
            <a:off x="0" y="0"/>
            <a:ext cx="9144003" cy="5143490"/>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846"/>
        <p:cNvGrpSpPr/>
        <p:nvPr/>
      </p:nvGrpSpPr>
      <p:grpSpPr>
        <a:xfrm>
          <a:off x="0" y="0"/>
          <a:ext cx="0" cy="0"/>
          <a:chOff x="0" y="0"/>
          <a:chExt cx="0" cy="0"/>
        </a:xfrm>
      </p:grpSpPr>
      <p:sp>
        <p:nvSpPr>
          <p:cNvPr id="847" name="Google Shape;847;g3f95afb83fa_0_24"/>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ctr" anchorCtr="0">
            <a:normAutofit/>
          </a:bodyPr>
          <a:lstStyle/>
          <a:p>
            <a:pPr marL="0" lvl="0" indent="0" algn="ctr" rtl="0">
              <a:lnSpc>
                <a:spcPct val="90000"/>
              </a:lnSpc>
              <a:spcBef>
                <a:spcPts val="0"/>
              </a:spcBef>
              <a:spcAft>
                <a:spcPts val="0"/>
              </a:spcAft>
              <a:buClr>
                <a:schemeClr val="dk1"/>
              </a:buClr>
              <a:buSzPts val="4700"/>
              <a:buFont typeface="Times New Roman"/>
              <a:buNone/>
            </a:pPr>
            <a:r>
              <a:rPr lang="en-US" sz="4700" b="1">
                <a:solidFill>
                  <a:schemeClr val="accent4"/>
                </a:solidFill>
                <a:latin typeface="Times New Roman"/>
                <a:ea typeface="Times New Roman"/>
                <a:cs typeface="Times New Roman"/>
                <a:sym typeface="Times New Roman"/>
              </a:rPr>
              <a:t>DÂNG LỄ</a:t>
            </a:r>
            <a:br>
              <a:rPr lang="en-US" sz="4700" b="1">
                <a:latin typeface="Times New Roman"/>
                <a:ea typeface="Times New Roman"/>
                <a:cs typeface="Times New Roman"/>
                <a:sym typeface="Times New Roman"/>
              </a:rPr>
            </a:br>
            <a:r>
              <a:rPr lang="en-US" sz="6700" b="1">
                <a:solidFill>
                  <a:srgbClr val="FFFF00"/>
                </a:solidFill>
                <a:latin typeface="Times New Roman"/>
                <a:ea typeface="Times New Roman"/>
                <a:cs typeface="Times New Roman"/>
                <a:sym typeface="Times New Roman"/>
              </a:rPr>
              <a:t>LÀ ĐÂY CỦA LỄ</a:t>
            </a:r>
            <a:endParaRPr sz="6700" b="1">
              <a:solidFill>
                <a:srgbClr val="FFFF00"/>
              </a:solidFill>
              <a:latin typeface="Times New Roman"/>
              <a:ea typeface="Times New Roman"/>
              <a:cs typeface="Times New Roman"/>
              <a:sym typeface="Times New Roman"/>
            </a:endParaRPr>
          </a:p>
          <a:p>
            <a:pPr marL="0" lvl="0" indent="0" algn="ctr" rtl="0">
              <a:lnSpc>
                <a:spcPct val="90000"/>
              </a:lnSpc>
              <a:spcBef>
                <a:spcPts val="0"/>
              </a:spcBef>
              <a:spcAft>
                <a:spcPts val="0"/>
              </a:spcAft>
              <a:buClr>
                <a:schemeClr val="dk1"/>
              </a:buClr>
              <a:buSzPts val="4700"/>
              <a:buFont typeface="Times New Roman"/>
              <a:buNone/>
            </a:pPr>
            <a:r>
              <a:rPr lang="en-US" sz="4700" b="1" i="1">
                <a:solidFill>
                  <a:schemeClr val="accent4"/>
                </a:solidFill>
                <a:latin typeface="Times New Roman"/>
                <a:ea typeface="Times New Roman"/>
                <a:cs typeface="Times New Roman"/>
                <a:sym typeface="Times New Roman"/>
              </a:rPr>
              <a:t>(Ngọc Linh)</a:t>
            </a:r>
            <a:endParaRPr sz="6700" b="1">
              <a:solidFill>
                <a:srgbClr val="FFFF00"/>
              </a:solidFill>
              <a:latin typeface="Times New Roman"/>
              <a:ea typeface="Times New Roman"/>
              <a:cs typeface="Times New Roman"/>
              <a:sym typeface="Times New Roman"/>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851"/>
        <p:cNvGrpSpPr/>
        <p:nvPr/>
      </p:nvGrpSpPr>
      <p:grpSpPr>
        <a:xfrm>
          <a:off x="0" y="0"/>
          <a:ext cx="0" cy="0"/>
          <a:chOff x="0" y="0"/>
          <a:chExt cx="0" cy="0"/>
        </a:xfrm>
      </p:grpSpPr>
      <p:sp>
        <p:nvSpPr>
          <p:cNvPr id="852" name="Google Shape;852;g3f69acae762_0_124"/>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rgbClr val="FFFF00"/>
                </a:solidFill>
                <a:latin typeface="Times New Roman"/>
                <a:ea typeface="Times New Roman"/>
                <a:cs typeface="Times New Roman"/>
                <a:sym typeface="Times New Roman"/>
              </a:rPr>
              <a:t>1. </a:t>
            </a:r>
            <a:r>
              <a:rPr lang="en-US" sz="7500" b="1">
                <a:solidFill>
                  <a:schemeClr val="lt1"/>
                </a:solidFill>
                <a:latin typeface="Times New Roman"/>
                <a:ea typeface="Times New Roman"/>
                <a:cs typeface="Times New Roman"/>
                <a:sym typeface="Times New Roman"/>
              </a:rPr>
              <a:t>Với những lao nhọc mồ hôi nước mắt, với những ưu phiền và những xót xa,</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856"/>
        <p:cNvGrpSpPr/>
        <p:nvPr/>
      </p:nvGrpSpPr>
      <p:grpSpPr>
        <a:xfrm>
          <a:off x="0" y="0"/>
          <a:ext cx="0" cy="0"/>
          <a:chOff x="0" y="0"/>
          <a:chExt cx="0" cy="0"/>
        </a:xfrm>
      </p:grpSpPr>
      <p:sp>
        <p:nvSpPr>
          <p:cNvPr id="857" name="Google Shape;857;g3f69acae762_0_128"/>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chemeClr val="lt1"/>
                </a:solidFill>
                <a:latin typeface="Times New Roman"/>
                <a:ea typeface="Times New Roman"/>
                <a:cs typeface="Times New Roman"/>
                <a:sym typeface="Times New Roman"/>
              </a:rPr>
              <a:t>là đây của lễ tiến dâng về Cha, là đây của lễ, lễ dâng mọn hèn.</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861"/>
        <p:cNvGrpSpPr/>
        <p:nvPr/>
      </p:nvGrpSpPr>
      <p:grpSpPr>
        <a:xfrm>
          <a:off x="0" y="0"/>
          <a:ext cx="0" cy="0"/>
          <a:chOff x="0" y="0"/>
          <a:chExt cx="0" cy="0"/>
        </a:xfrm>
      </p:grpSpPr>
      <p:sp>
        <p:nvSpPr>
          <p:cNvPr id="862" name="Google Shape;862;g3fac4c6c2fc_0_77"/>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rgbClr val="FFFF00"/>
                </a:solidFill>
                <a:latin typeface="Times New Roman"/>
                <a:ea typeface="Times New Roman"/>
                <a:cs typeface="Times New Roman"/>
                <a:sym typeface="Times New Roman"/>
              </a:rPr>
              <a:t>ĐK: </a:t>
            </a:r>
            <a:r>
              <a:rPr lang="en-US" sz="7500" b="1">
                <a:solidFill>
                  <a:schemeClr val="lt1"/>
                </a:solidFill>
                <a:latin typeface="Times New Roman"/>
                <a:ea typeface="Times New Roman"/>
                <a:cs typeface="Times New Roman"/>
                <a:sym typeface="Times New Roman"/>
              </a:rPr>
              <a:t>Xin cho cuộc đời con như bánh rượu lừng hương.</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Shape 866"/>
        <p:cNvGrpSpPr/>
        <p:nvPr/>
      </p:nvGrpSpPr>
      <p:grpSpPr>
        <a:xfrm>
          <a:off x="0" y="0"/>
          <a:ext cx="0" cy="0"/>
          <a:chOff x="0" y="0"/>
          <a:chExt cx="0" cy="0"/>
        </a:xfrm>
      </p:grpSpPr>
      <p:sp>
        <p:nvSpPr>
          <p:cNvPr id="867" name="Google Shape;867;hf002f62f5ca6d5c_0_12"/>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chemeClr val="lt1"/>
                </a:solidFill>
                <a:latin typeface="Times New Roman"/>
                <a:ea typeface="Times New Roman"/>
                <a:cs typeface="Times New Roman"/>
                <a:sym typeface="Times New Roman"/>
              </a:rPr>
              <a:t>Xin cho cuộc đời con luôn sáng ngời yêu thương.</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Shape 871"/>
        <p:cNvGrpSpPr/>
        <p:nvPr/>
      </p:nvGrpSpPr>
      <p:grpSpPr>
        <a:xfrm>
          <a:off x="0" y="0"/>
          <a:ext cx="0" cy="0"/>
          <a:chOff x="0" y="0"/>
          <a:chExt cx="0" cy="0"/>
        </a:xfrm>
      </p:grpSpPr>
      <p:sp>
        <p:nvSpPr>
          <p:cNvPr id="872" name="Google Shape;872;g3fb3359abd2_0_40"/>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400" b="1">
                <a:solidFill>
                  <a:srgbClr val="FFFF00"/>
                </a:solidFill>
                <a:latin typeface="Times New Roman"/>
                <a:ea typeface="Times New Roman"/>
                <a:cs typeface="Times New Roman"/>
                <a:sym typeface="Times New Roman"/>
              </a:rPr>
              <a:t>2. </a:t>
            </a:r>
            <a:r>
              <a:rPr lang="en-US" sz="7400" b="1">
                <a:solidFill>
                  <a:schemeClr val="lt1"/>
                </a:solidFill>
                <a:latin typeface="Times New Roman"/>
                <a:ea typeface="Times New Roman"/>
                <a:cs typeface="Times New Roman"/>
                <a:sym typeface="Times New Roman"/>
              </a:rPr>
              <a:t>Với những vui buồn thời gian lớp lớp, với những kiếm tìm và những ước mơ,</a:t>
            </a:r>
            <a:endParaRPr sz="7400" b="1">
              <a:solidFill>
                <a:schemeClr val="lt1"/>
              </a:solidFill>
              <a:latin typeface="Times New Roman"/>
              <a:ea typeface="Times New Roman"/>
              <a:cs typeface="Times New Roman"/>
              <a:sym typeface="Times New Roman"/>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Shape 876"/>
        <p:cNvGrpSpPr/>
        <p:nvPr/>
      </p:nvGrpSpPr>
      <p:grpSpPr>
        <a:xfrm>
          <a:off x="0" y="0"/>
          <a:ext cx="0" cy="0"/>
          <a:chOff x="0" y="0"/>
          <a:chExt cx="0" cy="0"/>
        </a:xfrm>
      </p:grpSpPr>
      <p:sp>
        <p:nvSpPr>
          <p:cNvPr id="877" name="Google Shape;877;g3fb3359abd2_0_44"/>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chemeClr val="lt1"/>
                </a:solidFill>
                <a:latin typeface="Times New Roman"/>
                <a:ea typeface="Times New Roman"/>
                <a:cs typeface="Times New Roman"/>
                <a:sym typeface="Times New Roman"/>
              </a:rPr>
              <a:t>là đây của lễ tiến dâng về Cha, là đây của lễ, lễ dâng mọn hèn.</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Shape 881"/>
        <p:cNvGrpSpPr/>
        <p:nvPr/>
      </p:nvGrpSpPr>
      <p:grpSpPr>
        <a:xfrm>
          <a:off x="0" y="0"/>
          <a:ext cx="0" cy="0"/>
          <a:chOff x="0" y="0"/>
          <a:chExt cx="0" cy="0"/>
        </a:xfrm>
      </p:grpSpPr>
      <p:sp>
        <p:nvSpPr>
          <p:cNvPr id="882" name="Google Shape;882;hf002f62f5ca6d5c_0_32"/>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rgbClr val="FFFF00"/>
                </a:solidFill>
                <a:latin typeface="Times New Roman"/>
                <a:ea typeface="Times New Roman"/>
                <a:cs typeface="Times New Roman"/>
                <a:sym typeface="Times New Roman"/>
              </a:rPr>
              <a:t>ĐK: </a:t>
            </a:r>
            <a:r>
              <a:rPr lang="en-US" sz="7500" b="1">
                <a:solidFill>
                  <a:schemeClr val="lt1"/>
                </a:solidFill>
                <a:latin typeface="Times New Roman"/>
                <a:ea typeface="Times New Roman"/>
                <a:cs typeface="Times New Roman"/>
                <a:sym typeface="Times New Roman"/>
              </a:rPr>
              <a:t>Xin cho cuộc đời con như bánh rượu lừng hương.</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Shape 886"/>
        <p:cNvGrpSpPr/>
        <p:nvPr/>
      </p:nvGrpSpPr>
      <p:grpSpPr>
        <a:xfrm>
          <a:off x="0" y="0"/>
          <a:ext cx="0" cy="0"/>
          <a:chOff x="0" y="0"/>
          <a:chExt cx="0" cy="0"/>
        </a:xfrm>
      </p:grpSpPr>
      <p:sp>
        <p:nvSpPr>
          <p:cNvPr id="887" name="Google Shape;887;hf002f62f5ca6d5c_0_36"/>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chemeClr val="lt1"/>
                </a:solidFill>
                <a:latin typeface="Times New Roman"/>
                <a:ea typeface="Times New Roman"/>
                <a:cs typeface="Times New Roman"/>
                <a:sym typeface="Times New Roman"/>
              </a:rPr>
              <a:t>Xin cho cuộc đời con luôn sáng ngời yêu thương.</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Shape 891"/>
        <p:cNvGrpSpPr/>
        <p:nvPr/>
      </p:nvGrpSpPr>
      <p:grpSpPr>
        <a:xfrm>
          <a:off x="0" y="0"/>
          <a:ext cx="0" cy="0"/>
          <a:chOff x="0" y="0"/>
          <a:chExt cx="0" cy="0"/>
        </a:xfrm>
      </p:grpSpPr>
      <p:sp>
        <p:nvSpPr>
          <p:cNvPr id="892" name="Google Shape;892;hf002f62f5ca6d5c_0_16"/>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rgbClr val="FFFF00"/>
                </a:solidFill>
                <a:latin typeface="Times New Roman"/>
                <a:ea typeface="Times New Roman"/>
                <a:cs typeface="Times New Roman"/>
                <a:sym typeface="Times New Roman"/>
              </a:rPr>
              <a:t>3. </a:t>
            </a:r>
            <a:r>
              <a:rPr lang="en-US" sz="7500" b="1">
                <a:solidFill>
                  <a:schemeClr val="lt1"/>
                </a:solidFill>
                <a:latin typeface="Times New Roman"/>
                <a:ea typeface="Times New Roman"/>
                <a:cs typeface="Times New Roman"/>
                <a:sym typeface="Times New Roman"/>
              </a:rPr>
              <a:t>Với những oán hờn nhỏ nhen cố chấp, với những đố kỵ và những ghét ghen,</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Shape 896"/>
        <p:cNvGrpSpPr/>
        <p:nvPr/>
      </p:nvGrpSpPr>
      <p:grpSpPr>
        <a:xfrm>
          <a:off x="0" y="0"/>
          <a:ext cx="0" cy="0"/>
          <a:chOff x="0" y="0"/>
          <a:chExt cx="0" cy="0"/>
        </a:xfrm>
      </p:grpSpPr>
      <p:sp>
        <p:nvSpPr>
          <p:cNvPr id="897" name="Google Shape;897;hf002f62f5ca6d5c_0_20"/>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chemeClr val="lt1"/>
                </a:solidFill>
                <a:latin typeface="Times New Roman"/>
                <a:ea typeface="Times New Roman"/>
                <a:cs typeface="Times New Roman"/>
                <a:sym typeface="Times New Roman"/>
              </a:rPr>
              <a:t>là đây của lễ tiến dâng về Cha, là đây của lễ, lễ dâng mọn hèn.</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Shape 901"/>
        <p:cNvGrpSpPr/>
        <p:nvPr/>
      </p:nvGrpSpPr>
      <p:grpSpPr>
        <a:xfrm>
          <a:off x="0" y="0"/>
          <a:ext cx="0" cy="0"/>
          <a:chOff x="0" y="0"/>
          <a:chExt cx="0" cy="0"/>
        </a:xfrm>
      </p:grpSpPr>
      <p:sp>
        <p:nvSpPr>
          <p:cNvPr id="902" name="Google Shape;902;hf002f62f5ca6d5c_0_24"/>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rgbClr val="FFFF00"/>
                </a:solidFill>
                <a:latin typeface="Times New Roman"/>
                <a:ea typeface="Times New Roman"/>
                <a:cs typeface="Times New Roman"/>
                <a:sym typeface="Times New Roman"/>
              </a:rPr>
              <a:t>ĐK: </a:t>
            </a:r>
            <a:r>
              <a:rPr lang="en-US" sz="7500" b="1">
                <a:solidFill>
                  <a:schemeClr val="lt1"/>
                </a:solidFill>
                <a:latin typeface="Times New Roman"/>
                <a:ea typeface="Times New Roman"/>
                <a:cs typeface="Times New Roman"/>
                <a:sym typeface="Times New Roman"/>
              </a:rPr>
              <a:t>Xin cho cuộc đời con như bánh rượu lừng hương.</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sp>
        <p:nvSpPr>
          <p:cNvPr id="907" name="Google Shape;907;hf002f62f5ca6d5c_0_28"/>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chemeClr val="lt1"/>
                </a:solidFill>
                <a:latin typeface="Times New Roman"/>
                <a:ea typeface="Times New Roman"/>
                <a:cs typeface="Times New Roman"/>
                <a:sym typeface="Times New Roman"/>
              </a:rPr>
              <a:t>Xin cho cuộc đời con luôn sáng ngời yêu thương.</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Shape 911"/>
        <p:cNvGrpSpPr/>
        <p:nvPr/>
      </p:nvGrpSpPr>
      <p:grpSpPr>
        <a:xfrm>
          <a:off x="0" y="0"/>
          <a:ext cx="0" cy="0"/>
          <a:chOff x="0" y="0"/>
          <a:chExt cx="0" cy="0"/>
        </a:xfrm>
      </p:grpSpPr>
      <p:pic>
        <p:nvPicPr>
          <p:cNvPr id="912" name="Google Shape;912;g3e5a0c7ab5b_0_256" title="chen thanh.jpg"/>
          <p:cNvPicPr preferRelativeResize="0"/>
          <p:nvPr/>
        </p:nvPicPr>
        <p:blipFill rotWithShape="1">
          <a:blip r:embed="rId3">
            <a:alphaModFix/>
          </a:blip>
          <a:srcRect l="784" t="1816"/>
          <a:stretch/>
        </p:blipFill>
        <p:spPr>
          <a:xfrm>
            <a:off x="-97300" y="0"/>
            <a:ext cx="9313300" cy="5143500"/>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Shape 916"/>
        <p:cNvGrpSpPr/>
        <p:nvPr/>
      </p:nvGrpSpPr>
      <p:grpSpPr>
        <a:xfrm>
          <a:off x="0" y="0"/>
          <a:ext cx="0" cy="0"/>
          <a:chOff x="0" y="0"/>
          <a:chExt cx="0" cy="0"/>
        </a:xfrm>
      </p:grpSpPr>
      <p:sp>
        <p:nvSpPr>
          <p:cNvPr id="917" name="Google Shape;917;p202"/>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Clr>
                <a:schemeClr val="accent4"/>
              </a:buClr>
              <a:buSzPts val="4000"/>
              <a:buFont typeface="Times"/>
              <a:buNone/>
            </a:pPr>
            <a:br>
              <a:rPr lang="en-US" sz="4000" b="1">
                <a:solidFill>
                  <a:schemeClr val="accent4"/>
                </a:solidFill>
                <a:latin typeface="Times"/>
                <a:ea typeface="Times"/>
                <a:cs typeface="Times"/>
                <a:sym typeface="Times"/>
              </a:rPr>
            </a:br>
            <a:r>
              <a:rPr lang="en-US" sz="4000" b="1">
                <a:solidFill>
                  <a:schemeClr val="accent4"/>
                </a:solidFill>
                <a:latin typeface="Times"/>
                <a:ea typeface="Times"/>
                <a:cs typeface="Times"/>
                <a:sym typeface="Times"/>
              </a:rPr>
              <a:t>KINH THÁNH, THÁNH</a:t>
            </a:r>
            <a:br>
              <a:rPr lang="en-US" sz="4000" b="1">
                <a:solidFill>
                  <a:schemeClr val="accent4"/>
                </a:solidFill>
                <a:latin typeface="Times"/>
                <a:ea typeface="Times"/>
                <a:cs typeface="Times"/>
                <a:sym typeface="Times"/>
              </a:rPr>
            </a:br>
            <a:r>
              <a:rPr lang="en-US" sz="7200" b="1">
                <a:solidFill>
                  <a:schemeClr val="lt1"/>
                </a:solidFill>
                <a:latin typeface="Times"/>
                <a:ea typeface="Times"/>
                <a:cs typeface="Times"/>
                <a:sym typeface="Times"/>
              </a:rPr>
              <a:t>Thánh, Thánh, Thánh. Chúa là Thiên Chúa các đạo binh</a:t>
            </a:r>
            <a:br>
              <a:rPr lang="en-US" sz="7200" b="1">
                <a:solidFill>
                  <a:schemeClr val="lt1"/>
                </a:solidFill>
                <a:latin typeface="Times"/>
                <a:ea typeface="Times"/>
                <a:cs typeface="Times"/>
                <a:sym typeface="Times"/>
              </a:rPr>
            </a:br>
            <a:endParaRPr sz="7200" b="1">
              <a:solidFill>
                <a:schemeClr val="lt1"/>
              </a:solidFill>
              <a:latin typeface="Times"/>
              <a:ea typeface="Times"/>
              <a:cs typeface="Times"/>
              <a:sym typeface="Times"/>
            </a:endParaRP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Shape 921"/>
        <p:cNvGrpSpPr/>
        <p:nvPr/>
      </p:nvGrpSpPr>
      <p:grpSpPr>
        <a:xfrm>
          <a:off x="0" y="0"/>
          <a:ext cx="0" cy="0"/>
          <a:chOff x="0" y="0"/>
          <a:chExt cx="0" cy="0"/>
        </a:xfrm>
      </p:grpSpPr>
      <p:sp>
        <p:nvSpPr>
          <p:cNvPr id="922" name="Google Shape;922;p203"/>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ctr"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a:ea typeface="Times"/>
                <a:cs typeface="Times"/>
                <a:sym typeface="Times"/>
              </a:rPr>
              <a:t>Trời đất đầy vinh quang Chúa. Hoan hô Chúa trên các tầng trời.</a:t>
            </a:r>
            <a:endParaRPr sz="7200" b="1">
              <a:solidFill>
                <a:schemeClr val="lt1"/>
              </a:solidFill>
              <a:latin typeface="Times"/>
              <a:ea typeface="Times"/>
              <a:cs typeface="Times"/>
              <a:sym typeface="Times"/>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Shape 926"/>
        <p:cNvGrpSpPr/>
        <p:nvPr/>
      </p:nvGrpSpPr>
      <p:grpSpPr>
        <a:xfrm>
          <a:off x="0" y="0"/>
          <a:ext cx="0" cy="0"/>
          <a:chOff x="0" y="0"/>
          <a:chExt cx="0" cy="0"/>
        </a:xfrm>
      </p:grpSpPr>
      <p:sp>
        <p:nvSpPr>
          <p:cNvPr id="927" name="Google Shape;927;p204"/>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ctr" anchorCtr="0">
            <a:noAutofit/>
          </a:bodyPr>
          <a:lstStyle/>
          <a:p>
            <a:pPr marL="0" lvl="0" indent="0" algn="just" rtl="0">
              <a:lnSpc>
                <a:spcPct val="100000"/>
              </a:lnSpc>
              <a:spcBef>
                <a:spcPts val="0"/>
              </a:spcBef>
              <a:spcAft>
                <a:spcPts val="0"/>
              </a:spcAft>
              <a:buClr>
                <a:schemeClr val="lt1"/>
              </a:buClr>
              <a:buSzPts val="7200"/>
              <a:buFont typeface="Times"/>
              <a:buNone/>
            </a:pPr>
            <a:r>
              <a:rPr lang="en-US" sz="7200" b="1">
                <a:solidFill>
                  <a:schemeClr val="lt1"/>
                </a:solidFill>
                <a:latin typeface="Times"/>
                <a:ea typeface="Times"/>
                <a:cs typeface="Times"/>
                <a:sym typeface="Times"/>
              </a:rPr>
              <a:t>Chúc tụng Đấng ngự đến nhân danh Chúa. Hoan hô Chúa trên các tầng trời.</a:t>
            </a:r>
            <a:endParaRPr sz="7200" b="1">
              <a:solidFill>
                <a:schemeClr val="lt1"/>
              </a:solidFill>
              <a:latin typeface="Times"/>
              <a:ea typeface="Times"/>
              <a:cs typeface="Times"/>
              <a:sym typeface="Times"/>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g3e5a0c7ab5b_0_335" title="chen thanh.jpg"/>
          <p:cNvPicPr preferRelativeResize="0"/>
          <p:nvPr/>
        </p:nvPicPr>
        <p:blipFill rotWithShape="1">
          <a:blip r:embed="rId3">
            <a:alphaModFix/>
          </a:blip>
          <a:srcRect l="784" t="1816"/>
          <a:stretch/>
        </p:blipFill>
        <p:spPr>
          <a:xfrm>
            <a:off x="-97300" y="0"/>
            <a:ext cx="9313300" cy="5143500"/>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sp>
        <p:nvSpPr>
          <p:cNvPr id="937" name="Google Shape;937;g3a42a8b53c1_2_268"/>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Clr>
                <a:schemeClr val="accent4"/>
              </a:buClr>
              <a:buSzPts val="4000"/>
              <a:buFont typeface="Times"/>
              <a:buNone/>
            </a:pPr>
            <a:br>
              <a:rPr lang="en-US" sz="4000" b="1">
                <a:solidFill>
                  <a:schemeClr val="accent4"/>
                </a:solidFill>
                <a:latin typeface="Times New Roman"/>
                <a:ea typeface="Times New Roman"/>
                <a:cs typeface="Times New Roman"/>
                <a:sym typeface="Times New Roman"/>
              </a:rPr>
            </a:br>
            <a:r>
              <a:rPr lang="en-US" sz="4000" b="1">
                <a:solidFill>
                  <a:schemeClr val="accent4"/>
                </a:solidFill>
                <a:latin typeface="Times New Roman"/>
                <a:ea typeface="Times New Roman"/>
                <a:cs typeface="Times New Roman"/>
                <a:sym typeface="Times New Roman"/>
              </a:rPr>
              <a:t>CHIÊN THIÊN CHÚA</a:t>
            </a:r>
            <a:endParaRPr sz="4000" b="1">
              <a:solidFill>
                <a:schemeClr val="accent4"/>
              </a:solidFill>
              <a:latin typeface="Times New Roman"/>
              <a:ea typeface="Times New Roman"/>
              <a:cs typeface="Times New Roman"/>
              <a:sym typeface="Times New Roman"/>
            </a:endParaRPr>
          </a:p>
          <a:p>
            <a:pPr marL="0" lvl="0" indent="0" algn="just" rtl="0">
              <a:lnSpc>
                <a:spcPct val="100000"/>
              </a:lnSpc>
              <a:spcBef>
                <a:spcPts val="0"/>
              </a:spcBef>
              <a:spcAft>
                <a:spcPts val="0"/>
              </a:spcAft>
              <a:buClr>
                <a:schemeClr val="accent4"/>
              </a:buClr>
              <a:buSzPts val="4000"/>
              <a:buFont typeface="Times"/>
              <a:buNone/>
            </a:pPr>
            <a:r>
              <a:rPr lang="en-US" sz="6600" b="1">
                <a:solidFill>
                  <a:schemeClr val="lt1"/>
                </a:solidFill>
                <a:latin typeface="Times New Roman"/>
                <a:ea typeface="Times New Roman"/>
                <a:cs typeface="Times New Roman"/>
                <a:sym typeface="Times New Roman"/>
              </a:rPr>
              <a:t>Lạy Chiên Thiên Chúa, Đấng xóa tội trần gian, xin thương xót chúng con.</a:t>
            </a:r>
            <a:br>
              <a:rPr lang="en-US" sz="7200" b="1">
                <a:solidFill>
                  <a:schemeClr val="lt1"/>
                </a:solidFill>
                <a:latin typeface="Times New Roman"/>
                <a:ea typeface="Times New Roman"/>
                <a:cs typeface="Times New Roman"/>
                <a:sym typeface="Times New Roman"/>
              </a:rPr>
            </a:br>
            <a:endParaRPr sz="7200" b="1">
              <a:solidFill>
                <a:schemeClr val="lt1"/>
              </a:solidFill>
              <a:latin typeface="Times New Roman"/>
              <a:ea typeface="Times New Roman"/>
              <a:cs typeface="Times New Roman"/>
              <a:sym typeface="Times New Roman"/>
            </a:endParaRP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Shape 941"/>
        <p:cNvGrpSpPr/>
        <p:nvPr/>
      </p:nvGrpSpPr>
      <p:grpSpPr>
        <a:xfrm>
          <a:off x="0" y="0"/>
          <a:ext cx="0" cy="0"/>
          <a:chOff x="0" y="0"/>
          <a:chExt cx="0" cy="0"/>
        </a:xfrm>
      </p:grpSpPr>
      <p:sp>
        <p:nvSpPr>
          <p:cNvPr id="942" name="Google Shape;942;p207"/>
          <p:cNvSpPr txBox="1">
            <a:spLocks noGrp="1"/>
          </p:cNvSpPr>
          <p:nvPr>
            <p:ph type="ctrTitle"/>
          </p:nvPr>
        </p:nvSpPr>
        <p:spPr>
          <a:xfrm>
            <a:off x="0" y="0"/>
            <a:ext cx="9144000" cy="5143499"/>
          </a:xfrm>
          <a:prstGeom prst="rect">
            <a:avLst/>
          </a:prstGeom>
          <a:solidFill>
            <a:srgbClr val="002060"/>
          </a:solidFill>
          <a:ln>
            <a:noFill/>
          </a:ln>
        </p:spPr>
        <p:txBody>
          <a:bodyPr spcFirstLastPara="1" wrap="square" lIns="91425" tIns="0" rIns="91425" bIns="0" anchor="ctr" anchorCtr="0">
            <a:noAutofit/>
          </a:bodyPr>
          <a:lstStyle/>
          <a:p>
            <a:pPr marL="0" lvl="0" indent="0" algn="just" rtl="0">
              <a:lnSpc>
                <a:spcPct val="100000"/>
              </a:lnSpc>
              <a:spcBef>
                <a:spcPts val="0"/>
              </a:spcBef>
              <a:spcAft>
                <a:spcPts val="0"/>
              </a:spcAft>
              <a:buClr>
                <a:schemeClr val="lt1"/>
              </a:buClr>
              <a:buSzPts val="7000"/>
              <a:buFont typeface="Times"/>
              <a:buNone/>
            </a:pPr>
            <a:r>
              <a:rPr lang="en-US" sz="7000" b="1">
                <a:solidFill>
                  <a:schemeClr val="lt1"/>
                </a:solidFill>
                <a:latin typeface="Times New Roman"/>
                <a:ea typeface="Times New Roman"/>
                <a:cs typeface="Times New Roman"/>
                <a:sym typeface="Times New Roman"/>
              </a:rPr>
              <a:t>Lạy Chiên Thiên Chúa, Đấng xóa tội trần gian: xin thương xót chúng con.</a:t>
            </a:r>
            <a:endParaRPr sz="7000" b="1">
              <a:solidFill>
                <a:schemeClr val="lt1"/>
              </a:solidFill>
              <a:latin typeface="Times New Roman"/>
              <a:ea typeface="Times New Roman"/>
              <a:cs typeface="Times New Roman"/>
              <a:sym typeface="Times New Roman"/>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Shape 946"/>
        <p:cNvGrpSpPr/>
        <p:nvPr/>
      </p:nvGrpSpPr>
      <p:grpSpPr>
        <a:xfrm>
          <a:off x="0" y="0"/>
          <a:ext cx="0" cy="0"/>
          <a:chOff x="0" y="0"/>
          <a:chExt cx="0" cy="0"/>
        </a:xfrm>
      </p:grpSpPr>
      <p:sp>
        <p:nvSpPr>
          <p:cNvPr id="947" name="Google Shape;947;p208"/>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ctr" anchorCtr="0">
            <a:noAutofit/>
          </a:bodyPr>
          <a:lstStyle/>
          <a:p>
            <a:pPr marL="0" lvl="0" indent="0" algn="just" rtl="0">
              <a:lnSpc>
                <a:spcPct val="100000"/>
              </a:lnSpc>
              <a:spcBef>
                <a:spcPts val="0"/>
              </a:spcBef>
              <a:spcAft>
                <a:spcPts val="0"/>
              </a:spcAft>
              <a:buClr>
                <a:schemeClr val="lt1"/>
              </a:buClr>
              <a:buSzPts val="7000"/>
              <a:buFont typeface="Times"/>
              <a:buNone/>
            </a:pPr>
            <a:r>
              <a:rPr lang="en-US" sz="7000" b="1">
                <a:solidFill>
                  <a:schemeClr val="lt1"/>
                </a:solidFill>
                <a:latin typeface="Times New Roman"/>
                <a:ea typeface="Times New Roman"/>
                <a:cs typeface="Times New Roman"/>
                <a:sym typeface="Times New Roman"/>
              </a:rPr>
              <a:t>Lạy Chiên Thiên Chúa, Đấng xóa tội trần gian: xin ban bình an cho chúng con.</a:t>
            </a:r>
            <a:endParaRPr sz="7000" b="1">
              <a:solidFill>
                <a:schemeClr val="lt1"/>
              </a:solidFill>
              <a:latin typeface="Times New Roman"/>
              <a:ea typeface="Times New Roman"/>
              <a:cs typeface="Times New Roman"/>
              <a:sym typeface="Times New Roman"/>
            </a:endParaRP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Shape 951"/>
        <p:cNvGrpSpPr/>
        <p:nvPr/>
      </p:nvGrpSpPr>
      <p:grpSpPr>
        <a:xfrm>
          <a:off x="0" y="0"/>
          <a:ext cx="0" cy="0"/>
          <a:chOff x="0" y="0"/>
          <a:chExt cx="0" cy="0"/>
        </a:xfrm>
      </p:grpSpPr>
      <p:pic>
        <p:nvPicPr>
          <p:cNvPr id="952" name="Google Shape;952;g3e5a0c7ab5b_0_339" title="chen thanh.jpg"/>
          <p:cNvPicPr preferRelativeResize="0"/>
          <p:nvPr/>
        </p:nvPicPr>
        <p:blipFill rotWithShape="1">
          <a:blip r:embed="rId3">
            <a:alphaModFix/>
          </a:blip>
          <a:srcRect l="784" t="1816"/>
          <a:stretch/>
        </p:blipFill>
        <p:spPr>
          <a:xfrm>
            <a:off x="-97300" y="0"/>
            <a:ext cx="9313300" cy="5143500"/>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Shape 1096"/>
        <p:cNvGrpSpPr/>
        <p:nvPr/>
      </p:nvGrpSpPr>
      <p:grpSpPr>
        <a:xfrm>
          <a:off x="0" y="0"/>
          <a:ext cx="0" cy="0"/>
          <a:chOff x="0" y="0"/>
          <a:chExt cx="0" cy="0"/>
        </a:xfrm>
      </p:grpSpPr>
      <p:sp>
        <p:nvSpPr>
          <p:cNvPr id="1097" name="Google Shape;1097;g3e9ce9eb37a_0_183"/>
          <p:cNvSpPr txBox="1">
            <a:spLocks noGrp="1"/>
          </p:cNvSpPr>
          <p:nvPr>
            <p:ph type="ctrTitle"/>
          </p:nvPr>
        </p:nvSpPr>
        <p:spPr>
          <a:xfrm>
            <a:off x="0" y="680400"/>
            <a:ext cx="9144000" cy="4463100"/>
          </a:xfrm>
          <a:prstGeom prst="rect">
            <a:avLst/>
          </a:prstGeom>
          <a:solidFill>
            <a:srgbClr val="002060"/>
          </a:solidFill>
          <a:ln>
            <a:noFill/>
          </a:ln>
        </p:spPr>
        <p:txBody>
          <a:bodyPr spcFirstLastPara="1" wrap="square" lIns="91425" tIns="0" rIns="91425" bIns="0" anchor="t" anchorCtr="0">
            <a:noAutofit/>
          </a:bodyPr>
          <a:lstStyle/>
          <a:p>
            <a:pPr marL="0" lvl="0" indent="0" algn="just" rtl="0">
              <a:lnSpc>
                <a:spcPct val="100000"/>
              </a:lnSpc>
              <a:spcBef>
                <a:spcPts val="0"/>
              </a:spcBef>
              <a:spcAft>
                <a:spcPts val="0"/>
              </a:spcAft>
              <a:buClr>
                <a:schemeClr val="accent4"/>
              </a:buClr>
              <a:buSzPts val="4000"/>
              <a:buFont typeface="Times"/>
              <a:buNone/>
            </a:pPr>
            <a:r>
              <a:rPr lang="en-US" sz="7000" b="1" dirty="0">
                <a:solidFill>
                  <a:schemeClr val="lt1"/>
                </a:solidFill>
                <a:latin typeface="Times New Roman"/>
                <a:ea typeface="Times New Roman"/>
                <a:cs typeface="Times New Roman"/>
                <a:sym typeface="Times New Roman"/>
              </a:rPr>
              <a:t>Chúa </a:t>
            </a:r>
            <a:r>
              <a:rPr lang="en-US" sz="7000" b="1" dirty="0" err="1">
                <a:solidFill>
                  <a:schemeClr val="lt1"/>
                </a:solidFill>
                <a:latin typeface="Times New Roman"/>
                <a:ea typeface="Times New Roman"/>
                <a:cs typeface="Times New Roman"/>
                <a:sym typeface="Times New Roman"/>
              </a:rPr>
              <a:t>phán</a:t>
            </a:r>
            <a:r>
              <a:rPr lang="en-US" sz="7000" b="1" dirty="0">
                <a:solidFill>
                  <a:schemeClr val="lt1"/>
                </a:solidFill>
                <a:latin typeface="Times New Roman"/>
                <a:ea typeface="Times New Roman"/>
                <a:cs typeface="Times New Roman"/>
                <a:sym typeface="Times New Roman"/>
              </a:rPr>
              <a:t>: Ta </a:t>
            </a:r>
            <a:r>
              <a:rPr lang="en-US" sz="7000" b="1" dirty="0" err="1">
                <a:solidFill>
                  <a:schemeClr val="lt1"/>
                </a:solidFill>
                <a:latin typeface="Times New Roman"/>
                <a:ea typeface="Times New Roman"/>
                <a:cs typeface="Times New Roman"/>
                <a:sym typeface="Times New Roman"/>
              </a:rPr>
              <a:t>là</a:t>
            </a:r>
            <a:r>
              <a:rPr lang="en-US" sz="7000" b="1" dirty="0">
                <a:solidFill>
                  <a:schemeClr val="lt1"/>
                </a:solidFill>
                <a:latin typeface="Times New Roman"/>
                <a:ea typeface="Times New Roman"/>
                <a:cs typeface="Times New Roman"/>
                <a:sym typeface="Times New Roman"/>
              </a:rPr>
              <a:t> </a:t>
            </a:r>
            <a:r>
              <a:rPr lang="en-US" sz="7000" b="1" dirty="0" err="1">
                <a:solidFill>
                  <a:schemeClr val="lt1"/>
                </a:solidFill>
                <a:latin typeface="Times New Roman"/>
                <a:ea typeface="Times New Roman"/>
                <a:cs typeface="Times New Roman"/>
                <a:sym typeface="Times New Roman"/>
              </a:rPr>
              <a:t>mục</a:t>
            </a:r>
            <a:r>
              <a:rPr lang="en-US" sz="7000" b="1" dirty="0">
                <a:solidFill>
                  <a:schemeClr val="lt1"/>
                </a:solidFill>
                <a:latin typeface="Times New Roman"/>
                <a:ea typeface="Times New Roman"/>
                <a:cs typeface="Times New Roman"/>
                <a:sym typeface="Times New Roman"/>
              </a:rPr>
              <a:t> </a:t>
            </a:r>
            <a:r>
              <a:rPr lang="en-US" sz="7000" b="1" dirty="0" err="1">
                <a:solidFill>
                  <a:schemeClr val="lt1"/>
                </a:solidFill>
                <a:latin typeface="Times New Roman"/>
                <a:ea typeface="Times New Roman"/>
                <a:cs typeface="Times New Roman"/>
                <a:sym typeface="Times New Roman"/>
              </a:rPr>
              <a:t>tử</a:t>
            </a:r>
            <a:r>
              <a:rPr lang="en-US" sz="7000" b="1" dirty="0">
                <a:solidFill>
                  <a:schemeClr val="lt1"/>
                </a:solidFill>
                <a:latin typeface="Times New Roman"/>
                <a:ea typeface="Times New Roman"/>
                <a:cs typeface="Times New Roman"/>
                <a:sym typeface="Times New Roman"/>
              </a:rPr>
              <a:t> </a:t>
            </a:r>
            <a:r>
              <a:rPr lang="en-US" sz="7000" b="1" dirty="0" err="1">
                <a:solidFill>
                  <a:schemeClr val="lt1"/>
                </a:solidFill>
                <a:latin typeface="Times New Roman"/>
                <a:ea typeface="Times New Roman"/>
                <a:cs typeface="Times New Roman"/>
                <a:sym typeface="Times New Roman"/>
              </a:rPr>
              <a:t>tốt</a:t>
            </a:r>
            <a:r>
              <a:rPr lang="en-US" sz="7000" b="1" dirty="0">
                <a:solidFill>
                  <a:schemeClr val="lt1"/>
                </a:solidFill>
                <a:latin typeface="Times New Roman"/>
                <a:ea typeface="Times New Roman"/>
                <a:cs typeface="Times New Roman"/>
                <a:sym typeface="Times New Roman"/>
              </a:rPr>
              <a:t> </a:t>
            </a:r>
            <a:r>
              <a:rPr lang="en-US" sz="7000" b="1" dirty="0" err="1">
                <a:solidFill>
                  <a:schemeClr val="lt1"/>
                </a:solidFill>
                <a:latin typeface="Times New Roman"/>
                <a:ea typeface="Times New Roman"/>
                <a:cs typeface="Times New Roman"/>
                <a:sym typeface="Times New Roman"/>
              </a:rPr>
              <a:t>lành</a:t>
            </a:r>
            <a:r>
              <a:rPr lang="en-US" sz="7000" b="1" dirty="0">
                <a:solidFill>
                  <a:schemeClr val="lt1"/>
                </a:solidFill>
                <a:latin typeface="Times New Roman"/>
                <a:ea typeface="Times New Roman"/>
                <a:cs typeface="Times New Roman"/>
                <a:sym typeface="Times New Roman"/>
              </a:rPr>
              <a:t>, ta </a:t>
            </a:r>
            <a:r>
              <a:rPr lang="en-US" sz="7000" b="1" dirty="0" err="1">
                <a:solidFill>
                  <a:schemeClr val="lt1"/>
                </a:solidFill>
                <a:latin typeface="Times New Roman"/>
                <a:ea typeface="Times New Roman"/>
                <a:cs typeface="Times New Roman"/>
                <a:sym typeface="Times New Roman"/>
              </a:rPr>
              <a:t>biết</a:t>
            </a:r>
            <a:r>
              <a:rPr lang="en-US" sz="7000" b="1" dirty="0">
                <a:solidFill>
                  <a:schemeClr val="lt1"/>
                </a:solidFill>
                <a:latin typeface="Times New Roman"/>
                <a:ea typeface="Times New Roman"/>
                <a:cs typeface="Times New Roman"/>
                <a:sym typeface="Times New Roman"/>
              </a:rPr>
              <a:t> các </a:t>
            </a:r>
            <a:r>
              <a:rPr lang="en-US" sz="7000" b="1" dirty="0" err="1">
                <a:solidFill>
                  <a:schemeClr val="lt1"/>
                </a:solidFill>
                <a:latin typeface="Times New Roman"/>
                <a:ea typeface="Times New Roman"/>
                <a:cs typeface="Times New Roman"/>
                <a:sym typeface="Times New Roman"/>
              </a:rPr>
              <a:t>chiên</a:t>
            </a:r>
            <a:r>
              <a:rPr lang="en-US" sz="7000" b="1" dirty="0">
                <a:solidFill>
                  <a:schemeClr val="lt1"/>
                </a:solidFill>
                <a:latin typeface="Times New Roman"/>
                <a:ea typeface="Times New Roman"/>
                <a:cs typeface="Times New Roman"/>
                <a:sym typeface="Times New Roman"/>
              </a:rPr>
              <a:t> Ta </a:t>
            </a:r>
            <a:r>
              <a:rPr lang="en-US" sz="7000" b="1" dirty="0" err="1">
                <a:solidFill>
                  <a:schemeClr val="lt1"/>
                </a:solidFill>
                <a:latin typeface="Times New Roman"/>
                <a:ea typeface="Times New Roman"/>
                <a:cs typeface="Times New Roman"/>
                <a:sym typeface="Times New Roman"/>
              </a:rPr>
              <a:t>và</a:t>
            </a:r>
            <a:r>
              <a:rPr lang="en-US" sz="7000" b="1" dirty="0">
                <a:solidFill>
                  <a:schemeClr val="lt1"/>
                </a:solidFill>
                <a:latin typeface="Times New Roman"/>
                <a:ea typeface="Times New Roman"/>
                <a:cs typeface="Times New Roman"/>
                <a:sym typeface="Times New Roman"/>
              </a:rPr>
              <a:t> các </a:t>
            </a:r>
            <a:r>
              <a:rPr lang="en-US" sz="7000" b="1" dirty="0" err="1">
                <a:solidFill>
                  <a:schemeClr val="lt1"/>
                </a:solidFill>
                <a:latin typeface="Times New Roman"/>
                <a:ea typeface="Times New Roman"/>
                <a:cs typeface="Times New Roman"/>
                <a:sym typeface="Times New Roman"/>
              </a:rPr>
              <a:t>chiên</a:t>
            </a:r>
            <a:r>
              <a:rPr lang="en-US" sz="7000" b="1" dirty="0">
                <a:solidFill>
                  <a:schemeClr val="lt1"/>
                </a:solidFill>
                <a:latin typeface="Times New Roman"/>
                <a:ea typeface="Times New Roman"/>
                <a:cs typeface="Times New Roman"/>
                <a:sym typeface="Times New Roman"/>
              </a:rPr>
              <a:t> Ta </a:t>
            </a:r>
            <a:r>
              <a:rPr lang="en-US" sz="7000" b="1" dirty="0" err="1">
                <a:solidFill>
                  <a:schemeClr val="lt1"/>
                </a:solidFill>
                <a:latin typeface="Times New Roman"/>
                <a:ea typeface="Times New Roman"/>
                <a:cs typeface="Times New Roman"/>
                <a:sym typeface="Times New Roman"/>
              </a:rPr>
              <a:t>biết</a:t>
            </a:r>
            <a:r>
              <a:rPr lang="en-US" sz="7000" b="1" dirty="0">
                <a:solidFill>
                  <a:schemeClr val="lt1"/>
                </a:solidFill>
                <a:latin typeface="Times New Roman"/>
                <a:ea typeface="Times New Roman"/>
                <a:cs typeface="Times New Roman"/>
                <a:sym typeface="Times New Roman"/>
              </a:rPr>
              <a:t> Ta.</a:t>
            </a:r>
            <a:endParaRPr sz="7000" b="1" dirty="0">
              <a:solidFill>
                <a:schemeClr val="lt1"/>
              </a:solidFill>
              <a:latin typeface="Times New Roman"/>
              <a:ea typeface="Times New Roman"/>
              <a:cs typeface="Times New Roman"/>
              <a:sym typeface="Times New Roman"/>
            </a:endParaRPr>
          </a:p>
        </p:txBody>
      </p:sp>
      <p:sp>
        <p:nvSpPr>
          <p:cNvPr id="1098" name="Google Shape;1098;g3e9ce9eb37a_0_183"/>
          <p:cNvSpPr txBox="1"/>
          <p:nvPr/>
        </p:nvSpPr>
        <p:spPr>
          <a:xfrm>
            <a:off x="0" y="0"/>
            <a:ext cx="9144000" cy="800400"/>
          </a:xfrm>
          <a:prstGeom prst="rect">
            <a:avLst/>
          </a:prstGeom>
          <a:solidFill>
            <a:srgbClr val="002060"/>
          </a:solid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4000"/>
              <a:buFont typeface="Arial"/>
              <a:buNone/>
            </a:pPr>
            <a:r>
              <a:rPr lang="en-US" sz="4000" b="1" i="0" u="none" strike="noStrike" cap="none">
                <a:solidFill>
                  <a:schemeClr val="accent4"/>
                </a:solidFill>
                <a:latin typeface="Times"/>
                <a:ea typeface="Times"/>
                <a:cs typeface="Times"/>
                <a:sym typeface="Times"/>
              </a:rPr>
              <a:t>CA HIỆP LỄ</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Shape 967"/>
        <p:cNvGrpSpPr/>
        <p:nvPr/>
      </p:nvGrpSpPr>
      <p:grpSpPr>
        <a:xfrm>
          <a:off x="0" y="0"/>
          <a:ext cx="0" cy="0"/>
          <a:chOff x="0" y="0"/>
          <a:chExt cx="0" cy="0"/>
        </a:xfrm>
      </p:grpSpPr>
      <p:pic>
        <p:nvPicPr>
          <p:cNvPr id="968" name="Google Shape;968;g3e5a0c7ab5b_0_343" title="chen thanh.jpg"/>
          <p:cNvPicPr preferRelativeResize="0"/>
          <p:nvPr/>
        </p:nvPicPr>
        <p:blipFill rotWithShape="1">
          <a:blip r:embed="rId3">
            <a:alphaModFix/>
          </a:blip>
          <a:srcRect l="784" t="1816"/>
          <a:stretch/>
        </p:blipFill>
        <p:spPr>
          <a:xfrm>
            <a:off x="-97300" y="0"/>
            <a:ext cx="9313300" cy="5143500"/>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Shape 972"/>
        <p:cNvGrpSpPr/>
        <p:nvPr/>
      </p:nvGrpSpPr>
      <p:grpSpPr>
        <a:xfrm>
          <a:off x="0" y="0"/>
          <a:ext cx="0" cy="0"/>
          <a:chOff x="0" y="0"/>
          <a:chExt cx="0" cy="0"/>
        </a:xfrm>
      </p:grpSpPr>
      <p:sp>
        <p:nvSpPr>
          <p:cNvPr id="973" name="Google Shape;973;g3f491e64396_0_48"/>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ctr" anchorCtr="0">
            <a:normAutofit/>
          </a:bodyPr>
          <a:lstStyle/>
          <a:p>
            <a:pPr marL="0" lvl="0" indent="0" algn="ctr" rtl="0">
              <a:lnSpc>
                <a:spcPct val="90000"/>
              </a:lnSpc>
              <a:spcBef>
                <a:spcPts val="0"/>
              </a:spcBef>
              <a:spcAft>
                <a:spcPts val="0"/>
              </a:spcAft>
              <a:buClr>
                <a:schemeClr val="dk1"/>
              </a:buClr>
              <a:buSzPts val="4700"/>
              <a:buFont typeface="Times New Roman"/>
              <a:buNone/>
            </a:pPr>
            <a:r>
              <a:rPr lang="en-US" sz="4700" b="1">
                <a:solidFill>
                  <a:schemeClr val="accent4"/>
                </a:solidFill>
                <a:latin typeface="Times New Roman"/>
                <a:ea typeface="Times New Roman"/>
                <a:cs typeface="Times New Roman"/>
                <a:sym typeface="Times New Roman"/>
              </a:rPr>
              <a:t>HIỆP LỄ</a:t>
            </a:r>
            <a:br>
              <a:rPr lang="en-US" sz="4700" b="1">
                <a:latin typeface="Times New Roman"/>
                <a:ea typeface="Times New Roman"/>
                <a:cs typeface="Times New Roman"/>
                <a:sym typeface="Times New Roman"/>
              </a:rPr>
            </a:br>
            <a:r>
              <a:rPr lang="en-US" sz="6700" b="1">
                <a:solidFill>
                  <a:srgbClr val="FFFF00"/>
                </a:solidFill>
                <a:latin typeface="Times New Roman"/>
                <a:ea typeface="Times New Roman"/>
                <a:cs typeface="Times New Roman"/>
                <a:sym typeface="Times New Roman"/>
              </a:rPr>
              <a:t>YÊU ĐỜI</a:t>
            </a:r>
            <a:br>
              <a:rPr lang="en-US" sz="6700" b="1">
                <a:solidFill>
                  <a:srgbClr val="FFFF00"/>
                </a:solidFill>
                <a:latin typeface="Times New Roman"/>
                <a:ea typeface="Times New Roman"/>
                <a:cs typeface="Times New Roman"/>
                <a:sym typeface="Times New Roman"/>
              </a:rPr>
            </a:br>
            <a:r>
              <a:rPr lang="en-US" sz="6700" b="1">
                <a:solidFill>
                  <a:srgbClr val="FFFF00"/>
                </a:solidFill>
                <a:latin typeface="Times New Roman"/>
                <a:ea typeface="Times New Roman"/>
                <a:cs typeface="Times New Roman"/>
                <a:sym typeface="Times New Roman"/>
              </a:rPr>
              <a:t>YÊU NGƯỜI</a:t>
            </a:r>
            <a:br>
              <a:rPr lang="en-US" sz="6700" b="1">
                <a:solidFill>
                  <a:srgbClr val="FFFF00"/>
                </a:solidFill>
                <a:latin typeface="Times New Roman"/>
                <a:ea typeface="Times New Roman"/>
                <a:cs typeface="Times New Roman"/>
                <a:sym typeface="Times New Roman"/>
              </a:rPr>
            </a:br>
            <a:r>
              <a:rPr lang="en-US" sz="4700" b="1" i="1">
                <a:solidFill>
                  <a:schemeClr val="accent4"/>
                </a:solidFill>
                <a:latin typeface="Times New Roman"/>
                <a:ea typeface="Times New Roman"/>
                <a:cs typeface="Times New Roman"/>
                <a:sym typeface="Times New Roman"/>
              </a:rPr>
              <a:t>(Phanxicô)</a:t>
            </a:r>
            <a:endParaRPr sz="6700" b="1">
              <a:solidFill>
                <a:schemeClr val="accent4"/>
              </a:solidFill>
              <a:latin typeface="Times New Roman"/>
              <a:ea typeface="Times New Roman"/>
              <a:cs typeface="Times New Roman"/>
              <a:sym typeface="Times New Roman"/>
            </a:endParaRPr>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Shape 977"/>
        <p:cNvGrpSpPr/>
        <p:nvPr/>
      </p:nvGrpSpPr>
      <p:grpSpPr>
        <a:xfrm>
          <a:off x="0" y="0"/>
          <a:ext cx="0" cy="0"/>
          <a:chOff x="0" y="0"/>
          <a:chExt cx="0" cy="0"/>
        </a:xfrm>
      </p:grpSpPr>
      <p:sp>
        <p:nvSpPr>
          <p:cNvPr id="978" name="Google Shape;978;g3f491e64396_0_52"/>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rgbClr val="FFFF00"/>
                </a:solidFill>
                <a:latin typeface="Times New Roman"/>
                <a:ea typeface="Times New Roman"/>
                <a:cs typeface="Times New Roman"/>
                <a:sym typeface="Times New Roman"/>
              </a:rPr>
              <a:t>ĐK: </a:t>
            </a:r>
            <a:r>
              <a:rPr lang="en-US" sz="7500" b="1">
                <a:solidFill>
                  <a:schemeClr val="lt1"/>
                </a:solidFill>
                <a:latin typeface="Times New Roman"/>
                <a:ea typeface="Times New Roman"/>
                <a:cs typeface="Times New Roman"/>
                <a:sym typeface="Times New Roman"/>
              </a:rPr>
              <a:t>Tình yêu đáp đền tình yêu ân tình đền đáp ân tình.</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Shape 982"/>
        <p:cNvGrpSpPr/>
        <p:nvPr/>
      </p:nvGrpSpPr>
      <p:grpSpPr>
        <a:xfrm>
          <a:off x="0" y="0"/>
          <a:ext cx="0" cy="0"/>
          <a:chOff x="0" y="0"/>
          <a:chExt cx="0" cy="0"/>
        </a:xfrm>
      </p:grpSpPr>
      <p:sp>
        <p:nvSpPr>
          <p:cNvPr id="983" name="Google Shape;983;g3f491e64396_0_68"/>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Tình yêu Thiên Chúa cao mãi muôn đời.</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Shape 987"/>
        <p:cNvGrpSpPr/>
        <p:nvPr/>
      </p:nvGrpSpPr>
      <p:grpSpPr>
        <a:xfrm>
          <a:off x="0" y="0"/>
          <a:ext cx="0" cy="0"/>
          <a:chOff x="0" y="0"/>
          <a:chExt cx="0" cy="0"/>
        </a:xfrm>
      </p:grpSpPr>
      <p:sp>
        <p:nvSpPr>
          <p:cNvPr id="988" name="Google Shape;988;g3fb3359abd2_0_76"/>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Xin cho con tình yêu thiết tha. </a:t>
            </a:r>
            <a:endParaRPr sz="8000" b="1">
              <a:solidFill>
                <a:schemeClr val="lt1"/>
              </a:solidFill>
              <a:latin typeface="Times New Roman"/>
              <a:ea typeface="Times New Roman"/>
              <a:cs typeface="Times New Roman"/>
              <a:sym typeface="Times New Roman"/>
            </a:endParaRPr>
          </a:p>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Lòng bao la thắm như màu lá.</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Shape 992"/>
        <p:cNvGrpSpPr/>
        <p:nvPr/>
      </p:nvGrpSpPr>
      <p:grpSpPr>
        <a:xfrm>
          <a:off x="0" y="0"/>
          <a:ext cx="0" cy="0"/>
          <a:chOff x="0" y="0"/>
          <a:chExt cx="0" cy="0"/>
        </a:xfrm>
      </p:grpSpPr>
      <p:sp>
        <p:nvSpPr>
          <p:cNvPr id="993" name="Google Shape;993;g3fb3359abd2_0_80"/>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Xin cho con yêu dấu muôn đời.</a:t>
            </a:r>
            <a:endParaRPr sz="8000" b="1">
              <a:solidFill>
                <a:schemeClr val="lt1"/>
              </a:solidFill>
              <a:latin typeface="Times New Roman"/>
              <a:ea typeface="Times New Roman"/>
              <a:cs typeface="Times New Roman"/>
              <a:sym typeface="Times New Roman"/>
            </a:endParaRPr>
          </a:p>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Xin cho con yêu đời yêu người.</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Shape 997"/>
        <p:cNvGrpSpPr/>
        <p:nvPr/>
      </p:nvGrpSpPr>
      <p:grpSpPr>
        <a:xfrm>
          <a:off x="0" y="0"/>
          <a:ext cx="0" cy="0"/>
          <a:chOff x="0" y="0"/>
          <a:chExt cx="0" cy="0"/>
        </a:xfrm>
      </p:grpSpPr>
      <p:sp>
        <p:nvSpPr>
          <p:cNvPr id="998" name="Google Shape;998;g3f95afb83fa_0_147"/>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rgbClr val="FFFF00"/>
                </a:solidFill>
                <a:latin typeface="Times New Roman"/>
                <a:ea typeface="Times New Roman"/>
                <a:cs typeface="Times New Roman"/>
                <a:sym typeface="Times New Roman"/>
              </a:rPr>
              <a:t>1. </a:t>
            </a:r>
            <a:r>
              <a:rPr lang="en-US" sz="8000" b="1">
                <a:solidFill>
                  <a:schemeClr val="lt1"/>
                </a:solidFill>
                <a:latin typeface="Times New Roman"/>
                <a:ea typeface="Times New Roman"/>
                <a:cs typeface="Times New Roman"/>
                <a:sym typeface="Times New Roman"/>
              </a:rPr>
              <a:t>Xin cho con yêu đời yêu người. Cảm niềm tin đi thắp môi cười.</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Shape 1002"/>
        <p:cNvGrpSpPr/>
        <p:nvPr/>
      </p:nvGrpSpPr>
      <p:grpSpPr>
        <a:xfrm>
          <a:off x="0" y="0"/>
          <a:ext cx="0" cy="0"/>
          <a:chOff x="0" y="0"/>
          <a:chExt cx="0" cy="0"/>
        </a:xfrm>
      </p:grpSpPr>
      <p:sp>
        <p:nvSpPr>
          <p:cNvPr id="1003" name="Google Shape;1003;g3f54ad4d3bd_0_144"/>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Dù một đời khổ đau không thôi. Tìm nhau vẫn thấy trong nhau là niềm vui,</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Shape 1007"/>
        <p:cNvGrpSpPr/>
        <p:nvPr/>
      </p:nvGrpSpPr>
      <p:grpSpPr>
        <a:xfrm>
          <a:off x="0" y="0"/>
          <a:ext cx="0" cy="0"/>
          <a:chOff x="0" y="0"/>
          <a:chExt cx="0" cy="0"/>
        </a:xfrm>
      </p:grpSpPr>
      <p:sp>
        <p:nvSpPr>
          <p:cNvPr id="1008" name="Google Shape;1008;hf002f62f5ca6d5c_0_40"/>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nhìn nhau vẫn thấy trong nhau đẹp một lời: Chúa là tình yêu.</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Shape 1012"/>
        <p:cNvGrpSpPr/>
        <p:nvPr/>
      </p:nvGrpSpPr>
      <p:grpSpPr>
        <a:xfrm>
          <a:off x="0" y="0"/>
          <a:ext cx="0" cy="0"/>
          <a:chOff x="0" y="0"/>
          <a:chExt cx="0" cy="0"/>
        </a:xfrm>
      </p:grpSpPr>
      <p:sp>
        <p:nvSpPr>
          <p:cNvPr id="1013" name="Google Shape;1013;hf002f62f5ca6d5c_0_44"/>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rgbClr val="FFFF00"/>
                </a:solidFill>
                <a:latin typeface="Times New Roman"/>
                <a:ea typeface="Times New Roman"/>
                <a:cs typeface="Times New Roman"/>
                <a:sym typeface="Times New Roman"/>
              </a:rPr>
              <a:t>ĐK: </a:t>
            </a:r>
            <a:r>
              <a:rPr lang="en-US" sz="7500" b="1">
                <a:solidFill>
                  <a:schemeClr val="lt1"/>
                </a:solidFill>
                <a:latin typeface="Times New Roman"/>
                <a:ea typeface="Times New Roman"/>
                <a:cs typeface="Times New Roman"/>
                <a:sym typeface="Times New Roman"/>
              </a:rPr>
              <a:t>Tình yêu đáp đền tình yêu ân tình đền đáp ân tình.</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Shape 1017"/>
        <p:cNvGrpSpPr/>
        <p:nvPr/>
      </p:nvGrpSpPr>
      <p:grpSpPr>
        <a:xfrm>
          <a:off x="0" y="0"/>
          <a:ext cx="0" cy="0"/>
          <a:chOff x="0" y="0"/>
          <a:chExt cx="0" cy="0"/>
        </a:xfrm>
      </p:grpSpPr>
      <p:sp>
        <p:nvSpPr>
          <p:cNvPr id="1018" name="Google Shape;1018;hf002f62f5ca6d5c_0_48"/>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Tình yêu Thiên Chúa cao mãi muôn đời.</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Shape 1022"/>
        <p:cNvGrpSpPr/>
        <p:nvPr/>
      </p:nvGrpSpPr>
      <p:grpSpPr>
        <a:xfrm>
          <a:off x="0" y="0"/>
          <a:ext cx="0" cy="0"/>
          <a:chOff x="0" y="0"/>
          <a:chExt cx="0" cy="0"/>
        </a:xfrm>
      </p:grpSpPr>
      <p:sp>
        <p:nvSpPr>
          <p:cNvPr id="1023" name="Google Shape;1023;hf002f62f5ca6d5c_0_52"/>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Xin cho con tình yêu thiết tha. </a:t>
            </a:r>
            <a:endParaRPr sz="8000" b="1">
              <a:solidFill>
                <a:schemeClr val="lt1"/>
              </a:solidFill>
              <a:latin typeface="Times New Roman"/>
              <a:ea typeface="Times New Roman"/>
              <a:cs typeface="Times New Roman"/>
              <a:sym typeface="Times New Roman"/>
            </a:endParaRPr>
          </a:p>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Lòng bao la thắm như màu lá.</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Shape 1027"/>
        <p:cNvGrpSpPr/>
        <p:nvPr/>
      </p:nvGrpSpPr>
      <p:grpSpPr>
        <a:xfrm>
          <a:off x="0" y="0"/>
          <a:ext cx="0" cy="0"/>
          <a:chOff x="0" y="0"/>
          <a:chExt cx="0" cy="0"/>
        </a:xfrm>
      </p:grpSpPr>
      <p:sp>
        <p:nvSpPr>
          <p:cNvPr id="1028" name="Google Shape;1028;hf002f62f5ca6d5c_0_56"/>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Xin cho con yêu dấu muôn đời.</a:t>
            </a:r>
            <a:endParaRPr sz="8000" b="1">
              <a:solidFill>
                <a:schemeClr val="lt1"/>
              </a:solidFill>
              <a:latin typeface="Times New Roman"/>
              <a:ea typeface="Times New Roman"/>
              <a:cs typeface="Times New Roman"/>
              <a:sym typeface="Times New Roman"/>
            </a:endParaRPr>
          </a:p>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Xin cho con yêu đời yêu người.</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Shape 1032"/>
        <p:cNvGrpSpPr/>
        <p:nvPr/>
      </p:nvGrpSpPr>
      <p:grpSpPr>
        <a:xfrm>
          <a:off x="0" y="0"/>
          <a:ext cx="0" cy="0"/>
          <a:chOff x="0" y="0"/>
          <a:chExt cx="0" cy="0"/>
        </a:xfrm>
      </p:grpSpPr>
      <p:sp>
        <p:nvSpPr>
          <p:cNvPr id="1033" name="Google Shape;1033;g3fb3359abd2_0_84"/>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rgbClr val="FFFF00"/>
                </a:solidFill>
                <a:latin typeface="Times New Roman"/>
                <a:ea typeface="Times New Roman"/>
                <a:cs typeface="Times New Roman"/>
                <a:sym typeface="Times New Roman"/>
              </a:rPr>
              <a:t>2. </a:t>
            </a:r>
            <a:r>
              <a:rPr lang="en-US" sz="8000" b="1">
                <a:solidFill>
                  <a:schemeClr val="lt1"/>
                </a:solidFill>
                <a:latin typeface="Times New Roman"/>
                <a:ea typeface="Times New Roman"/>
                <a:cs typeface="Times New Roman"/>
                <a:sym typeface="Times New Roman"/>
              </a:rPr>
              <a:t>Xin cho con yêu đời yêu người. Một tình yêu cao bóng mây trời.</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Shape 1037"/>
        <p:cNvGrpSpPr/>
        <p:nvPr/>
      </p:nvGrpSpPr>
      <p:grpSpPr>
        <a:xfrm>
          <a:off x="0" y="0"/>
          <a:ext cx="0" cy="0"/>
          <a:chOff x="0" y="0"/>
          <a:chExt cx="0" cy="0"/>
        </a:xfrm>
      </p:grpSpPr>
      <p:sp>
        <p:nvSpPr>
          <p:cNvPr id="1038" name="Google Shape;1038;g3fb3359abd2_0_88"/>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Lời hận thù bỏ quên trên môi. Dù ai gây mãi cơn đau thương đầy vơi,</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Shape 1042"/>
        <p:cNvGrpSpPr/>
        <p:nvPr/>
      </p:nvGrpSpPr>
      <p:grpSpPr>
        <a:xfrm>
          <a:off x="0" y="0"/>
          <a:ext cx="0" cy="0"/>
          <a:chOff x="0" y="0"/>
          <a:chExt cx="0" cy="0"/>
        </a:xfrm>
      </p:grpSpPr>
      <p:sp>
        <p:nvSpPr>
          <p:cNvPr id="1043" name="Google Shape;1043;g3fb3359abd2_0_92"/>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700" b="1">
                <a:solidFill>
                  <a:schemeClr val="lt1"/>
                </a:solidFill>
                <a:latin typeface="Times New Roman"/>
                <a:ea typeface="Times New Roman"/>
                <a:cs typeface="Times New Roman"/>
                <a:sym typeface="Times New Roman"/>
              </a:rPr>
              <a:t>nhìn ra trong sáng trên khuôn mặt mọi người: Chúa là tình yêu.</a:t>
            </a:r>
            <a:endParaRPr sz="7700" b="1">
              <a:solidFill>
                <a:schemeClr val="lt1"/>
              </a:solidFill>
              <a:latin typeface="Times New Roman"/>
              <a:ea typeface="Times New Roman"/>
              <a:cs typeface="Times New Roman"/>
              <a:sym typeface="Times New Roman"/>
            </a:endParaRP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Shape 1047"/>
        <p:cNvGrpSpPr/>
        <p:nvPr/>
      </p:nvGrpSpPr>
      <p:grpSpPr>
        <a:xfrm>
          <a:off x="0" y="0"/>
          <a:ext cx="0" cy="0"/>
          <a:chOff x="0" y="0"/>
          <a:chExt cx="0" cy="0"/>
        </a:xfrm>
      </p:grpSpPr>
      <p:sp>
        <p:nvSpPr>
          <p:cNvPr id="1048" name="Google Shape;1048;hf002f62f5ca6d5c_0_64"/>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7500" b="1">
                <a:solidFill>
                  <a:srgbClr val="FFFF00"/>
                </a:solidFill>
                <a:latin typeface="Times New Roman"/>
                <a:ea typeface="Times New Roman"/>
                <a:cs typeface="Times New Roman"/>
                <a:sym typeface="Times New Roman"/>
              </a:rPr>
              <a:t>ĐK: </a:t>
            </a:r>
            <a:r>
              <a:rPr lang="en-US" sz="7500" b="1">
                <a:solidFill>
                  <a:schemeClr val="lt1"/>
                </a:solidFill>
                <a:latin typeface="Times New Roman"/>
                <a:ea typeface="Times New Roman"/>
                <a:cs typeface="Times New Roman"/>
                <a:sym typeface="Times New Roman"/>
              </a:rPr>
              <a:t>Tình yêu đáp đền tình yêu ân tình đền đáp ân tình.</a:t>
            </a:r>
            <a:endParaRPr sz="7500" b="1">
              <a:solidFill>
                <a:schemeClr val="lt1"/>
              </a:solidFill>
              <a:latin typeface="Times New Roman"/>
              <a:ea typeface="Times New Roman"/>
              <a:cs typeface="Times New Roman"/>
              <a:sym typeface="Times New Roman"/>
            </a:endParaRP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Shape 1052"/>
        <p:cNvGrpSpPr/>
        <p:nvPr/>
      </p:nvGrpSpPr>
      <p:grpSpPr>
        <a:xfrm>
          <a:off x="0" y="0"/>
          <a:ext cx="0" cy="0"/>
          <a:chOff x="0" y="0"/>
          <a:chExt cx="0" cy="0"/>
        </a:xfrm>
      </p:grpSpPr>
      <p:sp>
        <p:nvSpPr>
          <p:cNvPr id="1053" name="Google Shape;1053;hf002f62f5ca6d5c_0_68"/>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Tình yêu Thiên Chúa cao mãi muôn đời.</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Shape 1057"/>
        <p:cNvGrpSpPr/>
        <p:nvPr/>
      </p:nvGrpSpPr>
      <p:grpSpPr>
        <a:xfrm>
          <a:off x="0" y="0"/>
          <a:ext cx="0" cy="0"/>
          <a:chOff x="0" y="0"/>
          <a:chExt cx="0" cy="0"/>
        </a:xfrm>
      </p:grpSpPr>
      <p:sp>
        <p:nvSpPr>
          <p:cNvPr id="1058" name="Google Shape;1058;hf002f62f5ca6d5c_0_72"/>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Xin cho con tình yêu thiết tha. </a:t>
            </a:r>
            <a:endParaRPr sz="8000" b="1">
              <a:solidFill>
                <a:schemeClr val="lt1"/>
              </a:solidFill>
              <a:latin typeface="Times New Roman"/>
              <a:ea typeface="Times New Roman"/>
              <a:cs typeface="Times New Roman"/>
              <a:sym typeface="Times New Roman"/>
            </a:endParaRPr>
          </a:p>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Lòng bao la thắm như màu lá.</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Shape 1062"/>
        <p:cNvGrpSpPr/>
        <p:nvPr/>
      </p:nvGrpSpPr>
      <p:grpSpPr>
        <a:xfrm>
          <a:off x="0" y="0"/>
          <a:ext cx="0" cy="0"/>
          <a:chOff x="0" y="0"/>
          <a:chExt cx="0" cy="0"/>
        </a:xfrm>
      </p:grpSpPr>
      <p:sp>
        <p:nvSpPr>
          <p:cNvPr id="1063" name="Google Shape;1063;hf002f62f5ca6d5c_0_76"/>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Xin cho con yêu dấu muôn đời.</a:t>
            </a:r>
            <a:endParaRPr sz="8000" b="1">
              <a:solidFill>
                <a:schemeClr val="lt1"/>
              </a:solidFill>
              <a:latin typeface="Times New Roman"/>
              <a:ea typeface="Times New Roman"/>
              <a:cs typeface="Times New Roman"/>
              <a:sym typeface="Times New Roman"/>
            </a:endParaRPr>
          </a:p>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Xin cho con yêu đời yêu người.</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Shape 1067"/>
        <p:cNvGrpSpPr/>
        <p:nvPr/>
      </p:nvGrpSpPr>
      <p:grpSpPr>
        <a:xfrm>
          <a:off x="0" y="0"/>
          <a:ext cx="0" cy="0"/>
          <a:chOff x="0" y="0"/>
          <a:chExt cx="0" cy="0"/>
        </a:xfrm>
      </p:grpSpPr>
      <p:pic>
        <p:nvPicPr>
          <p:cNvPr id="1068" name="Google Shape;1068;hf002f62f5ca6d5c_0_106"/>
          <p:cNvPicPr preferRelativeResize="0"/>
          <p:nvPr/>
        </p:nvPicPr>
        <p:blipFill rotWithShape="1">
          <a:blip r:embed="rId3">
            <a:alphaModFix/>
          </a:blip>
          <a:srcRect/>
          <a:stretch/>
        </p:blipFill>
        <p:spPr>
          <a:xfrm>
            <a:off x="0" y="0"/>
            <a:ext cx="9144003" cy="5143490"/>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Shape 1072"/>
        <p:cNvGrpSpPr/>
        <p:nvPr/>
      </p:nvGrpSpPr>
      <p:grpSpPr>
        <a:xfrm>
          <a:off x="0" y="0"/>
          <a:ext cx="0" cy="0"/>
          <a:chOff x="0" y="0"/>
          <a:chExt cx="0" cy="0"/>
        </a:xfrm>
      </p:grpSpPr>
      <p:sp>
        <p:nvSpPr>
          <p:cNvPr id="1073" name="Google Shape;1073;g3fb3359abd2_0_140"/>
          <p:cNvSpPr txBox="1">
            <a:spLocks noGrp="1"/>
          </p:cNvSpPr>
          <p:nvPr>
            <p:ph type="ctrTitle"/>
          </p:nvPr>
        </p:nvSpPr>
        <p:spPr>
          <a:xfrm>
            <a:off x="0" y="0"/>
            <a:ext cx="9144000" cy="5143500"/>
          </a:xfrm>
          <a:prstGeom prst="rect">
            <a:avLst/>
          </a:prstGeom>
          <a:solidFill>
            <a:srgbClr val="002060"/>
          </a:solidFill>
          <a:ln>
            <a:noFill/>
          </a:ln>
        </p:spPr>
        <p:txBody>
          <a:bodyPr spcFirstLastPara="1" wrap="square" lIns="91425" tIns="0" rIns="91425" bIns="0" anchor="ctr" anchorCtr="0">
            <a:normAutofit/>
          </a:bodyPr>
          <a:lstStyle/>
          <a:p>
            <a:pPr marL="0" lvl="0" indent="0" algn="ctr" rtl="0">
              <a:lnSpc>
                <a:spcPct val="90000"/>
              </a:lnSpc>
              <a:spcBef>
                <a:spcPts val="0"/>
              </a:spcBef>
              <a:spcAft>
                <a:spcPts val="0"/>
              </a:spcAft>
              <a:buClr>
                <a:schemeClr val="dk1"/>
              </a:buClr>
              <a:buSzPts val="4700"/>
              <a:buFont typeface="Times New Roman"/>
              <a:buNone/>
            </a:pPr>
            <a:r>
              <a:rPr lang="en-US" sz="4700" b="1">
                <a:solidFill>
                  <a:schemeClr val="accent4"/>
                </a:solidFill>
                <a:latin typeface="Times New Roman"/>
                <a:ea typeface="Times New Roman"/>
                <a:cs typeface="Times New Roman"/>
                <a:sym typeface="Times New Roman"/>
              </a:rPr>
              <a:t>KẾT LỄ</a:t>
            </a:r>
            <a:br>
              <a:rPr lang="en-US" sz="4700" b="1">
                <a:latin typeface="Times New Roman"/>
                <a:ea typeface="Times New Roman"/>
                <a:cs typeface="Times New Roman"/>
                <a:sym typeface="Times New Roman"/>
              </a:rPr>
            </a:br>
            <a:r>
              <a:rPr lang="en-US" sz="6700" b="1">
                <a:solidFill>
                  <a:srgbClr val="FFFF00"/>
                </a:solidFill>
                <a:latin typeface="Times New Roman"/>
                <a:ea typeface="Times New Roman"/>
                <a:cs typeface="Times New Roman"/>
                <a:sym typeface="Times New Roman"/>
              </a:rPr>
              <a:t>MẸ ĐỒNG HÀNH </a:t>
            </a:r>
            <a:br>
              <a:rPr lang="en-US" sz="6700" b="1">
                <a:solidFill>
                  <a:srgbClr val="FFFF00"/>
                </a:solidFill>
                <a:latin typeface="Times New Roman"/>
                <a:ea typeface="Times New Roman"/>
                <a:cs typeface="Times New Roman"/>
                <a:sym typeface="Times New Roman"/>
              </a:rPr>
            </a:br>
            <a:r>
              <a:rPr lang="en-US" sz="6700" b="1">
                <a:solidFill>
                  <a:srgbClr val="FFFF00"/>
                </a:solidFill>
                <a:latin typeface="Times New Roman"/>
                <a:ea typeface="Times New Roman"/>
                <a:cs typeface="Times New Roman"/>
                <a:sym typeface="Times New Roman"/>
              </a:rPr>
              <a:t>VỚI CON</a:t>
            </a:r>
            <a:br>
              <a:rPr lang="en-US" sz="6700" b="1">
                <a:solidFill>
                  <a:srgbClr val="FFFF00"/>
                </a:solidFill>
                <a:latin typeface="Times New Roman"/>
                <a:ea typeface="Times New Roman"/>
                <a:cs typeface="Times New Roman"/>
                <a:sym typeface="Times New Roman"/>
              </a:rPr>
            </a:br>
            <a:r>
              <a:rPr lang="en-US" sz="4700" b="1" i="1">
                <a:solidFill>
                  <a:srgbClr val="FFD966"/>
                </a:solidFill>
                <a:latin typeface="Times New Roman"/>
                <a:ea typeface="Times New Roman"/>
                <a:cs typeface="Times New Roman"/>
                <a:sym typeface="Times New Roman"/>
              </a:rPr>
              <a:t>(Ngọc Linh)</a:t>
            </a:r>
            <a:endParaRPr sz="4700" b="1">
              <a:solidFill>
                <a:srgbClr val="FFD966"/>
              </a:solidFill>
              <a:latin typeface="Times New Roman"/>
              <a:ea typeface="Times New Roman"/>
              <a:cs typeface="Times New Roman"/>
              <a:sym typeface="Times New Roman"/>
            </a:endParaRPr>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Shape 1077"/>
        <p:cNvGrpSpPr/>
        <p:nvPr/>
      </p:nvGrpSpPr>
      <p:grpSpPr>
        <a:xfrm>
          <a:off x="0" y="0"/>
          <a:ext cx="0" cy="0"/>
          <a:chOff x="0" y="0"/>
          <a:chExt cx="0" cy="0"/>
        </a:xfrm>
      </p:grpSpPr>
      <p:sp>
        <p:nvSpPr>
          <p:cNvPr id="1078" name="Google Shape;1078;g3fb3359abd2_0_144"/>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rgbClr val="FFFF00"/>
                </a:solidFill>
                <a:latin typeface="Times New Roman"/>
                <a:ea typeface="Times New Roman"/>
                <a:cs typeface="Times New Roman"/>
                <a:sym typeface="Times New Roman"/>
              </a:rPr>
              <a:t>1. </a:t>
            </a:r>
            <a:r>
              <a:rPr lang="en-US" sz="8000" b="1">
                <a:solidFill>
                  <a:schemeClr val="lt1"/>
                </a:solidFill>
                <a:latin typeface="Times New Roman"/>
                <a:ea typeface="Times New Roman"/>
                <a:cs typeface="Times New Roman"/>
                <a:sym typeface="Times New Roman"/>
              </a:rPr>
              <a:t>Mẹ ơi, trên con đường đời, xin Mẹ hằng luôn nâng đỡ.</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Shape 1082"/>
        <p:cNvGrpSpPr/>
        <p:nvPr/>
      </p:nvGrpSpPr>
      <p:grpSpPr>
        <a:xfrm>
          <a:off x="0" y="0"/>
          <a:ext cx="0" cy="0"/>
          <a:chOff x="0" y="0"/>
          <a:chExt cx="0" cy="0"/>
        </a:xfrm>
      </p:grpSpPr>
      <p:sp>
        <p:nvSpPr>
          <p:cNvPr id="1083" name="Google Shape;1083;g3fb3359abd2_0_148"/>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Cùng con gieo chân khắp nơi, đắp xây Nước Trời chẳng ngơi,</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Shape 1087"/>
        <p:cNvGrpSpPr/>
        <p:nvPr/>
      </p:nvGrpSpPr>
      <p:grpSpPr>
        <a:xfrm>
          <a:off x="0" y="0"/>
          <a:ext cx="0" cy="0"/>
          <a:chOff x="0" y="0"/>
          <a:chExt cx="0" cy="0"/>
        </a:xfrm>
      </p:grpSpPr>
      <p:sp>
        <p:nvSpPr>
          <p:cNvPr id="1088" name="Google Shape;1088;hf002f62f5ca6d5c_0_80"/>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giữa nơi gian trần đẹp tươi.</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Shape 1092"/>
        <p:cNvGrpSpPr/>
        <p:nvPr/>
      </p:nvGrpSpPr>
      <p:grpSpPr>
        <a:xfrm>
          <a:off x="0" y="0"/>
          <a:ext cx="0" cy="0"/>
          <a:chOff x="0" y="0"/>
          <a:chExt cx="0" cy="0"/>
        </a:xfrm>
      </p:grpSpPr>
      <p:sp>
        <p:nvSpPr>
          <p:cNvPr id="1093" name="Google Shape;1093;g3fb3359abd2_0_164"/>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rgbClr val="FFFF00"/>
                </a:solidFill>
                <a:latin typeface="Times New Roman"/>
                <a:ea typeface="Times New Roman"/>
                <a:cs typeface="Times New Roman"/>
                <a:sym typeface="Times New Roman"/>
              </a:rPr>
              <a:t>ĐK: </a:t>
            </a:r>
            <a:r>
              <a:rPr lang="en-US" sz="8000" b="1">
                <a:solidFill>
                  <a:schemeClr val="lt1"/>
                </a:solidFill>
                <a:latin typeface="Times New Roman"/>
                <a:ea typeface="Times New Roman"/>
                <a:cs typeface="Times New Roman"/>
                <a:sym typeface="Times New Roman"/>
              </a:rPr>
              <a:t>Kính dâng Mẹ lòng mến yêu nhiều kính dâng Mẹ tình con không thiếu.</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Shape 1097"/>
        <p:cNvGrpSpPr/>
        <p:nvPr/>
      </p:nvGrpSpPr>
      <p:grpSpPr>
        <a:xfrm>
          <a:off x="0" y="0"/>
          <a:ext cx="0" cy="0"/>
          <a:chOff x="0" y="0"/>
          <a:chExt cx="0" cy="0"/>
        </a:xfrm>
      </p:grpSpPr>
      <p:sp>
        <p:nvSpPr>
          <p:cNvPr id="1098" name="Google Shape;1098;g3fb3359abd2_0_168"/>
          <p:cNvSpPr txBox="1">
            <a:spLocks noGrp="1"/>
          </p:cNvSpPr>
          <p:nvPr>
            <p:ph type="subTitle" idx="1"/>
          </p:nvPr>
        </p:nvSpPr>
        <p:spPr>
          <a:xfrm>
            <a:off x="0" y="0"/>
            <a:ext cx="9144000" cy="5143500"/>
          </a:xfrm>
          <a:prstGeom prst="rect">
            <a:avLst/>
          </a:prstGeom>
          <a:solidFill>
            <a:srgbClr val="002060"/>
          </a:solidFill>
          <a:ln>
            <a:noFill/>
          </a:ln>
        </p:spPr>
        <p:txBody>
          <a:bodyPr spcFirstLastPara="1" wrap="square" lIns="91425" tIns="45700" rIns="91425" bIns="45700" anchor="t" anchorCtr="0">
            <a:noAutofit/>
          </a:bodyPr>
          <a:lstStyle/>
          <a:p>
            <a:pPr marL="0" lvl="0" indent="0" algn="just" rtl="0">
              <a:lnSpc>
                <a:spcPct val="100000"/>
              </a:lnSpc>
              <a:spcBef>
                <a:spcPts val="0"/>
              </a:spcBef>
              <a:spcAft>
                <a:spcPts val="0"/>
              </a:spcAft>
              <a:buClr>
                <a:schemeClr val="dk1"/>
              </a:buClr>
              <a:buSzPts val="1100"/>
              <a:buNone/>
            </a:pPr>
            <a:r>
              <a:rPr lang="en-US" sz="8000" b="1">
                <a:solidFill>
                  <a:schemeClr val="lt1"/>
                </a:solidFill>
                <a:latin typeface="Times New Roman"/>
                <a:ea typeface="Times New Roman"/>
                <a:cs typeface="Times New Roman"/>
                <a:sym typeface="Times New Roman"/>
              </a:rPr>
              <a:t>Bước bên Mẹ lòng không cô liêu, sống trong Mẹ hồn ngập thương yêu.</a:t>
            </a:r>
            <a:endParaRPr sz="8000" b="1">
              <a:solidFill>
                <a:schemeClr val="lt1"/>
              </a:solidFill>
              <a:latin typeface="Times New Roman"/>
              <a:ea typeface="Times New Roman"/>
              <a:cs typeface="Times New Roman"/>
              <a:sym typeface="Times New Roman"/>
            </a:endParaRPr>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Shape 1102"/>
        <p:cNvGrpSpPr/>
        <p:nvPr/>
      </p:nvGrpSpPr>
      <p:grpSpPr>
        <a:xfrm>
          <a:off x="0" y="0"/>
          <a:ext cx="0" cy="0"/>
          <a:chOff x="0" y="0"/>
          <a:chExt cx="0" cy="0"/>
        </a:xfrm>
      </p:grpSpPr>
      <p:pic>
        <p:nvPicPr>
          <p:cNvPr id="1103" name="Google Shape;1103;g3fb2dc0a37c_0_109"/>
          <p:cNvPicPr preferRelativeResize="0"/>
          <p:nvPr/>
        </p:nvPicPr>
        <p:blipFill rotWithShape="1">
          <a:blip r:embed="rId3">
            <a:alphaModFix/>
          </a:blip>
          <a:srcRect/>
          <a:stretch/>
        </p:blipFill>
        <p:spPr>
          <a:xfrm>
            <a:off x="0" y="0"/>
            <a:ext cx="9192401" cy="5143499"/>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2013 - 202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3246</Words>
  <Application>Microsoft Office PowerPoint</Application>
  <PresentationFormat>On-screen Show (16:9)</PresentationFormat>
  <Paragraphs>266</Paragraphs>
  <Slides>199</Slides>
  <Notes>199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199</vt:i4>
      </vt:variant>
    </vt:vector>
  </HeadingPairs>
  <TitlesOfParts>
    <vt:vector size="204" baseType="lpstr">
      <vt:lpstr>Arial</vt:lpstr>
      <vt:lpstr>Calibri</vt:lpstr>
      <vt:lpstr>Times</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NHẬP LỄ HÃY ĐẾN TUNG HÔ (Kim Long)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VINH DANH</vt:lpstr>
      <vt:lpstr>A+B: và bình an dưới thế cho người thiện tâm.</vt:lpstr>
      <vt:lpstr>A: Chúng con ca ngợi Chúa, B: chúng con chúc tụng Chúa,</vt:lpstr>
      <vt:lpstr>A: chúng   con thờ lạy Chúa, B: chúng con tôn vinh Chúa,</vt:lpstr>
      <vt:lpstr>A: chúng con cảm tạ Chúa vì vinh quang cao cả Chúa.</vt:lpstr>
      <vt:lpstr>B: Lạy Chúa là Thiên Chúa, là Vua trên trời, là Chúa Cha toàn năng.</vt:lpstr>
      <vt:lpstr>A: Lạy Con Một Thiên Chúa, Chúa Giêsu Kitô</vt:lpstr>
      <vt:lpstr>B: Lạy Chúa là Thiên Chúa, là Chiên Thiên Chúa, là Con Ðức Chúa Cha,</vt:lpstr>
      <vt:lpstr>A: Chúa xóa tội trần gian, xin thương xót chúng con,</vt:lpstr>
      <vt:lpstr>B: Chúa xóa tội trần gian, xin nhậm lời chúng con cầu khẩn.</vt:lpstr>
      <vt:lpstr>A: Chúa ngự bên hữu Ðức Chúa Cha, xin thương xót chúng con.</vt:lpstr>
      <vt:lpstr>B: Vì lạy Chúa Giêsu Kitô, chỉ có Chúa là Ðấng Thánh,</vt:lpstr>
      <vt:lpstr>chỉ có Chúa là Chúa, chỉ có Chúa là Ðấng Tối Cao,</vt:lpstr>
      <vt:lpstr>A+B: Cùng Ðức Chúa Thánh Thần trong vinh quang Ðức Chúa Cha. Amen.</vt:lpstr>
      <vt:lpstr>PowerPoint Presentation</vt:lpstr>
      <vt:lpstr>PowerPoint Presentation</vt:lpstr>
      <vt:lpstr>ĐÁP CA THÁNH VỊNH 144 (Lm. Thái Nguyên) (03 câu)</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All… All…  Chúc tụng Đức Vua Đấng nhân danh Chúa mà đến.</vt:lpstr>
      <vt:lpstr>Bình an trên trời và vinh quang trên các tầng trời. All..</vt:lpstr>
      <vt:lpstr>PowerPoint Presentation</vt:lpstr>
      <vt:lpstr>PowerPoint Presentation</vt:lpstr>
      <vt:lpstr>CT: Tôi tin kính một Thiên Chúa là Cha toàn năng.</vt:lpstr>
      <vt:lpstr>Đấng tạo thành trời đất muôn vật hữu hình và vô hình.</vt:lpstr>
      <vt:lpstr>Tôi tin kính một Chúa Giê-su Ki-tô Con Một Thiên Chúa,</vt:lpstr>
      <vt:lpstr>sinh bởi Đức Chúa Cha từ trước muôn đời.</vt:lpstr>
      <vt:lpstr>Người là Thiên Chúa bởi Thiên Chúa, Ánh Sáng bởi Ánh Sáng,</vt:lpstr>
      <vt:lpstr>Thiên Chúa thật bởi Thiên Chúa Thật Được sinh ra mà không phải được tạo thành, </vt:lpstr>
      <vt:lpstr>đồng bản thể với Đức Chúa Cha: nhờ Người mà muôn vật được tạo thành.</vt:lpstr>
      <vt:lpstr>Vì loài người chúng ta và để cứu độ chúng ta, Người đã từ trời xuống thế.</vt:lpstr>
      <vt:lpstr>Bởi phép Đức Chúa Thánh Thần Người đã nhập thể trong lòng Trinh Nữ Maria, và đã làm người.</vt:lpstr>
      <vt:lpstr>Người chịu đóng đinh vào thập giá vì chúng ta, Thời quan Phong-xi-ô Phi-la-tô; </vt:lpstr>
      <vt:lpstr>Người chịu khổ hình và mai táng, ngày thứ ba Người sống lại như lời Thánh Kinh.</vt:lpstr>
      <vt:lpstr>Người lên trời, ngự bên hữu Đức Chúa Cha, và Người sẽ lại đến trong vinh quang</vt:lpstr>
      <vt:lpstr>để phán xét kẻ sống và kẻ chết, Nước Người sẽ không bao giờ cùng.</vt:lpstr>
      <vt:lpstr>Tôi tin kính Đức Chúa Thánh Thần là Thiên Chúa và là Đấng ban sự sống,</vt:lpstr>
      <vt:lpstr>Người bởi Đức Chúa Cha và Đức Chúa Con mà ra.</vt:lpstr>
      <vt:lpstr>Người được phụng thờ và tôn vinh cùng với Đức Chúa Cha và Đức Chúa Con.</vt:lpstr>
      <vt:lpstr>Người đã dùng các Tiên tri mà phán dạy.</vt:lpstr>
      <vt:lpstr>Tôi tin Hội Thánh duy nhất, thánh thiện, công giáo và tông truyền.</vt:lpstr>
      <vt:lpstr>Tôi tuyên xưng có một Phép Rửa để tha tội.</vt:lpstr>
      <vt:lpstr>Tôi trông đợi kẻ chết sống lại và sự sống đời sau. Amen.</vt:lpstr>
      <vt:lpstr>PowerPoint Presentation</vt:lpstr>
      <vt:lpstr>DÂNG LỄ LÀ ĐÂY CỦA LỄ (Ngọc Linh)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KINH THÁNH, THÁNH Thánh, Thánh, Thánh. Chúa là Thiên Chúa các đạo binh </vt:lpstr>
      <vt:lpstr>Trời đất đầy vinh quang Chúa. Hoan hô Chúa trên các tầng trời.</vt:lpstr>
      <vt:lpstr>Chúc tụng Đấng ngự đến nhân danh Chúa. Hoan hô Chúa trên các tầng trời.</vt:lpstr>
      <vt:lpstr>PowerPoint Presentation</vt:lpstr>
      <vt:lpstr> CHIÊN THIÊN CHÚA Lạy Chiên Thiên Chúa, Đấng xóa tội trần gian, xin thương xót chúng con. </vt:lpstr>
      <vt:lpstr>Lạy Chiên Thiên Chúa, Đấng xóa tội trần gian: xin thương xót chúng con.</vt:lpstr>
      <vt:lpstr>Lạy Chiên Thiên Chúa, Đấng xóa tội trần gian: xin ban bình an cho chúng con.</vt:lpstr>
      <vt:lpstr>PowerPoint Presentation</vt:lpstr>
      <vt:lpstr>Chúa phán: Ta là mục tử tốt lành, ta biết các chiên Ta và các chiên Ta biết Ta.</vt:lpstr>
      <vt:lpstr>PowerPoint Presentation</vt:lpstr>
      <vt:lpstr>HIỆP LỄ YÊU ĐỜI YÊU NGƯỜI (Phanxicô)</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KẾT LỄ MẸ ĐỒNG HÀNH  VỚI CON (Ngọc Linh)</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Lý Thanh Ngô</cp:lastModifiedBy>
  <cp:revision>1</cp:revision>
  <dcterms:created xsi:type="dcterms:W3CDTF">2023-01-29T22:00:16Z</dcterms:created>
  <dcterms:modified xsi:type="dcterms:W3CDTF">2026-09-18T02:57:04Z</dcterms:modified>
</cp:coreProperties>
</file>