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168.xml"/>
  <Override ContentType="application/vnd.openxmlformats-officedocument.presentationml.notesSlide+xml" PartName="/ppt/notesSlides/notesSlide125.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117.xml"/>
  <Override ContentType="application/vnd.openxmlformats-officedocument.presentationml.notesSlide+xml" PartName="/ppt/notesSlides/notesSlide91.xml"/>
  <Override ContentType="application/vnd.openxmlformats-officedocument.presentationml.notesSlide+xml" PartName="/ppt/notesSlides/notesSlide133.xml"/>
  <Override ContentType="application/vnd.openxmlformats-officedocument.presentationml.notesSlide+xml" PartName="/ppt/notesSlides/notesSlide176.xml"/>
  <Override ContentType="application/vnd.openxmlformats-officedocument.presentationml.notesSlide+xml" PartName="/ppt/notesSlides/notesSlide109.xml"/>
  <Override ContentType="application/vnd.openxmlformats-officedocument.presentationml.notesSlide+xml" PartName="/ppt/notesSlides/notesSlide24.xml"/>
  <Override ContentType="application/vnd.openxmlformats-officedocument.presentationml.notesSlide+xml" PartName="/ppt/notesSlides/notesSlide16.xml"/>
  <Override ContentType="application/vnd.openxmlformats-officedocument.presentationml.notesSlide+xml" PartName="/ppt/notesSlides/notesSlide1.xml"/>
  <Override ContentType="application/vnd.openxmlformats-officedocument.presentationml.notesSlide+xml" PartName="/ppt/notesSlides/notesSlide196.xml"/>
  <Override ContentType="application/vnd.openxmlformats-officedocument.presentationml.notesSlide+xml" PartName="/ppt/notesSlides/notesSlide105.xml"/>
  <Override ContentType="application/vnd.openxmlformats-officedocument.presentationml.notesSlide+xml" PartName="/ppt/notesSlides/notesSlide148.xml"/>
  <Override ContentType="application/vnd.openxmlformats-officedocument.presentationml.notesSlide+xml" PartName="/ppt/notesSlides/notesSlide39.xml"/>
  <Override ContentType="application/vnd.openxmlformats-officedocument.presentationml.notesSlide+xml" PartName="/ppt/notesSlides/notesSlide137.xml"/>
  <Override ContentType="application/vnd.openxmlformats-officedocument.presentationml.notesSlide+xml" PartName="/ppt/notesSlides/notesSlide87.xml"/>
  <Override ContentType="application/vnd.openxmlformats-officedocument.presentationml.notesSlide+xml" PartName="/ppt/notesSlides/notesSlide44.xml"/>
  <Override ContentType="application/vnd.openxmlformats-officedocument.presentationml.notesSlide+xml" PartName="/ppt/notesSlides/notesSlide141.xml"/>
  <Override ContentType="application/vnd.openxmlformats-officedocument.presentationml.notesSlide+xml" PartName="/ppt/notesSlides/notesSlide153.xml"/>
  <Override ContentType="application/vnd.openxmlformats-officedocument.presentationml.notesSlide+xml" PartName="/ppt/notesSlides/notesSlide110.xml"/>
  <Override ContentType="application/vnd.openxmlformats-officedocument.presentationml.notesSlide+xml" PartName="/ppt/notesSlides/notesSlide184.xml"/>
  <Override ContentType="application/vnd.openxmlformats-officedocument.presentationml.notesSlide+xml" PartName="/ppt/notesSlides/notesSlide75.xml"/>
  <Override ContentType="application/vnd.openxmlformats-officedocument.presentationml.notesSlide+xml" PartName="/ppt/notesSlides/notesSlide180.xml"/>
  <Override ContentType="application/vnd.openxmlformats-officedocument.presentationml.notesSlide+xml" PartName="/ppt/notesSlides/notesSlide172.xml"/>
  <Override ContentType="application/vnd.openxmlformats-officedocument.presentationml.notesSlide+xml" PartName="/ppt/notesSlides/notesSlide9.xml"/>
  <Override ContentType="application/vnd.openxmlformats-officedocument.presentationml.notesSlide+xml" PartName="/ppt/notesSlides/notesSlide63.xml"/>
  <Override ContentType="application/vnd.openxmlformats-officedocument.presentationml.notesSlide+xml" PartName="/ppt/notesSlides/notesSlide20.xml"/>
  <Override ContentType="application/vnd.openxmlformats-officedocument.presentationml.notesSlide+xml" PartName="/ppt/notesSlides/notesSlide129.xml"/>
  <Override ContentType="application/vnd.openxmlformats-officedocument.presentationml.notesSlide+xml" PartName="/ppt/notesSlides/notesSlide60.xml"/>
  <Override ContentType="application/vnd.openxmlformats-officedocument.presentationml.notesSlide+xml" PartName="/ppt/notesSlides/notesSlide144.xml"/>
  <Override ContentType="application/vnd.openxmlformats-officedocument.presentationml.notesSlide+xml" PartName="/ppt/notesSlides/notesSlide48.xml"/>
  <Override ContentType="application/vnd.openxmlformats-officedocument.presentationml.notesSlide+xml" PartName="/ppt/notesSlides/notesSlide157.xml"/>
  <Override ContentType="application/vnd.openxmlformats-officedocument.presentationml.notesSlide+xml" PartName="/ppt/notesSlides/notesSlide114.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52.xml"/>
  <Override ContentType="application/vnd.openxmlformats-officedocument.presentationml.notesSlide+xml" PartName="/ppt/notesSlides/notesSlide35.xml"/>
  <Override ContentType="application/vnd.openxmlformats-officedocument.presentationml.notesSlide+xml" PartName="/ppt/notesSlides/notesSlide161.xml"/>
  <Override ContentType="application/vnd.openxmlformats-officedocument.presentationml.notesSlide+xml" PartName="/ppt/notesSlides/notesSlide5.xml"/>
  <Override ContentType="application/vnd.openxmlformats-officedocument.presentationml.notesSlide+xml" PartName="/ppt/notesSlides/notesSlide187.xml"/>
  <Override ContentType="application/vnd.openxmlformats-officedocument.presentationml.notesSlide+xml" PartName="/ppt/notesSlides/notesSlide78.xml"/>
  <Override ContentType="application/vnd.openxmlformats-officedocument.presentationml.notesSlide+xml" PartName="/ppt/notesSlides/notesSlide71.xml"/>
  <Override ContentType="application/vnd.openxmlformats-officedocument.presentationml.notesSlide+xml" PartName="/ppt/notesSlides/notesSlide84.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24.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177.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90.xml"/>
  <Override ContentType="application/vnd.openxmlformats-officedocument.presentationml.notesSlide+xml" PartName="/ppt/notesSlides/notesSlide134.xml"/>
  <Override ContentType="application/vnd.openxmlformats-officedocument.presentationml.notesSlide+xml" PartName="/ppt/notesSlides/notesSlide4.xml"/>
  <Override ContentType="application/vnd.openxmlformats-officedocument.presentationml.notesSlide+xml" PartName="/ppt/notesSlides/notesSlide13.xml"/>
  <Override ContentType="application/vnd.openxmlformats-officedocument.presentationml.notesSlide+xml" PartName="/ppt/notesSlides/notesSlide10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152.xml"/>
  <Override ContentType="application/vnd.openxmlformats-officedocument.presentationml.notesSlide+xml" PartName="/ppt/notesSlides/notesSlide195.xml"/>
  <Override ContentType="application/vnd.openxmlformats-officedocument.presentationml.notesSlide+xml" PartName="/ppt/notesSlides/notesSlide183.xml"/>
  <Override ContentType="application/vnd.openxmlformats-officedocument.presentationml.notesSlide+xml" PartName="/ppt/notesSlides/notesSlide61.xml"/>
  <Override ContentType="application/vnd.openxmlformats-officedocument.presentationml.notesSlide+xml" PartName="/ppt/notesSlides/notesSlide118.xml"/>
  <Override ContentType="application/vnd.openxmlformats-officedocument.presentationml.notesSlide+xml" PartName="/ppt/notesSlides/notesSlide167.xml"/>
  <Override ContentType="application/vnd.openxmlformats-officedocument.presentationml.notesSlide+xml" PartName="/ppt/notesSlides/notesSlide140.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149.xml"/>
  <Override ContentType="application/vnd.openxmlformats-officedocument.presentationml.notesSlide+xml" PartName="/ppt/notesSlides/notesSlide62.xml"/>
  <Override ContentType="application/vnd.openxmlformats-officedocument.presentationml.notesSlide+xml" PartName="/ppt/notesSlides/notesSlide45.xml"/>
  <Override ContentType="application/vnd.openxmlformats-officedocument.presentationml.notesSlide+xml" PartName="/ppt/notesSlides/notesSlide28.xml"/>
  <Override ContentType="application/vnd.openxmlformats-officedocument.presentationml.notesSlide+xml" PartName="/ppt/notesSlides/notesSlide139.xml"/>
  <Override ContentType="application/vnd.openxmlformats-officedocument.presentationml.notesSlide+xml" PartName="/ppt/notesSlides/notesSlide55.xml"/>
  <Override ContentType="application/vnd.openxmlformats-officedocument.presentationml.notesSlide+xml" PartName="/ppt/notesSlides/notesSlide156.xml"/>
  <Override ContentType="application/vnd.openxmlformats-officedocument.presentationml.notesSlide+xml" PartName="/ppt/notesSlides/notesSlide12.xml"/>
  <Override ContentType="application/vnd.openxmlformats-officedocument.presentationml.notesSlide+xml" PartName="/ppt/notesSlides/notesSlide113.xml"/>
  <Override ContentType="application/vnd.openxmlformats-officedocument.presentationml.notesSlide+xml" PartName="/ppt/notesSlides/notesSlide199.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190.xml"/>
  <Override ContentType="application/vnd.openxmlformats-officedocument.presentationml.notesSlide+xml" PartName="/ppt/notesSlides/notesSlide8.xml"/>
  <Override ContentType="application/vnd.openxmlformats-officedocument.presentationml.notesSlide+xml" PartName="/ppt/notesSlides/notesSlide130.xml"/>
  <Override ContentType="application/vnd.openxmlformats-officedocument.presentationml.notesSlide+xml" PartName="/ppt/notesSlides/notesSlide38.xml"/>
  <Override ContentType="application/vnd.openxmlformats-officedocument.presentationml.notesSlide+xml" PartName="/ppt/notesSlides/notesSlide173.xml"/>
  <Override ContentType="application/vnd.openxmlformats-officedocument.presentationml.notesSlide+xml" PartName="/ppt/notesSlides/notesSlide128.xml"/>
  <Override ContentType="application/vnd.openxmlformats-officedocument.presentationml.notesSlide+xml" PartName="/ppt/notesSlides/notesSlide162.xml"/>
  <Override ContentType="application/vnd.openxmlformats-officedocument.presentationml.notesSlide+xml" PartName="/ppt/notesSlides/notesSlide49.xml"/>
  <Override ContentType="application/vnd.openxmlformats-officedocument.presentationml.notesSlide+xml" PartName="/ppt/notesSlides/notesSlide145.xml"/>
  <Override ContentType="application/vnd.openxmlformats-officedocument.presentationml.notesSlide+xml" PartName="/ppt/notesSlides/notesSlide102.xml"/>
  <Override ContentType="application/vnd.openxmlformats-officedocument.presentationml.notesSlide+xml" PartName="/ppt/notesSlides/notesSlide8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88.xml"/>
  <Override ContentType="application/vnd.openxmlformats-officedocument.presentationml.notesSlide+xml" PartName="/ppt/notesSlides/notesSlide3.xml"/>
  <Override ContentType="application/vnd.openxmlformats-officedocument.presentationml.notesSlide+xml" PartName="/ppt/notesSlides/notesSlide50.xml"/>
  <Override ContentType="application/vnd.openxmlformats-officedocument.presentationml.notesSlide+xml" PartName="/ppt/notesSlides/notesSlide107.xml"/>
  <Override ContentType="application/vnd.openxmlformats-officedocument.presentationml.notesSlide+xml" PartName="/ppt/notesSlides/notesSlide186.xml"/>
  <Override ContentType="application/vnd.openxmlformats-officedocument.presentationml.notesSlide+xml" PartName="/ppt/notesSlides/notesSlide143.xml"/>
  <Override ContentType="application/vnd.openxmlformats-officedocument.presentationml.notesSlide+xml" PartName="/ppt/notesSlides/notesSlide151.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85.xml"/>
  <Override ContentType="application/vnd.openxmlformats-officedocument.presentationml.notesSlide+xml" PartName="/ppt/notesSlides/notesSlide194.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73.xml"/>
  <Override ContentType="application/vnd.openxmlformats-officedocument.presentationml.notesSlide+xml" PartName="/ppt/notesSlides/notesSlide119.xml"/>
  <Override ContentType="application/vnd.openxmlformats-officedocument.presentationml.notesSlide+xml" PartName="/ppt/notesSlides/notesSlide81.xml"/>
  <Override ContentType="application/vnd.openxmlformats-officedocument.presentationml.notesSlide+xml" PartName="/ppt/notesSlides/notesSlide166.xml"/>
  <Override ContentType="application/vnd.openxmlformats-officedocument.presentationml.notesSlide+xml" PartName="/ppt/notesSlides/notesSlide182.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178.xml"/>
  <Override ContentType="application/vnd.openxmlformats-officedocument.presentationml.notesSlide+xml" PartName="/ppt/notesSlides/notesSlide26.xml"/>
  <Override ContentType="application/vnd.openxmlformats-officedocument.presentationml.notesSlide+xml" PartName="/ppt/notesSlides/notesSlide135.xml"/>
  <Override ContentType="application/vnd.openxmlformats-officedocument.presentationml.notesSlide+xml" PartName="/ppt/notesSlides/notesSlide93.xml"/>
  <Override ContentType="application/vnd.openxmlformats-officedocument.presentationml.notesSlide+xml" PartName="/ppt/notesSlides/notesSlide57.xml"/>
  <Override ContentType="application/vnd.openxmlformats-officedocument.presentationml.notesSlide+xml" PartName="/ppt/notesSlides/notesSlide123.xml"/>
  <Override ContentType="application/vnd.openxmlformats-officedocument.presentationml.notesSlide+xml" PartName="/ppt/notesSlides/notesSlide171.xml"/>
  <Override ContentType="application/vnd.openxmlformats-officedocument.presentationml.notesSlide+xml" PartName="/ppt/notesSlides/notesSlide14.xml"/>
  <Override ContentType="application/vnd.openxmlformats-officedocument.presentationml.notesSlide+xml" PartName="/ppt/notesSlides/notesSlide37.xml"/>
  <Override ContentType="application/vnd.openxmlformats-officedocument.presentationml.notesSlide+xml" PartName="/ppt/notesSlides/notesSlide138.xml"/>
  <Override ContentType="application/vnd.openxmlformats-officedocument.presentationml.notesSlide+xml" PartName="/ppt/notesSlides/notesSlide163.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98.xml"/>
  <Override ContentType="application/vnd.openxmlformats-officedocument.presentationml.notesSlide+xml" PartName="/ppt/notesSlides/notesSlide112.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155.xml"/>
  <Override ContentType="application/vnd.openxmlformats-officedocument.presentationml.notesSlide+xml" PartName="/ppt/notesSlides/notesSlide189.xml"/>
  <Override ContentType="application/vnd.openxmlformats-officedocument.presentationml.notesSlide+xml" PartName="/ppt/notesSlides/notesSlide46.xml"/>
  <Override ContentType="application/vnd.openxmlformats-officedocument.presentationml.notesSlide+xml" PartName="/ppt/notesSlides/notesSlide89.xml"/>
  <Override ContentType="application/vnd.openxmlformats-officedocument.presentationml.notesSlide+xml" PartName="/ppt/notesSlides/notesSlide146.xml"/>
  <Override ContentType="application/vnd.openxmlformats-officedocument.presentationml.notesSlide+xml" PartName="/ppt/notesSlides/notesSlide11.xml"/>
  <Override ContentType="application/vnd.openxmlformats-officedocument.presentationml.notesSlide+xml" PartName="/ppt/notesSlides/notesSlide120.xml"/>
  <Override ContentType="application/vnd.openxmlformats-officedocument.presentationml.notesSlide+xml" PartName="/ppt/notesSlides/notesSlide18.xml"/>
  <Override ContentType="application/vnd.openxmlformats-officedocument.presentationml.notesSlide+xml" PartName="/ppt/notesSlides/notesSlide131.xml"/>
  <Override ContentType="application/vnd.openxmlformats-officedocument.presentationml.notesSlide+xml" PartName="/ppt/notesSlides/notesSlide127.xml"/>
  <Override ContentType="application/vnd.openxmlformats-officedocument.presentationml.notesSlide+xml" PartName="/ppt/notesSlides/notesSlide19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65.xml"/>
  <Override ContentType="application/vnd.openxmlformats-officedocument.presentationml.notesSlide+xml" PartName="/ppt/notesSlides/notesSlide174.xml"/>
  <Override ContentType="application/vnd.openxmlformats-officedocument.presentationml.notesSlide+xml" PartName="/ppt/notesSlides/notesSlide92.xml"/>
  <Override ContentType="application/vnd.openxmlformats-officedocument.presentationml.notesSlide+xml" PartName="/ppt/notesSlides/notesSlide193.xml"/>
  <Override ContentType="application/vnd.openxmlformats-officedocument.presentationml.notesSlide+xml" PartName="/ppt/notesSlides/notesSlide150.xml"/>
  <Override ContentType="application/vnd.openxmlformats-officedocument.presentationml.notesSlide+xml" PartName="/ppt/notesSlides/notesSlide142.xml"/>
  <Override ContentType="application/vnd.openxmlformats-officedocument.presentationml.notesSlide+xml" PartName="/ppt/notesSlides/notesSlide116.xml"/>
  <Override ContentType="application/vnd.openxmlformats-officedocument.presentationml.notesSlide+xml" PartName="/ppt/notesSlides/notesSlide15.xml"/>
  <Override ContentType="application/vnd.openxmlformats-officedocument.presentationml.notesSlide+xml" PartName="/ppt/notesSlides/notesSlide159.xml"/>
  <Override ContentType="application/vnd.openxmlformats-officedocument.presentationml.notesSlide+xml" PartName="/ppt/notesSlides/notesSlide185.xml"/>
  <Override ContentType="application/vnd.openxmlformats-officedocument.presentationml.notesSlide+xml" PartName="/ppt/notesSlides/notesSlide126.xml"/>
  <Override ContentType="application/vnd.openxmlformats-officedocument.presentationml.notesSlide+xml" PartName="/ppt/notesSlides/notesSlide68.xml"/>
  <Override ContentType="application/vnd.openxmlformats-officedocument.presentationml.notesSlide+xml" PartName="/ppt/notesSlides/notesSlide169.xml"/>
  <Override ContentType="application/vnd.openxmlformats-officedocument.presentationml.notesSlide+xml" PartName="/ppt/notesSlides/notesSlide108.xml"/>
  <Override ContentType="application/vnd.openxmlformats-officedocument.presentationml.notesSlide+xml" PartName="/ppt/notesSlides/notesSlide25.xml"/>
  <Override ContentType="application/vnd.openxmlformats-officedocument.presentationml.notesSlide+xml" PartName="/ppt/notesSlides/notesSlide160.xml"/>
  <Override ContentType="application/vnd.openxmlformats-officedocument.presentationml.notesSlide+xml" PartName="/ppt/notesSlides/notesSlide43.xml"/>
  <Override ContentType="application/vnd.openxmlformats-officedocument.presentationml.notesSlide+xml" PartName="/ppt/notesSlides/notesSlide86.xml"/>
  <Override ContentType="application/vnd.openxmlformats-officedocument.presentationml.notesSlide+xml" PartName="/ppt/notesSlides/notesSlide179.xml"/>
  <Override ContentType="application/vnd.openxmlformats-officedocument.presentationml.notesSlide+xml" PartName="/ppt/notesSlides/notesSlide165.xml"/>
  <Override ContentType="application/vnd.openxmlformats-officedocument.presentationml.notesSlide+xml" PartName="/ppt/notesSlides/notesSlide122.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74.xml"/>
  <Override ContentType="application/vnd.openxmlformats-officedocument.presentationml.notesSlide+xml" PartName="/ppt/notesSlides/notesSlide170.xml"/>
  <Override ContentType="application/vnd.openxmlformats-officedocument.presentationml.notesSlide+xml" PartName="/ppt/notesSlides/notesSlide197.xml"/>
  <Override ContentType="application/vnd.openxmlformats-officedocument.presentationml.notesSlide+xml" PartName="/ppt/notesSlides/notesSlide58.xml"/>
  <Override ContentType="application/vnd.openxmlformats-officedocument.presentationml.notesSlide+xml" PartName="/ppt/notesSlides/notesSlide154.xml"/>
  <Override ContentType="application/vnd.openxmlformats-officedocument.presentationml.notesSlide+xml" PartName="/ppt/notesSlides/notesSlide136.xml"/>
  <Override ContentType="application/vnd.openxmlformats-officedocument.presentationml.notesSlide+xml" PartName="/ppt/notesSlides/notesSlide2.xml"/>
  <Override ContentType="application/vnd.openxmlformats-officedocument.presentationml.notesSlide+xml" PartName="/ppt/notesSlides/notesSlide70.xml"/>
  <Override ContentType="application/vnd.openxmlformats-officedocument.presentationml.notesSlide+xml" PartName="/ppt/notesSlides/notesSlide111.xml"/>
  <Override ContentType="application/vnd.openxmlformats-officedocument.presentationml.notesSlide+xml" PartName="/ppt/notesSlides/notesSlide200.xml"/>
  <Override ContentType="application/vnd.openxmlformats-officedocument.presentationml.notesSlide+xml" PartName="/ppt/notesSlides/notesSlide181.xml"/>
  <Override ContentType="application/vnd.openxmlformats-officedocument.presentationml.notesSlide+xml" PartName="/ppt/notesSlides/notesSlide47.xml"/>
  <Override ContentType="application/vnd.openxmlformats-officedocument.presentationml.notesSlide+xml" PartName="/ppt/notesSlides/notesSlide104.xml"/>
  <Override ContentType="application/vnd.openxmlformats-officedocument.presentationml.notesSlide+xml" PartName="/ppt/notesSlides/notesSlide147.xml"/>
  <Override ContentType="application/vnd.openxmlformats-officedocument.presentationml.notesSlide+xml" PartName="/ppt/notesSlides/notesSlide21.xml"/>
  <Override ContentType="application/vnd.openxmlformats-officedocument.presentationml.notesSlide+xml" PartName="/ppt/notesSlides/notesSlide164.xml"/>
  <Override ContentType="application/vnd.openxmlformats-officedocument.presentationml.notesSlide+xml" PartName="/ppt/notesSlides/notesSlide64.xml"/>
  <Override ContentType="application/vnd.openxmlformats-officedocument.presentationml.notesSlide+xml" PartName="/ppt/notesSlides/notesSlide121.xml"/>
  <Override ContentType="application/vnd.openxmlformats-officedocument.presentationml.notesSlide+xml" PartName="/ppt/notesSlides/notesSlide6.xml"/>
  <Override ContentType="application/vnd.openxmlformats-officedocument.presentationml.notesSlide+xml" PartName="/ppt/notesSlides/notesSlide79.xml"/>
  <Override ContentType="application/vnd.openxmlformats-officedocument.presentationml.notesSlide+xml" PartName="/ppt/notesSlides/notesSlide132.xml"/>
  <Override ContentType="application/vnd.openxmlformats-officedocument.presentationml.notesSlide+xml" PartName="/ppt/notesSlides/notesSlide36.xml"/>
  <Override ContentType="application/vnd.openxmlformats-officedocument.presentationml.notesSlide+xml" PartName="/ppt/notesSlides/notesSlide96.xml"/>
  <Override ContentType="application/vnd.openxmlformats-officedocument.presentationml.notesSlide+xml" PartName="/ppt/notesSlides/notesSlide192.xml"/>
  <Override ContentType="application/vnd.openxmlformats-officedocument.presentationml.notesSlide+xml" PartName="/ppt/notesSlides/notesSlide19.xml"/>
  <Override ContentType="application/vnd.openxmlformats-officedocument.presentationml.notesSlide+xml" PartName="/ppt/notesSlides/notesSlide115.xml"/>
  <Override ContentType="application/vnd.openxmlformats-officedocument.presentationml.notesSlide+xml" PartName="/ppt/notesSlides/notesSlide53.xml"/>
  <Override ContentType="application/vnd.openxmlformats-officedocument.presentationml.notesSlide+xml" PartName="/ppt/notesSlides/notesSlide158.xml"/>
  <Override ContentType="application/vnd.openxmlformats-officedocument.presentationml.notesSlide+xml" PartName="/ppt/notesSlides/notesSlide175.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21.xml"/>
  <Override ContentType="application/vnd.openxmlformats-officedocument.presentationml.slide+xml" PartName="/ppt/slides/slide164.xml"/>
  <Override ContentType="application/vnd.openxmlformats-officedocument.presentationml.slide+xml" PartName="/ppt/slides/slide43.xml"/>
  <Override ContentType="application/vnd.openxmlformats-officedocument.presentationml.slide+xml" PartName="/ppt/slides/slide199.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105.xml"/>
  <Override ContentType="application/vnd.openxmlformats-officedocument.presentationml.slide+xml" PartName="/ppt/slides/slide148.xml"/>
  <Override ContentType="application/vnd.openxmlformats-officedocument.presentationml.slide+xml" PartName="/ppt/slides/slide172.xml"/>
  <Override ContentType="application/vnd.openxmlformats-officedocument.presentationml.slide+xml" PartName="/ppt/slides/slide19.xml"/>
  <Override ContentType="application/vnd.openxmlformats-officedocument.presentationml.slide+xml" PartName="/ppt/slides/slide5.xml"/>
  <Override ContentType="application/vnd.openxmlformats-officedocument.presentationml.slide+xml" PartName="/ppt/slides/slide51.xml"/>
  <Override ContentType="application/vnd.openxmlformats-officedocument.presentationml.slide+xml" PartName="/ppt/slides/slide113.xml"/>
  <Override ContentType="application/vnd.openxmlformats-officedocument.presentationml.slide+xml" PartName="/ppt/slides/slide94.xml"/>
  <Override ContentType="application/vnd.openxmlformats-officedocument.presentationml.slide+xml" PartName="/ppt/slides/slide156.xml"/>
  <Override ContentType="application/vnd.openxmlformats-officedocument.presentationml.slide+xml" PartName="/ppt/slides/slide71.xml"/>
  <Override ContentType="application/vnd.openxmlformats-officedocument.presentationml.slide+xml" PartName="/ppt/slides/slide179.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136.xml"/>
  <Override ContentType="application/vnd.openxmlformats-officedocument.presentationml.slide+xml" PartName="/ppt/slides/slide184.xml"/>
  <Override ContentType="application/vnd.openxmlformats-officedocument.presentationml.slide+xml" PartName="/ppt/slides/slide141.xml"/>
  <Override ContentType="application/vnd.openxmlformats-officedocument.presentationml.slide+xml" PartName="/ppt/slides/slide82.xml"/>
  <Override ContentType="application/vnd.openxmlformats-officedocument.presentationml.slide+xml" PartName="/ppt/slides/slide9.xml"/>
  <Override ContentType="application/vnd.openxmlformats-officedocument.presentationml.slide+xml" PartName="/ppt/slides/slide168.xml"/>
  <Override ContentType="application/vnd.openxmlformats-officedocument.presentationml.slide+xml" PartName="/ppt/slides/slide12.xml"/>
  <Override ContentType="application/vnd.openxmlformats-officedocument.presentationml.slide+xml" PartName="/ppt/slides/slide108.xml"/>
  <Override ContentType="application/vnd.openxmlformats-officedocument.presentationml.slide+xml" PartName="/ppt/slides/slide187.xml"/>
  <Override ContentType="application/vnd.openxmlformats-officedocument.presentationml.slide+xml" PartName="/ppt/slides/slide98.xml"/>
  <Override ContentType="application/vnd.openxmlformats-officedocument.presentationml.slide+xml" PartName="/ppt/slides/slide152.xml"/>
  <Override ContentType="application/vnd.openxmlformats-officedocument.presentationml.slide+xml" PartName="/ppt/slides/slide125.xml"/>
  <Override ContentType="application/vnd.openxmlformats-officedocument.presentationml.slide+xml" PartName="/ppt/slides/slide20.xml"/>
  <Override ContentType="application/vnd.openxmlformats-officedocument.presentationml.slide+xml" PartName="/ppt/slides/slide16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55.xml"/>
  <Override ContentType="application/vnd.openxmlformats-officedocument.presentationml.slide+xml" PartName="/ppt/slides/slide195.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129.xml"/>
  <Override ContentType="application/vnd.openxmlformats-officedocument.presentationml.slide+xml" PartName="/ppt/slides/slide63.xml"/>
  <Override ContentType="application/vnd.openxmlformats-officedocument.presentationml.slide+xml" PartName="/ppt/slides/slide159.xml"/>
  <Override ContentType="application/vnd.openxmlformats-officedocument.presentationml.slide+xml" PartName="/ppt/slides/slide101.xml"/>
  <Override ContentType="application/vnd.openxmlformats-officedocument.presentationml.slide+xml" PartName="/ppt/slides/slide116.xml"/>
  <Override ContentType="application/vnd.openxmlformats-officedocument.presentationml.slide+xml" PartName="/ppt/slides/slide144.xml"/>
  <Override ContentType="application/vnd.openxmlformats-officedocument.presentationml.slide+xml" PartName="/ppt/slides/slide133.xml"/>
  <Override ContentType="application/vnd.openxmlformats-officedocument.presentationml.slide+xml" PartName="/ppt/slides/slide9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176.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180.xml"/>
  <Override ContentType="application/vnd.openxmlformats-officedocument.presentationml.slide+xml" PartName="/ppt/slides/slide18.xml"/>
  <Override ContentType="application/vnd.openxmlformats-officedocument.presentationml.slide+xml" PartName="/ppt/slides/slide52.xml"/>
  <Override ContentType="application/vnd.openxmlformats-officedocument.presentationml.slide+xml" PartName="/ppt/slides/slide95.xml"/>
  <Override ContentType="application/vnd.openxmlformats-officedocument.presentationml.slide+xml" PartName="/ppt/slides/slide181.xml"/>
  <Override ContentType="application/vnd.openxmlformats-officedocument.presentationml.slide+xml" PartName="/ppt/slides/slide157.xml"/>
  <Override ContentType="application/vnd.openxmlformats-officedocument.presentationml.slide+xml" PartName="/ppt/slides/slide77.xml"/>
  <Override ContentType="application/vnd.openxmlformats-officedocument.presentationml.slide+xml" PartName="/ppt/slides/slide165.xml"/>
  <Override ContentType="application/vnd.openxmlformats-officedocument.presentationml.slide+xml" PartName="/ppt/slides/slide34.xml"/>
  <Override ContentType="application/vnd.openxmlformats-officedocument.presentationml.slide+xml" PartName="/ppt/slides/slide122.xml"/>
  <Override ContentType="application/vnd.openxmlformats-officedocument.presentationml.slide+xml" PartName="/ppt/slides/slide147.xml"/>
  <Override ContentType="application/vnd.openxmlformats-officedocument.presentationml.slide+xml" PartName="/ppt/slides/slide191.xml"/>
  <Override ContentType="application/vnd.openxmlformats-officedocument.presentationml.slide+xml" PartName="/ppt/slides/slide104.xml"/>
  <Override ContentType="application/vnd.openxmlformats-officedocument.presentationml.slide+xml" PartName="/ppt/slides/slide24.xml"/>
  <Override ContentType="application/vnd.openxmlformats-officedocument.presentationml.slide+xml" PartName="/ppt/slides/slide137.xml"/>
  <Override ContentType="application/vnd.openxmlformats-officedocument.presentationml.slide+xml" PartName="/ppt/slides/slide110.xml"/>
  <Override ContentType="application/vnd.openxmlformats-officedocument.presentationml.slide+xml" PartName="/ppt/slides/slide153.xml"/>
  <Override ContentType="application/vnd.openxmlformats-officedocument.presentationml.slide+xml" PartName="/ppt/slides/slide67.xml"/>
  <Override ContentType="application/vnd.openxmlformats-officedocument.presentationml.slide+xml" PartName="/ppt/slides/slide196.xml"/>
  <Override ContentType="application/vnd.openxmlformats-officedocument.presentationml.slide+xml" PartName="/ppt/slides/slide171.xml"/>
  <Override ContentType="application/vnd.openxmlformats-officedocument.presentationml.slide+xml" PartName="/ppt/slides/slide49.xml"/>
  <Override ContentType="application/vnd.openxmlformats-officedocument.presentationml.slide+xml" PartName="/ppt/slides/slide83.xml"/>
  <Override ContentType="application/vnd.openxmlformats-officedocument.presentationml.slide+xml" PartName="/ppt/slides/slide6.xml"/>
  <Override ContentType="application/vnd.openxmlformats-officedocument.presentationml.slide+xml" PartName="/ppt/slides/slide119.xml"/>
  <Override ContentType="application/vnd.openxmlformats-officedocument.presentationml.slide+xml" PartName="/ppt/slides/slide40.xml"/>
  <Override ContentType="application/vnd.openxmlformats-officedocument.presentationml.slide+xml" PartName="/ppt/slides/slide73.xml"/>
  <Override ContentType="application/vnd.openxmlformats-officedocument.presentationml.slide+xml" PartName="/ppt/slides/slide169.xml"/>
  <Override ContentType="application/vnd.openxmlformats-officedocument.presentationml.slide+xml" PartName="/ppt/slides/slide30.xml"/>
  <Override ContentType="application/vnd.openxmlformats-officedocument.presentationml.slide+xml" PartName="/ppt/slides/slide126.xml"/>
  <Override ContentType="application/vnd.openxmlformats-officedocument.presentationml.slide+xml" PartName="/ppt/slides/slide186.xml"/>
  <Override ContentType="application/vnd.openxmlformats-officedocument.presentationml.slide+xml" PartName="/ppt/slides/slide109.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60.xml"/>
  <Override ContentType="application/vnd.openxmlformats-officedocument.presentationml.slide+xml" PartName="/ppt/slides/slide100.xml"/>
  <Override ContentType="application/vnd.openxmlformats-officedocument.presentationml.slide+xml" PartName="/ppt/slides/slide90.xml"/>
  <Override ContentType="application/vnd.openxmlformats-officedocument.presentationml.slide+xml" PartName="/ppt/slides/slide143.xml"/>
  <Override ContentType="application/vnd.openxmlformats-officedocument.presentationml.slide+xml" PartName="/ppt/slides/slide132.xml"/>
  <Override ContentType="application/vnd.openxmlformats-officedocument.presentationml.slide+xml" PartName="/ppt/slides/slide62.xml"/>
  <Override ContentType="application/vnd.openxmlformats-officedocument.presentationml.slide+xml" PartName="/ppt/slides/slide175.xml"/>
  <Override ContentType="application/vnd.openxmlformats-officedocument.presentationml.slide+xml" PartName="/ppt/slides/slide1.xml"/>
  <Override ContentType="application/vnd.openxmlformats-officedocument.presentationml.slide+xml" PartName="/ppt/slides/slide192.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200.xml"/>
  <Override ContentType="application/vnd.openxmlformats-officedocument.presentationml.slide+xml" PartName="/ppt/slides/slide88.xml"/>
  <Override ContentType="application/vnd.openxmlformats-officedocument.presentationml.slide+xml" PartName="/ppt/slides/slide158.xml"/>
  <Override ContentType="application/vnd.openxmlformats-officedocument.presentationml.slide+xml" PartName="/ppt/slides/slide115.xml"/>
  <Override ContentType="application/vnd.openxmlformats-officedocument.presentationml.slide+xml" PartName="/ppt/slides/slide3.xml"/>
  <Override ContentType="application/vnd.openxmlformats-officedocument.presentationml.slide+xml" PartName="/ppt/slides/slide182.xml"/>
  <Override ContentType="application/vnd.openxmlformats-officedocument.presentationml.slide+xml" PartName="/ppt/slides/slide17.xml"/>
  <Override ContentType="application/vnd.openxmlformats-officedocument.presentationml.slide+xml" PartName="/ppt/slides/slide138.xml"/>
  <Override ContentType="application/vnd.openxmlformats-officedocument.presentationml.slide+xml" PartName="/ppt/slides/slide25.xml"/>
  <Override ContentType="application/vnd.openxmlformats-officedocument.presentationml.slide+xml" PartName="/ppt/slides/slide174.xml"/>
  <Override ContentType="application/vnd.openxmlformats-officedocument.presentationml.slide+xml" PartName="/ppt/slides/slide190.xml"/>
  <Override ContentType="application/vnd.openxmlformats-officedocument.presentationml.slide+xml" PartName="/ppt/slides/slide33.xml"/>
  <Override ContentType="application/vnd.openxmlformats-officedocument.presentationml.slide+xml" PartName="/ppt/slides/slide68.xml"/>
  <Override ContentType="application/vnd.openxmlformats-officedocument.presentationml.slide+xml" PartName="/ppt/slides/slide170.xml"/>
  <Override ContentType="application/vnd.openxmlformats-officedocument.presentationml.slide+xml" PartName="/ppt/slides/slide84.xml"/>
  <Override ContentType="application/vnd.openxmlformats-officedocument.presentationml.slide+xml" PartName="/ppt/slides/slide107.xml"/>
  <Override ContentType="application/vnd.openxmlformats-officedocument.presentationml.slide+xml" PartName="/ppt/slides/slide37.xml"/>
  <Override ContentType="application/vnd.openxmlformats-officedocument.presentationml.slide+xml" PartName="/ppt/slides/slide123.xml"/>
  <Override ContentType="application/vnd.openxmlformats-officedocument.presentationml.slide+xml" PartName="/ppt/slides/slide166.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4.xml"/>
  <Override ContentType="application/vnd.openxmlformats-officedocument.presentationml.slide+xml" PartName="/ppt/slides/slide197.xml"/>
  <Override ContentType="application/vnd.openxmlformats-officedocument.presentationml.slide+xml" PartName="/ppt/slides/slide10.xml"/>
  <Override ContentType="application/vnd.openxmlformats-officedocument.presentationml.slide+xml" PartName="/ppt/slides/slide111.xml"/>
  <Override ContentType="application/vnd.openxmlformats-officedocument.presentationml.slide+xml" PartName="/ppt/slides/slide53.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xml"/>
  <Override ContentType="application/vnd.openxmlformats-officedocument.presentationml.slide+xml" PartName="/ppt/slides/slide185.xml"/>
  <Override ContentType="application/vnd.openxmlformats-officedocument.presentationml.slide+xml" PartName="/ppt/slides/slide65.xml"/>
  <Override ContentType="application/vnd.openxmlformats-officedocument.presentationml.slide+xml" PartName="/ppt/slides/slide118.xml"/>
  <Override ContentType="application/vnd.openxmlformats-officedocument.presentationml.slide+xml" PartName="/ppt/slides/slide142.xml"/>
  <Override ContentType="application/vnd.openxmlformats-officedocument.presentationml.slide+xml" PartName="/ppt/slides/slide72.xml"/>
  <Override ContentType="application/vnd.openxmlformats-officedocument.presentationml.slide+xml" PartName="/ppt/slides/slide135.xml"/>
  <Override ContentType="application/vnd.openxmlformats-officedocument.presentationml.slide+xml" PartName="/ppt/slides/slide178.xml"/>
  <Override ContentType="application/vnd.openxmlformats-officedocument.presentationml.slide+xml" PartName="/ppt/slides/slide29.xml"/>
  <Override ContentType="application/vnd.openxmlformats-officedocument.presentationml.slide+xml" PartName="/ppt/slides/slide76.xml"/>
  <Override ContentType="application/vnd.openxmlformats-officedocument.presentationml.slide+xml" PartName="/ppt/slides/slide131.xml"/>
  <Override ContentType="application/vnd.openxmlformats-officedocument.presentationml.slide+xml" PartName="/ppt/slides/slide93.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114.xml"/>
  <Override ContentType="application/vnd.openxmlformats-officedocument.presentationml.slide+xml" PartName="/ppt/slides/slide163.xml"/>
  <Override ContentType="application/vnd.openxmlformats-officedocument.presentationml.slide+xml" PartName="/ppt/slides/slide127.xml"/>
  <Override ContentType="application/vnd.openxmlformats-officedocument.presentationml.slide+xml" PartName="/ppt/slides/slide146.xml"/>
  <Override ContentType="application/vnd.openxmlformats-officedocument.presentationml.slide+xml" PartName="/ppt/slides/slide150.xml"/>
  <Override ContentType="application/vnd.openxmlformats-officedocument.presentationml.slide+xml" PartName="/ppt/slides/slide189.xml"/>
  <Override ContentType="application/vnd.openxmlformats-officedocument.presentationml.slide+xml" PartName="/ppt/slides/slide120.xml"/>
  <Override ContentType="application/vnd.openxmlformats-officedocument.presentationml.slide+xml" PartName="/ppt/slides/slide87.xml"/>
  <Override ContentType="application/vnd.openxmlformats-officedocument.presentationml.slide+xml" PartName="/ppt/slides/slide57.xml"/>
  <Override ContentType="application/vnd.openxmlformats-officedocument.presentationml.slide+xml" PartName="/ppt/slides/slide44.xml"/>
  <Override ContentType="application/vnd.openxmlformats-officedocument.presentationml.slide+xml" PartName="/ppt/slides/slide193.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139.xml"/>
  <Override ContentType="application/vnd.openxmlformats-officedocument.presentationml.slide+xml" PartName="/ppt/slides/slide60.xml"/>
  <Override ContentType="application/vnd.openxmlformats-officedocument.presentationml.slide+xml" PartName="/ppt/slides/slide26.xml"/>
  <Override ContentType="application/vnd.openxmlformats-officedocument.presentationml.slide+xml" PartName="/ppt/slides/slide112.xml"/>
  <Override ContentType="application/vnd.openxmlformats-officedocument.presentationml.slide+xml" PartName="/ppt/slides/slide198.xml"/>
  <Override ContentType="application/vnd.openxmlformats-officedocument.presentationml.slide+xml" PartName="/ppt/slides/slide15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130.xml"/>
  <Override ContentType="application/vnd.openxmlformats-officedocument.presentationml.slide+xml" PartName="/ppt/slides/slide173.xml"/>
  <Override ContentType="application/vnd.openxmlformats-officedocument.presentationml.slide+xml" PartName="/ppt/slides/slide16.xml"/>
  <Override ContentType="application/vnd.openxmlformats-officedocument.presentationml.slide+xml" PartName="/ppt/slides/slide97.xml"/>
  <Override ContentType="application/vnd.openxmlformats-officedocument.presentationml.slide+xml" PartName="/ppt/slides/slide140.xml"/>
  <Override ContentType="application/vnd.openxmlformats-officedocument.presentationml.slide+xml" PartName="/ppt/slides/slide11.xml"/>
  <Override ContentType="application/vnd.openxmlformats-officedocument.presentationml.slide+xml" PartName="/ppt/slides/slide183.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149.xml"/>
  <Override ContentType="application/vnd.openxmlformats-officedocument.presentationml.slide+xml" PartName="/ppt/slides/slide124.xml"/>
  <Override ContentType="application/vnd.openxmlformats-officedocument.presentationml.slide+xml" PartName="/ppt/slides/slide106.xml"/>
  <Override ContentType="application/vnd.openxmlformats-officedocument.presentationml.slide+xml" PartName="/ppt/slides/slide167.xml"/>
  <Override ContentType="application/vnd.openxmlformats-officedocument.presentationml.slide+xml" PartName="/ppt/slides/slide70.xml"/>
  <Override ContentType="application/vnd.openxmlformats-officedocument.presentationml.slide+xml" PartName="/ppt/slides/slide194.xml"/>
  <Override ContentType="application/vnd.openxmlformats-officedocument.presentationml.slide+xml" PartName="/ppt/slides/slide151.xml"/>
  <Override ContentType="application/vnd.openxmlformats-officedocument.presentationml.slide+xml" PartName="/ppt/slides/slide177.xml"/>
  <Override ContentType="application/vnd.openxmlformats-officedocument.presentationml.slide+xml" PartName="/ppt/slides/slide134.xml"/>
  <Override ContentType="application/vnd.openxmlformats-officedocument.presentationml.slide+xml" PartName="/ppt/slides/slide47.xml"/>
  <Override ContentType="application/vnd.openxmlformats-officedocument.presentationml.slide+xml" PartName="/ppt/slides/slide21.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117.xml"/>
  <Override ContentType="application/vnd.openxmlformats-officedocument.presentationml.slide+xml" PartName="/ppt/slides/slide145.xml"/>
  <Override ContentType="application/vnd.openxmlformats-officedocument.presentationml.slide+xml" PartName="/ppt/slides/slide188.xml"/>
  <Override ContentType="application/vnd.openxmlformats-officedocument.presentationml.slide+xml" PartName="/ppt/slides/slide162.xml"/>
  <Override ContentType="application/vnd.openxmlformats-officedocument.presentationml.slide+xml" PartName="/ppt/slides/slide32.xml"/>
  <Override ContentType="application/vnd.openxmlformats-officedocument.presentationml.slide+xml" PartName="/ppt/slides/slide75.xml"/>
  <Override ContentType="application/vnd.openxmlformats-officedocument.presentationml.slide+xml" PartName="/ppt/slides/slide58.xml"/>
  <Override ContentType="application/vnd.openxmlformats-officedocument.presentationml.slide+xml" PartName="/ppt/slides/slide15.xml"/>
  <Override ContentType="application/vnd.openxmlformats-officedocument.presentationml.slide+xml" PartName="/ppt/slides/slide128.xml"/>
  <Override ContentType="application/vnd.openxmlformats-officedocument.presentationml.slide+xml" PartName="/ppt/slides/slide92.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Lst>
  <p:sldSz cy="5143500" cx="9144000"/>
  <p:notesSz cx="9144000" cy="685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 uri="GoogleSlidesCustomDataVersion2">
      <go:slidesCustomData xmlns:go="http://customooxmlschemas.google.com/" r:id="rId206" roundtripDataSignature="AMtx7miZ99F49vqLXdAtbjraNRcd0H1nd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190" Type="http://schemas.openxmlformats.org/officeDocument/2006/relationships/slide" Target="slides/slide18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194" Type="http://schemas.openxmlformats.org/officeDocument/2006/relationships/slide" Target="slides/slide189.xml"/><Relationship Id="rId43" Type="http://schemas.openxmlformats.org/officeDocument/2006/relationships/slide" Target="slides/slide38.xml"/><Relationship Id="rId193" Type="http://schemas.openxmlformats.org/officeDocument/2006/relationships/slide" Target="slides/slide188.xml"/><Relationship Id="rId46" Type="http://schemas.openxmlformats.org/officeDocument/2006/relationships/slide" Target="slides/slide41.xml"/><Relationship Id="rId192" Type="http://schemas.openxmlformats.org/officeDocument/2006/relationships/slide" Target="slides/slide187.xml"/><Relationship Id="rId45" Type="http://schemas.openxmlformats.org/officeDocument/2006/relationships/slide" Target="slides/slide40.xml"/><Relationship Id="rId191" Type="http://schemas.openxmlformats.org/officeDocument/2006/relationships/slide" Target="slides/slide186.xml"/><Relationship Id="rId48" Type="http://schemas.openxmlformats.org/officeDocument/2006/relationships/slide" Target="slides/slide43.xml"/><Relationship Id="rId187" Type="http://schemas.openxmlformats.org/officeDocument/2006/relationships/slide" Target="slides/slide182.xml"/><Relationship Id="rId47" Type="http://schemas.openxmlformats.org/officeDocument/2006/relationships/slide" Target="slides/slide42.xml"/><Relationship Id="rId186" Type="http://schemas.openxmlformats.org/officeDocument/2006/relationships/slide" Target="slides/slide181.xml"/><Relationship Id="rId185" Type="http://schemas.openxmlformats.org/officeDocument/2006/relationships/slide" Target="slides/slide180.xml"/><Relationship Id="rId49" Type="http://schemas.openxmlformats.org/officeDocument/2006/relationships/slide" Target="slides/slide44.xml"/><Relationship Id="rId184" Type="http://schemas.openxmlformats.org/officeDocument/2006/relationships/slide" Target="slides/slide179.xml"/><Relationship Id="rId189" Type="http://schemas.openxmlformats.org/officeDocument/2006/relationships/slide" Target="slides/slide184.xml"/><Relationship Id="rId188" Type="http://schemas.openxmlformats.org/officeDocument/2006/relationships/slide" Target="slides/slide18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183" Type="http://schemas.openxmlformats.org/officeDocument/2006/relationships/slide" Target="slides/slide178.xml"/><Relationship Id="rId32" Type="http://schemas.openxmlformats.org/officeDocument/2006/relationships/slide" Target="slides/slide27.xml"/><Relationship Id="rId182" Type="http://schemas.openxmlformats.org/officeDocument/2006/relationships/slide" Target="slides/slide177.xml"/><Relationship Id="rId35" Type="http://schemas.openxmlformats.org/officeDocument/2006/relationships/slide" Target="slides/slide30.xml"/><Relationship Id="rId181" Type="http://schemas.openxmlformats.org/officeDocument/2006/relationships/slide" Target="slides/slide176.xml"/><Relationship Id="rId34" Type="http://schemas.openxmlformats.org/officeDocument/2006/relationships/slide" Target="slides/slide29.xml"/><Relationship Id="rId180" Type="http://schemas.openxmlformats.org/officeDocument/2006/relationships/slide" Target="slides/slide175.xml"/><Relationship Id="rId37" Type="http://schemas.openxmlformats.org/officeDocument/2006/relationships/slide" Target="slides/slide32.xml"/><Relationship Id="rId176" Type="http://schemas.openxmlformats.org/officeDocument/2006/relationships/slide" Target="slides/slide171.xml"/><Relationship Id="rId36" Type="http://schemas.openxmlformats.org/officeDocument/2006/relationships/slide" Target="slides/slide31.xml"/><Relationship Id="rId175" Type="http://schemas.openxmlformats.org/officeDocument/2006/relationships/slide" Target="slides/slide170.xml"/><Relationship Id="rId39" Type="http://schemas.openxmlformats.org/officeDocument/2006/relationships/slide" Target="slides/slide34.xml"/><Relationship Id="rId174" Type="http://schemas.openxmlformats.org/officeDocument/2006/relationships/slide" Target="slides/slide169.xml"/><Relationship Id="rId38" Type="http://schemas.openxmlformats.org/officeDocument/2006/relationships/slide" Target="slides/slide33.xml"/><Relationship Id="rId173" Type="http://schemas.openxmlformats.org/officeDocument/2006/relationships/slide" Target="slides/slide168.xml"/><Relationship Id="rId179" Type="http://schemas.openxmlformats.org/officeDocument/2006/relationships/slide" Target="slides/slide174.xml"/><Relationship Id="rId178" Type="http://schemas.openxmlformats.org/officeDocument/2006/relationships/slide" Target="slides/slide173.xml"/><Relationship Id="rId177" Type="http://schemas.openxmlformats.org/officeDocument/2006/relationships/slide" Target="slides/slide172.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98" Type="http://schemas.openxmlformats.org/officeDocument/2006/relationships/slide" Target="slides/slide193.xml"/><Relationship Id="rId14" Type="http://schemas.openxmlformats.org/officeDocument/2006/relationships/slide" Target="slides/slide9.xml"/><Relationship Id="rId197" Type="http://schemas.openxmlformats.org/officeDocument/2006/relationships/slide" Target="slides/slide192.xml"/><Relationship Id="rId17" Type="http://schemas.openxmlformats.org/officeDocument/2006/relationships/slide" Target="slides/slide12.xml"/><Relationship Id="rId196" Type="http://schemas.openxmlformats.org/officeDocument/2006/relationships/slide" Target="slides/slide191.xml"/><Relationship Id="rId16" Type="http://schemas.openxmlformats.org/officeDocument/2006/relationships/slide" Target="slides/slide11.xml"/><Relationship Id="rId195" Type="http://schemas.openxmlformats.org/officeDocument/2006/relationships/slide" Target="slides/slide190.xml"/><Relationship Id="rId19" Type="http://schemas.openxmlformats.org/officeDocument/2006/relationships/slide" Target="slides/slide14.xml"/><Relationship Id="rId18" Type="http://schemas.openxmlformats.org/officeDocument/2006/relationships/slide" Target="slides/slide13.xml"/><Relationship Id="rId199" Type="http://schemas.openxmlformats.org/officeDocument/2006/relationships/slide" Target="slides/slide194.xml"/><Relationship Id="rId84" Type="http://schemas.openxmlformats.org/officeDocument/2006/relationships/slide" Target="slides/slide79.xml"/><Relationship Id="rId83" Type="http://schemas.openxmlformats.org/officeDocument/2006/relationships/slide" Target="slides/slide78.xml"/><Relationship Id="rId86" Type="http://schemas.openxmlformats.org/officeDocument/2006/relationships/slide" Target="slides/slide81.xml"/><Relationship Id="rId85" Type="http://schemas.openxmlformats.org/officeDocument/2006/relationships/slide" Target="slides/slide80.xml"/><Relationship Id="rId88" Type="http://schemas.openxmlformats.org/officeDocument/2006/relationships/slide" Target="slides/slide83.xml"/><Relationship Id="rId150" Type="http://schemas.openxmlformats.org/officeDocument/2006/relationships/slide" Target="slides/slide145.xml"/><Relationship Id="rId87" Type="http://schemas.openxmlformats.org/officeDocument/2006/relationships/slide" Target="slides/slide82.xml"/><Relationship Id="rId89" Type="http://schemas.openxmlformats.org/officeDocument/2006/relationships/slide" Target="slides/slide84.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149" Type="http://schemas.openxmlformats.org/officeDocument/2006/relationships/slide" Target="slides/slide144.xml"/><Relationship Id="rId4" Type="http://schemas.openxmlformats.org/officeDocument/2006/relationships/slideMaster" Target="slideMasters/slideMaster1.xml"/><Relationship Id="rId148" Type="http://schemas.openxmlformats.org/officeDocument/2006/relationships/slide" Target="slides/slide143.xml"/><Relationship Id="rId9" Type="http://schemas.openxmlformats.org/officeDocument/2006/relationships/slide" Target="slides/slide4.xml"/><Relationship Id="rId143" Type="http://schemas.openxmlformats.org/officeDocument/2006/relationships/slide" Target="slides/slide138.xml"/><Relationship Id="rId142" Type="http://schemas.openxmlformats.org/officeDocument/2006/relationships/slide" Target="slides/slide137.xml"/><Relationship Id="rId141" Type="http://schemas.openxmlformats.org/officeDocument/2006/relationships/slide" Target="slides/slide136.xml"/><Relationship Id="rId140" Type="http://schemas.openxmlformats.org/officeDocument/2006/relationships/slide" Target="slides/slide135.xml"/><Relationship Id="rId5" Type="http://schemas.openxmlformats.org/officeDocument/2006/relationships/notesMaster" Target="notesMasters/notesMaster1.xml"/><Relationship Id="rId147" Type="http://schemas.openxmlformats.org/officeDocument/2006/relationships/slide" Target="slides/slide142.xml"/><Relationship Id="rId6" Type="http://schemas.openxmlformats.org/officeDocument/2006/relationships/slide" Target="slides/slide1.xml"/><Relationship Id="rId146" Type="http://schemas.openxmlformats.org/officeDocument/2006/relationships/slide" Target="slides/slide141.xml"/><Relationship Id="rId7" Type="http://schemas.openxmlformats.org/officeDocument/2006/relationships/slide" Target="slides/slide2.xml"/><Relationship Id="rId145" Type="http://schemas.openxmlformats.org/officeDocument/2006/relationships/slide" Target="slides/slide140.xml"/><Relationship Id="rId8" Type="http://schemas.openxmlformats.org/officeDocument/2006/relationships/slide" Target="slides/slide3.xml"/><Relationship Id="rId144" Type="http://schemas.openxmlformats.org/officeDocument/2006/relationships/slide" Target="slides/slide139.xml"/><Relationship Id="rId73" Type="http://schemas.openxmlformats.org/officeDocument/2006/relationships/slide" Target="slides/slide68.xml"/><Relationship Id="rId72" Type="http://schemas.openxmlformats.org/officeDocument/2006/relationships/slide" Target="slides/slide67.xml"/><Relationship Id="rId75" Type="http://schemas.openxmlformats.org/officeDocument/2006/relationships/slide" Target="slides/slide70.xml"/><Relationship Id="rId74" Type="http://schemas.openxmlformats.org/officeDocument/2006/relationships/slide" Target="slides/slide69.xml"/><Relationship Id="rId77" Type="http://schemas.openxmlformats.org/officeDocument/2006/relationships/slide" Target="slides/slide72.xml"/><Relationship Id="rId76" Type="http://schemas.openxmlformats.org/officeDocument/2006/relationships/slide" Target="slides/slide71.xml"/><Relationship Id="rId79" Type="http://schemas.openxmlformats.org/officeDocument/2006/relationships/slide" Target="slides/slide74.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139" Type="http://schemas.openxmlformats.org/officeDocument/2006/relationships/slide" Target="slides/slide134.xml"/><Relationship Id="rId138" Type="http://schemas.openxmlformats.org/officeDocument/2006/relationships/slide" Target="slides/slide133.xml"/><Relationship Id="rId137" Type="http://schemas.openxmlformats.org/officeDocument/2006/relationships/slide" Target="slides/slide132.xml"/><Relationship Id="rId132" Type="http://schemas.openxmlformats.org/officeDocument/2006/relationships/slide" Target="slides/slide127.xml"/><Relationship Id="rId131" Type="http://schemas.openxmlformats.org/officeDocument/2006/relationships/slide" Target="slides/slide126.xml"/><Relationship Id="rId130" Type="http://schemas.openxmlformats.org/officeDocument/2006/relationships/slide" Target="slides/slide125.xml"/><Relationship Id="rId136" Type="http://schemas.openxmlformats.org/officeDocument/2006/relationships/slide" Target="slides/slide131.xml"/><Relationship Id="rId135" Type="http://schemas.openxmlformats.org/officeDocument/2006/relationships/slide" Target="slides/slide130.xml"/><Relationship Id="rId134" Type="http://schemas.openxmlformats.org/officeDocument/2006/relationships/slide" Target="slides/slide129.xml"/><Relationship Id="rId133" Type="http://schemas.openxmlformats.org/officeDocument/2006/relationships/slide" Target="slides/slide128.xml"/><Relationship Id="rId62" Type="http://schemas.openxmlformats.org/officeDocument/2006/relationships/slide" Target="slides/slide57.xml"/><Relationship Id="rId61" Type="http://schemas.openxmlformats.org/officeDocument/2006/relationships/slide" Target="slides/slide56.xml"/><Relationship Id="rId64" Type="http://schemas.openxmlformats.org/officeDocument/2006/relationships/slide" Target="slides/slide59.xml"/><Relationship Id="rId63" Type="http://schemas.openxmlformats.org/officeDocument/2006/relationships/slide" Target="slides/slide58.xml"/><Relationship Id="rId66" Type="http://schemas.openxmlformats.org/officeDocument/2006/relationships/slide" Target="slides/slide61.xml"/><Relationship Id="rId172" Type="http://schemas.openxmlformats.org/officeDocument/2006/relationships/slide" Target="slides/slide167.xml"/><Relationship Id="rId65" Type="http://schemas.openxmlformats.org/officeDocument/2006/relationships/slide" Target="slides/slide60.xml"/><Relationship Id="rId171" Type="http://schemas.openxmlformats.org/officeDocument/2006/relationships/slide" Target="slides/slide166.xml"/><Relationship Id="rId68" Type="http://schemas.openxmlformats.org/officeDocument/2006/relationships/slide" Target="slides/slide63.xml"/><Relationship Id="rId170" Type="http://schemas.openxmlformats.org/officeDocument/2006/relationships/slide" Target="slides/slide165.xml"/><Relationship Id="rId67" Type="http://schemas.openxmlformats.org/officeDocument/2006/relationships/slide" Target="slides/slide62.xml"/><Relationship Id="rId60" Type="http://schemas.openxmlformats.org/officeDocument/2006/relationships/slide" Target="slides/slide55.xml"/><Relationship Id="rId165" Type="http://schemas.openxmlformats.org/officeDocument/2006/relationships/slide" Target="slides/slide160.xml"/><Relationship Id="rId69" Type="http://schemas.openxmlformats.org/officeDocument/2006/relationships/slide" Target="slides/slide64.xml"/><Relationship Id="rId164" Type="http://schemas.openxmlformats.org/officeDocument/2006/relationships/slide" Target="slides/slide159.xml"/><Relationship Id="rId163" Type="http://schemas.openxmlformats.org/officeDocument/2006/relationships/slide" Target="slides/slide158.xml"/><Relationship Id="rId162" Type="http://schemas.openxmlformats.org/officeDocument/2006/relationships/slide" Target="slides/slide157.xml"/><Relationship Id="rId169" Type="http://schemas.openxmlformats.org/officeDocument/2006/relationships/slide" Target="slides/slide164.xml"/><Relationship Id="rId168" Type="http://schemas.openxmlformats.org/officeDocument/2006/relationships/slide" Target="slides/slide163.xml"/><Relationship Id="rId167" Type="http://schemas.openxmlformats.org/officeDocument/2006/relationships/slide" Target="slides/slide162.xml"/><Relationship Id="rId166" Type="http://schemas.openxmlformats.org/officeDocument/2006/relationships/slide" Target="slides/slide161.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55" Type="http://schemas.openxmlformats.org/officeDocument/2006/relationships/slide" Target="slides/slide50.xml"/><Relationship Id="rId161" Type="http://schemas.openxmlformats.org/officeDocument/2006/relationships/slide" Target="slides/slide156.xml"/><Relationship Id="rId54" Type="http://schemas.openxmlformats.org/officeDocument/2006/relationships/slide" Target="slides/slide49.xml"/><Relationship Id="rId160" Type="http://schemas.openxmlformats.org/officeDocument/2006/relationships/slide" Target="slides/slide155.xml"/><Relationship Id="rId57" Type="http://schemas.openxmlformats.org/officeDocument/2006/relationships/slide" Target="slides/slide52.xml"/><Relationship Id="rId56" Type="http://schemas.openxmlformats.org/officeDocument/2006/relationships/slide" Target="slides/slide51.xml"/><Relationship Id="rId159" Type="http://schemas.openxmlformats.org/officeDocument/2006/relationships/slide" Target="slides/slide154.xml"/><Relationship Id="rId59" Type="http://schemas.openxmlformats.org/officeDocument/2006/relationships/slide" Target="slides/slide54.xml"/><Relationship Id="rId154" Type="http://schemas.openxmlformats.org/officeDocument/2006/relationships/slide" Target="slides/slide149.xml"/><Relationship Id="rId58" Type="http://schemas.openxmlformats.org/officeDocument/2006/relationships/slide" Target="slides/slide53.xml"/><Relationship Id="rId153" Type="http://schemas.openxmlformats.org/officeDocument/2006/relationships/slide" Target="slides/slide148.xml"/><Relationship Id="rId152" Type="http://schemas.openxmlformats.org/officeDocument/2006/relationships/slide" Target="slides/slide147.xml"/><Relationship Id="rId151" Type="http://schemas.openxmlformats.org/officeDocument/2006/relationships/slide" Target="slides/slide146.xml"/><Relationship Id="rId158" Type="http://schemas.openxmlformats.org/officeDocument/2006/relationships/slide" Target="slides/slide153.xml"/><Relationship Id="rId157" Type="http://schemas.openxmlformats.org/officeDocument/2006/relationships/slide" Target="slides/slide152.xml"/><Relationship Id="rId156" Type="http://schemas.openxmlformats.org/officeDocument/2006/relationships/slide" Target="slides/slide151.xml"/><Relationship Id="rId155" Type="http://schemas.openxmlformats.org/officeDocument/2006/relationships/slide" Target="slides/slide150.xml"/><Relationship Id="rId107" Type="http://schemas.openxmlformats.org/officeDocument/2006/relationships/slide" Target="slides/slide102.xml"/><Relationship Id="rId106" Type="http://schemas.openxmlformats.org/officeDocument/2006/relationships/slide" Target="slides/slide101.xml"/><Relationship Id="rId105" Type="http://schemas.openxmlformats.org/officeDocument/2006/relationships/slide" Target="slides/slide100.xml"/><Relationship Id="rId104" Type="http://schemas.openxmlformats.org/officeDocument/2006/relationships/slide" Target="slides/slide99.xml"/><Relationship Id="rId109" Type="http://schemas.openxmlformats.org/officeDocument/2006/relationships/slide" Target="slides/slide104.xml"/><Relationship Id="rId108" Type="http://schemas.openxmlformats.org/officeDocument/2006/relationships/slide" Target="slides/slide103.xml"/><Relationship Id="rId103" Type="http://schemas.openxmlformats.org/officeDocument/2006/relationships/slide" Target="slides/slide98.xml"/><Relationship Id="rId102" Type="http://schemas.openxmlformats.org/officeDocument/2006/relationships/slide" Target="slides/slide97.xml"/><Relationship Id="rId101" Type="http://schemas.openxmlformats.org/officeDocument/2006/relationships/slide" Target="slides/slide96.xml"/><Relationship Id="rId100" Type="http://schemas.openxmlformats.org/officeDocument/2006/relationships/slide" Target="slides/slide95.xml"/><Relationship Id="rId129" Type="http://schemas.openxmlformats.org/officeDocument/2006/relationships/slide" Target="slides/slide124.xml"/><Relationship Id="rId128" Type="http://schemas.openxmlformats.org/officeDocument/2006/relationships/slide" Target="slides/slide123.xml"/><Relationship Id="rId127" Type="http://schemas.openxmlformats.org/officeDocument/2006/relationships/slide" Target="slides/slide122.xml"/><Relationship Id="rId126" Type="http://schemas.openxmlformats.org/officeDocument/2006/relationships/slide" Target="slides/slide121.xml"/><Relationship Id="rId121" Type="http://schemas.openxmlformats.org/officeDocument/2006/relationships/slide" Target="slides/slide116.xml"/><Relationship Id="rId120" Type="http://schemas.openxmlformats.org/officeDocument/2006/relationships/slide" Target="slides/slide115.xml"/><Relationship Id="rId125" Type="http://schemas.openxmlformats.org/officeDocument/2006/relationships/slide" Target="slides/slide120.xml"/><Relationship Id="rId124" Type="http://schemas.openxmlformats.org/officeDocument/2006/relationships/slide" Target="slides/slide119.xml"/><Relationship Id="rId123" Type="http://schemas.openxmlformats.org/officeDocument/2006/relationships/slide" Target="slides/slide118.xml"/><Relationship Id="rId122" Type="http://schemas.openxmlformats.org/officeDocument/2006/relationships/slide" Target="slides/slide117.xml"/><Relationship Id="rId95" Type="http://schemas.openxmlformats.org/officeDocument/2006/relationships/slide" Target="slides/slide90.xml"/><Relationship Id="rId94" Type="http://schemas.openxmlformats.org/officeDocument/2006/relationships/slide" Target="slides/slide89.xml"/><Relationship Id="rId97" Type="http://schemas.openxmlformats.org/officeDocument/2006/relationships/slide" Target="slides/slide92.xml"/><Relationship Id="rId96" Type="http://schemas.openxmlformats.org/officeDocument/2006/relationships/slide" Target="slides/slide91.xml"/><Relationship Id="rId99" Type="http://schemas.openxmlformats.org/officeDocument/2006/relationships/slide" Target="slides/slide94.xml"/><Relationship Id="rId98" Type="http://schemas.openxmlformats.org/officeDocument/2006/relationships/slide" Target="slides/slide93.xml"/><Relationship Id="rId91" Type="http://schemas.openxmlformats.org/officeDocument/2006/relationships/slide" Target="slides/slide86.xml"/><Relationship Id="rId90" Type="http://schemas.openxmlformats.org/officeDocument/2006/relationships/slide" Target="slides/slide85.xml"/><Relationship Id="rId93" Type="http://schemas.openxmlformats.org/officeDocument/2006/relationships/slide" Target="slides/slide88.xml"/><Relationship Id="rId92" Type="http://schemas.openxmlformats.org/officeDocument/2006/relationships/slide" Target="slides/slide87.xml"/><Relationship Id="rId118" Type="http://schemas.openxmlformats.org/officeDocument/2006/relationships/slide" Target="slides/slide113.xml"/><Relationship Id="rId117" Type="http://schemas.openxmlformats.org/officeDocument/2006/relationships/slide" Target="slides/slide112.xml"/><Relationship Id="rId116" Type="http://schemas.openxmlformats.org/officeDocument/2006/relationships/slide" Target="slides/slide111.xml"/><Relationship Id="rId115" Type="http://schemas.openxmlformats.org/officeDocument/2006/relationships/slide" Target="slides/slide110.xml"/><Relationship Id="rId119" Type="http://schemas.openxmlformats.org/officeDocument/2006/relationships/slide" Target="slides/slide114.xml"/><Relationship Id="rId110" Type="http://schemas.openxmlformats.org/officeDocument/2006/relationships/slide" Target="slides/slide105.xml"/><Relationship Id="rId114" Type="http://schemas.openxmlformats.org/officeDocument/2006/relationships/slide" Target="slides/slide109.xml"/><Relationship Id="rId113" Type="http://schemas.openxmlformats.org/officeDocument/2006/relationships/slide" Target="slides/slide108.xml"/><Relationship Id="rId112" Type="http://schemas.openxmlformats.org/officeDocument/2006/relationships/slide" Target="slides/slide107.xml"/><Relationship Id="rId111" Type="http://schemas.openxmlformats.org/officeDocument/2006/relationships/slide" Target="slides/slide106.xml"/><Relationship Id="rId206" Type="http://customschemas.google.com/relationships/presentationmetadata" Target="metadata"/><Relationship Id="rId205" Type="http://schemas.openxmlformats.org/officeDocument/2006/relationships/slide" Target="slides/slide200.xml"/><Relationship Id="rId204" Type="http://schemas.openxmlformats.org/officeDocument/2006/relationships/slide" Target="slides/slide199.xml"/><Relationship Id="rId203" Type="http://schemas.openxmlformats.org/officeDocument/2006/relationships/slide" Target="slides/slide198.xml"/><Relationship Id="rId202" Type="http://schemas.openxmlformats.org/officeDocument/2006/relationships/slide" Target="slides/slide197.xml"/><Relationship Id="rId201" Type="http://schemas.openxmlformats.org/officeDocument/2006/relationships/slide" Target="slides/slide196.xml"/><Relationship Id="rId200" Type="http://schemas.openxmlformats.org/officeDocument/2006/relationships/slide" Target="slides/slide19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5179484" y="0"/>
            <a:ext cx="3962400" cy="342900"/>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6513910"/>
            <a:ext cx="3962400" cy="342900"/>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faf5860435_0_2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 name="Google Shape;86;g3faf5860435_0_26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 name="Google Shape;91;p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 name="Google Shape;96;p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 name="Google Shape;101;p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 name="Google Shape;106;p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 name="Google Shape;111;p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 name="Google Shape;116;p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 name="Google Shape;121;p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6" name="Google Shape;126;p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 name="Google Shape;131;p1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 name="Google Shape;136;p1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e5a0c7ab5b_0_37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 name="Google Shape;141;g3e5a0c7ab5b_0_37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e5a0c7ab5b_0_3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 name="Google Shape;146;g3e5a0c7ab5b_0_38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e5a0c7ab5b_0_38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1" name="Google Shape;151;g3e5a0c7ab5b_0_38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e5a0c7ab5b_0_39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 name="Google Shape;156;g3e5a0c7ab5b_0_39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e5a0c7ab5b_0_3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1" name="Google Shape;161;g3e5a0c7ab5b_0_3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e5a0c7ab5b_0_39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6" name="Google Shape;166;g3e5a0c7ab5b_0_39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e5a0c7ab5b_0_4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1" name="Google Shape;171;g3e5a0c7ab5b_0_40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g3e5a0c7ab5b_0_4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6" name="Google Shape;176;g3e5a0c7ab5b_0_40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e5a0c7ab5b_0_4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1" name="Google Shape;181;g3e5a0c7ab5b_0_41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e5a0c7ab5b_0_41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6" name="Google Shape;186;g3e5a0c7ab5b_0_41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e5a0c7ab5b_0_41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1" name="Google Shape;191;g3e5a0c7ab5b_0_41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a0c7ab5b_0_42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6" name="Google Shape;196;g3e5a0c7ab5b_0_42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e5a0c7ab5b_0_42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1" name="Google Shape;201;g3e5a0c7ab5b_0_42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6" name="Google Shape;206;p2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2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1" name="Google Shape;211;p2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2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6" name="Google Shape;216;p2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1" name="Google Shape;221;p2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6" name="Google Shape;226;p2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1" name="Google Shape;231;p3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3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6" name="Google Shape;236;p3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p3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1" name="Google Shape;241;p3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p3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6" name="Google Shape;246;p3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3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1" name="Google Shape;251;p3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6" name="Google Shape;256;p3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3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1" name="Google Shape;261;p3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3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6" name="Google Shape;266;p3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3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1" name="Google Shape;271;p3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6" name="Google Shape;276;p3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1" name="Google Shape;281;p4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4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6" name="Google Shape;286;p4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4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1" name="Google Shape;291;p4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p4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6" name="Google Shape;296;p4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p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1" name="Google Shape;301;p4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p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6" name="Google Shape;306;p4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4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1" name="Google Shape;311;p4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4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6" name="Google Shape;316;p4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1" name="Google Shape;321;p4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p4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6" name="Google Shape;326;p4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5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1" name="Google Shape;331;p5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7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6" name="Google Shape;336;p7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1" name="Google Shape;341;p8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p8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6" name="Google Shape;346;p8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p8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1" name="Google Shape;351;p8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p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6" name="Google Shape;356;p8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p8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1" name="Google Shape;361;p8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8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6" name="Google Shape;366;p8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8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1" name="Google Shape;371;p8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8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6" name="Google Shape;376;p8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p8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1" name="Google Shape;381;p8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p8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6" name="Google Shape;386;p8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9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1" name="Google Shape;391;p9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p9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6" name="Google Shape;396;p9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9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1" name="Google Shape;401;p9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9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6" name="Google Shape;406;p9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p9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1" name="Google Shape;411;p9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p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6" name="Google Shape;416;p9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9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1" name="Google Shape;421;p9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9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6" name="Google Shape;426;p9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9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1" name="Google Shape;431;p9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p9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6" name="Google Shape;436;p9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1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1" name="Google Shape;441;p10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10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6" name="Google Shape;446;p10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10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1" name="Google Shape;451;p10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1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6" name="Google Shape;456;p10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1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1" name="Google Shape;461;p10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4" name="Shape 464"/>
        <p:cNvGrpSpPr/>
        <p:nvPr/>
      </p:nvGrpSpPr>
      <p:grpSpPr>
        <a:xfrm>
          <a:off x="0" y="0"/>
          <a:ext cx="0" cy="0"/>
          <a:chOff x="0" y="0"/>
          <a:chExt cx="0" cy="0"/>
        </a:xfrm>
      </p:grpSpPr>
      <p:sp>
        <p:nvSpPr>
          <p:cNvPr id="465" name="Google Shape;465;p10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6" name="Google Shape;466;p10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p10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1" name="Google Shape;471;p10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1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6" name="Google Shape;476;p10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1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1" name="Google Shape;481;p10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10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6" name="Google Shape;486;p10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1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91" name="Google Shape;491;p11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p1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96" name="Google Shape;496;p11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p1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1" name="Google Shape;501;p11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1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6" name="Google Shape;506;p11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hf002f62f5ca6d5c_0_8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11" name="Google Shape;511;hf002f62f5ca6d5c_0_8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3f69acae762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16" name="Google Shape;516;g3f69acae762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g3f69acae762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1" name="Google Shape;521;g3f69acae762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g3f69acae762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6" name="Google Shape;526;g3f69acae762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 name="Shape 529"/>
        <p:cNvGrpSpPr/>
        <p:nvPr/>
      </p:nvGrpSpPr>
      <p:grpSpPr>
        <a:xfrm>
          <a:off x="0" y="0"/>
          <a:ext cx="0" cy="0"/>
          <a:chOff x="0" y="0"/>
          <a:chExt cx="0" cy="0"/>
        </a:xfrm>
      </p:grpSpPr>
      <p:sp>
        <p:nvSpPr>
          <p:cNvPr id="530" name="Google Shape;530;g3f7156d7ccb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31" name="Google Shape;531;g3f7156d7ccb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faf5860435_0_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36" name="Google Shape;536;g3faf5860435_0_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g3faf5860435_0_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1" name="Google Shape;541;g3faf5860435_0_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hf002f62f5ca6d5c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6" name="Google Shape;546;hf002f62f5ca6d5c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hf002f62f5ca6d5c_0_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1" name="Google Shape;551;hf002f62f5ca6d5c_0_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hf002f62f5ca6d5c_0_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6" name="Google Shape;556;hf002f62f5ca6d5c_0_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hf002f62f5ca6d5c_0_9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1" name="Google Shape;561;hf002f62f5ca6d5c_0_9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g3d90891dc36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6" name="Google Shape;566;g3d90891dc36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ab13fdb44f_0_2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ab13fdb44f_0_2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573" name="Google Shape;573;g3ab13fdb44f_0_29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 name="Shape 576"/>
        <p:cNvGrpSpPr/>
        <p:nvPr/>
      </p:nvGrpSpPr>
      <p:grpSpPr>
        <a:xfrm>
          <a:off x="0" y="0"/>
          <a:ext cx="0" cy="0"/>
          <a:chOff x="0" y="0"/>
          <a:chExt cx="0" cy="0"/>
        </a:xfrm>
      </p:grpSpPr>
      <p:sp>
        <p:nvSpPr>
          <p:cNvPr id="577" name="Google Shape;577;g3ab13fdb44f_0_30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8" name="Google Shape;578;g3ab13fdb44f_0_3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228600" lvl="0" marL="228600" rtl="0" algn="l">
              <a:lnSpc>
                <a:spcPct val="100000"/>
              </a:lnSpc>
              <a:spcBef>
                <a:spcPts val="0"/>
              </a:spcBef>
              <a:spcAft>
                <a:spcPts val="0"/>
              </a:spcAft>
              <a:buClr>
                <a:srgbClr val="FF0000"/>
              </a:buClr>
              <a:buSzPts val="1200"/>
              <a:buFont typeface="Arial"/>
              <a:buAutoNum type="arabicPeriod"/>
            </a:pPr>
            <a:r>
              <a:rPr b="0" i="0" lang="en-US">
                <a:solidFill>
                  <a:srgbClr val="FF0000"/>
                </a:solidFill>
                <a:latin typeface="Arial"/>
                <a:ea typeface="Arial"/>
                <a:cs typeface="Arial"/>
                <a:sym typeface="Arial"/>
              </a:rPr>
              <a:t>Khi Chúa đem những người Si-on bị bắt trở về, chúng tôi như người đang mơ, bấy giờ miệng chúng tôi vui cười, lưỡi chúng tôi thốt lên bao lời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ĐK: Chúa đã đối xử nhân từ với chúng con, nên chúng con mừng vui bao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2. Và bấy giờ thiên hạ nhỏ to nói với nhau rằng: Chúa thương đối xử khoan dung. Chúa đã xử rất ư nhân từ, nên chúng tôi xiết bao vui mừng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3. Lạy Chúa thương biến đổi phận con như suối phương Nam. Ai gieo trong lệ đau thương, sẽ được gặt hái trong vui mừng, những khúc ca biến tan trong niềm hân hoan.</a:t>
            </a:r>
            <a:endParaRPr/>
          </a:p>
        </p:txBody>
      </p:sp>
      <p:sp>
        <p:nvSpPr>
          <p:cNvPr id="579" name="Google Shape;579;g3ab13fdb44f_0_30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g3ab13fdb44f_0_30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4" name="Google Shape;584;g3ab13fdb44f_0_30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585" name="Google Shape;585;g3ab13fdb44f_0_30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8" name="Shape 588"/>
        <p:cNvGrpSpPr/>
        <p:nvPr/>
      </p:nvGrpSpPr>
      <p:grpSpPr>
        <a:xfrm>
          <a:off x="0" y="0"/>
          <a:ext cx="0" cy="0"/>
          <a:chOff x="0" y="0"/>
          <a:chExt cx="0" cy="0"/>
        </a:xfrm>
      </p:grpSpPr>
      <p:sp>
        <p:nvSpPr>
          <p:cNvPr id="589" name="Google Shape;589;g3ab13fdb44f_0_31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0" name="Google Shape;590;g3ab13fdb44f_0_3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591" name="Google Shape;591;g3ab13fdb44f_0_31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g3ab13fdb44f_0_31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6" name="Google Shape;596;g3ab13fdb44f_0_31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597" name="Google Shape;597;g3ab13fdb44f_0_31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g3ab13fdb44f_0_3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g3ab13fdb44f_0_3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03" name="Google Shape;603;g3ab13fdb44f_0_32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6" name="Shape 606"/>
        <p:cNvGrpSpPr/>
        <p:nvPr/>
      </p:nvGrpSpPr>
      <p:grpSpPr>
        <a:xfrm>
          <a:off x="0" y="0"/>
          <a:ext cx="0" cy="0"/>
          <a:chOff x="0" y="0"/>
          <a:chExt cx="0" cy="0"/>
        </a:xfrm>
      </p:grpSpPr>
      <p:sp>
        <p:nvSpPr>
          <p:cNvPr id="607" name="Google Shape;607;g3ab13fdb44f_0_32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8" name="Google Shape;608;g3ab13fdb44f_0_3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09" name="Google Shape;609;g3ab13fdb44f_0_32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ab13fdb44f_0_33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ab13fdb44f_0_3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15" name="Google Shape;615;g3ab13fdb44f_0_33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8" name="Shape 618"/>
        <p:cNvGrpSpPr/>
        <p:nvPr/>
      </p:nvGrpSpPr>
      <p:grpSpPr>
        <a:xfrm>
          <a:off x="0" y="0"/>
          <a:ext cx="0" cy="0"/>
          <a:chOff x="0" y="0"/>
          <a:chExt cx="0" cy="0"/>
        </a:xfrm>
      </p:grpSpPr>
      <p:sp>
        <p:nvSpPr>
          <p:cNvPr id="619" name="Google Shape;619;g3ab13fdb44f_0_3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0" name="Google Shape;620;g3ab13fdb44f_0_3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21" name="Google Shape;621;g3ab13fdb44f_0_33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4" name="Shape 624"/>
        <p:cNvGrpSpPr/>
        <p:nvPr/>
      </p:nvGrpSpPr>
      <p:grpSpPr>
        <a:xfrm>
          <a:off x="0" y="0"/>
          <a:ext cx="0" cy="0"/>
          <a:chOff x="0" y="0"/>
          <a:chExt cx="0" cy="0"/>
        </a:xfrm>
      </p:grpSpPr>
      <p:sp>
        <p:nvSpPr>
          <p:cNvPr id="625" name="Google Shape;625;g3ab13fdb44f_0_3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6" name="Google Shape;626;g3ab13fdb44f_0_3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27" name="Google Shape;627;g3ab13fdb44f_0_34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0" name="Shape 630"/>
        <p:cNvGrpSpPr/>
        <p:nvPr/>
      </p:nvGrpSpPr>
      <p:grpSpPr>
        <a:xfrm>
          <a:off x="0" y="0"/>
          <a:ext cx="0" cy="0"/>
          <a:chOff x="0" y="0"/>
          <a:chExt cx="0" cy="0"/>
        </a:xfrm>
      </p:grpSpPr>
      <p:sp>
        <p:nvSpPr>
          <p:cNvPr id="631" name="Google Shape;631;g3ab13fdb44f_0_34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2" name="Google Shape;632;g3ab13fdb44f_0_3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33" name="Google Shape;633;g3ab13fdb44f_0_34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6" name="Shape 636"/>
        <p:cNvGrpSpPr/>
        <p:nvPr/>
      </p:nvGrpSpPr>
      <p:grpSpPr>
        <a:xfrm>
          <a:off x="0" y="0"/>
          <a:ext cx="0" cy="0"/>
          <a:chOff x="0" y="0"/>
          <a:chExt cx="0" cy="0"/>
        </a:xfrm>
      </p:grpSpPr>
      <p:sp>
        <p:nvSpPr>
          <p:cNvPr id="637" name="Google Shape;637;g3ab13fdb44f_0_35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8" name="Google Shape;638;g3ab13fdb44f_0_35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39" name="Google Shape;639;g3ab13fdb44f_0_35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2" name="Shape 642"/>
        <p:cNvGrpSpPr/>
        <p:nvPr/>
      </p:nvGrpSpPr>
      <p:grpSpPr>
        <a:xfrm>
          <a:off x="0" y="0"/>
          <a:ext cx="0" cy="0"/>
          <a:chOff x="0" y="0"/>
          <a:chExt cx="0" cy="0"/>
        </a:xfrm>
      </p:grpSpPr>
      <p:sp>
        <p:nvSpPr>
          <p:cNvPr id="643" name="Google Shape;643;g3ab13fdb44f_0_35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4" name="Google Shape;644;g3ab13fdb44f_0_35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45" name="Google Shape;645;g3ab13fdb44f_0_35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hf002f62f5ca6d5c_0_9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50" name="Google Shape;650;hf002f62f5ca6d5c_0_9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3" name="Shape 653"/>
        <p:cNvGrpSpPr/>
        <p:nvPr/>
      </p:nvGrpSpPr>
      <p:grpSpPr>
        <a:xfrm>
          <a:off x="0" y="0"/>
          <a:ext cx="0" cy="0"/>
          <a:chOff x="0" y="0"/>
          <a:chExt cx="0" cy="0"/>
        </a:xfrm>
      </p:grpSpPr>
      <p:sp>
        <p:nvSpPr>
          <p:cNvPr id="654" name="Google Shape;654;g3d48ab63a6f_0_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55" name="Google Shape;655;g3d48ab63a6f_0_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9" name="Shape 659"/>
        <p:cNvGrpSpPr/>
        <p:nvPr/>
      </p:nvGrpSpPr>
      <p:grpSpPr>
        <a:xfrm>
          <a:off x="0" y="0"/>
          <a:ext cx="0" cy="0"/>
          <a:chOff x="0" y="0"/>
          <a:chExt cx="0" cy="0"/>
        </a:xfrm>
      </p:grpSpPr>
      <p:sp>
        <p:nvSpPr>
          <p:cNvPr id="660" name="Google Shape;660;g3e6e2da66e2_0_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1" name="Google Shape;661;g3e6e2da66e2_0_6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g3e6e2da66e2_0_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6" name="Google Shape;666;g3e6e2da66e2_0_7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g3faf5860435_0_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71" name="Google Shape;671;g3faf5860435_0_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g3e26ec1f821_0_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76" name="Google Shape;676;g3e26ec1f821_0_2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9" name="Shape 679"/>
        <p:cNvGrpSpPr/>
        <p:nvPr/>
      </p:nvGrpSpPr>
      <p:grpSpPr>
        <a:xfrm>
          <a:off x="0" y="0"/>
          <a:ext cx="0" cy="0"/>
          <a:chOff x="0" y="0"/>
          <a:chExt cx="0" cy="0"/>
        </a:xfrm>
      </p:grpSpPr>
      <p:sp>
        <p:nvSpPr>
          <p:cNvPr id="680" name="Google Shape;680;g3f282feffb0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81" name="Google Shape;681;g3f282feffb0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4" name="Shape 684"/>
        <p:cNvGrpSpPr/>
        <p:nvPr/>
      </p:nvGrpSpPr>
      <p:grpSpPr>
        <a:xfrm>
          <a:off x="0" y="0"/>
          <a:ext cx="0" cy="0"/>
          <a:chOff x="0" y="0"/>
          <a:chExt cx="0" cy="0"/>
        </a:xfrm>
      </p:grpSpPr>
      <p:sp>
        <p:nvSpPr>
          <p:cNvPr id="685" name="Google Shape;685;g3f282feffb0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86" name="Google Shape;686;g3f282feffb0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9" name="Shape 689"/>
        <p:cNvGrpSpPr/>
        <p:nvPr/>
      </p:nvGrpSpPr>
      <p:grpSpPr>
        <a:xfrm>
          <a:off x="0" y="0"/>
          <a:ext cx="0" cy="0"/>
          <a:chOff x="0" y="0"/>
          <a:chExt cx="0" cy="0"/>
        </a:xfrm>
      </p:grpSpPr>
      <p:sp>
        <p:nvSpPr>
          <p:cNvPr id="690" name="Google Shape;690;g3fb3359abd2_0_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1" name="Google Shape;691;g3fb3359abd2_0_2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4" name="Shape 694"/>
        <p:cNvGrpSpPr/>
        <p:nvPr/>
      </p:nvGrpSpPr>
      <p:grpSpPr>
        <a:xfrm>
          <a:off x="0" y="0"/>
          <a:ext cx="0" cy="0"/>
          <a:chOff x="0" y="0"/>
          <a:chExt cx="0" cy="0"/>
        </a:xfrm>
      </p:grpSpPr>
      <p:sp>
        <p:nvSpPr>
          <p:cNvPr id="695" name="Google Shape;695;g3fb2dc0a37c_0_1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6" name="Google Shape;696;g3fb2dc0a37c_0_1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3fb2dc0a37c_0_1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01" name="Google Shape;701;g3fb2dc0a37c_0_1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g3fb3359abd2_0_3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06" name="Google Shape;706;g3fb3359abd2_0_3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9" name="Shape 709"/>
        <p:cNvGrpSpPr/>
        <p:nvPr/>
      </p:nvGrpSpPr>
      <p:grpSpPr>
        <a:xfrm>
          <a:off x="0" y="0"/>
          <a:ext cx="0" cy="0"/>
          <a:chOff x="0" y="0"/>
          <a:chExt cx="0" cy="0"/>
        </a:xfrm>
      </p:grpSpPr>
      <p:sp>
        <p:nvSpPr>
          <p:cNvPr id="710" name="Google Shape;710;g3d89366497e_0_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11" name="Google Shape;711;g3d89366497e_0_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5" name="Shape 715"/>
        <p:cNvGrpSpPr/>
        <p:nvPr/>
      </p:nvGrpSpPr>
      <p:grpSpPr>
        <a:xfrm>
          <a:off x="0" y="0"/>
          <a:ext cx="0" cy="0"/>
          <a:chOff x="0" y="0"/>
          <a:chExt cx="0" cy="0"/>
        </a:xfrm>
      </p:grpSpPr>
      <p:sp>
        <p:nvSpPr>
          <p:cNvPr id="716" name="Google Shape;716;p15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7" name="Google Shape;717;p1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18" name="Google Shape;718;p156: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2" name="Shape 722"/>
        <p:cNvGrpSpPr/>
        <p:nvPr/>
      </p:nvGrpSpPr>
      <p:grpSpPr>
        <a:xfrm>
          <a:off x="0" y="0"/>
          <a:ext cx="0" cy="0"/>
          <a:chOff x="0" y="0"/>
          <a:chExt cx="0" cy="0"/>
        </a:xfrm>
      </p:grpSpPr>
      <p:sp>
        <p:nvSpPr>
          <p:cNvPr id="723" name="Google Shape;723;g3b224b7d20a_0_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24" name="Google Shape;724;g3b224b7d20a_0_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7" name="Shape 727"/>
        <p:cNvGrpSpPr/>
        <p:nvPr/>
      </p:nvGrpSpPr>
      <p:grpSpPr>
        <a:xfrm>
          <a:off x="0" y="0"/>
          <a:ext cx="0" cy="0"/>
          <a:chOff x="0" y="0"/>
          <a:chExt cx="0" cy="0"/>
        </a:xfrm>
      </p:grpSpPr>
      <p:sp>
        <p:nvSpPr>
          <p:cNvPr id="728" name="Google Shape;728;g3baa6357486_0_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29" name="Google Shape;729;g3baa6357486_0_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hf002f62f5ca6d5c_0_9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34" name="Google Shape;734;hf002f62f5ca6d5c_0_9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7" name="Shape 737"/>
        <p:cNvGrpSpPr/>
        <p:nvPr/>
      </p:nvGrpSpPr>
      <p:grpSpPr>
        <a:xfrm>
          <a:off x="0" y="0"/>
          <a:ext cx="0" cy="0"/>
          <a:chOff x="0" y="0"/>
          <a:chExt cx="0" cy="0"/>
        </a:xfrm>
      </p:grpSpPr>
      <p:sp>
        <p:nvSpPr>
          <p:cNvPr id="738" name="Google Shape;738;p15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39" name="Google Shape;739;p15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3" name="Shape 743"/>
        <p:cNvGrpSpPr/>
        <p:nvPr/>
      </p:nvGrpSpPr>
      <p:grpSpPr>
        <a:xfrm>
          <a:off x="0" y="0"/>
          <a:ext cx="0" cy="0"/>
          <a:chOff x="0" y="0"/>
          <a:chExt cx="0" cy="0"/>
        </a:xfrm>
      </p:grpSpPr>
      <p:sp>
        <p:nvSpPr>
          <p:cNvPr id="744" name="Google Shape;744;p1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45" name="Google Shape;745;p16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p16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50" name="Google Shape;750;p16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3" name="Shape 753"/>
        <p:cNvGrpSpPr/>
        <p:nvPr/>
      </p:nvGrpSpPr>
      <p:grpSpPr>
        <a:xfrm>
          <a:off x="0" y="0"/>
          <a:ext cx="0" cy="0"/>
          <a:chOff x="0" y="0"/>
          <a:chExt cx="0" cy="0"/>
        </a:xfrm>
      </p:grpSpPr>
      <p:sp>
        <p:nvSpPr>
          <p:cNvPr id="754" name="Google Shape;754;p16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55" name="Google Shape;755;p16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8" name="Shape 758"/>
        <p:cNvGrpSpPr/>
        <p:nvPr/>
      </p:nvGrpSpPr>
      <p:grpSpPr>
        <a:xfrm>
          <a:off x="0" y="0"/>
          <a:ext cx="0" cy="0"/>
          <a:chOff x="0" y="0"/>
          <a:chExt cx="0" cy="0"/>
        </a:xfrm>
      </p:grpSpPr>
      <p:sp>
        <p:nvSpPr>
          <p:cNvPr id="759" name="Google Shape;759;p16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60" name="Google Shape;760;p16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3" name="Shape 763"/>
        <p:cNvGrpSpPr/>
        <p:nvPr/>
      </p:nvGrpSpPr>
      <p:grpSpPr>
        <a:xfrm>
          <a:off x="0" y="0"/>
          <a:ext cx="0" cy="0"/>
          <a:chOff x="0" y="0"/>
          <a:chExt cx="0" cy="0"/>
        </a:xfrm>
      </p:grpSpPr>
      <p:sp>
        <p:nvSpPr>
          <p:cNvPr id="764" name="Google Shape;764;p1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65" name="Google Shape;765;p16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8" name="Shape 768"/>
        <p:cNvGrpSpPr/>
        <p:nvPr/>
      </p:nvGrpSpPr>
      <p:grpSpPr>
        <a:xfrm>
          <a:off x="0" y="0"/>
          <a:ext cx="0" cy="0"/>
          <a:chOff x="0" y="0"/>
          <a:chExt cx="0" cy="0"/>
        </a:xfrm>
      </p:grpSpPr>
      <p:sp>
        <p:nvSpPr>
          <p:cNvPr id="769" name="Google Shape;769;p16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70" name="Google Shape;770;p16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3" name="Shape 773"/>
        <p:cNvGrpSpPr/>
        <p:nvPr/>
      </p:nvGrpSpPr>
      <p:grpSpPr>
        <a:xfrm>
          <a:off x="0" y="0"/>
          <a:ext cx="0" cy="0"/>
          <a:chOff x="0" y="0"/>
          <a:chExt cx="0" cy="0"/>
        </a:xfrm>
      </p:grpSpPr>
      <p:sp>
        <p:nvSpPr>
          <p:cNvPr id="774" name="Google Shape;774;p1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75" name="Google Shape;775;p16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8" name="Shape 778"/>
        <p:cNvGrpSpPr/>
        <p:nvPr/>
      </p:nvGrpSpPr>
      <p:grpSpPr>
        <a:xfrm>
          <a:off x="0" y="0"/>
          <a:ext cx="0" cy="0"/>
          <a:chOff x="0" y="0"/>
          <a:chExt cx="0" cy="0"/>
        </a:xfrm>
      </p:grpSpPr>
      <p:sp>
        <p:nvSpPr>
          <p:cNvPr id="779" name="Google Shape;779;p16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80" name="Google Shape;780;p16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3" name="Shape 783"/>
        <p:cNvGrpSpPr/>
        <p:nvPr/>
      </p:nvGrpSpPr>
      <p:grpSpPr>
        <a:xfrm>
          <a:off x="0" y="0"/>
          <a:ext cx="0" cy="0"/>
          <a:chOff x="0" y="0"/>
          <a:chExt cx="0" cy="0"/>
        </a:xfrm>
      </p:grpSpPr>
      <p:sp>
        <p:nvSpPr>
          <p:cNvPr id="784" name="Google Shape;784;p1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85" name="Google Shape;785;p16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16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90" name="Google Shape;790;p16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3" name="Shape 793"/>
        <p:cNvGrpSpPr/>
        <p:nvPr/>
      </p:nvGrpSpPr>
      <p:grpSpPr>
        <a:xfrm>
          <a:off x="0" y="0"/>
          <a:ext cx="0" cy="0"/>
          <a:chOff x="0" y="0"/>
          <a:chExt cx="0" cy="0"/>
        </a:xfrm>
      </p:grpSpPr>
      <p:sp>
        <p:nvSpPr>
          <p:cNvPr id="794" name="Google Shape;794;p17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95" name="Google Shape;795;p17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p17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0" name="Google Shape;800;p17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3" name="Shape 803"/>
        <p:cNvGrpSpPr/>
        <p:nvPr/>
      </p:nvGrpSpPr>
      <p:grpSpPr>
        <a:xfrm>
          <a:off x="0" y="0"/>
          <a:ext cx="0" cy="0"/>
          <a:chOff x="0" y="0"/>
          <a:chExt cx="0" cy="0"/>
        </a:xfrm>
      </p:grpSpPr>
      <p:sp>
        <p:nvSpPr>
          <p:cNvPr id="804" name="Google Shape;804;p17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5" name="Google Shape;805;p17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p17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0" name="Google Shape;810;p17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3" name="Shape 813"/>
        <p:cNvGrpSpPr/>
        <p:nvPr/>
      </p:nvGrpSpPr>
      <p:grpSpPr>
        <a:xfrm>
          <a:off x="0" y="0"/>
          <a:ext cx="0" cy="0"/>
          <a:chOff x="0" y="0"/>
          <a:chExt cx="0" cy="0"/>
        </a:xfrm>
      </p:grpSpPr>
      <p:sp>
        <p:nvSpPr>
          <p:cNvPr id="814" name="Google Shape;814;p17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5" name="Google Shape;815;p17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p17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0" name="Google Shape;820;p17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3" name="Shape 823"/>
        <p:cNvGrpSpPr/>
        <p:nvPr/>
      </p:nvGrpSpPr>
      <p:grpSpPr>
        <a:xfrm>
          <a:off x="0" y="0"/>
          <a:ext cx="0" cy="0"/>
          <a:chOff x="0" y="0"/>
          <a:chExt cx="0" cy="0"/>
        </a:xfrm>
      </p:grpSpPr>
      <p:sp>
        <p:nvSpPr>
          <p:cNvPr id="824" name="Google Shape;824;p1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5" name="Google Shape;825;p17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p1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0" name="Google Shape;830;p17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3" name="Shape 833"/>
        <p:cNvGrpSpPr/>
        <p:nvPr/>
      </p:nvGrpSpPr>
      <p:grpSpPr>
        <a:xfrm>
          <a:off x="0" y="0"/>
          <a:ext cx="0" cy="0"/>
          <a:chOff x="0" y="0"/>
          <a:chExt cx="0" cy="0"/>
        </a:xfrm>
      </p:grpSpPr>
      <p:sp>
        <p:nvSpPr>
          <p:cNvPr id="834" name="Google Shape;834;p17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5" name="Google Shape;835;p17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hf002f62f5ca6d5c_0_10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0" name="Google Shape;840;hf002f62f5ca6d5c_0_10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3" name="Shape 843"/>
        <p:cNvGrpSpPr/>
        <p:nvPr/>
      </p:nvGrpSpPr>
      <p:grpSpPr>
        <a:xfrm>
          <a:off x="0" y="0"/>
          <a:ext cx="0" cy="0"/>
          <a:chOff x="0" y="0"/>
          <a:chExt cx="0" cy="0"/>
        </a:xfrm>
      </p:grpSpPr>
      <p:sp>
        <p:nvSpPr>
          <p:cNvPr id="844" name="Google Shape;844;g3f95afb83fa_0_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5" name="Google Shape;845;g3f95afb83fa_0_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8" name="Shape 848"/>
        <p:cNvGrpSpPr/>
        <p:nvPr/>
      </p:nvGrpSpPr>
      <p:grpSpPr>
        <a:xfrm>
          <a:off x="0" y="0"/>
          <a:ext cx="0" cy="0"/>
          <a:chOff x="0" y="0"/>
          <a:chExt cx="0" cy="0"/>
        </a:xfrm>
      </p:grpSpPr>
      <p:sp>
        <p:nvSpPr>
          <p:cNvPr id="849" name="Google Shape;849;g3f69acae762_0_1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0" name="Google Shape;850;g3f69acae762_0_1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3f69acae762_0_1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5" name="Google Shape;855;g3f69acae762_0_12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8" name="Shape 858"/>
        <p:cNvGrpSpPr/>
        <p:nvPr/>
      </p:nvGrpSpPr>
      <p:grpSpPr>
        <a:xfrm>
          <a:off x="0" y="0"/>
          <a:ext cx="0" cy="0"/>
          <a:chOff x="0" y="0"/>
          <a:chExt cx="0" cy="0"/>
        </a:xfrm>
      </p:grpSpPr>
      <p:sp>
        <p:nvSpPr>
          <p:cNvPr id="859" name="Google Shape;859;g3fac4c6c2fc_0_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0" name="Google Shape;860;g3fac4c6c2fc_0_7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hf002f62f5ca6d5c_0_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5" name="Google Shape;865;hf002f62f5ca6d5c_0_1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8" name="Shape 868"/>
        <p:cNvGrpSpPr/>
        <p:nvPr/>
      </p:nvGrpSpPr>
      <p:grpSpPr>
        <a:xfrm>
          <a:off x="0" y="0"/>
          <a:ext cx="0" cy="0"/>
          <a:chOff x="0" y="0"/>
          <a:chExt cx="0" cy="0"/>
        </a:xfrm>
      </p:grpSpPr>
      <p:sp>
        <p:nvSpPr>
          <p:cNvPr id="869" name="Google Shape;869;g3fb3359abd2_0_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0" name="Google Shape;870;g3fb3359abd2_0_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3" name="Shape 873"/>
        <p:cNvGrpSpPr/>
        <p:nvPr/>
      </p:nvGrpSpPr>
      <p:grpSpPr>
        <a:xfrm>
          <a:off x="0" y="0"/>
          <a:ext cx="0" cy="0"/>
          <a:chOff x="0" y="0"/>
          <a:chExt cx="0" cy="0"/>
        </a:xfrm>
      </p:grpSpPr>
      <p:sp>
        <p:nvSpPr>
          <p:cNvPr id="874" name="Google Shape;874;g3fb3359abd2_0_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5" name="Google Shape;875;g3fb3359abd2_0_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8" name="Shape 878"/>
        <p:cNvGrpSpPr/>
        <p:nvPr/>
      </p:nvGrpSpPr>
      <p:grpSpPr>
        <a:xfrm>
          <a:off x="0" y="0"/>
          <a:ext cx="0" cy="0"/>
          <a:chOff x="0" y="0"/>
          <a:chExt cx="0" cy="0"/>
        </a:xfrm>
      </p:grpSpPr>
      <p:sp>
        <p:nvSpPr>
          <p:cNvPr id="879" name="Google Shape;879;hf002f62f5ca6d5c_0_3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0" name="Google Shape;880;hf002f62f5ca6d5c_0_3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3" name="Shape 883"/>
        <p:cNvGrpSpPr/>
        <p:nvPr/>
      </p:nvGrpSpPr>
      <p:grpSpPr>
        <a:xfrm>
          <a:off x="0" y="0"/>
          <a:ext cx="0" cy="0"/>
          <a:chOff x="0" y="0"/>
          <a:chExt cx="0" cy="0"/>
        </a:xfrm>
      </p:grpSpPr>
      <p:sp>
        <p:nvSpPr>
          <p:cNvPr id="884" name="Google Shape;884;hf002f62f5ca6d5c_0_3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5" name="Google Shape;885;hf002f62f5ca6d5c_0_3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8" name="Shape 888"/>
        <p:cNvGrpSpPr/>
        <p:nvPr/>
      </p:nvGrpSpPr>
      <p:grpSpPr>
        <a:xfrm>
          <a:off x="0" y="0"/>
          <a:ext cx="0" cy="0"/>
          <a:chOff x="0" y="0"/>
          <a:chExt cx="0" cy="0"/>
        </a:xfrm>
      </p:grpSpPr>
      <p:sp>
        <p:nvSpPr>
          <p:cNvPr id="889" name="Google Shape;889;hf002f62f5ca6d5c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0" name="Google Shape;890;hf002f62f5ca6d5c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hf002f62f5ca6d5c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5" name="Google Shape;895;hf002f62f5ca6d5c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8" name="Shape 898"/>
        <p:cNvGrpSpPr/>
        <p:nvPr/>
      </p:nvGrpSpPr>
      <p:grpSpPr>
        <a:xfrm>
          <a:off x="0" y="0"/>
          <a:ext cx="0" cy="0"/>
          <a:chOff x="0" y="0"/>
          <a:chExt cx="0" cy="0"/>
        </a:xfrm>
      </p:grpSpPr>
      <p:sp>
        <p:nvSpPr>
          <p:cNvPr id="899" name="Google Shape;899;hf002f62f5ca6d5c_0_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00" name="Google Shape;900;hf002f62f5ca6d5c_0_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hf002f62f5ca6d5c_0_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05" name="Google Shape;905;hf002f62f5ca6d5c_0_2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3e5a0c7ab5b_0_2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0" name="Google Shape;910;g3e5a0c7ab5b_0_25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3" name="Shape 913"/>
        <p:cNvGrpSpPr/>
        <p:nvPr/>
      </p:nvGrpSpPr>
      <p:grpSpPr>
        <a:xfrm>
          <a:off x="0" y="0"/>
          <a:ext cx="0" cy="0"/>
          <a:chOff x="0" y="0"/>
          <a:chExt cx="0" cy="0"/>
        </a:xfrm>
      </p:grpSpPr>
      <p:sp>
        <p:nvSpPr>
          <p:cNvPr id="914" name="Google Shape;914;p20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5" name="Google Shape;915;p20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 name="Shape 918"/>
        <p:cNvGrpSpPr/>
        <p:nvPr/>
      </p:nvGrpSpPr>
      <p:grpSpPr>
        <a:xfrm>
          <a:off x="0" y="0"/>
          <a:ext cx="0" cy="0"/>
          <a:chOff x="0" y="0"/>
          <a:chExt cx="0" cy="0"/>
        </a:xfrm>
      </p:grpSpPr>
      <p:sp>
        <p:nvSpPr>
          <p:cNvPr id="919" name="Google Shape;919;p2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0" name="Google Shape;920;p20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3" name="Shape 923"/>
        <p:cNvGrpSpPr/>
        <p:nvPr/>
      </p:nvGrpSpPr>
      <p:grpSpPr>
        <a:xfrm>
          <a:off x="0" y="0"/>
          <a:ext cx="0" cy="0"/>
          <a:chOff x="0" y="0"/>
          <a:chExt cx="0" cy="0"/>
        </a:xfrm>
      </p:grpSpPr>
      <p:sp>
        <p:nvSpPr>
          <p:cNvPr id="924" name="Google Shape;924;p2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5" name="Google Shape;925;p20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3e5a0c7ab5b_0_3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30" name="Google Shape;930;g3e5a0c7ab5b_0_3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3" name="Shape 933"/>
        <p:cNvGrpSpPr/>
        <p:nvPr/>
      </p:nvGrpSpPr>
      <p:grpSpPr>
        <a:xfrm>
          <a:off x="0" y="0"/>
          <a:ext cx="0" cy="0"/>
          <a:chOff x="0" y="0"/>
          <a:chExt cx="0" cy="0"/>
        </a:xfrm>
      </p:grpSpPr>
      <p:sp>
        <p:nvSpPr>
          <p:cNvPr id="934" name="Google Shape;934;g3a42a8b53c1_2_2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35" name="Google Shape;935;g3a42a8b53c1_2_2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8" name="Shape 938"/>
        <p:cNvGrpSpPr/>
        <p:nvPr/>
      </p:nvGrpSpPr>
      <p:grpSpPr>
        <a:xfrm>
          <a:off x="0" y="0"/>
          <a:ext cx="0" cy="0"/>
          <a:chOff x="0" y="0"/>
          <a:chExt cx="0" cy="0"/>
        </a:xfrm>
      </p:grpSpPr>
      <p:sp>
        <p:nvSpPr>
          <p:cNvPr id="939" name="Google Shape;939;p2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0" name="Google Shape;940;p20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3" name="Shape 943"/>
        <p:cNvGrpSpPr/>
        <p:nvPr/>
      </p:nvGrpSpPr>
      <p:grpSpPr>
        <a:xfrm>
          <a:off x="0" y="0"/>
          <a:ext cx="0" cy="0"/>
          <a:chOff x="0" y="0"/>
          <a:chExt cx="0" cy="0"/>
        </a:xfrm>
      </p:grpSpPr>
      <p:sp>
        <p:nvSpPr>
          <p:cNvPr id="944" name="Google Shape;944;p2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5" name="Google Shape;945;p20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8" name="Shape 948"/>
        <p:cNvGrpSpPr/>
        <p:nvPr/>
      </p:nvGrpSpPr>
      <p:grpSpPr>
        <a:xfrm>
          <a:off x="0" y="0"/>
          <a:ext cx="0" cy="0"/>
          <a:chOff x="0" y="0"/>
          <a:chExt cx="0" cy="0"/>
        </a:xfrm>
      </p:grpSpPr>
      <p:sp>
        <p:nvSpPr>
          <p:cNvPr id="949" name="Google Shape;949;g3e5a0c7ab5b_0_3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0" name="Google Shape;950;g3e5a0c7ab5b_0_33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3" name="Shape 953"/>
        <p:cNvGrpSpPr/>
        <p:nvPr/>
      </p:nvGrpSpPr>
      <p:grpSpPr>
        <a:xfrm>
          <a:off x="0" y="0"/>
          <a:ext cx="0" cy="0"/>
          <a:chOff x="0" y="0"/>
          <a:chExt cx="0" cy="0"/>
        </a:xfrm>
      </p:grpSpPr>
      <p:sp>
        <p:nvSpPr>
          <p:cNvPr id="954" name="Google Shape;954;g3e9ce9eb37a_0_1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5" name="Google Shape;955;g3e9ce9eb37a_0_18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9" name="Shape 959"/>
        <p:cNvGrpSpPr/>
        <p:nvPr/>
      </p:nvGrpSpPr>
      <p:grpSpPr>
        <a:xfrm>
          <a:off x="0" y="0"/>
          <a:ext cx="0" cy="0"/>
          <a:chOff x="0" y="0"/>
          <a:chExt cx="0" cy="0"/>
        </a:xfrm>
      </p:grpSpPr>
      <p:sp>
        <p:nvSpPr>
          <p:cNvPr id="960" name="Google Shape;960;g3fac4c6c2fc_0_9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1" name="Google Shape;961;g3fac4c6c2fc_0_9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4" name="Shape 964"/>
        <p:cNvGrpSpPr/>
        <p:nvPr/>
      </p:nvGrpSpPr>
      <p:grpSpPr>
        <a:xfrm>
          <a:off x="0" y="0"/>
          <a:ext cx="0" cy="0"/>
          <a:chOff x="0" y="0"/>
          <a:chExt cx="0" cy="0"/>
        </a:xfrm>
      </p:grpSpPr>
      <p:sp>
        <p:nvSpPr>
          <p:cNvPr id="965" name="Google Shape;965;g3e5a0c7ab5b_0_34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6" name="Google Shape;966;g3e5a0c7ab5b_0_34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f491e64396_0_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71" name="Google Shape;971;g3f491e64396_0_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4" name="Shape 974"/>
        <p:cNvGrpSpPr/>
        <p:nvPr/>
      </p:nvGrpSpPr>
      <p:grpSpPr>
        <a:xfrm>
          <a:off x="0" y="0"/>
          <a:ext cx="0" cy="0"/>
          <a:chOff x="0" y="0"/>
          <a:chExt cx="0" cy="0"/>
        </a:xfrm>
      </p:grpSpPr>
      <p:sp>
        <p:nvSpPr>
          <p:cNvPr id="975" name="Google Shape;975;g3f491e64396_0_5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76" name="Google Shape;976;g3f491e64396_0_5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9" name="Shape 979"/>
        <p:cNvGrpSpPr/>
        <p:nvPr/>
      </p:nvGrpSpPr>
      <p:grpSpPr>
        <a:xfrm>
          <a:off x="0" y="0"/>
          <a:ext cx="0" cy="0"/>
          <a:chOff x="0" y="0"/>
          <a:chExt cx="0" cy="0"/>
        </a:xfrm>
      </p:grpSpPr>
      <p:sp>
        <p:nvSpPr>
          <p:cNvPr id="980" name="Google Shape;980;g3f491e64396_0_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1" name="Google Shape;981;g3f491e64396_0_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4" name="Shape 984"/>
        <p:cNvGrpSpPr/>
        <p:nvPr/>
      </p:nvGrpSpPr>
      <p:grpSpPr>
        <a:xfrm>
          <a:off x="0" y="0"/>
          <a:ext cx="0" cy="0"/>
          <a:chOff x="0" y="0"/>
          <a:chExt cx="0" cy="0"/>
        </a:xfrm>
      </p:grpSpPr>
      <p:sp>
        <p:nvSpPr>
          <p:cNvPr id="985" name="Google Shape;985;g3fb3359abd2_0_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6" name="Google Shape;986;g3fb3359abd2_0_7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9" name="Shape 989"/>
        <p:cNvGrpSpPr/>
        <p:nvPr/>
      </p:nvGrpSpPr>
      <p:grpSpPr>
        <a:xfrm>
          <a:off x="0" y="0"/>
          <a:ext cx="0" cy="0"/>
          <a:chOff x="0" y="0"/>
          <a:chExt cx="0" cy="0"/>
        </a:xfrm>
      </p:grpSpPr>
      <p:sp>
        <p:nvSpPr>
          <p:cNvPr id="990" name="Google Shape;990;g3fb3359abd2_0_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1" name="Google Shape;991;g3fb3359abd2_0_8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4" name="Shape 994"/>
        <p:cNvGrpSpPr/>
        <p:nvPr/>
      </p:nvGrpSpPr>
      <p:grpSpPr>
        <a:xfrm>
          <a:off x="0" y="0"/>
          <a:ext cx="0" cy="0"/>
          <a:chOff x="0" y="0"/>
          <a:chExt cx="0" cy="0"/>
        </a:xfrm>
      </p:grpSpPr>
      <p:sp>
        <p:nvSpPr>
          <p:cNvPr id="995" name="Google Shape;995;g3f95afb83fa_0_14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6" name="Google Shape;996;g3f95afb83fa_0_14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f54ad4d3bd_0_1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1" name="Google Shape;1001;g3f54ad4d3bd_0_1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hf002f62f5ca6d5c_0_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6" name="Google Shape;1006;hf002f62f5ca6d5c_0_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9" name="Shape 1009"/>
        <p:cNvGrpSpPr/>
        <p:nvPr/>
      </p:nvGrpSpPr>
      <p:grpSpPr>
        <a:xfrm>
          <a:off x="0" y="0"/>
          <a:ext cx="0" cy="0"/>
          <a:chOff x="0" y="0"/>
          <a:chExt cx="0" cy="0"/>
        </a:xfrm>
      </p:grpSpPr>
      <p:sp>
        <p:nvSpPr>
          <p:cNvPr id="1010" name="Google Shape;1010;hf002f62f5ca6d5c_0_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1" name="Google Shape;1011;hf002f62f5ca6d5c_0_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4" name="Shape 1014"/>
        <p:cNvGrpSpPr/>
        <p:nvPr/>
      </p:nvGrpSpPr>
      <p:grpSpPr>
        <a:xfrm>
          <a:off x="0" y="0"/>
          <a:ext cx="0" cy="0"/>
          <a:chOff x="0" y="0"/>
          <a:chExt cx="0" cy="0"/>
        </a:xfrm>
      </p:grpSpPr>
      <p:sp>
        <p:nvSpPr>
          <p:cNvPr id="1015" name="Google Shape;1015;hf002f62f5ca6d5c_0_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6" name="Google Shape;1016;hf002f62f5ca6d5c_0_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9" name="Shape 1019"/>
        <p:cNvGrpSpPr/>
        <p:nvPr/>
      </p:nvGrpSpPr>
      <p:grpSpPr>
        <a:xfrm>
          <a:off x="0" y="0"/>
          <a:ext cx="0" cy="0"/>
          <a:chOff x="0" y="0"/>
          <a:chExt cx="0" cy="0"/>
        </a:xfrm>
      </p:grpSpPr>
      <p:sp>
        <p:nvSpPr>
          <p:cNvPr id="1020" name="Google Shape;1020;hf002f62f5ca6d5c_0_5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1" name="Google Shape;1021;hf002f62f5ca6d5c_0_5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hf002f62f5ca6d5c_0_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6" name="Google Shape;1026;hf002f62f5ca6d5c_0_5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fb3359abd2_0_8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31" name="Google Shape;1031;g3fb3359abd2_0_8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3fb3359abd2_0_8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36" name="Google Shape;1036;g3fb3359abd2_0_8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9" name="Shape 1039"/>
        <p:cNvGrpSpPr/>
        <p:nvPr/>
      </p:nvGrpSpPr>
      <p:grpSpPr>
        <a:xfrm>
          <a:off x="0" y="0"/>
          <a:ext cx="0" cy="0"/>
          <a:chOff x="0" y="0"/>
          <a:chExt cx="0" cy="0"/>
        </a:xfrm>
      </p:grpSpPr>
      <p:sp>
        <p:nvSpPr>
          <p:cNvPr id="1040" name="Google Shape;1040;g3fb3359abd2_0_9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1" name="Google Shape;1041;g3fb3359abd2_0_9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hf002f62f5ca6d5c_0_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6" name="Google Shape;1046;hf002f62f5ca6d5c_0_6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9" name="Shape 1049"/>
        <p:cNvGrpSpPr/>
        <p:nvPr/>
      </p:nvGrpSpPr>
      <p:grpSpPr>
        <a:xfrm>
          <a:off x="0" y="0"/>
          <a:ext cx="0" cy="0"/>
          <a:chOff x="0" y="0"/>
          <a:chExt cx="0" cy="0"/>
        </a:xfrm>
      </p:grpSpPr>
      <p:sp>
        <p:nvSpPr>
          <p:cNvPr id="1050" name="Google Shape;1050;hf002f62f5ca6d5c_0_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1" name="Google Shape;1051;hf002f62f5ca6d5c_0_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4" name="Shape 1054"/>
        <p:cNvGrpSpPr/>
        <p:nvPr/>
      </p:nvGrpSpPr>
      <p:grpSpPr>
        <a:xfrm>
          <a:off x="0" y="0"/>
          <a:ext cx="0" cy="0"/>
          <a:chOff x="0" y="0"/>
          <a:chExt cx="0" cy="0"/>
        </a:xfrm>
      </p:grpSpPr>
      <p:sp>
        <p:nvSpPr>
          <p:cNvPr id="1055" name="Google Shape;1055;hf002f62f5ca6d5c_0_7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6" name="Google Shape;1056;hf002f62f5ca6d5c_0_7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9" name="Shape 1059"/>
        <p:cNvGrpSpPr/>
        <p:nvPr/>
      </p:nvGrpSpPr>
      <p:grpSpPr>
        <a:xfrm>
          <a:off x="0" y="0"/>
          <a:ext cx="0" cy="0"/>
          <a:chOff x="0" y="0"/>
          <a:chExt cx="0" cy="0"/>
        </a:xfrm>
      </p:grpSpPr>
      <p:sp>
        <p:nvSpPr>
          <p:cNvPr id="1060" name="Google Shape;1060;hf002f62f5ca6d5c_0_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1" name="Google Shape;1061;hf002f62f5ca6d5c_0_7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4" name="Shape 1064"/>
        <p:cNvGrpSpPr/>
        <p:nvPr/>
      </p:nvGrpSpPr>
      <p:grpSpPr>
        <a:xfrm>
          <a:off x="0" y="0"/>
          <a:ext cx="0" cy="0"/>
          <a:chOff x="0" y="0"/>
          <a:chExt cx="0" cy="0"/>
        </a:xfrm>
      </p:grpSpPr>
      <p:sp>
        <p:nvSpPr>
          <p:cNvPr id="1065" name="Google Shape;1065;hf002f62f5ca6d5c_0_10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6" name="Google Shape;1066;hf002f62f5ca6d5c_0_10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9" name="Shape 1069"/>
        <p:cNvGrpSpPr/>
        <p:nvPr/>
      </p:nvGrpSpPr>
      <p:grpSpPr>
        <a:xfrm>
          <a:off x="0" y="0"/>
          <a:ext cx="0" cy="0"/>
          <a:chOff x="0" y="0"/>
          <a:chExt cx="0" cy="0"/>
        </a:xfrm>
      </p:grpSpPr>
      <p:sp>
        <p:nvSpPr>
          <p:cNvPr id="1070" name="Google Shape;1070;g3fb3359abd2_0_1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1" name="Google Shape;1071;g3fb3359abd2_0_1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3fb3359abd2_0_1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6" name="Google Shape;1076;g3fb3359abd2_0_1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3fb3359abd2_0_1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1" name="Google Shape;1081;g3fb3359abd2_0_1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4" name="Shape 1084"/>
        <p:cNvGrpSpPr/>
        <p:nvPr/>
      </p:nvGrpSpPr>
      <p:grpSpPr>
        <a:xfrm>
          <a:off x="0" y="0"/>
          <a:ext cx="0" cy="0"/>
          <a:chOff x="0" y="0"/>
          <a:chExt cx="0" cy="0"/>
        </a:xfrm>
      </p:grpSpPr>
      <p:sp>
        <p:nvSpPr>
          <p:cNvPr id="1085" name="Google Shape;1085;hf002f62f5ca6d5c_0_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6" name="Google Shape;1086;hf002f62f5ca6d5c_0_8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9" name="Shape 1089"/>
        <p:cNvGrpSpPr/>
        <p:nvPr/>
      </p:nvGrpSpPr>
      <p:grpSpPr>
        <a:xfrm>
          <a:off x="0" y="0"/>
          <a:ext cx="0" cy="0"/>
          <a:chOff x="0" y="0"/>
          <a:chExt cx="0" cy="0"/>
        </a:xfrm>
      </p:grpSpPr>
      <p:sp>
        <p:nvSpPr>
          <p:cNvPr id="1090" name="Google Shape;1090;g3fb3359abd2_0_1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1" name="Google Shape;1091;g3fb3359abd2_0_16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4" name="Shape 1094"/>
        <p:cNvGrpSpPr/>
        <p:nvPr/>
      </p:nvGrpSpPr>
      <p:grpSpPr>
        <a:xfrm>
          <a:off x="0" y="0"/>
          <a:ext cx="0" cy="0"/>
          <a:chOff x="0" y="0"/>
          <a:chExt cx="0" cy="0"/>
        </a:xfrm>
      </p:grpSpPr>
      <p:sp>
        <p:nvSpPr>
          <p:cNvPr id="1095" name="Google Shape;1095;g3fb3359abd2_0_1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6" name="Google Shape;1096;g3fb3359abd2_0_1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9" name="Shape 1099"/>
        <p:cNvGrpSpPr/>
        <p:nvPr/>
      </p:nvGrpSpPr>
      <p:grpSpPr>
        <a:xfrm>
          <a:off x="0" y="0"/>
          <a:ext cx="0" cy="0"/>
          <a:chOff x="0" y="0"/>
          <a:chExt cx="0" cy="0"/>
        </a:xfrm>
      </p:grpSpPr>
      <p:sp>
        <p:nvSpPr>
          <p:cNvPr id="1100" name="Google Shape;1100;g3fb2dc0a37c_0_10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01" name="Google Shape;1101;g3fb2dc0a37c_0_10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5" name="Shape 15"/>
        <p:cNvGrpSpPr/>
        <p:nvPr/>
      </p:nvGrpSpPr>
      <p:grpSpPr>
        <a:xfrm>
          <a:off x="0" y="0"/>
          <a:ext cx="0" cy="0"/>
          <a:chOff x="0" y="0"/>
          <a:chExt cx="0" cy="0"/>
        </a:xfrm>
      </p:grpSpPr>
      <p:sp>
        <p:nvSpPr>
          <p:cNvPr id="16" name="Google Shape;16;p246"/>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46"/>
          <p:cNvSpPr txBox="1"/>
          <p:nvPr>
            <p:ph idx="1" type="body"/>
          </p:nvPr>
        </p:nvSpPr>
        <p:spPr>
          <a:xfrm>
            <a:off x="457200" y="1200150"/>
            <a:ext cx="8229600" cy="3394472"/>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 name="Google Shape;18;p246"/>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246"/>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246"/>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1" name="Shape 21"/>
        <p:cNvGrpSpPr/>
        <p:nvPr/>
      </p:nvGrpSpPr>
      <p:grpSpPr>
        <a:xfrm>
          <a:off x="0" y="0"/>
          <a:ext cx="0" cy="0"/>
          <a:chOff x="0" y="0"/>
          <a:chExt cx="0" cy="0"/>
        </a:xfrm>
      </p:grpSpPr>
      <p:sp>
        <p:nvSpPr>
          <p:cNvPr id="22" name="Google Shape;22;p247"/>
          <p:cNvSpPr txBox="1"/>
          <p:nvPr>
            <p:ph type="ctrTitle"/>
          </p:nvPr>
        </p:nvSpPr>
        <p:spPr>
          <a:xfrm>
            <a:off x="685800" y="1597822"/>
            <a:ext cx="7772400" cy="1102519"/>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247"/>
          <p:cNvSpPr txBox="1"/>
          <p:nvPr>
            <p:ph idx="1" type="subTitle"/>
          </p:nvPr>
        </p:nvSpPr>
        <p:spPr>
          <a:xfrm>
            <a:off x="1371600" y="2914650"/>
            <a:ext cx="6400800" cy="131445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24" name="Google Shape;24;p247"/>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247"/>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247"/>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48"/>
          <p:cNvSpPr txBox="1"/>
          <p:nvPr>
            <p:ph type="title"/>
          </p:nvPr>
        </p:nvSpPr>
        <p:spPr>
          <a:xfrm>
            <a:off x="722313" y="3305178"/>
            <a:ext cx="7772400" cy="1021557"/>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Arial"/>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248"/>
          <p:cNvSpPr txBox="1"/>
          <p:nvPr>
            <p:ph idx="1" type="body"/>
          </p:nvPr>
        </p:nvSpPr>
        <p:spPr>
          <a:xfrm>
            <a:off x="722313" y="2180035"/>
            <a:ext cx="7772400" cy="112514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248"/>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248"/>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248"/>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49"/>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249"/>
          <p:cNvSpPr txBox="1"/>
          <p:nvPr>
            <p:ph idx="1" type="body"/>
          </p:nvPr>
        </p:nvSpPr>
        <p:spPr>
          <a:xfrm>
            <a:off x="457200" y="1200150"/>
            <a:ext cx="4038600" cy="339447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249"/>
          <p:cNvSpPr txBox="1"/>
          <p:nvPr>
            <p:ph idx="2" type="body"/>
          </p:nvPr>
        </p:nvSpPr>
        <p:spPr>
          <a:xfrm>
            <a:off x="4648200" y="1200150"/>
            <a:ext cx="4038600" cy="339447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249"/>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249"/>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249"/>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50"/>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250"/>
          <p:cNvSpPr txBox="1"/>
          <p:nvPr>
            <p:ph idx="1" type="body"/>
          </p:nvPr>
        </p:nvSpPr>
        <p:spPr>
          <a:xfrm>
            <a:off x="457200" y="1151335"/>
            <a:ext cx="4040188" cy="47982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250"/>
          <p:cNvSpPr txBox="1"/>
          <p:nvPr>
            <p:ph idx="2" type="body"/>
          </p:nvPr>
        </p:nvSpPr>
        <p:spPr>
          <a:xfrm>
            <a:off x="457200" y="1631156"/>
            <a:ext cx="4040188" cy="2963466"/>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250"/>
          <p:cNvSpPr txBox="1"/>
          <p:nvPr>
            <p:ph idx="3" type="body"/>
          </p:nvPr>
        </p:nvSpPr>
        <p:spPr>
          <a:xfrm>
            <a:off x="4645031" y="1151335"/>
            <a:ext cx="4041775" cy="47982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250"/>
          <p:cNvSpPr txBox="1"/>
          <p:nvPr>
            <p:ph idx="4" type="body"/>
          </p:nvPr>
        </p:nvSpPr>
        <p:spPr>
          <a:xfrm>
            <a:off x="4645031" y="1631156"/>
            <a:ext cx="4041775" cy="2963466"/>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250"/>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250"/>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250"/>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51"/>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251"/>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251"/>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251"/>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 name="Shape 54"/>
        <p:cNvGrpSpPr/>
        <p:nvPr/>
      </p:nvGrpSpPr>
      <p:grpSpPr>
        <a:xfrm>
          <a:off x="0" y="0"/>
          <a:ext cx="0" cy="0"/>
          <a:chOff x="0" y="0"/>
          <a:chExt cx="0" cy="0"/>
        </a:xfrm>
      </p:grpSpPr>
      <p:sp>
        <p:nvSpPr>
          <p:cNvPr id="55" name="Google Shape;55;p252"/>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252"/>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252"/>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8" name="Shape 58"/>
        <p:cNvGrpSpPr/>
        <p:nvPr/>
      </p:nvGrpSpPr>
      <p:grpSpPr>
        <a:xfrm>
          <a:off x="0" y="0"/>
          <a:ext cx="0" cy="0"/>
          <a:chOff x="0" y="0"/>
          <a:chExt cx="0" cy="0"/>
        </a:xfrm>
      </p:grpSpPr>
      <p:sp>
        <p:nvSpPr>
          <p:cNvPr id="59" name="Google Shape;59;p253"/>
          <p:cNvSpPr txBox="1"/>
          <p:nvPr>
            <p:ph type="title"/>
          </p:nvPr>
        </p:nvSpPr>
        <p:spPr>
          <a:xfrm>
            <a:off x="457206" y="204788"/>
            <a:ext cx="3008313" cy="8715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253"/>
          <p:cNvSpPr txBox="1"/>
          <p:nvPr>
            <p:ph idx="1" type="body"/>
          </p:nvPr>
        </p:nvSpPr>
        <p:spPr>
          <a:xfrm>
            <a:off x="3575050" y="204789"/>
            <a:ext cx="5111750" cy="4389835"/>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61" name="Google Shape;61;p253"/>
          <p:cNvSpPr txBox="1"/>
          <p:nvPr>
            <p:ph idx="2" type="body"/>
          </p:nvPr>
        </p:nvSpPr>
        <p:spPr>
          <a:xfrm>
            <a:off x="457206" y="1076328"/>
            <a:ext cx="3008313" cy="3518297"/>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2" name="Google Shape;62;p253"/>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253"/>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253"/>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5" name="Shape 65"/>
        <p:cNvGrpSpPr/>
        <p:nvPr/>
      </p:nvGrpSpPr>
      <p:grpSpPr>
        <a:xfrm>
          <a:off x="0" y="0"/>
          <a:ext cx="0" cy="0"/>
          <a:chOff x="0" y="0"/>
          <a:chExt cx="0" cy="0"/>
        </a:xfrm>
      </p:grpSpPr>
      <p:sp>
        <p:nvSpPr>
          <p:cNvPr id="66" name="Google Shape;66;p254"/>
          <p:cNvSpPr txBox="1"/>
          <p:nvPr>
            <p:ph type="title"/>
          </p:nvPr>
        </p:nvSpPr>
        <p:spPr>
          <a:xfrm>
            <a:off x="1792288" y="3600450"/>
            <a:ext cx="5486400" cy="425054"/>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254"/>
          <p:cNvSpPr/>
          <p:nvPr>
            <p:ph idx="2" type="pic"/>
          </p:nvPr>
        </p:nvSpPr>
        <p:spPr>
          <a:xfrm>
            <a:off x="1792288" y="459581"/>
            <a:ext cx="5486400" cy="3086100"/>
          </a:xfrm>
          <a:prstGeom prst="rect">
            <a:avLst/>
          </a:prstGeom>
          <a:noFill/>
          <a:ln>
            <a:noFill/>
          </a:ln>
        </p:spPr>
      </p:sp>
      <p:sp>
        <p:nvSpPr>
          <p:cNvPr id="68" name="Google Shape;68;p254"/>
          <p:cNvSpPr txBox="1"/>
          <p:nvPr>
            <p:ph idx="1" type="body"/>
          </p:nvPr>
        </p:nvSpPr>
        <p:spPr>
          <a:xfrm>
            <a:off x="1792288" y="4025504"/>
            <a:ext cx="5486400" cy="603646"/>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9" name="Google Shape;69;p254"/>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254"/>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254"/>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2" name="Shape 72"/>
        <p:cNvGrpSpPr/>
        <p:nvPr/>
      </p:nvGrpSpPr>
      <p:grpSpPr>
        <a:xfrm>
          <a:off x="0" y="0"/>
          <a:ext cx="0" cy="0"/>
          <a:chOff x="0" y="0"/>
          <a:chExt cx="0" cy="0"/>
        </a:xfrm>
      </p:grpSpPr>
      <p:sp>
        <p:nvSpPr>
          <p:cNvPr id="73" name="Google Shape;73;p255"/>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p255"/>
          <p:cNvSpPr txBox="1"/>
          <p:nvPr>
            <p:ph idx="1" type="body"/>
          </p:nvPr>
        </p:nvSpPr>
        <p:spPr>
          <a:xfrm rot="5400000">
            <a:off x="2874764" y="-1217414"/>
            <a:ext cx="3394472"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5" name="Google Shape;75;p255"/>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255"/>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255"/>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8" name="Shape 78"/>
        <p:cNvGrpSpPr/>
        <p:nvPr/>
      </p:nvGrpSpPr>
      <p:grpSpPr>
        <a:xfrm>
          <a:off x="0" y="0"/>
          <a:ext cx="0" cy="0"/>
          <a:chOff x="0" y="0"/>
          <a:chExt cx="0" cy="0"/>
        </a:xfrm>
      </p:grpSpPr>
      <p:sp>
        <p:nvSpPr>
          <p:cNvPr id="79" name="Google Shape;79;p256"/>
          <p:cNvSpPr txBox="1"/>
          <p:nvPr>
            <p:ph type="title"/>
          </p:nvPr>
        </p:nvSpPr>
        <p:spPr>
          <a:xfrm rot="5400000">
            <a:off x="5463778" y="1371603"/>
            <a:ext cx="4388644"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256"/>
          <p:cNvSpPr txBox="1"/>
          <p:nvPr>
            <p:ph idx="1" type="body"/>
          </p:nvPr>
        </p:nvSpPr>
        <p:spPr>
          <a:xfrm rot="5400000">
            <a:off x="1272778" y="-609597"/>
            <a:ext cx="4388644"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1" name="Google Shape;81;p256"/>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256"/>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256"/>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45"/>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245"/>
          <p:cNvSpPr txBox="1"/>
          <p:nvPr>
            <p:ph idx="1" type="body"/>
          </p:nvPr>
        </p:nvSpPr>
        <p:spPr>
          <a:xfrm>
            <a:off x="457200" y="1200150"/>
            <a:ext cx="8229600" cy="3394472"/>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Arial"/>
                <a:ea typeface="Arial"/>
                <a:cs typeface="Arial"/>
                <a:sym typeface="Arial"/>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sp>
        <p:nvSpPr>
          <p:cNvPr id="12" name="Google Shape;12;p245"/>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3" name="Google Shape;13;p245"/>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4" name="Google Shape;14;p245"/>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5.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5.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 Id="rId3" Type="http://schemas.openxmlformats.org/officeDocument/2006/relationships/image" Target="../media/image3.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 Id="rId3" Type="http://schemas.openxmlformats.org/officeDocument/2006/relationships/image" Target="../media/image2.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6.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5.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5.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jp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jp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jp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jp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5.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pic>
        <p:nvPicPr>
          <p:cNvPr id="88" name="Google Shape;88;g3faf5860435_0_266"/>
          <p:cNvPicPr preferRelativeResize="0"/>
          <p:nvPr/>
        </p:nvPicPr>
        <p:blipFill rotWithShape="1">
          <a:blip r:embed="rId3">
            <a:alphaModFix/>
          </a:blip>
          <a:srcRect b="0" l="0" r="0" t="0"/>
          <a:stretch/>
        </p:blipFill>
        <p:spPr>
          <a:xfrm>
            <a:off x="0" y="0"/>
            <a:ext cx="9144003" cy="514349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3200"/>
              <a:buNone/>
            </a:pPr>
            <a:r>
              <a:t/>
            </a:r>
            <a:endParaRPr b="1">
              <a:solidFill>
                <a:schemeClr val="dk1"/>
              </a:solidFill>
              <a:latin typeface="Times New Roman"/>
              <a:ea typeface="Times New Roman"/>
              <a:cs typeface="Times New Roman"/>
              <a:sym typeface="Times New Roman"/>
            </a:endParaRPr>
          </a:p>
          <a:p>
            <a:pPr indent="0" lvl="0" marL="0" rtl="0" algn="ctr">
              <a:lnSpc>
                <a:spcPct val="100000"/>
              </a:lnSpc>
              <a:spcBef>
                <a:spcPts val="0"/>
              </a:spcBef>
              <a:spcAft>
                <a:spcPts val="0"/>
              </a:spcAft>
              <a:buClr>
                <a:schemeClr val="lt1"/>
              </a:buClr>
              <a:buSzPts val="8000"/>
              <a:buNone/>
            </a:pPr>
            <a:r>
              <a:rPr b="1" lang="en-US" sz="8000">
                <a:solidFill>
                  <a:schemeClr val="lt1"/>
                </a:solidFill>
                <a:latin typeface="Times New Roman"/>
                <a:ea typeface="Times New Roman"/>
                <a:cs typeface="Times New Roman"/>
                <a:sym typeface="Times New Roman"/>
              </a:rPr>
              <a:t>Nhân danh Cha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a:t>
            </a:r>
            <a:endParaRPr/>
          </a:p>
          <a:p>
            <a:pPr indent="0" lvl="0" marL="0" rtl="0" algn="ctr">
              <a:lnSpc>
                <a:spcPct val="100000"/>
              </a:lnSpc>
              <a:spcBef>
                <a:spcPts val="0"/>
              </a:spcBef>
              <a:spcAft>
                <a:spcPts val="0"/>
              </a:spcAft>
              <a:buClr>
                <a:schemeClr val="lt1"/>
              </a:buClr>
              <a:buSzPts val="8000"/>
              <a:buNone/>
            </a:pPr>
            <a:r>
              <a:rPr b="1" lang="en-US" sz="8000">
                <a:solidFill>
                  <a:schemeClr val="lt1"/>
                </a:solidFill>
                <a:latin typeface="Times New Roman"/>
                <a:ea typeface="Times New Roman"/>
                <a:cs typeface="Times New Roman"/>
                <a:sym typeface="Times New Roman"/>
              </a:rPr>
              <a:t>và Con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và Thánh Thần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Amen.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3"/>
          <p:cNvSpPr txBox="1"/>
          <p:nvPr>
            <p:ph idx="1" type="subTitle"/>
          </p:nvPr>
        </p:nvSpPr>
        <p:spPr>
          <a:xfrm>
            <a:off x="0" y="0"/>
            <a:ext cx="9144000" cy="5143500"/>
          </a:xfrm>
          <a:prstGeom prst="rect">
            <a:avLst/>
          </a:prstGeom>
          <a:solidFill>
            <a:srgbClr val="002060"/>
          </a:solidFill>
          <a:ln cap="flat" cmpd="sng" w="9525">
            <a:solidFill>
              <a:srgbClr val="002060"/>
            </a:solidFill>
            <a:prstDash val="solid"/>
            <a:round/>
            <a:headEnd len="sm" w="sm" type="none"/>
            <a:tailEnd len="sm" w="sm" type="none"/>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accent4"/>
              </a:buClr>
              <a:buSzPts val="4000"/>
              <a:buNone/>
            </a:pPr>
            <a:r>
              <a:rPr b="1" lang="en-US" sz="4000">
                <a:solidFill>
                  <a:schemeClr val="accent4"/>
                </a:solidFill>
                <a:latin typeface="Times New Roman"/>
                <a:ea typeface="Times New Roman"/>
                <a:cs typeface="Times New Roman"/>
                <a:sym typeface="Times New Roman"/>
              </a:rPr>
              <a:t>KINH CHÚA THÁNH THẦN</a:t>
            </a:r>
            <a:endParaRPr b="1" sz="4000">
              <a:solidFill>
                <a:schemeClr val="accent4"/>
              </a:solidFill>
              <a:latin typeface="Times New Roman"/>
              <a:ea typeface="Times New Roman"/>
              <a:cs typeface="Times New Roman"/>
              <a:sym typeface="Times New Roman"/>
            </a:endParaRPr>
          </a:p>
          <a:p>
            <a:pPr indent="0" lvl="0" marL="0" rtl="0" algn="just">
              <a:lnSpc>
                <a:spcPct val="100000"/>
              </a:lnSpc>
              <a:spcBef>
                <a:spcPts val="60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lạy ơn Đức Chúa Thánh Thần, thiêng liêng sáng láng vô cùng.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xin Đức Chúa Thánh Thần xuống đầy lòng chúng con, là kẻ tin cậy Đức Chúa Trời,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5"/>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đốt lửa kính mến Đức Chúa Trời trong lòng chúng con;</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xin Đức Chúa Trời cho Đức Chúa Thánh Thần xuống,</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sửa lại mọi sự trong ngoài chúng con. Chúng con cầu cùng Đức Chúa Trời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xưa đã cho Đức Chúa Thánh Thần xuống soi lòng dạy dỗ các Thánh Tông Đồ,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9"/>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rày chúng con cũng xin Đức Chúa Trời cho Đức Chúa Thánh Thần lại xuống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0"/>
          <p:cNvSpPr txBox="1"/>
          <p:nvPr>
            <p:ph idx="1" type="subTitle"/>
          </p:nvPr>
        </p:nvSpPr>
        <p:spPr>
          <a:xfrm>
            <a:off x="1" y="0"/>
            <a:ext cx="9144000" cy="5143499"/>
          </a:xfrm>
          <a:prstGeom prst="rect">
            <a:avLst/>
          </a:prstGeom>
          <a:solidFill>
            <a:srgbClr val="002060"/>
          </a:solidFill>
          <a:ln>
            <a:noFill/>
          </a:ln>
        </p:spPr>
        <p:txBody>
          <a:bodyPr anchorCtr="0" anchor="t" bIns="91425" lIns="91425" spcFirstLastPara="1" rIns="91425" wrap="square" tIns="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an ủi dạy dỗ chúng con làm những việc lành,</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11"/>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9142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vì công nghiệp vô cùng Đức Chúa Giêsu Kitô là Chúa chúng con. Amen.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g3e5a0c7ab5b_0_37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25000" lnSpcReduction="10000"/>
          </a:bodyPr>
          <a:lstStyle/>
          <a:p>
            <a:pPr indent="0" lvl="0" marL="0" rtl="0" algn="ctr">
              <a:lnSpc>
                <a:spcPct val="100000"/>
              </a:lnSpc>
              <a:spcBef>
                <a:spcPts val="0"/>
              </a:spcBef>
              <a:spcAft>
                <a:spcPts val="0"/>
              </a:spcAft>
              <a:buClr>
                <a:schemeClr val="accent4"/>
              </a:buClr>
              <a:buSzPct val="100000"/>
              <a:buNone/>
            </a:pPr>
            <a:r>
              <a:rPr b="1" lang="en-US" sz="17600">
                <a:solidFill>
                  <a:schemeClr val="accent4"/>
                </a:solidFill>
                <a:latin typeface="Times New Roman"/>
                <a:ea typeface="Times New Roman"/>
                <a:cs typeface="Times New Roman"/>
                <a:sym typeface="Times New Roman"/>
              </a:rPr>
              <a:t>KINH TRUYỀN TIN</a:t>
            </a:r>
            <a:endParaRPr/>
          </a:p>
          <a:p>
            <a:pPr indent="0" lvl="0" marL="0" rtl="0" algn="just">
              <a:lnSpc>
                <a:spcPct val="100000"/>
              </a:lnSpc>
              <a:spcBef>
                <a:spcPts val="1440"/>
              </a:spcBef>
              <a:spcAft>
                <a:spcPts val="0"/>
              </a:spcAft>
              <a:buClr>
                <a:schemeClr val="accent4"/>
              </a:buClr>
              <a:buSzPct val="100000"/>
              <a:buNone/>
            </a:pPr>
            <a:r>
              <a:rPr b="1" i="1" lang="en-US" sz="19200" u="sng">
                <a:solidFill>
                  <a:schemeClr val="accent4"/>
                </a:solidFill>
                <a:latin typeface="Times New Roman"/>
                <a:ea typeface="Times New Roman"/>
                <a:cs typeface="Times New Roman"/>
                <a:sym typeface="Times New Roman"/>
              </a:rPr>
              <a:t>Xướng:</a:t>
            </a:r>
            <a:r>
              <a:rPr b="1" lang="en-US" sz="26400">
                <a:solidFill>
                  <a:schemeClr val="accent4"/>
                </a:solidFill>
                <a:latin typeface="Times New Roman"/>
                <a:ea typeface="Times New Roman"/>
                <a:cs typeface="Times New Roman"/>
                <a:sym typeface="Times New Roman"/>
              </a:rPr>
              <a:t> </a:t>
            </a:r>
            <a:r>
              <a:rPr b="1" lang="en-US" sz="28800">
                <a:solidFill>
                  <a:schemeClr val="lt1"/>
                </a:solidFill>
                <a:latin typeface="Times New Roman"/>
                <a:ea typeface="Times New Roman"/>
                <a:cs typeface="Times New Roman"/>
                <a:sym typeface="Times New Roman"/>
              </a:rPr>
              <a:t>Đức Chúa Trời sai Thánh Thiên Thần truyền tin cho Rất Thánh Đức Bà Maria.</a:t>
            </a:r>
            <a:endParaRPr/>
          </a:p>
          <a:p>
            <a:pPr indent="0" lvl="0" marL="0" rtl="0" algn="ctr">
              <a:lnSpc>
                <a:spcPct val="120000"/>
              </a:lnSpc>
              <a:spcBef>
                <a:spcPts val="64"/>
              </a:spcBef>
              <a:spcAft>
                <a:spcPts val="0"/>
              </a:spcAft>
              <a:buClr>
                <a:srgbClr val="888888"/>
              </a:buClr>
              <a:buSzPct val="100000"/>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g3e5a0c7ab5b_0_38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 </a:t>
            </a:r>
            <a:r>
              <a:rPr b="1" lang="en-US" sz="7200">
                <a:solidFill>
                  <a:schemeClr val="lt1"/>
                </a:solidFill>
                <a:latin typeface="Times New Roman"/>
                <a:ea typeface="Times New Roman"/>
                <a:cs typeface="Times New Roman"/>
                <a:sym typeface="Times New Roman"/>
              </a:rPr>
              <a:t>Và Rất Thánh Đức Bà chịu thai bởi phép Đức Chúa Thánh Thần. </a:t>
            </a:r>
            <a:r>
              <a:rPr b="1" i="1" lang="en-US" sz="4800">
                <a:solidFill>
                  <a:schemeClr val="accent4"/>
                </a:solidFill>
                <a:latin typeface="Times New Roman"/>
                <a:ea typeface="Times New Roman"/>
                <a:cs typeface="Times New Roman"/>
                <a:sym typeface="Times New Roman"/>
              </a:rPr>
              <a:t>Kính mừng….. </a:t>
            </a:r>
            <a:br>
              <a:rPr b="1" i="1" lang="en-US" sz="6000">
                <a:solidFill>
                  <a:schemeClr val="accent4"/>
                </a:solidFill>
                <a:latin typeface="Times New Roman"/>
                <a:ea typeface="Times New Roman"/>
                <a:cs typeface="Times New Roman"/>
                <a:sym typeface="Times New Roman"/>
              </a:rPr>
            </a:br>
            <a:endParaRPr b="1" i="1" sz="6000">
              <a:solidFill>
                <a:schemeClr val="accent4"/>
              </a:solidFill>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g3e5a0c7ab5b_0_38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7200"/>
              <a:buNone/>
            </a:pPr>
            <a:r>
              <a:t/>
            </a:r>
            <a:endParaRPr b="1" i="1" sz="72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Xướng: </a:t>
            </a:r>
            <a:r>
              <a:rPr b="1" lang="en-US" sz="7200">
                <a:solidFill>
                  <a:schemeClr val="lt1"/>
                </a:solidFill>
                <a:latin typeface="Times New Roman"/>
                <a:ea typeface="Times New Roman"/>
                <a:cs typeface="Times New Roman"/>
                <a:sym typeface="Times New Roman"/>
              </a:rPr>
              <a:t>Này tôi là tôi tá Đức Chúa Trời.</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g3e5a0c7ab5b_0_39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 </a:t>
            </a:r>
            <a:r>
              <a:rPr b="1" lang="en-US" sz="7500">
                <a:solidFill>
                  <a:schemeClr val="lt1"/>
                </a:solidFill>
                <a:latin typeface="Times New Roman"/>
                <a:ea typeface="Times New Roman"/>
                <a:cs typeface="Times New Roman"/>
                <a:sym typeface="Times New Roman"/>
              </a:rPr>
              <a:t>Tôi xin vâng như lời Thánh Thiên Thần truyền.</a:t>
            </a:r>
            <a:endParaRPr/>
          </a:p>
          <a:p>
            <a:pPr indent="0" lvl="0" marL="0" rtl="0" algn="ctr">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Kính mừng….. </a:t>
            </a:r>
            <a:br>
              <a:rPr b="1" i="1" lang="en-US" sz="4800">
                <a:solidFill>
                  <a:schemeClr val="accent1"/>
                </a:solidFill>
                <a:latin typeface="Times New Roman"/>
                <a:ea typeface="Times New Roman"/>
                <a:cs typeface="Times New Roman"/>
                <a:sym typeface="Times New Roman"/>
              </a:rPr>
            </a:br>
            <a:endParaRPr b="1" i="1" sz="4800">
              <a:solidFill>
                <a:schemeClr val="accent1"/>
              </a:solidFill>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g3e5a0c7ab5b_0_39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400"/>
              <a:buNone/>
            </a:pPr>
            <a:r>
              <a:t/>
            </a:r>
            <a:endParaRPr b="1" i="1" sz="44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u="sng">
                <a:solidFill>
                  <a:schemeClr val="accent4"/>
                </a:solidFill>
                <a:latin typeface="Times New Roman"/>
                <a:ea typeface="Times New Roman"/>
                <a:cs typeface="Times New Roman"/>
                <a:sym typeface="Times New Roman"/>
              </a:rPr>
              <a:t>Xướng:</a:t>
            </a:r>
            <a:r>
              <a:rPr b="1" lang="en-US" sz="7200">
                <a:solidFill>
                  <a:schemeClr val="accent4"/>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Chốc ấy Ngôi Thứ Hai xuống thế làm người.</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g3e5a0c7ab5b_0_39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1"/>
              </a:buClr>
              <a:buSzPts val="4800"/>
              <a:buNone/>
            </a:pPr>
            <a:br>
              <a:rPr b="1" i="1" lang="en-US" sz="4800" u="sng">
                <a:solidFill>
                  <a:schemeClr val="accent1"/>
                </a:solidFill>
                <a:latin typeface="Times New Roman"/>
                <a:ea typeface="Times New Roman"/>
                <a:cs typeface="Times New Roman"/>
                <a:sym typeface="Times New Roman"/>
              </a:rPr>
            </a:br>
            <a:r>
              <a:rPr b="1" i="1" lang="en-US" sz="4800">
                <a:solidFill>
                  <a:schemeClr val="accent4"/>
                </a:solidFill>
                <a:latin typeface="Times New Roman"/>
                <a:ea typeface="Times New Roman"/>
                <a:cs typeface="Times New Roman"/>
                <a:sym typeface="Times New Roman"/>
              </a:rPr>
              <a:t>Đáp: </a:t>
            </a:r>
            <a:r>
              <a:rPr b="1" lang="en-US" sz="8000">
                <a:solidFill>
                  <a:schemeClr val="lt1"/>
                </a:solidFill>
                <a:latin typeface="Times New Roman"/>
                <a:ea typeface="Times New Roman"/>
                <a:cs typeface="Times New Roman"/>
                <a:sym typeface="Times New Roman"/>
              </a:rPr>
              <a:t>Và ở cùng </a:t>
            </a:r>
            <a:br>
              <a:rPr b="1" lang="en-US" sz="8000">
                <a:solidFill>
                  <a:schemeClr val="lt1"/>
                </a:solidFill>
                <a:latin typeface="Times New Roman"/>
                <a:ea typeface="Times New Roman"/>
                <a:cs typeface="Times New Roman"/>
                <a:sym typeface="Times New Roman"/>
              </a:rPr>
            </a:br>
            <a:r>
              <a:rPr b="1" lang="en-US" sz="8000">
                <a:solidFill>
                  <a:schemeClr val="lt1"/>
                </a:solidFill>
                <a:latin typeface="Times New Roman"/>
                <a:ea typeface="Times New Roman"/>
                <a:cs typeface="Times New Roman"/>
                <a:sym typeface="Times New Roman"/>
              </a:rPr>
              <a:t>chúng con.</a:t>
            </a:r>
            <a:endParaRPr b="1" sz="6600">
              <a:solidFill>
                <a:schemeClr val="lt1"/>
              </a:solidFill>
              <a:latin typeface="Times New Roman"/>
              <a:ea typeface="Times New Roman"/>
              <a:cs typeface="Times New Roman"/>
              <a:sym typeface="Times New Roman"/>
            </a:endParaRPr>
          </a:p>
          <a:p>
            <a:pPr indent="0" lvl="0" marL="0" rtl="0" algn="ctr">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Kính mừng….. </a:t>
            </a:r>
            <a:br>
              <a:rPr b="1" i="1" lang="en-US" sz="4800">
                <a:solidFill>
                  <a:schemeClr val="accent1"/>
                </a:solidFill>
                <a:latin typeface="Times New Roman"/>
                <a:ea typeface="Times New Roman"/>
                <a:cs typeface="Times New Roman"/>
                <a:sym typeface="Times New Roman"/>
              </a:rPr>
            </a:br>
            <a:endParaRPr b="1" i="1" sz="4800">
              <a:solidFill>
                <a:schemeClr val="accent1"/>
              </a:solidFill>
              <a:latin typeface="Times New Roman"/>
              <a:ea typeface="Times New Roman"/>
              <a:cs typeface="Times New Roman"/>
              <a:sym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g3e5a0c7ab5b_0_40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000"/>
              <a:buNone/>
            </a:pPr>
            <a:r>
              <a:t/>
            </a:r>
            <a:endParaRPr b="1" i="1" sz="40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Xướng:</a:t>
            </a:r>
            <a:r>
              <a:rPr b="1" lang="en-US" sz="7200">
                <a:solidFill>
                  <a:schemeClr val="accent4"/>
                </a:solidFill>
                <a:latin typeface="Times New Roman"/>
                <a:ea typeface="Times New Roman"/>
                <a:cs typeface="Times New Roman"/>
                <a:sym typeface="Times New Roman"/>
              </a:rPr>
              <a:t> </a:t>
            </a:r>
            <a:r>
              <a:rPr b="1" lang="en-US" sz="7200">
                <a:solidFill>
                  <a:schemeClr val="lt1"/>
                </a:solidFill>
                <a:latin typeface="Times New Roman"/>
                <a:ea typeface="Times New Roman"/>
                <a:cs typeface="Times New Roman"/>
                <a:sym typeface="Times New Roman"/>
              </a:rPr>
              <a:t>Lạy Rất Thánh Đức Mẹ Chúa Trời, xin cầu cho chúng con.</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g3e5a0c7ab5b_0_40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400"/>
              <a:buNone/>
            </a:pPr>
            <a:r>
              <a:t/>
            </a:r>
            <a:endParaRPr b="1" i="1" sz="4400" u="sng">
              <a:solidFill>
                <a:schemeClr val="l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a:t>
            </a:r>
            <a:r>
              <a:rPr b="1" i="1" lang="en-US" sz="7200">
                <a:solidFill>
                  <a:schemeClr val="accent4"/>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Đáng chịu lấy những sự Chúa Kitô đã hứa.</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g3e5a0c7ab5b_0_41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20000"/>
          </a:bodyPr>
          <a:lstStyle/>
          <a:p>
            <a:pPr indent="0" lvl="0" marL="0" rtl="0" algn="ctr">
              <a:lnSpc>
                <a:spcPct val="100000"/>
              </a:lnSpc>
              <a:spcBef>
                <a:spcPts val="0"/>
              </a:spcBef>
              <a:spcAft>
                <a:spcPts val="0"/>
              </a:spcAft>
              <a:buClr>
                <a:schemeClr val="accent4"/>
              </a:buClr>
              <a:buSzPct val="100000"/>
              <a:buNone/>
            </a:pPr>
            <a:r>
              <a:rPr b="1" lang="en-US" sz="4800">
                <a:solidFill>
                  <a:schemeClr val="accent4"/>
                </a:solidFill>
                <a:latin typeface="Times New Roman"/>
                <a:ea typeface="Times New Roman"/>
                <a:cs typeface="Times New Roman"/>
                <a:sym typeface="Times New Roman"/>
              </a:rPr>
              <a:t>LỜI NGUYỆN</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1572"/>
              </a:spcBef>
              <a:spcAft>
                <a:spcPts val="0"/>
              </a:spcAft>
              <a:buClr>
                <a:schemeClr val="lt1"/>
              </a:buClr>
              <a:buSzPct val="100000"/>
              <a:buNone/>
            </a:pPr>
            <a:r>
              <a:rPr b="1" lang="en-US" sz="8500">
                <a:solidFill>
                  <a:schemeClr val="lt1"/>
                </a:solidFill>
                <a:latin typeface="Times New Roman"/>
                <a:ea typeface="Times New Roman"/>
                <a:cs typeface="Times New Roman"/>
                <a:sym typeface="Times New Roman"/>
              </a:rPr>
              <a:t>Lạy Chúa, chúng con xin Chúa ban ơn Chúa xuống trong linh hồn chúng con,</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g3e5a0c7ab5b_0_41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là kẻ đã nhờ lời Thánh Thiên Thần truyền, mà biết thật Chúa Kitô là Con Chúa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g3e5a0c7ab5b_0_41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đã xuống thế làm người, thì xin vì công ơn Con Chúa chịu nạn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g3e5a0c7ab5b_0_42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chịu chết trên cây Thánh Giá, cho chúng con ngày sau khi sống lại,</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g3e5a0c7ab5b_0_42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rgbClr val="888888"/>
              </a:buClr>
              <a:buSzPts val="1800"/>
              <a:buNone/>
            </a:pPr>
            <a:r>
              <a:t/>
            </a:r>
            <a:endParaRPr b="1" sz="18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được đến nơi vinh hiển, cũng vì công nghiệp Chúa Kitô là Chúa chúng con. Amen.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2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TIN</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1480"/>
              </a:spcBef>
              <a:spcAft>
                <a:spcPts val="0"/>
              </a:spcAft>
              <a:buClr>
                <a:schemeClr val="lt1"/>
              </a:buClr>
              <a:buSzPct val="100000"/>
              <a:buNone/>
            </a:pPr>
            <a:r>
              <a:rPr b="1" lang="en-US" sz="8000">
                <a:solidFill>
                  <a:schemeClr val="lt1"/>
                </a:solidFill>
                <a:latin typeface="Times New Roman"/>
                <a:ea typeface="Times New Roman"/>
                <a:cs typeface="Times New Roman"/>
                <a:sym typeface="Times New Roman"/>
              </a:rPr>
              <a:t>Lạy Chúa con, con tin thật có một Đức Chúa Trời là Đấng thưởng phạt vô cùng.</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p2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Con lại tin thật Đức Chúa Trời có Ba Ngôi, mà Ngôi Thứ Hai đã xuống thế làm người,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2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chịu nạn chịu chết mà chuộc tội cho thiên hạ.</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28"/>
          <p:cNvSpPr txBox="1"/>
          <p:nvPr>
            <p:ph idx="1" type="subTitle"/>
          </p:nvPr>
        </p:nvSpPr>
        <p:spPr>
          <a:xfrm>
            <a:off x="0" y="1"/>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Bấy nhiêu điều ấy cùng các điều Hội Thánh dạy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con tin vững vàng, vì Chúa là</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Đấng thông minh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0"/>
          <p:cNvSpPr txBox="1"/>
          <p:nvPr>
            <p:ph idx="1" type="subTitle"/>
          </p:nvPr>
        </p:nvSpPr>
        <p:spPr>
          <a:xfrm>
            <a:off x="0" y="-9"/>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chân thật vô cùng đã phán truyền cho Hội Thánh. Amen.</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3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CẬY</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80"/>
              </a:spcBef>
              <a:spcAft>
                <a:spcPts val="0"/>
              </a:spcAft>
              <a:buClr>
                <a:schemeClr val="lt1"/>
              </a:buClr>
              <a:buSzPct val="100000"/>
              <a:buNone/>
            </a:pPr>
            <a:r>
              <a:rPr b="1" lang="en-US" sz="8000">
                <a:solidFill>
                  <a:schemeClr val="lt1"/>
                </a:solidFill>
                <a:latin typeface="Times New Roman"/>
                <a:ea typeface="Times New Roman"/>
                <a:cs typeface="Times New Roman"/>
                <a:sym typeface="Times New Roman"/>
              </a:rPr>
              <a:t>Lạy Chúa con, con trông cậy vững vàng, vì công nghiệp Đức Chúa Giêsu</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Chúa sẽ ban ơn cho con giữ đạo nên ở đời này,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3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cho ngày sau được lên thiên đàng xem thấy mặt Đức Chúa Trời hưởng phước đời đời,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34"/>
          <p:cNvSpPr txBox="1"/>
          <p:nvPr>
            <p:ph idx="1" type="subTitle"/>
          </p:nvPr>
        </p:nvSpPr>
        <p:spPr>
          <a:xfrm>
            <a:off x="0" y="1"/>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vì Chúa là Đấng phép tắc và lòng lành vô cùng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3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t/>
            </a:r>
            <a:endParaRPr b="1" sz="4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đã phán hứa sự ấy chẳng có lẽ nào sai đặng.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3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3715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MẾN</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Lạy Chúa con, con kính mến Chúa hết lòng hết sức trên hết mọi sự,</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3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vì Chúa là Đấng trọn tốt trọn lành vô cùng,</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3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lại vì Chúa thì con thương yêu người ta như mình con vậy.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3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ctr">
              <a:lnSpc>
                <a:spcPct val="100000"/>
              </a:lnSpc>
              <a:spcBef>
                <a:spcPts val="0"/>
              </a:spcBef>
              <a:spcAft>
                <a:spcPts val="0"/>
              </a:spcAft>
              <a:buClr>
                <a:schemeClr val="accent4"/>
              </a:buClr>
              <a:buSzPts val="4400"/>
              <a:buNone/>
            </a:pPr>
            <a:r>
              <a:rPr b="1" lang="en-US" sz="4400">
                <a:solidFill>
                  <a:schemeClr val="accent4"/>
                </a:solidFill>
                <a:latin typeface="Times New Roman"/>
                <a:ea typeface="Times New Roman"/>
                <a:cs typeface="Times New Roman"/>
                <a:sym typeface="Times New Roman"/>
              </a:rPr>
              <a:t>KINH SẤP MÌNH</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Chúa con, con sấp mình xuống trước mặt Chúa con. Con tin thật Chúa ở khắp mọi nơi,</a:t>
            </a:r>
            <a:endParaRPr b="1" sz="8800">
              <a:solidFill>
                <a:schemeClr val="lt1"/>
              </a:solidFill>
              <a:latin typeface="Times New Roman"/>
              <a:ea typeface="Times New Roman"/>
              <a:cs typeface="Times New Roman"/>
              <a:sym typeface="Times New Roman"/>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 name="Shape 282"/>
        <p:cNvGrpSpPr/>
        <p:nvPr/>
      </p:nvGrpSpPr>
      <p:grpSpPr>
        <a:xfrm>
          <a:off x="0" y="0"/>
          <a:ext cx="0" cy="0"/>
          <a:chOff x="0" y="0"/>
          <a:chExt cx="0" cy="0"/>
        </a:xfrm>
      </p:grpSpPr>
      <p:sp>
        <p:nvSpPr>
          <p:cNvPr id="283" name="Google Shape;283;p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thông biết mọi sự, hằng xem thấy con, hằng nghe lời con cầu nguyện.</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Xin Chúa rất nhân từ  hãy đoái xem sự nghèo ngặt con và nhậm lời con nguyện.</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Chúa, xin hãy mở miệng lưỡi con ra, thì con sẽ cao rao những lời ngợi khen Chúa.</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4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Chúa chúng con! Vì dấu † Thánh giá, xin chữa † chúng con, cho khỏi † kẻ thù.</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idx="1" type="subTitle"/>
          </p:nvPr>
        </p:nvSpPr>
        <p:spPr>
          <a:xfrm>
            <a:off x="0" y="1"/>
            <a:ext cx="9030984"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br>
              <a:rPr b="1" lang="en-US" sz="48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Nhân danh Cha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a:t>
            </a:r>
            <a:endParaRPr/>
          </a:p>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Con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và Thánh Thần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Amen.</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LẠY NỮ VƯƠNG</a:t>
            </a:r>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Lạy Nữ Vương, Mẹ nhân lành làm cho chúng con đặng sống, đặng vui, đặng cậy.</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4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Thân lạy Mẹ! chúng con, con cháu Evà ở chốn khách đày kêu đến cùng Bà,</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4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ở nơi khóc lóc than thở kêu khẩn Bà thương. Hỡi Ôi! Bà là chủ bầu chúng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500"/>
              <a:buNone/>
            </a:pPr>
            <a:r>
              <a:t/>
            </a:r>
            <a:endParaRPr b="1" sz="44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500"/>
              <a:buNone/>
            </a:pPr>
            <a:r>
              <a:rPr b="1" lang="en-US" sz="7500">
                <a:solidFill>
                  <a:schemeClr val="lt1"/>
                </a:solidFill>
                <a:latin typeface="Times New Roman"/>
                <a:ea typeface="Times New Roman"/>
                <a:cs typeface="Times New Roman"/>
                <a:sym typeface="Times New Roman"/>
              </a:rPr>
              <a:t>xin ghé mắt thương xem chúng con. Đến sau khỏi đày,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7" name="Shape 327"/>
        <p:cNvGrpSpPr/>
        <p:nvPr/>
      </p:nvGrpSpPr>
      <p:grpSpPr>
        <a:xfrm>
          <a:off x="0" y="0"/>
          <a:ext cx="0" cy="0"/>
          <a:chOff x="0" y="0"/>
          <a:chExt cx="0" cy="0"/>
        </a:xfrm>
      </p:grpSpPr>
      <p:sp>
        <p:nvSpPr>
          <p:cNvPr id="328" name="Google Shape;328;p4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xin cho chúng con được thấy Đức Chúa Giêsu con lòng Bà gồm phúc lạ.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sp>
        <p:nvSpPr>
          <p:cNvPr id="333" name="Google Shape;333;p5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Ôi khoan thay! nhân thay! dịu thay! Thánh Maria trọn đời đồng trinh. Amen.</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79"/>
          <p:cNvSpPr txBox="1"/>
          <p:nvPr>
            <p:ph idx="1" type="subTitle"/>
          </p:nvPr>
        </p:nvSpPr>
        <p:spPr>
          <a:xfrm>
            <a:off x="0" y="-143838"/>
            <a:ext cx="9144000" cy="5287338"/>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accent4"/>
              </a:buClr>
              <a:buSzPts val="4400"/>
              <a:buNone/>
            </a:pPr>
            <a:r>
              <a:rPr b="1" lang="en-US" sz="4400">
                <a:solidFill>
                  <a:schemeClr val="accent4"/>
                </a:solidFill>
                <a:latin typeface="Times New Roman"/>
                <a:ea typeface="Times New Roman"/>
                <a:cs typeface="Times New Roman"/>
                <a:sym typeface="Times New Roman"/>
              </a:rPr>
              <a:t>Đạo Đức Chúa Trời có 10 điều răn:</a:t>
            </a:r>
            <a:endParaRPr/>
          </a:p>
          <a:p>
            <a:pPr indent="0" lvl="0" marL="0" rtl="0" algn="just">
              <a:lnSpc>
                <a:spcPct val="100000"/>
              </a:lnSpc>
              <a:spcBef>
                <a:spcPts val="144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Thờ phượng một Đức Chúa Trời và kính mến người trên hết mọi sự.</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8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hai: </a:t>
            </a:r>
            <a:r>
              <a:rPr b="1" lang="en-US" sz="7200">
                <a:solidFill>
                  <a:schemeClr val="lt1"/>
                </a:solidFill>
                <a:latin typeface="Times New Roman"/>
                <a:ea typeface="Times New Roman"/>
                <a:cs typeface="Times New Roman"/>
                <a:sym typeface="Times New Roman"/>
              </a:rPr>
              <a:t>Chớ kêu tên Đức Chúa Trời vô cớ.</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Giữ ngày Chúa Nhật.</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8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Thảo kính cha mẹ.</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Chớ giết người.</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8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Chớ làm sự dâm dục.</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Chớ lấy của người.</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8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tám: </a:t>
            </a:r>
            <a:r>
              <a:rPr b="1" lang="en-US" sz="7200">
                <a:solidFill>
                  <a:schemeClr val="lt1"/>
                </a:solidFill>
                <a:latin typeface="Times New Roman"/>
                <a:ea typeface="Times New Roman"/>
                <a:cs typeface="Times New Roman"/>
                <a:sym typeface="Times New Roman"/>
              </a:rPr>
              <a:t>Chớ làm chứng dối.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chín: </a:t>
            </a:r>
            <a:r>
              <a:rPr b="1" lang="en-US" sz="7200">
                <a:solidFill>
                  <a:schemeClr val="lt1"/>
                </a:solidFill>
                <a:latin typeface="Times New Roman"/>
                <a:ea typeface="Times New Roman"/>
                <a:cs typeface="Times New Roman"/>
                <a:sym typeface="Times New Roman"/>
              </a:rPr>
              <a:t>Chớ muốn vợ chồng người.</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8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mười: </a:t>
            </a:r>
            <a:r>
              <a:rPr b="1" lang="en-US" sz="7200">
                <a:solidFill>
                  <a:schemeClr val="lt1"/>
                </a:solidFill>
                <a:latin typeface="Times New Roman"/>
                <a:ea typeface="Times New Roman"/>
                <a:cs typeface="Times New Roman"/>
                <a:sym typeface="Times New Roman"/>
              </a:rPr>
              <a:t>Chớ tham </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của người.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Mười điều răn ấy tóm về hai này mà chớ:</a:t>
            </a:r>
            <a:endParaRPr b="1" i="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sp>
        <p:nvSpPr>
          <p:cNvPr id="368" name="Google Shape;368;p85"/>
          <p:cNvSpPr txBox="1"/>
          <p:nvPr>
            <p:ph idx="1" type="subTitle"/>
          </p:nvPr>
        </p:nvSpPr>
        <p:spPr>
          <a:xfrm>
            <a:off x="0" y="-226031"/>
            <a:ext cx="9144000" cy="5369531"/>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trước kính mến một Đức Chúa Trời trên hết mọi sự; sau lại yêu người như mình ta vậy. </a:t>
            </a:r>
            <a:r>
              <a:rPr b="1" i="1" lang="en-US" sz="7000">
                <a:solidFill>
                  <a:schemeClr val="lt1"/>
                </a:solidFill>
                <a:latin typeface="Times New Roman"/>
                <a:ea typeface="Times New Roman"/>
                <a:cs typeface="Times New Roman"/>
                <a:sym typeface="Times New Roman"/>
              </a:rPr>
              <a:t>Amen.</a:t>
            </a:r>
            <a:endParaRPr/>
          </a:p>
          <a:p>
            <a:pPr indent="0" lvl="0" marL="0" rtl="0" algn="just">
              <a:lnSpc>
                <a:spcPct val="100000"/>
              </a:lnSpc>
              <a:spcBef>
                <a:spcPts val="0"/>
              </a:spcBef>
              <a:spcAft>
                <a:spcPts val="0"/>
              </a:spcAft>
              <a:buClr>
                <a:srgbClr val="888888"/>
              </a:buClr>
              <a:buSzPts val="7000"/>
              <a:buNone/>
            </a:pPr>
            <a:r>
              <a:t/>
            </a:r>
            <a:endParaRPr b="1" i="1" sz="7000">
              <a:solidFill>
                <a:schemeClr val="lt1"/>
              </a:solidFill>
              <a:latin typeface="Times New Roman"/>
              <a:ea typeface="Times New Roman"/>
              <a:cs typeface="Times New Roman"/>
              <a:sym typeface="Times New Roman"/>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2" name="Shape 372"/>
        <p:cNvGrpSpPr/>
        <p:nvPr/>
      </p:nvGrpSpPr>
      <p:grpSpPr>
        <a:xfrm>
          <a:off x="0" y="0"/>
          <a:ext cx="0" cy="0"/>
          <a:chOff x="0" y="0"/>
          <a:chExt cx="0" cy="0"/>
        </a:xfrm>
      </p:grpSpPr>
      <p:sp>
        <p:nvSpPr>
          <p:cNvPr id="373" name="Google Shape;373;p8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ctr">
              <a:lnSpc>
                <a:spcPct val="100000"/>
              </a:lnSpc>
              <a:spcBef>
                <a:spcPts val="0"/>
              </a:spcBef>
              <a:spcAft>
                <a:spcPts val="0"/>
              </a:spcAft>
              <a:buClr>
                <a:schemeClr val="accent4"/>
              </a:buClr>
              <a:buSzPts val="4500"/>
              <a:buNone/>
            </a:pPr>
            <a:r>
              <a:rPr b="1" lang="en-US" sz="4500">
                <a:solidFill>
                  <a:schemeClr val="accent4"/>
                </a:solidFill>
                <a:latin typeface="Times New Roman"/>
                <a:ea typeface="Times New Roman"/>
                <a:cs typeface="Times New Roman"/>
                <a:sym typeface="Times New Roman"/>
              </a:rPr>
              <a:t>Hội Thánh có 5 điều răn:</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nhất: </a:t>
            </a:r>
            <a:r>
              <a:rPr b="1" lang="en-US" sz="7200">
                <a:solidFill>
                  <a:schemeClr val="lt1"/>
                </a:solidFill>
                <a:latin typeface="Times New Roman"/>
                <a:ea typeface="Times New Roman"/>
                <a:cs typeface="Times New Roman"/>
                <a:sym typeface="Times New Roman"/>
              </a:rPr>
              <a:t>dự lễ và kiêng việc xác ngày Chúa Nhật cùng các ngày lễ buộc;</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87"/>
          <p:cNvSpPr txBox="1"/>
          <p:nvPr>
            <p:ph idx="1" type="subTitle"/>
          </p:nvPr>
        </p:nvSpPr>
        <p:spPr>
          <a:xfrm>
            <a:off x="0" y="-236306"/>
            <a:ext cx="9144000" cy="5379806"/>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6800"/>
              <a:buNone/>
            </a:pPr>
            <a:r>
              <a:rPr b="1" lang="en-US" sz="6800">
                <a:solidFill>
                  <a:schemeClr val="accent4"/>
                </a:solidFill>
                <a:latin typeface="Times New Roman"/>
                <a:ea typeface="Times New Roman"/>
                <a:cs typeface="Times New Roman"/>
                <a:sym typeface="Times New Roman"/>
              </a:rPr>
              <a:t>Thứ hai: </a:t>
            </a:r>
            <a:r>
              <a:rPr b="1" lang="en-US" sz="6800">
                <a:solidFill>
                  <a:schemeClr val="lt1"/>
                </a:solidFill>
                <a:latin typeface="Times New Roman"/>
                <a:ea typeface="Times New Roman"/>
                <a:cs typeface="Times New Roman"/>
                <a:sym typeface="Times New Roman"/>
              </a:rPr>
              <a:t>xưng tội trong một năm ít là một lần;</a:t>
            </a:r>
            <a:endParaRPr b="1" sz="6800">
              <a:solidFill>
                <a:schemeClr val="lt1"/>
              </a:solidFill>
              <a:latin typeface="Times New Roman"/>
              <a:ea typeface="Times New Roman"/>
              <a:cs typeface="Times New Roman"/>
              <a:sym typeface="Times New Roman"/>
            </a:endParaRPr>
          </a:p>
          <a:p>
            <a:pPr indent="0" lvl="0" marL="0" rtl="0" algn="just">
              <a:lnSpc>
                <a:spcPct val="100000"/>
              </a:lnSpc>
              <a:spcBef>
                <a:spcPts val="1360"/>
              </a:spcBef>
              <a:spcAft>
                <a:spcPts val="0"/>
              </a:spcAft>
              <a:buClr>
                <a:schemeClr val="accent4"/>
              </a:buClr>
              <a:buSzPts val="6800"/>
              <a:buNone/>
            </a:pPr>
            <a:r>
              <a:rPr b="1" lang="en-US" sz="6800">
                <a:solidFill>
                  <a:schemeClr val="accent4"/>
                </a:solidFill>
                <a:latin typeface="Times New Roman"/>
                <a:ea typeface="Times New Roman"/>
                <a:cs typeface="Times New Roman"/>
                <a:sym typeface="Times New Roman"/>
              </a:rPr>
              <a:t>Thứ ba: </a:t>
            </a:r>
            <a:r>
              <a:rPr b="1" lang="en-US" sz="6800">
                <a:solidFill>
                  <a:schemeClr val="lt1"/>
                </a:solidFill>
                <a:latin typeface="Times New Roman"/>
                <a:ea typeface="Times New Roman"/>
                <a:cs typeface="Times New Roman"/>
                <a:sym typeface="Times New Roman"/>
              </a:rPr>
              <a:t>rước Mình Thánh Chúa trong mùa Phục Sinh;</a:t>
            </a:r>
            <a:endParaRPr sz="6800">
              <a:solidFill>
                <a:schemeClr val="lt1"/>
              </a:solidFill>
              <a:latin typeface="Times New Roman"/>
              <a:ea typeface="Times New Roman"/>
              <a:cs typeface="Times New Roman"/>
              <a:sym typeface="Times New Roman"/>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88"/>
          <p:cNvSpPr txBox="1"/>
          <p:nvPr>
            <p:ph idx="1" type="subTitle"/>
          </p:nvPr>
        </p:nvSpPr>
        <p:spPr>
          <a:xfrm>
            <a:off x="0" y="0"/>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bốn: </a:t>
            </a:r>
            <a:r>
              <a:rPr b="1" lang="en-US" sz="7200">
                <a:solidFill>
                  <a:schemeClr val="lt1"/>
                </a:solidFill>
                <a:latin typeface="Times New Roman"/>
                <a:ea typeface="Times New Roman"/>
                <a:cs typeface="Times New Roman"/>
                <a:sym typeface="Times New Roman"/>
              </a:rPr>
              <a:t>giữ chay và kiêng thịt những ngày Hội Thánh buộc;</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sp>
        <p:nvSpPr>
          <p:cNvPr id="388" name="Google Shape;388;p8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năm: </a:t>
            </a:r>
            <a:r>
              <a:rPr b="1" lang="en-US" sz="7200">
                <a:solidFill>
                  <a:schemeClr val="lt1"/>
                </a:solidFill>
                <a:latin typeface="Times New Roman"/>
                <a:ea typeface="Times New Roman"/>
                <a:cs typeface="Times New Roman"/>
                <a:sym typeface="Times New Roman"/>
              </a:rPr>
              <a:t>góp công góp của xây dựng Hội Thánh, tùy theo khả năng của mình.</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sp>
        <p:nvSpPr>
          <p:cNvPr id="393" name="Google Shape;393;p9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85000" lnSpcReduction="10000"/>
          </a:bodyPr>
          <a:lstStyle/>
          <a:p>
            <a:pPr indent="0" lvl="0" marL="0" rtl="0" algn="ctr">
              <a:lnSpc>
                <a:spcPct val="100000"/>
              </a:lnSpc>
              <a:spcBef>
                <a:spcPts val="0"/>
              </a:spcBef>
              <a:spcAft>
                <a:spcPts val="0"/>
              </a:spcAft>
              <a:buClr>
                <a:schemeClr val="accent4"/>
              </a:buClr>
              <a:buSzPct val="100000"/>
              <a:buNone/>
            </a:pPr>
            <a:r>
              <a:rPr b="1" lang="en-US" sz="4800">
                <a:solidFill>
                  <a:schemeClr val="accent4"/>
                </a:solidFill>
                <a:latin typeface="Times New Roman"/>
                <a:ea typeface="Times New Roman"/>
                <a:cs typeface="Times New Roman"/>
                <a:sym typeface="Times New Roman"/>
              </a:rPr>
              <a:t>Đạo Đức Chúa Trời có 7 phép Bí tích:</a:t>
            </a:r>
            <a:endParaRPr/>
          </a:p>
          <a:p>
            <a:pPr indent="0" lvl="0" marL="0" rtl="0" algn="just">
              <a:lnSpc>
                <a:spcPct val="100000"/>
              </a:lnSpc>
              <a:spcBef>
                <a:spcPts val="1445"/>
              </a:spcBef>
              <a:spcAft>
                <a:spcPts val="0"/>
              </a:spcAft>
              <a:buClr>
                <a:schemeClr val="accent4"/>
              </a:buClr>
              <a:buSzPct val="100000"/>
              <a:buNone/>
            </a:pPr>
            <a:r>
              <a:rPr b="1" lang="en-US" sz="8500">
                <a:solidFill>
                  <a:schemeClr val="accent4"/>
                </a:solidFill>
                <a:latin typeface="Times New Roman"/>
                <a:ea typeface="Times New Roman"/>
                <a:cs typeface="Times New Roman"/>
                <a:sym typeface="Times New Roman"/>
              </a:rPr>
              <a:t>Thứ nhất: </a:t>
            </a:r>
            <a:r>
              <a:rPr b="1" lang="en-US" sz="8500">
                <a:solidFill>
                  <a:schemeClr val="lt1"/>
                </a:solidFill>
                <a:latin typeface="Times New Roman"/>
                <a:ea typeface="Times New Roman"/>
                <a:cs typeface="Times New Roman"/>
                <a:sym typeface="Times New Roman"/>
              </a:rPr>
              <a:t>là phép Rửa tội.</a:t>
            </a:r>
            <a:endParaRPr/>
          </a:p>
          <a:p>
            <a:pPr indent="0" lvl="0" marL="0" rtl="0" algn="just">
              <a:lnSpc>
                <a:spcPct val="100000"/>
              </a:lnSpc>
              <a:spcBef>
                <a:spcPts val="1445"/>
              </a:spcBef>
              <a:spcAft>
                <a:spcPts val="0"/>
              </a:spcAft>
              <a:buClr>
                <a:schemeClr val="accent4"/>
              </a:buClr>
              <a:buSzPct val="100000"/>
              <a:buNone/>
            </a:pPr>
            <a:r>
              <a:rPr b="1" lang="en-US" sz="8500">
                <a:solidFill>
                  <a:schemeClr val="accent4"/>
                </a:solidFill>
                <a:latin typeface="Times New Roman"/>
                <a:ea typeface="Times New Roman"/>
                <a:cs typeface="Times New Roman"/>
                <a:sym typeface="Times New Roman"/>
              </a:rPr>
              <a:t>Thứ hai: </a:t>
            </a:r>
            <a:r>
              <a:rPr b="1" lang="en-US" sz="8500">
                <a:solidFill>
                  <a:schemeClr val="lt1"/>
                </a:solidFill>
                <a:latin typeface="Times New Roman"/>
                <a:ea typeface="Times New Roman"/>
                <a:cs typeface="Times New Roman"/>
                <a:sym typeface="Times New Roman"/>
              </a:rPr>
              <a:t>là phép Thêm sức.</a:t>
            </a:r>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9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ba: </a:t>
            </a:r>
            <a:r>
              <a:rPr b="1" lang="en-US" sz="7200">
                <a:solidFill>
                  <a:schemeClr val="lt1"/>
                </a:solidFill>
                <a:latin typeface="Times New Roman"/>
                <a:ea typeface="Times New Roman"/>
                <a:cs typeface="Times New Roman"/>
                <a:sym typeface="Times New Roman"/>
              </a:rPr>
              <a:t>là phép Mình Thánh Chúa.</a:t>
            </a:r>
            <a:endParaRPr/>
          </a:p>
          <a:p>
            <a:pPr indent="0" lvl="0" marL="0" rtl="0" algn="l">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bốn: </a:t>
            </a:r>
            <a:r>
              <a:rPr b="1" lang="en-US" sz="7200">
                <a:solidFill>
                  <a:schemeClr val="lt1"/>
                </a:solidFill>
                <a:latin typeface="Times New Roman"/>
                <a:ea typeface="Times New Roman"/>
                <a:cs typeface="Times New Roman"/>
                <a:sym typeface="Times New Roman"/>
              </a:rPr>
              <a:t>là phép Giải tội.</a:t>
            </a:r>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2" name="Shape 402"/>
        <p:cNvGrpSpPr/>
        <p:nvPr/>
      </p:nvGrpSpPr>
      <p:grpSpPr>
        <a:xfrm>
          <a:off x="0" y="0"/>
          <a:ext cx="0" cy="0"/>
          <a:chOff x="0" y="0"/>
          <a:chExt cx="0" cy="0"/>
        </a:xfrm>
      </p:grpSpPr>
      <p:sp>
        <p:nvSpPr>
          <p:cNvPr id="403" name="Google Shape;403;p9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năm: </a:t>
            </a:r>
            <a:r>
              <a:rPr b="1" lang="en-US" sz="7200">
                <a:solidFill>
                  <a:schemeClr val="lt1"/>
                </a:solidFill>
                <a:latin typeface="Times New Roman"/>
                <a:ea typeface="Times New Roman"/>
                <a:cs typeface="Times New Roman"/>
                <a:sym typeface="Times New Roman"/>
              </a:rPr>
              <a:t>là phép Xức dầu thánh.</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sáu: </a:t>
            </a:r>
            <a:r>
              <a:rPr b="1" lang="en-US" sz="7200">
                <a:solidFill>
                  <a:schemeClr val="lt1"/>
                </a:solidFill>
                <a:latin typeface="Times New Roman"/>
                <a:ea typeface="Times New Roman"/>
                <a:cs typeface="Times New Roman"/>
                <a:sym typeface="Times New Roman"/>
              </a:rPr>
              <a:t>là phép Truyền chức thánh.</a:t>
            </a:r>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7" name="Shape 407"/>
        <p:cNvGrpSpPr/>
        <p:nvPr/>
      </p:nvGrpSpPr>
      <p:grpSpPr>
        <a:xfrm>
          <a:off x="0" y="0"/>
          <a:ext cx="0" cy="0"/>
          <a:chOff x="0" y="0"/>
          <a:chExt cx="0" cy="0"/>
        </a:xfrm>
      </p:grpSpPr>
      <p:sp>
        <p:nvSpPr>
          <p:cNvPr id="408" name="Google Shape;408;p9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bảy: </a:t>
            </a:r>
            <a:r>
              <a:rPr b="1" lang="en-US" sz="7200">
                <a:solidFill>
                  <a:schemeClr val="lt1"/>
                </a:solidFill>
                <a:latin typeface="Times New Roman"/>
                <a:ea typeface="Times New Roman"/>
                <a:cs typeface="Times New Roman"/>
                <a:sym typeface="Times New Roman"/>
              </a:rPr>
              <a:t>là phép Hôn phối.</a:t>
            </a:r>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2" name="Shape 412"/>
        <p:cNvGrpSpPr/>
        <p:nvPr/>
      </p:nvGrpSpPr>
      <p:grpSpPr>
        <a:xfrm>
          <a:off x="0" y="0"/>
          <a:ext cx="0" cy="0"/>
          <a:chOff x="0" y="0"/>
          <a:chExt cx="0" cy="0"/>
        </a:xfrm>
      </p:grpSpPr>
      <p:sp>
        <p:nvSpPr>
          <p:cNvPr id="413" name="Google Shape;413;p9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1200"/>
              <a:buNone/>
            </a:pPr>
            <a:r>
              <a:t/>
            </a:r>
            <a:endParaRPr b="1" sz="1200">
              <a:solidFill>
                <a:schemeClr val="lt1"/>
              </a:solidFill>
              <a:latin typeface="Times New Roman"/>
              <a:ea typeface="Times New Roman"/>
              <a:cs typeface="Times New Roman"/>
              <a:sym typeface="Times New Roman"/>
            </a:endParaRPr>
          </a:p>
          <a:p>
            <a:pPr indent="0" lvl="0" marL="0" rtl="0" algn="just">
              <a:lnSpc>
                <a:spcPct val="100000"/>
              </a:lnSpc>
              <a:spcBef>
                <a:spcPts val="990"/>
              </a:spcBef>
              <a:spcAft>
                <a:spcPts val="0"/>
              </a:spcAft>
              <a:buClr>
                <a:schemeClr val="accent4"/>
              </a:buClr>
              <a:buSzPts val="4950"/>
              <a:buNone/>
            </a:pPr>
            <a:r>
              <a:rPr b="1" lang="en-US" sz="4950">
                <a:solidFill>
                  <a:schemeClr val="accent4"/>
                </a:solidFill>
                <a:latin typeface="Times New Roman"/>
                <a:ea typeface="Times New Roman"/>
                <a:cs typeface="Times New Roman"/>
                <a:sym typeface="Times New Roman"/>
              </a:rPr>
              <a:t>Thương người có mười bốn mối</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990"/>
              </a:spcBef>
              <a:spcAft>
                <a:spcPts val="0"/>
              </a:spcAft>
              <a:buClr>
                <a:schemeClr val="accent4"/>
              </a:buClr>
              <a:buSzPts val="4950"/>
              <a:buNone/>
            </a:pPr>
            <a:r>
              <a:rPr b="1" i="1" lang="en-US" sz="4950">
                <a:solidFill>
                  <a:schemeClr val="accent4"/>
                </a:solidFill>
                <a:latin typeface="Times New Roman"/>
                <a:ea typeface="Times New Roman"/>
                <a:cs typeface="Times New Roman"/>
                <a:sym typeface="Times New Roman"/>
              </a:rPr>
              <a:t>Thương xác bảy mối:</a:t>
            </a:r>
            <a:endParaRPr b="1" i="1" sz="495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Cho kẻ đói ăn.</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7" name="Shape 417"/>
        <p:cNvGrpSpPr/>
        <p:nvPr/>
      </p:nvGrpSpPr>
      <p:grpSpPr>
        <a:xfrm>
          <a:off x="0" y="0"/>
          <a:ext cx="0" cy="0"/>
          <a:chOff x="0" y="0"/>
          <a:chExt cx="0" cy="0"/>
        </a:xfrm>
      </p:grpSpPr>
      <p:sp>
        <p:nvSpPr>
          <p:cNvPr id="418" name="Google Shape;418;p9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Cho kẻ khát uống.</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Cho kẻ rách rưới ăn mặc.</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9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Viếng kẻ liệt cùng kẻ tù rạc.</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Cho khách đỗ nhà.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sp>
        <p:nvSpPr>
          <p:cNvPr id="428" name="Google Shape;428;p9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Chuộc kẻ làm tôi.</a:t>
            </a:r>
            <a:endParaRPr b="1" sz="7200">
              <a:solidFill>
                <a:schemeClr val="lt1"/>
              </a:solidFill>
              <a:latin typeface="Times New Roman"/>
              <a:ea typeface="Times New Roman"/>
              <a:cs typeface="Times New Roman"/>
              <a:sym typeface="Times New Roman"/>
            </a:endParaRPr>
          </a:p>
          <a:p>
            <a:pPr indent="0" lvl="0" marL="0" rtl="0" algn="l">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Chôn xác kẻ chết.</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sp>
        <p:nvSpPr>
          <p:cNvPr id="433" name="Google Shape;433;p9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825"/>
              <a:buNone/>
            </a:pPr>
            <a:r>
              <a:t/>
            </a:r>
            <a:endParaRPr b="1" sz="825">
              <a:solidFill>
                <a:schemeClr val="lt1"/>
              </a:solidFill>
              <a:latin typeface="Times New Roman"/>
              <a:ea typeface="Times New Roman"/>
              <a:cs typeface="Times New Roman"/>
              <a:sym typeface="Times New Roman"/>
            </a:endParaRPr>
          </a:p>
          <a:p>
            <a:pPr indent="0" lvl="0" marL="0" rtl="0" algn="just">
              <a:lnSpc>
                <a:spcPct val="100000"/>
              </a:lnSpc>
              <a:spcBef>
                <a:spcPts val="1080"/>
              </a:spcBef>
              <a:spcAft>
                <a:spcPts val="0"/>
              </a:spcAft>
              <a:buClr>
                <a:schemeClr val="accent4"/>
              </a:buClr>
              <a:buSzPts val="5400"/>
              <a:buNone/>
            </a:pPr>
            <a:r>
              <a:rPr b="1" i="1" lang="en-US" sz="5400">
                <a:solidFill>
                  <a:schemeClr val="accent4"/>
                </a:solidFill>
                <a:latin typeface="Times New Roman"/>
                <a:ea typeface="Times New Roman"/>
                <a:cs typeface="Times New Roman"/>
                <a:sym typeface="Times New Roman"/>
              </a:rPr>
              <a:t>	Thương linh hồn bảy mối:</a:t>
            </a:r>
            <a:endParaRPr b="1" i="1" sz="540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Lấy lời lành khuyên người.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9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Mở dạy kẻ mê muội.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An ủi kẻ âu lo.</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10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Răn bảo kẻ có tội.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Tha kẻ dể ta.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7" name="Shape 447"/>
        <p:cNvGrpSpPr/>
        <p:nvPr/>
      </p:nvGrpSpPr>
      <p:grpSpPr>
        <a:xfrm>
          <a:off x="0" y="0"/>
          <a:ext cx="0" cy="0"/>
          <a:chOff x="0" y="0"/>
          <a:chExt cx="0" cy="0"/>
        </a:xfrm>
      </p:grpSpPr>
      <p:sp>
        <p:nvSpPr>
          <p:cNvPr id="448" name="Google Shape;448;p10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Nhịn kẻ mất lòng ta.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Cầu cho kẻ sống và kẻ chết.</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10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4950"/>
              <a:buNone/>
            </a:pPr>
            <a:r>
              <a:rPr b="1" lang="en-US" sz="4950">
                <a:solidFill>
                  <a:schemeClr val="accent4"/>
                </a:solidFill>
                <a:latin typeface="Times New Roman"/>
                <a:ea typeface="Times New Roman"/>
                <a:cs typeface="Times New Roman"/>
                <a:sym typeface="Times New Roman"/>
              </a:rPr>
              <a:t>	</a:t>
            </a:r>
            <a:r>
              <a:rPr b="1" lang="en-US" sz="4000">
                <a:solidFill>
                  <a:schemeClr val="accent4"/>
                </a:solidFill>
                <a:latin typeface="Times New Roman"/>
                <a:ea typeface="Times New Roman"/>
                <a:cs typeface="Times New Roman"/>
                <a:sym typeface="Times New Roman"/>
              </a:rPr>
              <a:t>CẢI TỘI BẢY MỐI CÓ BẢY ĐỨC</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Khiêm nhượng, chớ kiêu ngạo.</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10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hai: </a:t>
            </a:r>
            <a:r>
              <a:rPr b="1" lang="en-US" sz="7000">
                <a:solidFill>
                  <a:schemeClr val="lt1"/>
                </a:solidFill>
                <a:latin typeface="Times New Roman"/>
                <a:ea typeface="Times New Roman"/>
                <a:cs typeface="Times New Roman"/>
                <a:sym typeface="Times New Roman"/>
              </a:rPr>
              <a:t>Rộng rãi, chớ hà tiện.</a:t>
            </a:r>
            <a:endParaRPr/>
          </a:p>
          <a:p>
            <a:pPr indent="0" lvl="0" marL="0" rtl="0" algn="just">
              <a:lnSpc>
                <a:spcPct val="100000"/>
              </a:lnSpc>
              <a:spcBef>
                <a:spcPts val="140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ba: </a:t>
            </a:r>
            <a:r>
              <a:rPr b="1" lang="en-US" sz="7000">
                <a:solidFill>
                  <a:schemeClr val="lt1"/>
                </a:solidFill>
                <a:latin typeface="Times New Roman"/>
                <a:ea typeface="Times New Roman"/>
                <a:cs typeface="Times New Roman"/>
                <a:sym typeface="Times New Roman"/>
              </a:rPr>
              <a:t>Giữ mình sạch sẽ, chớ mê dâm dục.</a:t>
            </a:r>
            <a:endParaRPr/>
          </a:p>
          <a:p>
            <a:pPr indent="0" lvl="0" marL="0" rtl="0" algn="just">
              <a:lnSpc>
                <a:spcPct val="100000"/>
              </a:lnSpc>
              <a:spcBef>
                <a:spcPts val="1400"/>
              </a:spcBef>
              <a:spcAft>
                <a:spcPts val="0"/>
              </a:spcAft>
              <a:buClr>
                <a:srgbClr val="888888"/>
              </a:buClr>
              <a:buSzPts val="7000"/>
              <a:buNone/>
            </a:pPr>
            <a:r>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2" name="Shape 462"/>
        <p:cNvGrpSpPr/>
        <p:nvPr/>
      </p:nvGrpSpPr>
      <p:grpSpPr>
        <a:xfrm>
          <a:off x="0" y="0"/>
          <a:ext cx="0" cy="0"/>
          <a:chOff x="0" y="0"/>
          <a:chExt cx="0" cy="0"/>
        </a:xfrm>
      </p:grpSpPr>
      <p:sp>
        <p:nvSpPr>
          <p:cNvPr id="463" name="Google Shape;463;p10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Hay nhịn, Chớ hờn giận.</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Kiêng bớt, chớ mê ăn uống.</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7" name="Shape 467"/>
        <p:cNvGrpSpPr/>
        <p:nvPr/>
      </p:nvGrpSpPr>
      <p:grpSpPr>
        <a:xfrm>
          <a:off x="0" y="0"/>
          <a:ext cx="0" cy="0"/>
          <a:chOff x="0" y="0"/>
          <a:chExt cx="0" cy="0"/>
        </a:xfrm>
      </p:grpSpPr>
      <p:sp>
        <p:nvSpPr>
          <p:cNvPr id="468" name="Google Shape;468;p10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sáu: </a:t>
            </a:r>
            <a:r>
              <a:rPr b="1" lang="en-US" sz="7000">
                <a:solidFill>
                  <a:schemeClr val="lt1"/>
                </a:solidFill>
                <a:latin typeface="Times New Roman"/>
                <a:ea typeface="Times New Roman"/>
                <a:cs typeface="Times New Roman"/>
                <a:sym typeface="Times New Roman"/>
              </a:rPr>
              <a:t>Yêu người, chớ ghen ghét.</a:t>
            </a:r>
            <a:endParaRPr b="1" sz="7000">
              <a:solidFill>
                <a:schemeClr val="lt1"/>
              </a:solidFill>
              <a:latin typeface="Times New Roman"/>
              <a:ea typeface="Times New Roman"/>
              <a:cs typeface="Times New Roman"/>
              <a:sym typeface="Times New Roman"/>
            </a:endParaRPr>
          </a:p>
          <a:p>
            <a:pPr indent="0" lvl="0" marL="0" rtl="0" algn="just">
              <a:lnSpc>
                <a:spcPct val="100000"/>
              </a:lnSpc>
              <a:spcBef>
                <a:spcPts val="140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bảy: </a:t>
            </a:r>
            <a:r>
              <a:rPr b="1" lang="en-US" sz="7000">
                <a:solidFill>
                  <a:schemeClr val="lt1"/>
                </a:solidFill>
                <a:latin typeface="Times New Roman"/>
                <a:ea typeface="Times New Roman"/>
                <a:cs typeface="Times New Roman"/>
                <a:sym typeface="Times New Roman"/>
              </a:rPr>
              <a:t>Siêng năng việc Đức Chúa Trời, chớ làm biếng.</a:t>
            </a:r>
            <a:endParaRPr b="1" sz="7000">
              <a:solidFill>
                <a:schemeClr val="lt1"/>
              </a:solidFill>
              <a:latin typeface="Times New Roman"/>
              <a:ea typeface="Times New Roman"/>
              <a:cs typeface="Times New Roman"/>
              <a:sym typeface="Times New Roman"/>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2" name="Shape 472"/>
        <p:cNvGrpSpPr/>
        <p:nvPr/>
      </p:nvGrpSpPr>
      <p:grpSpPr>
        <a:xfrm>
          <a:off x="0" y="0"/>
          <a:ext cx="0" cy="0"/>
          <a:chOff x="0" y="0"/>
          <a:chExt cx="0" cy="0"/>
        </a:xfrm>
      </p:grpSpPr>
      <p:sp>
        <p:nvSpPr>
          <p:cNvPr id="473" name="Google Shape;473;p10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a:bodyPr>
          <a:lstStyle/>
          <a:p>
            <a:pPr indent="0" lvl="0" marL="0" rtl="0" algn="just">
              <a:lnSpc>
                <a:spcPct val="100000"/>
              </a:lnSpc>
              <a:spcBef>
                <a:spcPts val="0"/>
              </a:spcBef>
              <a:spcAft>
                <a:spcPts val="0"/>
              </a:spcAft>
              <a:buClr>
                <a:schemeClr val="accent4"/>
              </a:buClr>
              <a:buSzPct val="100000"/>
              <a:buNone/>
            </a:pPr>
            <a:r>
              <a:rPr b="1" lang="en-US" sz="4950">
                <a:solidFill>
                  <a:schemeClr val="accent4"/>
                </a:solidFill>
                <a:latin typeface="Times New Roman"/>
                <a:ea typeface="Times New Roman"/>
                <a:cs typeface="Times New Roman"/>
                <a:sym typeface="Times New Roman"/>
              </a:rPr>
              <a:t>		</a:t>
            </a:r>
            <a:r>
              <a:rPr b="1" lang="en-US" sz="4400">
                <a:solidFill>
                  <a:schemeClr val="accent4"/>
                </a:solidFill>
                <a:latin typeface="Times New Roman"/>
                <a:ea typeface="Times New Roman"/>
                <a:cs typeface="Times New Roman"/>
                <a:sym typeface="Times New Roman"/>
              </a:rPr>
              <a:t>PHƯỚC THẬT TÁM MỐI</a:t>
            </a:r>
            <a:endParaRPr/>
          </a:p>
          <a:p>
            <a:pPr indent="0" lvl="0" marL="0" rtl="0" algn="just">
              <a:lnSpc>
                <a:spcPct val="100000"/>
              </a:lnSpc>
              <a:spcBef>
                <a:spcPts val="1295"/>
              </a:spcBef>
              <a:spcAft>
                <a:spcPts val="0"/>
              </a:spcAft>
              <a:buClr>
                <a:schemeClr val="accent4"/>
              </a:buClr>
              <a:buSzPct val="100000"/>
              <a:buNone/>
            </a:pPr>
            <a:r>
              <a:rPr b="1" lang="en-US" sz="7000">
                <a:solidFill>
                  <a:schemeClr val="accent4"/>
                </a:solidFill>
                <a:latin typeface="Times New Roman"/>
                <a:ea typeface="Times New Roman"/>
                <a:cs typeface="Times New Roman"/>
                <a:sym typeface="Times New Roman"/>
              </a:rPr>
              <a:t>Thứ nhất:</a:t>
            </a:r>
            <a:r>
              <a:rPr b="1" lang="en-US" sz="7000">
                <a:solidFill>
                  <a:schemeClr val="lt1"/>
                </a:solidFill>
                <a:latin typeface="Times New Roman"/>
                <a:ea typeface="Times New Roman"/>
                <a:cs typeface="Times New Roman"/>
                <a:sym typeface="Times New Roman"/>
              </a:rPr>
              <a:t>	Ai có lòng khó khăn, ấy là phước thật, vì chưng nước Đức Chúa Trời là của mình vậy.</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p10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Ai hiền lành, ấy là phước thật, vì chưng sẽ được đất Đức Chúa Trời làm của mình vậy.</a:t>
            </a:r>
            <a:endParaRPr sz="1600">
              <a:solidFill>
                <a:schemeClr val="lt1"/>
              </a:solidFill>
              <a:latin typeface="Times New Roman"/>
              <a:ea typeface="Times New Roman"/>
              <a:cs typeface="Times New Roman"/>
              <a:sym typeface="Times New Roman"/>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10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a:t>
            </a:r>
            <a:r>
              <a:rPr b="1" lang="en-US" sz="7200">
                <a:solidFill>
                  <a:schemeClr val="lt1"/>
                </a:solidFill>
                <a:latin typeface="Times New Roman"/>
                <a:ea typeface="Times New Roman"/>
                <a:cs typeface="Times New Roman"/>
                <a:sym typeface="Times New Roman"/>
              </a:rPr>
              <a:t>	Ai khóc lóc, ấy là phước thật, vì chưng sẽ được an ủi vậy.</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7" name="Shape 487"/>
        <p:cNvGrpSpPr/>
        <p:nvPr/>
      </p:nvGrpSpPr>
      <p:grpSpPr>
        <a:xfrm>
          <a:off x="0" y="0"/>
          <a:ext cx="0" cy="0"/>
          <a:chOff x="0" y="0"/>
          <a:chExt cx="0" cy="0"/>
        </a:xfrm>
      </p:grpSpPr>
      <p:sp>
        <p:nvSpPr>
          <p:cNvPr id="488" name="Google Shape;488;p10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a:t>
            </a:r>
            <a:r>
              <a:rPr b="1" lang="en-US" sz="7200">
                <a:solidFill>
                  <a:schemeClr val="lt1"/>
                </a:solidFill>
                <a:latin typeface="Times New Roman"/>
                <a:ea typeface="Times New Roman"/>
                <a:cs typeface="Times New Roman"/>
                <a:sym typeface="Times New Roman"/>
              </a:rPr>
              <a:t>	Ai khao khát nhân đức trọn lành, ấy là phước thật, vì chưng sẽ được no đủ vậy.</a:t>
            </a:r>
            <a:endParaRPr sz="1600">
              <a:solidFill>
                <a:schemeClr val="lt1"/>
              </a:solidFill>
              <a:latin typeface="Times New Roman"/>
              <a:ea typeface="Times New Roman"/>
              <a:cs typeface="Times New Roman"/>
              <a:sym typeface="Times New Roman"/>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2" name="Shape 492"/>
        <p:cNvGrpSpPr/>
        <p:nvPr/>
      </p:nvGrpSpPr>
      <p:grpSpPr>
        <a:xfrm>
          <a:off x="0" y="0"/>
          <a:ext cx="0" cy="0"/>
          <a:chOff x="0" y="0"/>
          <a:chExt cx="0" cy="0"/>
        </a:xfrm>
      </p:grpSpPr>
      <p:sp>
        <p:nvSpPr>
          <p:cNvPr id="493" name="Google Shape;493;p11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20000"/>
          </a:bodyPr>
          <a:lstStyle/>
          <a:p>
            <a:pPr indent="0" lvl="0" marL="0" rtl="0" algn="just">
              <a:lnSpc>
                <a:spcPct val="100000"/>
              </a:lnSpc>
              <a:spcBef>
                <a:spcPts val="0"/>
              </a:spcBef>
              <a:spcAft>
                <a:spcPts val="0"/>
              </a:spcAft>
              <a:buClr>
                <a:schemeClr val="accent4"/>
              </a:buClr>
              <a:buSzPct val="100000"/>
              <a:buNone/>
            </a:pPr>
            <a:r>
              <a:rPr b="1" lang="en-US" sz="8000">
                <a:solidFill>
                  <a:schemeClr val="accent4"/>
                </a:solidFill>
                <a:latin typeface="Times New Roman"/>
                <a:ea typeface="Times New Roman"/>
                <a:cs typeface="Times New Roman"/>
                <a:sym typeface="Times New Roman"/>
              </a:rPr>
              <a:t>Thứ năm:</a:t>
            </a:r>
            <a:r>
              <a:rPr b="1" lang="en-US" sz="8000">
                <a:solidFill>
                  <a:schemeClr val="lt1"/>
                </a:solidFill>
                <a:latin typeface="Times New Roman"/>
                <a:ea typeface="Times New Roman"/>
                <a:cs typeface="Times New Roman"/>
                <a:sym typeface="Times New Roman"/>
              </a:rPr>
              <a:t>	Ai thương xót người, ấy là phước thật, vì chưng mình sẽ được thương xót vậy.</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11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a:t>
            </a:r>
            <a:r>
              <a:rPr b="1" lang="en-US" sz="7200">
                <a:solidFill>
                  <a:schemeClr val="lt1"/>
                </a:solidFill>
                <a:latin typeface="Times New Roman"/>
                <a:ea typeface="Times New Roman"/>
                <a:cs typeface="Times New Roman"/>
                <a:sym typeface="Times New Roman"/>
              </a:rPr>
              <a:t>	Ai giữ lòng sạch sẽ, ấy là phước thật, vì chưng sẽ được thấy mặt Đức Chúa Trời vậy.</a:t>
            </a:r>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2" name="Shape 502"/>
        <p:cNvGrpSpPr/>
        <p:nvPr/>
      </p:nvGrpSpPr>
      <p:grpSpPr>
        <a:xfrm>
          <a:off x="0" y="0"/>
          <a:ext cx="0" cy="0"/>
          <a:chOff x="0" y="0"/>
          <a:chExt cx="0" cy="0"/>
        </a:xfrm>
      </p:grpSpPr>
      <p:sp>
        <p:nvSpPr>
          <p:cNvPr id="503" name="Google Shape;503;p1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bảy:</a:t>
            </a:r>
            <a:r>
              <a:rPr b="1" lang="en-US" sz="6600">
                <a:solidFill>
                  <a:schemeClr val="lt1"/>
                </a:solidFill>
                <a:latin typeface="Times New Roman"/>
                <a:ea typeface="Times New Roman"/>
                <a:cs typeface="Times New Roman"/>
                <a:sym typeface="Times New Roman"/>
              </a:rPr>
              <a:t>	Ai làm cho người hòa thuận, ấy là phước thật, vì chưng sẽ được gọi là con Đức Chúa Trời vậy.</a:t>
            </a:r>
            <a:endParaRPr/>
          </a:p>
          <a:p>
            <a:pPr indent="0" lvl="0" marL="0" rtl="0" algn="ctr">
              <a:lnSpc>
                <a:spcPct val="100000"/>
              </a:lnSpc>
              <a:spcBef>
                <a:spcPts val="280"/>
              </a:spcBef>
              <a:spcAft>
                <a:spcPts val="0"/>
              </a:spcAft>
              <a:buClr>
                <a:srgbClr val="888888"/>
              </a:buClr>
              <a:buSzPts val="1400"/>
              <a:buNone/>
            </a:pPr>
            <a:r>
              <a:t/>
            </a:r>
            <a:endParaRPr sz="1400">
              <a:solidFill>
                <a:schemeClr val="lt1"/>
              </a:solidFill>
              <a:latin typeface="Times New Roman"/>
              <a:ea typeface="Times New Roman"/>
              <a:cs typeface="Times New Roman"/>
              <a:sym typeface="Times New Roman"/>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7" name="Shape 507"/>
        <p:cNvGrpSpPr/>
        <p:nvPr/>
      </p:nvGrpSpPr>
      <p:grpSpPr>
        <a:xfrm>
          <a:off x="0" y="0"/>
          <a:ext cx="0" cy="0"/>
          <a:chOff x="0" y="0"/>
          <a:chExt cx="0" cy="0"/>
        </a:xfrm>
      </p:grpSpPr>
      <p:sp>
        <p:nvSpPr>
          <p:cNvPr id="508" name="Google Shape;508;p1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tám:</a:t>
            </a:r>
            <a:r>
              <a:rPr b="1" lang="en-US" sz="6600">
                <a:solidFill>
                  <a:schemeClr val="lt1"/>
                </a:solidFill>
                <a:latin typeface="Times New Roman"/>
                <a:ea typeface="Times New Roman"/>
                <a:cs typeface="Times New Roman"/>
                <a:sym typeface="Times New Roman"/>
              </a:rPr>
              <a:t>	Ai chịu khốn nạn vì đạo ngay, ấy là phước thật, vì chưng nước Đức Chúa Trời là của mình vậy.</a:t>
            </a:r>
            <a:endParaRPr/>
          </a:p>
          <a:p>
            <a:pPr indent="0" lvl="0" marL="0" rtl="0" algn="ctr">
              <a:lnSpc>
                <a:spcPct val="100000"/>
              </a:lnSpc>
              <a:spcBef>
                <a:spcPts val="280"/>
              </a:spcBef>
              <a:spcAft>
                <a:spcPts val="0"/>
              </a:spcAft>
              <a:buClr>
                <a:srgbClr val="888888"/>
              </a:buClr>
              <a:buSzPts val="1400"/>
              <a:buNone/>
            </a:pPr>
            <a:r>
              <a:t/>
            </a:r>
            <a:endParaRPr sz="1400">
              <a:solidFill>
                <a:schemeClr val="lt1"/>
              </a:solidFill>
              <a:latin typeface="Times New Roman"/>
              <a:ea typeface="Times New Roman"/>
              <a:cs typeface="Times New Roman"/>
              <a:sym typeface="Times New Roman"/>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pic>
        <p:nvPicPr>
          <p:cNvPr id="513" name="Google Shape;513;hf002f62f5ca6d5c_0_86"/>
          <p:cNvPicPr preferRelativeResize="0"/>
          <p:nvPr/>
        </p:nvPicPr>
        <p:blipFill rotWithShape="1">
          <a:blip r:embed="rId3">
            <a:alphaModFix/>
          </a:blip>
          <a:srcRect b="0" l="0" r="0" t="0"/>
          <a:stretch/>
        </p:blipFill>
        <p:spPr>
          <a:xfrm>
            <a:off x="0" y="0"/>
            <a:ext cx="9144003" cy="5143490"/>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g3f69acae762_0_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NHẬP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HÃY ĐẾN TUNG HÔ</a:t>
            </a:r>
            <a:br>
              <a:rPr b="1" i="0" lang="en-US" sz="4700">
                <a:latin typeface="Times New Roman"/>
                <a:ea typeface="Times New Roman"/>
                <a:cs typeface="Times New Roman"/>
                <a:sym typeface="Times New Roman"/>
              </a:rPr>
            </a:br>
            <a:r>
              <a:rPr b="1" i="1" lang="en-US" sz="3300">
                <a:solidFill>
                  <a:schemeClr val="accent4"/>
                </a:solidFill>
                <a:latin typeface="Times New Roman"/>
                <a:ea typeface="Times New Roman"/>
                <a:cs typeface="Times New Roman"/>
                <a:sym typeface="Times New Roman"/>
              </a:rPr>
              <a:t>(Kim Long)</a:t>
            </a:r>
            <a:endParaRPr b="1" sz="3300">
              <a:solidFill>
                <a:schemeClr val="accent4"/>
              </a:solidFill>
              <a:latin typeface="Times New Roman"/>
              <a:ea typeface="Times New Roman"/>
              <a:cs typeface="Times New Roman"/>
              <a:sym typeface="Times New Roman"/>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2" name="Shape 522"/>
        <p:cNvGrpSpPr/>
        <p:nvPr/>
      </p:nvGrpSpPr>
      <p:grpSpPr>
        <a:xfrm>
          <a:off x="0" y="0"/>
          <a:ext cx="0" cy="0"/>
          <a:chOff x="0" y="0"/>
          <a:chExt cx="0" cy="0"/>
        </a:xfrm>
      </p:grpSpPr>
      <p:sp>
        <p:nvSpPr>
          <p:cNvPr id="523" name="Google Shape;523;g3f69acae762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Hãy đến tung hô Chúa reo mừng Đấng cứu thoát ta.</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7" name="Shape 527"/>
        <p:cNvGrpSpPr/>
        <p:nvPr/>
      </p:nvGrpSpPr>
      <p:grpSpPr>
        <a:xfrm>
          <a:off x="0" y="0"/>
          <a:ext cx="0" cy="0"/>
          <a:chOff x="0" y="0"/>
          <a:chExt cx="0" cy="0"/>
        </a:xfrm>
      </p:grpSpPr>
      <p:sp>
        <p:nvSpPr>
          <p:cNvPr id="528" name="Google Shape;528;g3f69acae762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Nào cùng đến trước Thiên nhan.</a:t>
            </a:r>
            <a:endParaRPr b="1" sz="75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Nào cùng đến trước Thiên nhan,</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2" name="Shape 532"/>
        <p:cNvGrpSpPr/>
        <p:nvPr/>
      </p:nvGrpSpPr>
      <p:grpSpPr>
        <a:xfrm>
          <a:off x="0" y="0"/>
          <a:ext cx="0" cy="0"/>
          <a:chOff x="0" y="0"/>
          <a:chExt cx="0" cy="0"/>
        </a:xfrm>
      </p:grpSpPr>
      <p:sp>
        <p:nvSpPr>
          <p:cNvPr id="533" name="Google Shape;533;g3f7156d7ccb_0_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dâng lời cảm tạ và tung hô Chúa.</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7" name="Shape 537"/>
        <p:cNvGrpSpPr/>
        <p:nvPr/>
      </p:nvGrpSpPr>
      <p:grpSpPr>
        <a:xfrm>
          <a:off x="0" y="0"/>
          <a:ext cx="0" cy="0"/>
          <a:chOff x="0" y="0"/>
          <a:chExt cx="0" cy="0"/>
        </a:xfrm>
      </p:grpSpPr>
      <p:sp>
        <p:nvSpPr>
          <p:cNvPr id="538" name="Google Shape;538;g3faf5860435_0_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1. </a:t>
            </a:r>
            <a:r>
              <a:rPr b="1" lang="en-US" sz="7500">
                <a:solidFill>
                  <a:schemeClr val="lt1"/>
                </a:solidFill>
                <a:latin typeface="Times New Roman"/>
                <a:ea typeface="Times New Roman"/>
                <a:cs typeface="Times New Roman"/>
                <a:sym typeface="Times New Roman"/>
              </a:rPr>
              <a:t>Chúa là nguồn quang minh tâm trí con,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2" name="Shape 542"/>
        <p:cNvGrpSpPr/>
        <p:nvPr/>
      </p:nvGrpSpPr>
      <p:grpSpPr>
        <a:xfrm>
          <a:off x="0" y="0"/>
          <a:ext cx="0" cy="0"/>
          <a:chOff x="0" y="0"/>
          <a:chExt cx="0" cy="0"/>
        </a:xfrm>
      </p:grpSpPr>
      <p:sp>
        <p:nvSpPr>
          <p:cNvPr id="543" name="Google Shape;543;g3faf5860435_0_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sáng soi trên đường thế gian mịt mù.</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7" name="Shape 547"/>
        <p:cNvGrpSpPr/>
        <p:nvPr/>
      </p:nvGrpSpPr>
      <p:grpSpPr>
        <a:xfrm>
          <a:off x="0" y="0"/>
          <a:ext cx="0" cy="0"/>
          <a:chOff x="0" y="0"/>
          <a:chExt cx="0" cy="0"/>
        </a:xfrm>
      </p:grpSpPr>
      <p:sp>
        <p:nvSpPr>
          <p:cNvPr id="548" name="Google Shape;548;hf002f62f5ca6d5c_0_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Dìu con tiến bước về nơi ước mong, dẫu ngàn nguy khó rắc gieo trên đường.</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2" name="Shape 552"/>
        <p:cNvGrpSpPr/>
        <p:nvPr/>
      </p:nvGrpSpPr>
      <p:grpSpPr>
        <a:xfrm>
          <a:off x="0" y="0"/>
          <a:ext cx="0" cy="0"/>
          <a:chOff x="0" y="0"/>
          <a:chExt cx="0" cy="0"/>
        </a:xfrm>
      </p:grpSpPr>
      <p:sp>
        <p:nvSpPr>
          <p:cNvPr id="553" name="Google Shape;553;hf002f62f5ca6d5c_0_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Hãy đến tung hô Chúa reo mừng Đấng cứu thoát ta.</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7" name="Shape 557"/>
        <p:cNvGrpSpPr/>
        <p:nvPr/>
      </p:nvGrpSpPr>
      <p:grpSpPr>
        <a:xfrm>
          <a:off x="0" y="0"/>
          <a:ext cx="0" cy="0"/>
          <a:chOff x="0" y="0"/>
          <a:chExt cx="0" cy="0"/>
        </a:xfrm>
      </p:grpSpPr>
      <p:sp>
        <p:nvSpPr>
          <p:cNvPr id="558" name="Google Shape;558;hf002f62f5ca6d5c_0_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Nào cùng đến trước Thiên nhan.</a:t>
            </a:r>
            <a:endParaRPr b="1" sz="75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Nào cùng đến trước Thiên nhan,</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2" name="Shape 562"/>
        <p:cNvGrpSpPr/>
        <p:nvPr/>
      </p:nvGrpSpPr>
      <p:grpSpPr>
        <a:xfrm>
          <a:off x="0" y="0"/>
          <a:ext cx="0" cy="0"/>
          <a:chOff x="0" y="0"/>
          <a:chExt cx="0" cy="0"/>
        </a:xfrm>
      </p:grpSpPr>
      <p:pic>
        <p:nvPicPr>
          <p:cNvPr id="563" name="Google Shape;563;hf002f62f5ca6d5c_0_90"/>
          <p:cNvPicPr preferRelativeResize="0"/>
          <p:nvPr/>
        </p:nvPicPr>
        <p:blipFill rotWithShape="1">
          <a:blip r:embed="rId3">
            <a:alphaModFix/>
          </a:blip>
          <a:srcRect b="0" l="0" r="0" t="0"/>
          <a:stretch/>
        </p:blipFill>
        <p:spPr>
          <a:xfrm>
            <a:off x="0" y="0"/>
            <a:ext cx="9144003" cy="5143490"/>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7" name="Shape 567"/>
        <p:cNvGrpSpPr/>
        <p:nvPr/>
      </p:nvGrpSpPr>
      <p:grpSpPr>
        <a:xfrm>
          <a:off x="0" y="0"/>
          <a:ext cx="0" cy="0"/>
          <a:chOff x="0" y="0"/>
          <a:chExt cx="0" cy="0"/>
        </a:xfrm>
      </p:grpSpPr>
      <p:sp>
        <p:nvSpPr>
          <p:cNvPr id="568" name="Google Shape;568;g3d90891dc36_0_0"/>
          <p:cNvSpPr txBox="1"/>
          <p:nvPr>
            <p:ph type="ctrTitle"/>
          </p:nvPr>
        </p:nvSpPr>
        <p:spPr>
          <a:xfrm>
            <a:off x="0" y="0"/>
            <a:ext cx="9144000" cy="595800"/>
          </a:xfrm>
          <a:prstGeom prst="rect">
            <a:avLst/>
          </a:prstGeom>
          <a:solidFill>
            <a:srgbClr val="002060"/>
          </a:solidFill>
          <a:ln>
            <a:noFill/>
          </a:ln>
        </p:spPr>
        <p:txBody>
          <a:bodyPr anchorCtr="0" anchor="b" bIns="0" lIns="91425" spcFirstLastPara="1" rIns="91425" wrap="square" tIns="0">
            <a:noAutofit/>
          </a:bodyPr>
          <a:lstStyle/>
          <a:p>
            <a:pPr indent="0" lvl="0" marL="0" rtl="0" algn="ctr">
              <a:lnSpc>
                <a:spcPct val="100000"/>
              </a:lnSpc>
              <a:spcBef>
                <a:spcPts val="0"/>
              </a:spcBef>
              <a:spcAft>
                <a:spcPts val="0"/>
              </a:spcAft>
              <a:buClr>
                <a:schemeClr val="accent4"/>
              </a:buClr>
              <a:buSzPts val="15840"/>
              <a:buFont typeface="Arial"/>
              <a:buNone/>
            </a:pPr>
            <a:r>
              <a:rPr b="1" lang="en-US" sz="4000">
                <a:solidFill>
                  <a:schemeClr val="accent4"/>
                </a:solidFill>
                <a:latin typeface="Times New Roman"/>
                <a:ea typeface="Times New Roman"/>
                <a:cs typeface="Times New Roman"/>
                <a:sym typeface="Times New Roman"/>
              </a:rPr>
              <a:t>KINH VINH DANH</a:t>
            </a:r>
            <a:endParaRPr b="1" sz="4000">
              <a:solidFill>
                <a:schemeClr val="accent2"/>
              </a:solidFill>
              <a:latin typeface="Times New Roman"/>
              <a:ea typeface="Times New Roman"/>
              <a:cs typeface="Times New Roman"/>
              <a:sym typeface="Times New Roman"/>
            </a:endParaRPr>
          </a:p>
        </p:txBody>
      </p:sp>
      <p:sp>
        <p:nvSpPr>
          <p:cNvPr id="569" name="Google Shape;569;g3d90891dc36_0_0"/>
          <p:cNvSpPr txBox="1"/>
          <p:nvPr/>
        </p:nvSpPr>
        <p:spPr>
          <a:xfrm>
            <a:off x="0" y="514350"/>
            <a:ext cx="9144000" cy="4629000"/>
          </a:xfrm>
          <a:prstGeom prst="rect">
            <a:avLst/>
          </a:prstGeom>
          <a:solidFill>
            <a:srgbClr val="002060"/>
          </a:solidFill>
          <a:ln>
            <a:noFill/>
          </a:ln>
        </p:spPr>
        <p:txBody>
          <a:bodyPr anchorCtr="0" anchor="ctr" bIns="0" lIns="91425" spcFirstLastPara="1" rIns="91425" wrap="square" tIns="0">
            <a:noAutofit/>
          </a:bodyPr>
          <a:lstStyle/>
          <a:p>
            <a:pPr indent="0" lvl="0" marL="0" marR="0" rtl="0" algn="just">
              <a:lnSpc>
                <a:spcPct val="100000"/>
              </a:lnSpc>
              <a:spcBef>
                <a:spcPts val="0"/>
              </a:spcBef>
              <a:spcAft>
                <a:spcPts val="0"/>
              </a:spcAft>
              <a:buClr>
                <a:srgbClr val="EE0000"/>
              </a:buClr>
              <a:buSzPts val="9600"/>
              <a:buFont typeface="Times"/>
              <a:buNone/>
            </a:pPr>
            <a:r>
              <a:rPr b="1" i="0" lang="en-US" sz="7600" u="none" cap="none" strike="noStrike">
                <a:solidFill>
                  <a:srgbClr val="FFFF00"/>
                </a:solidFill>
                <a:latin typeface="Times"/>
                <a:ea typeface="Times"/>
                <a:cs typeface="Times"/>
                <a:sym typeface="Times"/>
              </a:rPr>
              <a:t>CT:</a:t>
            </a:r>
            <a:r>
              <a:rPr b="1" i="1" lang="en-US" sz="7600" u="none" cap="none" strike="noStrike">
                <a:solidFill>
                  <a:srgbClr val="C00000"/>
                </a:solidFill>
                <a:latin typeface="Times"/>
                <a:ea typeface="Times"/>
                <a:cs typeface="Times"/>
                <a:sym typeface="Times"/>
              </a:rPr>
              <a:t> </a:t>
            </a:r>
            <a:r>
              <a:rPr b="1" i="0" lang="en-US" sz="7600" u="none" cap="none" strike="noStrike">
                <a:solidFill>
                  <a:schemeClr val="lt1"/>
                </a:solidFill>
                <a:latin typeface="Times"/>
                <a:ea typeface="Times"/>
                <a:cs typeface="Times"/>
                <a:sym typeface="Times"/>
              </a:rPr>
              <a:t>Vinh danh Thiên Chúa trên các tầng trời</a:t>
            </a:r>
            <a:endParaRPr b="1" i="0" sz="7600" u="none" cap="none" strike="noStrike">
              <a:solidFill>
                <a:schemeClr val="lt1"/>
              </a:solidFill>
              <a:latin typeface="Times"/>
              <a:ea typeface="Times"/>
              <a:cs typeface="Times"/>
              <a:sym typeface="Times"/>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4" name="Shape 574"/>
        <p:cNvGrpSpPr/>
        <p:nvPr/>
      </p:nvGrpSpPr>
      <p:grpSpPr>
        <a:xfrm>
          <a:off x="0" y="0"/>
          <a:ext cx="0" cy="0"/>
          <a:chOff x="0" y="0"/>
          <a:chExt cx="0" cy="0"/>
        </a:xfrm>
      </p:grpSpPr>
      <p:sp>
        <p:nvSpPr>
          <p:cNvPr id="575" name="Google Shape;575;g3ab13fdb44f_0_29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FF3399"/>
              </a:buClr>
              <a:buSzPts val="9600"/>
              <a:buFont typeface="Times"/>
              <a:buNone/>
            </a:pPr>
            <a:r>
              <a:rPr b="1" lang="en-US" sz="7600">
                <a:solidFill>
                  <a:srgbClr val="FF3399"/>
                </a:solidFill>
                <a:latin typeface="Times"/>
                <a:ea typeface="Times"/>
                <a:cs typeface="Times"/>
                <a:sym typeface="Times"/>
              </a:rPr>
              <a:t>A+B: </a:t>
            </a:r>
            <a:r>
              <a:rPr b="1" lang="en-US" sz="7600">
                <a:solidFill>
                  <a:schemeClr val="lt1"/>
                </a:solidFill>
                <a:latin typeface="Times"/>
                <a:ea typeface="Times"/>
                <a:cs typeface="Times"/>
                <a:sym typeface="Times"/>
              </a:rPr>
              <a:t>và bình an dưới thế cho người thiện tâm.</a:t>
            </a:r>
            <a:endParaRPr b="1" sz="7600">
              <a:solidFill>
                <a:schemeClr val="lt1"/>
              </a:solidFill>
              <a:latin typeface="Times"/>
              <a:ea typeface="Times"/>
              <a:cs typeface="Times"/>
              <a:sym typeface="Times"/>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80" name="Shape 580"/>
        <p:cNvGrpSpPr/>
        <p:nvPr/>
      </p:nvGrpSpPr>
      <p:grpSpPr>
        <a:xfrm>
          <a:off x="0" y="0"/>
          <a:ext cx="0" cy="0"/>
          <a:chOff x="0" y="0"/>
          <a:chExt cx="0" cy="0"/>
        </a:xfrm>
      </p:grpSpPr>
      <p:sp>
        <p:nvSpPr>
          <p:cNvPr id="581" name="Google Shape;581;g3ab13fdb44f_0_30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Chúng con ca ngợi Chúa,</a:t>
            </a:r>
            <a:br>
              <a:rPr b="1" lang="en-US" sz="7600">
                <a:latin typeface="Times"/>
                <a:ea typeface="Times"/>
                <a:cs typeface="Times"/>
                <a:sym typeface="Times"/>
              </a:rPr>
            </a:br>
            <a:r>
              <a:rPr b="1" lang="en-US" sz="7600">
                <a:solidFill>
                  <a:srgbClr val="FFFF00"/>
                </a:solidFill>
                <a:latin typeface="Times"/>
                <a:ea typeface="Times"/>
                <a:cs typeface="Times"/>
                <a:sym typeface="Times"/>
              </a:rPr>
              <a:t>B:</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chúc tụng Chúa,</a:t>
            </a:r>
            <a:endParaRPr b="1" sz="7600">
              <a:solidFill>
                <a:schemeClr val="lt1"/>
              </a:solidFill>
              <a:latin typeface="Times"/>
              <a:ea typeface="Times"/>
              <a:cs typeface="Times"/>
              <a:sym typeface="Times"/>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6" name="Shape 586"/>
        <p:cNvGrpSpPr/>
        <p:nvPr/>
      </p:nvGrpSpPr>
      <p:grpSpPr>
        <a:xfrm>
          <a:off x="0" y="0"/>
          <a:ext cx="0" cy="0"/>
          <a:chOff x="0" y="0"/>
          <a:chExt cx="0" cy="0"/>
        </a:xfrm>
      </p:grpSpPr>
      <p:sp>
        <p:nvSpPr>
          <p:cNvPr id="587" name="Google Shape;587;g3ab13fdb44f_0_30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thờ lạy Chúa,</a:t>
            </a:r>
            <a:br>
              <a:rPr b="1" lang="en-US" sz="7600">
                <a:latin typeface="Times"/>
                <a:ea typeface="Times"/>
                <a:cs typeface="Times"/>
                <a:sym typeface="Times"/>
              </a:rPr>
            </a:b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chúng con tôn vinh Chúa,</a:t>
            </a:r>
            <a:endParaRPr b="1" sz="7600">
              <a:solidFill>
                <a:schemeClr val="lt1"/>
              </a:solidFill>
              <a:latin typeface="Times"/>
              <a:ea typeface="Times"/>
              <a:cs typeface="Times"/>
              <a:sym typeface="Times"/>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2" name="Shape 592"/>
        <p:cNvGrpSpPr/>
        <p:nvPr/>
      </p:nvGrpSpPr>
      <p:grpSpPr>
        <a:xfrm>
          <a:off x="0" y="0"/>
          <a:ext cx="0" cy="0"/>
          <a:chOff x="0" y="0"/>
          <a:chExt cx="0" cy="0"/>
        </a:xfrm>
      </p:grpSpPr>
      <p:sp>
        <p:nvSpPr>
          <p:cNvPr id="593" name="Google Shape;593;g3ab13fdb44f_0_31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cảm tạ Chúa vì vinh quang cao cả Chúa.</a:t>
            </a:r>
            <a:endParaRPr sz="7600">
              <a:solidFill>
                <a:schemeClr val="lt1"/>
              </a:solidFill>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8" name="Shape 598"/>
        <p:cNvGrpSpPr/>
        <p:nvPr/>
      </p:nvGrpSpPr>
      <p:grpSpPr>
        <a:xfrm>
          <a:off x="0" y="0"/>
          <a:ext cx="0" cy="0"/>
          <a:chOff x="0" y="0"/>
          <a:chExt cx="0" cy="0"/>
        </a:xfrm>
      </p:grpSpPr>
      <p:sp>
        <p:nvSpPr>
          <p:cNvPr id="599" name="Google Shape;599;g3ab13fdb44f_0_31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200"/>
              <a:buFont typeface="Times"/>
              <a:buNone/>
            </a:pPr>
            <a:r>
              <a:rPr b="1" lang="en-US" sz="7600">
                <a:solidFill>
                  <a:srgbClr val="FFFF00"/>
                </a:solidFill>
                <a:latin typeface="Times"/>
                <a:ea typeface="Times"/>
                <a:cs typeface="Times"/>
                <a:sym typeface="Times"/>
              </a:rPr>
              <a:t>B:</a:t>
            </a:r>
            <a:r>
              <a:rPr b="1" lang="en-US" sz="7600">
                <a:latin typeface="Times"/>
                <a:ea typeface="Times"/>
                <a:cs typeface="Times"/>
                <a:sym typeface="Times"/>
              </a:rPr>
              <a:t> </a:t>
            </a:r>
            <a:r>
              <a:rPr b="1" lang="en-US" sz="7600">
                <a:solidFill>
                  <a:schemeClr val="lt1"/>
                </a:solidFill>
                <a:latin typeface="Times"/>
                <a:ea typeface="Times"/>
                <a:cs typeface="Times"/>
                <a:sym typeface="Times"/>
              </a:rPr>
              <a:t>Lạy Chúa là Thiên Chúa, là Vua trên trời, là Chúa Cha toàn năng.</a:t>
            </a:r>
            <a:endParaRPr b="1" sz="7600">
              <a:solidFill>
                <a:schemeClr val="lt1"/>
              </a:solidFill>
              <a:latin typeface="Times"/>
              <a:ea typeface="Times"/>
              <a:cs typeface="Times"/>
              <a:sym typeface="Times"/>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g3ab13fdb44f_0_32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80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Lạy Con Một Thiên Chúa, Chúa Giêsu Kitô</a:t>
            </a:r>
            <a:endParaRPr sz="7600">
              <a:solidFill>
                <a:schemeClr val="lt1"/>
              </a:solidFill>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g3ab13fdb44f_0_32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7200"/>
              <a:buFont typeface="Times"/>
              <a:buNone/>
            </a:pPr>
            <a:r>
              <a:rPr b="1" lang="en-US" sz="7600">
                <a:solidFill>
                  <a:srgbClr val="FFFF00"/>
                </a:solidFill>
                <a:latin typeface="Times"/>
                <a:ea typeface="Times"/>
                <a:cs typeface="Times"/>
                <a:sym typeface="Times"/>
              </a:rPr>
              <a:t>B:</a:t>
            </a:r>
            <a:r>
              <a:rPr b="1" lang="en-US" sz="7600">
                <a:solidFill>
                  <a:schemeClr val="lt1"/>
                </a:solidFill>
                <a:latin typeface="Times"/>
                <a:ea typeface="Times"/>
                <a:cs typeface="Times"/>
                <a:sym typeface="Times"/>
              </a:rPr>
              <a:t> Lạy Chúa là Thiên Chúa, là Chiên Thiên Chúa, là Con Ðức Chúa Cha,</a:t>
            </a:r>
            <a:endParaRPr sz="4800">
              <a:solidFill>
                <a:schemeClr val="lt1"/>
              </a:solidFill>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g3ab13fdb44f_0_33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Chúa xóa tội trần gian, xin thương xót chúng con,</a:t>
            </a:r>
            <a:endParaRPr b="1" sz="7600">
              <a:solidFill>
                <a:schemeClr val="lt1"/>
              </a:solidFill>
              <a:latin typeface="Times"/>
              <a:ea typeface="Times"/>
              <a:cs typeface="Times"/>
              <a:sym typeface="Times"/>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g3ab13fdb44f_0_33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000"/>
              <a:buFont typeface="Times"/>
              <a:buNone/>
            </a:pP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Chúa xóa tội trần gian, xin nhậm lời chúng con cầu khẩn.</a:t>
            </a:r>
            <a:endParaRPr sz="7600">
              <a:solidFill>
                <a:schemeClr val="lt1"/>
              </a:solidFill>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8" name="Shape 628"/>
        <p:cNvGrpSpPr/>
        <p:nvPr/>
      </p:nvGrpSpPr>
      <p:grpSpPr>
        <a:xfrm>
          <a:off x="0" y="0"/>
          <a:ext cx="0" cy="0"/>
          <a:chOff x="0" y="0"/>
          <a:chExt cx="0" cy="0"/>
        </a:xfrm>
      </p:grpSpPr>
      <p:sp>
        <p:nvSpPr>
          <p:cNvPr id="629" name="Google Shape;629;g3ab13fdb44f_0_34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Chúa ngự bên hữu Ðức Chúa Cha, xin thương xót chúng con.</a:t>
            </a:r>
            <a:endParaRPr b="1" sz="7600">
              <a:solidFill>
                <a:schemeClr val="lt1"/>
              </a:solidFill>
              <a:latin typeface="Times"/>
              <a:ea typeface="Times"/>
              <a:cs typeface="Times"/>
              <a:sym typeface="Times"/>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4" name="Shape 634"/>
        <p:cNvGrpSpPr/>
        <p:nvPr/>
      </p:nvGrpSpPr>
      <p:grpSpPr>
        <a:xfrm>
          <a:off x="0" y="0"/>
          <a:ext cx="0" cy="0"/>
          <a:chOff x="0" y="0"/>
          <a:chExt cx="0" cy="0"/>
        </a:xfrm>
      </p:grpSpPr>
      <p:sp>
        <p:nvSpPr>
          <p:cNvPr id="635" name="Google Shape;635;g3ab13fdb44f_0_34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800"/>
              <a:buFont typeface="Times"/>
              <a:buNone/>
            </a:pP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Vì lạy Chúa Giêsu Kitô, chỉ có Chúa là Ðấng Thánh,</a:t>
            </a:r>
            <a:endParaRPr sz="7600">
              <a:solidFill>
                <a:schemeClr val="lt1"/>
              </a:solidFill>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0" name="Shape 640"/>
        <p:cNvGrpSpPr/>
        <p:nvPr/>
      </p:nvGrpSpPr>
      <p:grpSpPr>
        <a:xfrm>
          <a:off x="0" y="0"/>
          <a:ext cx="0" cy="0"/>
          <a:chOff x="0" y="0"/>
          <a:chExt cx="0" cy="0"/>
        </a:xfrm>
      </p:grpSpPr>
      <p:sp>
        <p:nvSpPr>
          <p:cNvPr id="641" name="Google Shape;641;g3ab13fdb44f_0_35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dk1"/>
              </a:buClr>
              <a:buSzPts val="8000"/>
              <a:buFont typeface="Times"/>
              <a:buNone/>
            </a:pPr>
            <a:r>
              <a:rPr b="1" lang="en-US" sz="7600">
                <a:solidFill>
                  <a:schemeClr val="lt1"/>
                </a:solidFill>
                <a:latin typeface="Times"/>
                <a:ea typeface="Times"/>
                <a:cs typeface="Times"/>
                <a:sym typeface="Times"/>
              </a:rPr>
              <a:t>chỉ có Chúa là Chúa, chỉ có Chúa là Ðấng Tối Cao,</a:t>
            </a:r>
            <a:endParaRPr sz="7600">
              <a:solidFill>
                <a:schemeClr val="lt1"/>
              </a:solidFill>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6" name="Shape 646"/>
        <p:cNvGrpSpPr/>
        <p:nvPr/>
      </p:nvGrpSpPr>
      <p:grpSpPr>
        <a:xfrm>
          <a:off x="0" y="0"/>
          <a:ext cx="0" cy="0"/>
          <a:chOff x="0" y="0"/>
          <a:chExt cx="0" cy="0"/>
        </a:xfrm>
      </p:grpSpPr>
      <p:sp>
        <p:nvSpPr>
          <p:cNvPr id="647" name="Google Shape;647;g3ab13fdb44f_0_35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FF3399"/>
              </a:buClr>
              <a:buSzPts val="7200"/>
              <a:buFont typeface="Times"/>
              <a:buNone/>
            </a:pPr>
            <a:r>
              <a:rPr b="1" lang="en-US" sz="7200">
                <a:solidFill>
                  <a:srgbClr val="FF3399"/>
                </a:solidFill>
                <a:latin typeface="Times"/>
                <a:ea typeface="Times"/>
                <a:cs typeface="Times"/>
                <a:sym typeface="Times"/>
              </a:rPr>
              <a:t>A+B: </a:t>
            </a:r>
            <a:r>
              <a:rPr b="1" lang="en-US" sz="7200">
                <a:solidFill>
                  <a:schemeClr val="lt1"/>
                </a:solidFill>
                <a:latin typeface="Times"/>
                <a:ea typeface="Times"/>
                <a:cs typeface="Times"/>
                <a:sym typeface="Times"/>
              </a:rPr>
              <a:t>Cùng Ðức Chúa Thánh Thần trong vinh quang Ðức Chúa Cha.</a:t>
            </a:r>
            <a:r>
              <a:rPr b="1" lang="en-US" sz="7200">
                <a:latin typeface="Times"/>
                <a:ea typeface="Times"/>
                <a:cs typeface="Times"/>
                <a:sym typeface="Times"/>
              </a:rPr>
              <a:t> </a:t>
            </a:r>
            <a:r>
              <a:rPr b="1" lang="en-US" sz="7200">
                <a:solidFill>
                  <a:schemeClr val="lt1"/>
                </a:solidFill>
                <a:latin typeface="Times"/>
                <a:ea typeface="Times"/>
                <a:cs typeface="Times"/>
                <a:sym typeface="Times"/>
              </a:rPr>
              <a:t>Amen.</a:t>
            </a:r>
            <a:endParaRPr sz="7200">
              <a:solidFill>
                <a:schemeClr val="lt1"/>
              </a:solidFill>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pic>
        <p:nvPicPr>
          <p:cNvPr id="652" name="Google Shape;652;hf002f62f5ca6d5c_0_94"/>
          <p:cNvPicPr preferRelativeResize="0"/>
          <p:nvPr/>
        </p:nvPicPr>
        <p:blipFill rotWithShape="1">
          <a:blip r:embed="rId3">
            <a:alphaModFix/>
          </a:blip>
          <a:srcRect b="0" l="0" r="0" t="0"/>
          <a:stretch/>
        </p:blipFill>
        <p:spPr>
          <a:xfrm>
            <a:off x="0" y="0"/>
            <a:ext cx="9144003" cy="5143490"/>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56" name="Shape 656"/>
        <p:cNvGrpSpPr/>
        <p:nvPr/>
      </p:nvGrpSpPr>
      <p:grpSpPr>
        <a:xfrm>
          <a:off x="0" y="0"/>
          <a:ext cx="0" cy="0"/>
          <a:chOff x="0" y="0"/>
          <a:chExt cx="0" cy="0"/>
        </a:xfrm>
      </p:grpSpPr>
      <p:sp>
        <p:nvSpPr>
          <p:cNvPr id="657" name="Google Shape;657;g3d48ab63a6f_0_9"/>
          <p:cNvSpPr/>
          <p:nvPr/>
        </p:nvSpPr>
        <p:spPr>
          <a:xfrm>
            <a:off x="1143" y="0"/>
            <a:ext cx="9141600" cy="5143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658" name="Google Shape;658;g3d48ab63a6f_0_9"/>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2" name="Shape 662"/>
        <p:cNvGrpSpPr/>
        <p:nvPr/>
      </p:nvGrpSpPr>
      <p:grpSpPr>
        <a:xfrm>
          <a:off x="0" y="0"/>
          <a:ext cx="0" cy="0"/>
          <a:chOff x="0" y="0"/>
          <a:chExt cx="0" cy="0"/>
        </a:xfrm>
      </p:grpSpPr>
      <p:sp>
        <p:nvSpPr>
          <p:cNvPr id="663" name="Google Shape;663;g3e6e2da66e2_0_6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ĐÁP CA</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THÁNH VỊNH 144</a:t>
            </a:r>
            <a:br>
              <a:rPr b="1" i="0" lang="en-US" sz="4700">
                <a:latin typeface="Times New Roman"/>
                <a:ea typeface="Times New Roman"/>
                <a:cs typeface="Times New Roman"/>
                <a:sym typeface="Times New Roman"/>
              </a:rPr>
            </a:br>
            <a:r>
              <a:rPr b="1" i="1" lang="en-US" sz="4700">
                <a:solidFill>
                  <a:schemeClr val="accent4"/>
                </a:solidFill>
                <a:latin typeface="Times New Roman"/>
                <a:ea typeface="Times New Roman"/>
                <a:cs typeface="Times New Roman"/>
                <a:sym typeface="Times New Roman"/>
              </a:rPr>
              <a:t>(Lm. Thái Nguyên)</a:t>
            </a:r>
            <a:br>
              <a:rPr b="1" i="1" lang="en-US" sz="4700">
                <a:solidFill>
                  <a:schemeClr val="accent4"/>
                </a:solidFill>
                <a:latin typeface="Times New Roman"/>
                <a:ea typeface="Times New Roman"/>
                <a:cs typeface="Times New Roman"/>
                <a:sym typeface="Times New Roman"/>
              </a:rPr>
            </a:br>
            <a:r>
              <a:rPr b="1" i="1" lang="en-US" sz="4700">
                <a:solidFill>
                  <a:schemeClr val="accent4"/>
                </a:solidFill>
                <a:latin typeface="Times New Roman"/>
                <a:ea typeface="Times New Roman"/>
                <a:cs typeface="Times New Roman"/>
                <a:sym typeface="Times New Roman"/>
              </a:rPr>
              <a:t>(03 câu)</a:t>
            </a:r>
            <a:endParaRPr b="1" sz="4700">
              <a:solidFill>
                <a:schemeClr val="accent4"/>
              </a:solidFill>
              <a:latin typeface="Times New Roman"/>
              <a:ea typeface="Times New Roman"/>
              <a:cs typeface="Times New Roman"/>
              <a:sym typeface="Times New Roman"/>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7" name="Shape 667"/>
        <p:cNvGrpSpPr/>
        <p:nvPr/>
      </p:nvGrpSpPr>
      <p:grpSpPr>
        <a:xfrm>
          <a:off x="0" y="0"/>
          <a:ext cx="0" cy="0"/>
          <a:chOff x="0" y="0"/>
          <a:chExt cx="0" cy="0"/>
        </a:xfrm>
      </p:grpSpPr>
      <p:sp>
        <p:nvSpPr>
          <p:cNvPr id="668" name="Google Shape;668;g3e6e2da66e2_0_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000">
                <a:solidFill>
                  <a:srgbClr val="FFFF00"/>
                </a:solidFill>
                <a:latin typeface="Times New Roman"/>
                <a:ea typeface="Times New Roman"/>
                <a:cs typeface="Times New Roman"/>
                <a:sym typeface="Times New Roman"/>
              </a:rPr>
              <a:t>1. </a:t>
            </a:r>
            <a:r>
              <a:rPr b="1" lang="en-US" sz="7000">
                <a:solidFill>
                  <a:schemeClr val="lt1"/>
                </a:solidFill>
                <a:latin typeface="Times New Roman"/>
                <a:ea typeface="Times New Roman"/>
                <a:cs typeface="Times New Roman"/>
                <a:sym typeface="Times New Roman"/>
              </a:rPr>
              <a:t>Hằng ngày con sẽ chúc tụng Chúa, và con xin ca ngợi danh Ngài tới muôn muôn đời.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2" name="Shape 672"/>
        <p:cNvGrpSpPr/>
        <p:nvPr/>
      </p:nvGrpSpPr>
      <p:grpSpPr>
        <a:xfrm>
          <a:off x="0" y="0"/>
          <a:ext cx="0" cy="0"/>
          <a:chOff x="0" y="0"/>
          <a:chExt cx="0" cy="0"/>
        </a:xfrm>
      </p:grpSpPr>
      <p:sp>
        <p:nvSpPr>
          <p:cNvPr id="673" name="Google Shape;673;g3faf5860435_0_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000">
                <a:solidFill>
                  <a:schemeClr val="lt1"/>
                </a:solidFill>
                <a:latin typeface="Times New Roman"/>
                <a:ea typeface="Times New Roman"/>
                <a:cs typeface="Times New Roman"/>
                <a:sym typeface="Times New Roman"/>
              </a:rPr>
              <a:t>Chúa vĩ đại và rất đáng ngợi khen. Chúa cao vượt nào ai đo lường được.</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g3e26ec1f821_0_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Chúa ở gần Chúa luôn ở gần những ai kêu cầu Ngài.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2" name="Shape 682"/>
        <p:cNvGrpSpPr/>
        <p:nvPr/>
      </p:nvGrpSpPr>
      <p:grpSpPr>
        <a:xfrm>
          <a:off x="0" y="0"/>
          <a:ext cx="0" cy="0"/>
          <a:chOff x="0" y="0"/>
          <a:chExt cx="0" cy="0"/>
        </a:xfrm>
      </p:grpSpPr>
      <p:sp>
        <p:nvSpPr>
          <p:cNvPr id="683" name="Google Shape;683;g3f282feffb0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100">
                <a:solidFill>
                  <a:srgbClr val="FFFF00"/>
                </a:solidFill>
                <a:latin typeface="Times New Roman"/>
                <a:ea typeface="Times New Roman"/>
                <a:cs typeface="Times New Roman"/>
                <a:sym typeface="Times New Roman"/>
              </a:rPr>
              <a:t>2. </a:t>
            </a:r>
            <a:r>
              <a:rPr b="1" lang="en-US" sz="7100">
                <a:solidFill>
                  <a:schemeClr val="lt1"/>
                </a:solidFill>
                <a:latin typeface="Times New Roman"/>
                <a:ea typeface="Times New Roman"/>
                <a:cs typeface="Times New Roman"/>
                <a:sym typeface="Times New Roman"/>
              </a:rPr>
              <a:t>Ngài là Thiên Chúa luôn từ ái, và luôn yêu thương hết mọi người chẳng bao giờ cùng.</a:t>
            </a:r>
            <a:endParaRPr b="1" sz="7100">
              <a:solidFill>
                <a:schemeClr val="lt1"/>
              </a:solidFill>
              <a:latin typeface="Times New Roman"/>
              <a:ea typeface="Times New Roman"/>
              <a:cs typeface="Times New Roman"/>
              <a:sym typeface="Times New Roman"/>
            </a:endParaRP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7" name="Shape 687"/>
        <p:cNvGrpSpPr/>
        <p:nvPr/>
      </p:nvGrpSpPr>
      <p:grpSpPr>
        <a:xfrm>
          <a:off x="0" y="0"/>
          <a:ext cx="0" cy="0"/>
          <a:chOff x="0" y="0"/>
          <a:chExt cx="0" cy="0"/>
        </a:xfrm>
      </p:grpSpPr>
      <p:sp>
        <p:nvSpPr>
          <p:cNvPr id="688" name="Google Shape;688;g3f282feffb0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100">
                <a:solidFill>
                  <a:schemeClr val="lt1"/>
                </a:solidFill>
                <a:latin typeface="Times New Roman"/>
                <a:ea typeface="Times New Roman"/>
                <a:cs typeface="Times New Roman"/>
                <a:sym typeface="Times New Roman"/>
              </a:rPr>
              <a:t>Phúc ân Ngài hằng chan chứa đầy dư, Chúa nhân từ tạo tác bao kỳ công.</a:t>
            </a:r>
            <a:endParaRPr b="1" sz="7100">
              <a:solidFill>
                <a:schemeClr val="lt1"/>
              </a:solidFill>
              <a:latin typeface="Times New Roman"/>
              <a:ea typeface="Times New Roman"/>
              <a:cs typeface="Times New Roman"/>
              <a:sym typeface="Times New Roman"/>
            </a:endParaRP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2" name="Shape 692"/>
        <p:cNvGrpSpPr/>
        <p:nvPr/>
      </p:nvGrpSpPr>
      <p:grpSpPr>
        <a:xfrm>
          <a:off x="0" y="0"/>
          <a:ext cx="0" cy="0"/>
          <a:chOff x="0" y="0"/>
          <a:chExt cx="0" cy="0"/>
        </a:xfrm>
      </p:grpSpPr>
      <p:sp>
        <p:nvSpPr>
          <p:cNvPr id="693" name="Google Shape;693;g3fb3359abd2_0_2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Chúa ở gần Chúa luôn ở gần những ai kêu cầu Ngài.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7" name="Shape 697"/>
        <p:cNvGrpSpPr/>
        <p:nvPr/>
      </p:nvGrpSpPr>
      <p:grpSpPr>
        <a:xfrm>
          <a:off x="0" y="0"/>
          <a:ext cx="0" cy="0"/>
          <a:chOff x="0" y="0"/>
          <a:chExt cx="0" cy="0"/>
        </a:xfrm>
      </p:grpSpPr>
      <p:sp>
        <p:nvSpPr>
          <p:cNvPr id="698" name="Google Shape;698;g3fb2dc0a37c_0_1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900">
                <a:solidFill>
                  <a:srgbClr val="FFFF00"/>
                </a:solidFill>
                <a:latin typeface="Times New Roman"/>
                <a:ea typeface="Times New Roman"/>
                <a:cs typeface="Times New Roman"/>
                <a:sym typeface="Times New Roman"/>
              </a:rPr>
              <a:t>3. </a:t>
            </a:r>
            <a:r>
              <a:rPr b="1" lang="en-US" sz="6900">
                <a:solidFill>
                  <a:schemeClr val="lt1"/>
                </a:solidFill>
                <a:latin typeface="Times New Roman"/>
                <a:ea typeface="Times New Roman"/>
                <a:cs typeface="Times New Roman"/>
                <a:sym typeface="Times New Roman"/>
              </a:rPr>
              <a:t>Ngài hằng công minh trong đường lối, và luôn thánh đức trong việc làm tín trung mọi điều. </a:t>
            </a:r>
            <a:endParaRPr b="1" sz="6900">
              <a:solidFill>
                <a:schemeClr val="lt1"/>
              </a:solidFill>
              <a:latin typeface="Times New Roman"/>
              <a:ea typeface="Times New Roman"/>
              <a:cs typeface="Times New Roman"/>
              <a:sym typeface="Times New Roman"/>
            </a:endParaRPr>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g3fb2dc0a37c_0_1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100">
                <a:solidFill>
                  <a:schemeClr val="lt1"/>
                </a:solidFill>
                <a:latin typeface="Times New Roman"/>
                <a:ea typeface="Times New Roman"/>
                <a:cs typeface="Times New Roman"/>
                <a:sym typeface="Times New Roman"/>
              </a:rPr>
              <a:t>Chúa ở gần mọi kẻ khấn cầu luôn, những ai lòng thành tâm kính sợ Ngài.</a:t>
            </a:r>
            <a:endParaRPr b="1" sz="7100">
              <a:solidFill>
                <a:schemeClr val="lt1"/>
              </a:solidFill>
              <a:latin typeface="Times New Roman"/>
              <a:ea typeface="Times New Roman"/>
              <a:cs typeface="Times New Roman"/>
              <a:sym typeface="Times New Roman"/>
            </a:endParaRP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7" name="Shape 707"/>
        <p:cNvGrpSpPr/>
        <p:nvPr/>
      </p:nvGrpSpPr>
      <p:grpSpPr>
        <a:xfrm>
          <a:off x="0" y="0"/>
          <a:ext cx="0" cy="0"/>
          <a:chOff x="0" y="0"/>
          <a:chExt cx="0" cy="0"/>
        </a:xfrm>
      </p:grpSpPr>
      <p:sp>
        <p:nvSpPr>
          <p:cNvPr id="708" name="Google Shape;708;g3fb3359abd2_0_3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Chúa ở gần Chúa luôn ở gần những ai kêu cầu Ngài.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12" name="Shape 712"/>
        <p:cNvGrpSpPr/>
        <p:nvPr/>
      </p:nvGrpSpPr>
      <p:grpSpPr>
        <a:xfrm>
          <a:off x="0" y="0"/>
          <a:ext cx="0" cy="0"/>
          <a:chOff x="0" y="0"/>
          <a:chExt cx="0" cy="0"/>
        </a:xfrm>
      </p:grpSpPr>
      <p:sp>
        <p:nvSpPr>
          <p:cNvPr id="713" name="Google Shape;713;g3d89366497e_0_44"/>
          <p:cNvSpPr/>
          <p:nvPr/>
        </p:nvSpPr>
        <p:spPr>
          <a:xfrm>
            <a:off x="1143" y="0"/>
            <a:ext cx="9141600" cy="5143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714" name="Google Shape;714;g3d89366497e_0_44"/>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9" name="Shape 719"/>
        <p:cNvGrpSpPr/>
        <p:nvPr/>
      </p:nvGrpSpPr>
      <p:grpSpPr>
        <a:xfrm>
          <a:off x="0" y="0"/>
          <a:ext cx="0" cy="0"/>
          <a:chOff x="0" y="0"/>
          <a:chExt cx="0" cy="0"/>
        </a:xfrm>
      </p:grpSpPr>
      <p:sp>
        <p:nvSpPr>
          <p:cNvPr id="720" name="Google Shape;720;p156"/>
          <p:cNvSpPr txBox="1"/>
          <p:nvPr>
            <p:ph type="ctrTitle"/>
          </p:nvPr>
        </p:nvSpPr>
        <p:spPr>
          <a:xfrm>
            <a:off x="0" y="497175"/>
            <a:ext cx="9144000" cy="46461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rgbClr val="EE0000"/>
              </a:buClr>
              <a:buSzPts val="8000"/>
              <a:buFont typeface="Times"/>
              <a:buNone/>
            </a:pPr>
            <a:r>
              <a:rPr b="1" i="1" lang="en-US" sz="5700">
                <a:solidFill>
                  <a:srgbClr val="FFFF00"/>
                </a:solidFill>
                <a:latin typeface="Times New Roman"/>
                <a:ea typeface="Times New Roman"/>
                <a:cs typeface="Times New Roman"/>
                <a:sym typeface="Times New Roman"/>
              </a:rPr>
              <a:t>All… All…</a:t>
            </a:r>
            <a:r>
              <a:rPr b="1" i="1" lang="en-US" sz="7200">
                <a:solidFill>
                  <a:srgbClr val="EE0000"/>
                </a:solidFill>
                <a:latin typeface="Times New Roman"/>
                <a:ea typeface="Times New Roman"/>
                <a:cs typeface="Times New Roman"/>
                <a:sym typeface="Times New Roman"/>
              </a:rPr>
              <a:t> </a:t>
            </a:r>
            <a:br>
              <a:rPr b="1" i="1" lang="en-US" sz="7400">
                <a:solidFill>
                  <a:srgbClr val="EE0000"/>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Chúc tụng Đức Vua Đấng nhân danh Chúa mà đến.</a:t>
            </a:r>
            <a:endParaRPr b="1" i="1" sz="7200">
              <a:solidFill>
                <a:schemeClr val="lt1"/>
              </a:solidFill>
              <a:latin typeface="Times New Roman"/>
              <a:ea typeface="Times New Roman"/>
              <a:cs typeface="Times New Roman"/>
              <a:sym typeface="Times New Roman"/>
            </a:endParaRPr>
          </a:p>
        </p:txBody>
      </p:sp>
      <p:sp>
        <p:nvSpPr>
          <p:cNvPr id="721" name="Google Shape;721;p156"/>
          <p:cNvSpPr txBox="1"/>
          <p:nvPr/>
        </p:nvSpPr>
        <p:spPr>
          <a:xfrm>
            <a:off x="0" y="-50800"/>
            <a:ext cx="9144000" cy="635000"/>
          </a:xfrm>
          <a:prstGeom prst="rect">
            <a:avLst/>
          </a:prstGeom>
          <a:solidFill>
            <a:srgbClr val="002060"/>
          </a:solid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rgbClr val="FF0000"/>
              </a:buClr>
              <a:buSzPts val="3200"/>
              <a:buFont typeface="Times New Roman"/>
              <a:buNone/>
            </a:pPr>
            <a:r>
              <a:rPr b="1" i="0" lang="en-US" sz="3200" u="none" cap="none" strike="noStrike">
                <a:solidFill>
                  <a:schemeClr val="accent2"/>
                </a:solidFill>
                <a:latin typeface="Times New Roman"/>
                <a:ea typeface="Times New Roman"/>
                <a:cs typeface="Times New Roman"/>
                <a:sym typeface="Times New Roman"/>
              </a:rPr>
              <a:t>TUNG HÔ TIN MỪNG</a:t>
            </a:r>
            <a:endParaRPr b="1" i="0" sz="3200" u="none" cap="none" strike="noStrike">
              <a:solidFill>
                <a:schemeClr val="accent2"/>
              </a:solidFill>
              <a:latin typeface="Times New Roman"/>
              <a:ea typeface="Times New Roman"/>
              <a:cs typeface="Times New Roman"/>
              <a:sym typeface="Times New Roman"/>
            </a:endParaRPr>
          </a:p>
        </p:txBody>
      </p:sp>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5" name="Shape 725"/>
        <p:cNvGrpSpPr/>
        <p:nvPr/>
      </p:nvGrpSpPr>
      <p:grpSpPr>
        <a:xfrm>
          <a:off x="0" y="0"/>
          <a:ext cx="0" cy="0"/>
          <a:chOff x="0" y="0"/>
          <a:chExt cx="0" cy="0"/>
        </a:xfrm>
      </p:grpSpPr>
      <p:sp>
        <p:nvSpPr>
          <p:cNvPr id="726" name="Google Shape;726;g3b224b7d20a_0_95"/>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dk1"/>
              </a:buClr>
              <a:buSzPts val="8000"/>
              <a:buFont typeface="Times"/>
              <a:buNone/>
            </a:pPr>
            <a:r>
              <a:rPr b="1" lang="en-US" sz="6800">
                <a:solidFill>
                  <a:schemeClr val="lt1"/>
                </a:solidFill>
                <a:latin typeface="Times New Roman"/>
                <a:ea typeface="Times New Roman"/>
                <a:cs typeface="Times New Roman"/>
                <a:sym typeface="Times New Roman"/>
              </a:rPr>
              <a:t>Bình an trên trời và vinh quang trên các tầng trời. </a:t>
            </a:r>
            <a:r>
              <a:rPr b="1" i="1" lang="en-US" sz="6800">
                <a:solidFill>
                  <a:srgbClr val="FFFF00"/>
                </a:solidFill>
                <a:latin typeface="Times New Roman"/>
                <a:ea typeface="Times New Roman"/>
                <a:cs typeface="Times New Roman"/>
                <a:sym typeface="Times New Roman"/>
              </a:rPr>
              <a:t>All..</a:t>
            </a:r>
            <a:endParaRPr b="1" sz="6800">
              <a:solidFill>
                <a:srgbClr val="FFFF00"/>
              </a:solidFill>
              <a:latin typeface="Times New Roman"/>
              <a:ea typeface="Times New Roman"/>
              <a:cs typeface="Times New Roman"/>
              <a:sym typeface="Times New Roman"/>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0" name="Shape 730"/>
        <p:cNvGrpSpPr/>
        <p:nvPr/>
      </p:nvGrpSpPr>
      <p:grpSpPr>
        <a:xfrm>
          <a:off x="0" y="0"/>
          <a:ext cx="0" cy="0"/>
          <a:chOff x="0" y="0"/>
          <a:chExt cx="0" cy="0"/>
        </a:xfrm>
      </p:grpSpPr>
      <p:pic>
        <p:nvPicPr>
          <p:cNvPr id="731" name="Google Shape;731;g3baa6357486_0_13"/>
          <p:cNvPicPr preferRelativeResize="0"/>
          <p:nvPr/>
        </p:nvPicPr>
        <p:blipFill rotWithShape="1">
          <a:blip r:embed="rId3">
            <a:alphaModFix/>
          </a:blip>
          <a:srcRect b="0" l="0" r="0" t="0"/>
          <a:stretch/>
        </p:blipFill>
        <p:spPr>
          <a:xfrm>
            <a:off x="0" y="0"/>
            <a:ext cx="9143990" cy="5143500"/>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5" name="Shape 735"/>
        <p:cNvGrpSpPr/>
        <p:nvPr/>
      </p:nvGrpSpPr>
      <p:grpSpPr>
        <a:xfrm>
          <a:off x="0" y="0"/>
          <a:ext cx="0" cy="0"/>
          <a:chOff x="0" y="0"/>
          <a:chExt cx="0" cy="0"/>
        </a:xfrm>
      </p:grpSpPr>
      <p:pic>
        <p:nvPicPr>
          <p:cNvPr id="736" name="Google Shape;736;hf002f62f5ca6d5c_0_98"/>
          <p:cNvPicPr preferRelativeResize="0"/>
          <p:nvPr/>
        </p:nvPicPr>
        <p:blipFill rotWithShape="1">
          <a:blip r:embed="rId3">
            <a:alphaModFix/>
          </a:blip>
          <a:srcRect b="0" l="0" r="0" t="0"/>
          <a:stretch/>
        </p:blipFill>
        <p:spPr>
          <a:xfrm>
            <a:off x="0" y="0"/>
            <a:ext cx="9144003" cy="5143490"/>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0" name="Shape 740"/>
        <p:cNvGrpSpPr/>
        <p:nvPr/>
      </p:nvGrpSpPr>
      <p:grpSpPr>
        <a:xfrm>
          <a:off x="0" y="0"/>
          <a:ext cx="0" cy="0"/>
          <a:chOff x="0" y="0"/>
          <a:chExt cx="0" cy="0"/>
        </a:xfrm>
      </p:grpSpPr>
      <p:sp>
        <p:nvSpPr>
          <p:cNvPr id="741" name="Google Shape;741;p159"/>
          <p:cNvSpPr txBox="1"/>
          <p:nvPr>
            <p:ph type="ctrTitle"/>
          </p:nvPr>
        </p:nvSpPr>
        <p:spPr>
          <a:xfrm>
            <a:off x="0" y="514351"/>
            <a:ext cx="9144000" cy="4629148"/>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7200"/>
              <a:buFont typeface="Times"/>
              <a:buNone/>
            </a:pPr>
            <a:r>
              <a:rPr b="1" lang="en-US" sz="7200">
                <a:solidFill>
                  <a:schemeClr val="accent4"/>
                </a:solidFill>
                <a:latin typeface="Times"/>
                <a:ea typeface="Times"/>
                <a:cs typeface="Times"/>
                <a:sym typeface="Times"/>
              </a:rPr>
              <a:t>CT: </a:t>
            </a:r>
            <a:r>
              <a:rPr b="1" lang="en-US" sz="7200">
                <a:solidFill>
                  <a:schemeClr val="lt1"/>
                </a:solidFill>
                <a:latin typeface="Times"/>
                <a:ea typeface="Times"/>
                <a:cs typeface="Times"/>
                <a:sym typeface="Times"/>
              </a:rPr>
              <a:t>Tôi tin kính một Thiên Chúa là Cha toàn năng.</a:t>
            </a:r>
            <a:endParaRPr/>
          </a:p>
        </p:txBody>
      </p:sp>
      <p:sp>
        <p:nvSpPr>
          <p:cNvPr id="742" name="Google Shape;742;p159"/>
          <p:cNvSpPr txBox="1"/>
          <p:nvPr/>
        </p:nvSpPr>
        <p:spPr>
          <a:xfrm>
            <a:off x="0" y="0"/>
            <a:ext cx="9144000" cy="738100"/>
          </a:xfrm>
          <a:prstGeom prst="rect">
            <a:avLst/>
          </a:prstGeom>
          <a:solidFill>
            <a:srgbClr val="00206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accent4"/>
              </a:buClr>
              <a:buSzPts val="3600"/>
              <a:buFont typeface="Times New Roman"/>
              <a:buNone/>
            </a:pPr>
            <a:r>
              <a:rPr b="1" i="0" lang="en-US" sz="3600" u="none" cap="none" strike="noStrike">
                <a:solidFill>
                  <a:schemeClr val="accent4"/>
                </a:solidFill>
                <a:latin typeface="Times New Roman"/>
                <a:ea typeface="Times New Roman"/>
                <a:cs typeface="Times New Roman"/>
                <a:sym typeface="Times New Roman"/>
              </a:rPr>
              <a:t>KINH TIN KÍNH</a:t>
            </a:r>
            <a:endParaRPr b="1" i="0" sz="3600" u="none" cap="none" strike="noStrike">
              <a:solidFill>
                <a:schemeClr val="accent4"/>
              </a:solidFill>
              <a:latin typeface="Times New Roman"/>
              <a:ea typeface="Times New Roman"/>
              <a:cs typeface="Times New Roman"/>
              <a:sym typeface="Times New Roman"/>
            </a:endParaRPr>
          </a:p>
        </p:txBody>
      </p:sp>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6" name="Shape 746"/>
        <p:cNvGrpSpPr/>
        <p:nvPr/>
      </p:nvGrpSpPr>
      <p:grpSpPr>
        <a:xfrm>
          <a:off x="0" y="0"/>
          <a:ext cx="0" cy="0"/>
          <a:chOff x="0" y="0"/>
          <a:chExt cx="0" cy="0"/>
        </a:xfrm>
      </p:grpSpPr>
      <p:sp>
        <p:nvSpPr>
          <p:cNvPr id="747" name="Google Shape;747;p160"/>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Đấng tạo thành trời đất muôn vật hữu hình và vô hình.</a:t>
            </a:r>
            <a:endParaRPr>
              <a:latin typeface="Times New Roman"/>
              <a:ea typeface="Times New Roman"/>
              <a:cs typeface="Times New Roman"/>
              <a:sym typeface="Times New Roman"/>
            </a:endParaRPr>
          </a:p>
        </p:txBody>
      </p:sp>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1" name="Shape 751"/>
        <p:cNvGrpSpPr/>
        <p:nvPr/>
      </p:nvGrpSpPr>
      <p:grpSpPr>
        <a:xfrm>
          <a:off x="0" y="0"/>
          <a:ext cx="0" cy="0"/>
          <a:chOff x="0" y="0"/>
          <a:chExt cx="0" cy="0"/>
        </a:xfrm>
      </p:grpSpPr>
      <p:sp>
        <p:nvSpPr>
          <p:cNvPr id="752" name="Google Shape;752;p161"/>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kính một Chúa Giê-su Ki-tô Con Một Thiên Chúa,</a:t>
            </a:r>
            <a:endParaRPr>
              <a:latin typeface="Times New Roman"/>
              <a:ea typeface="Times New Roman"/>
              <a:cs typeface="Times New Roman"/>
              <a:sym typeface="Times New Roman"/>
            </a:endParaRPr>
          </a:p>
        </p:txBody>
      </p:sp>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62"/>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sinh bởi Đức Chúa Cha từ trước muôn đời.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1" name="Shape 761"/>
        <p:cNvGrpSpPr/>
        <p:nvPr/>
      </p:nvGrpSpPr>
      <p:grpSpPr>
        <a:xfrm>
          <a:off x="0" y="0"/>
          <a:ext cx="0" cy="0"/>
          <a:chOff x="0" y="0"/>
          <a:chExt cx="0" cy="0"/>
        </a:xfrm>
      </p:grpSpPr>
      <p:sp>
        <p:nvSpPr>
          <p:cNvPr id="762" name="Google Shape;762;p163"/>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là Thiên Chúa bởi Thiên Chúa, Ánh Sáng bởi Ánh Sáng,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6" name="Shape 766"/>
        <p:cNvGrpSpPr/>
        <p:nvPr/>
      </p:nvGrpSpPr>
      <p:grpSpPr>
        <a:xfrm>
          <a:off x="0" y="0"/>
          <a:ext cx="0" cy="0"/>
          <a:chOff x="0" y="0"/>
          <a:chExt cx="0" cy="0"/>
        </a:xfrm>
      </p:grpSpPr>
      <p:sp>
        <p:nvSpPr>
          <p:cNvPr id="767" name="Google Shape;767;p164"/>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Thiên Chúa thật bởi Thiên Chúa Thật Được sinh ra mà không phải được tạo thành,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1" name="Shape 771"/>
        <p:cNvGrpSpPr/>
        <p:nvPr/>
      </p:nvGrpSpPr>
      <p:grpSpPr>
        <a:xfrm>
          <a:off x="0" y="0"/>
          <a:ext cx="0" cy="0"/>
          <a:chOff x="0" y="0"/>
          <a:chExt cx="0" cy="0"/>
        </a:xfrm>
      </p:grpSpPr>
      <p:sp>
        <p:nvSpPr>
          <p:cNvPr id="772" name="Google Shape;772;p165"/>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đồng bản thể với Đức Chúa Cha: nhờ Người mà muôn vật được tạo thành.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6" name="Shape 776"/>
        <p:cNvGrpSpPr/>
        <p:nvPr/>
      </p:nvGrpSpPr>
      <p:grpSpPr>
        <a:xfrm>
          <a:off x="0" y="0"/>
          <a:ext cx="0" cy="0"/>
          <a:chOff x="0" y="0"/>
          <a:chExt cx="0" cy="0"/>
        </a:xfrm>
      </p:grpSpPr>
      <p:sp>
        <p:nvSpPr>
          <p:cNvPr id="777" name="Google Shape;777;p166"/>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Vì loài người chúng ta và để cứu độ chúng ta, Người đã từ trời xuống thế.</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1" name="Shape 781"/>
        <p:cNvGrpSpPr/>
        <p:nvPr/>
      </p:nvGrpSpPr>
      <p:grpSpPr>
        <a:xfrm>
          <a:off x="0" y="0"/>
          <a:ext cx="0" cy="0"/>
          <a:chOff x="0" y="0"/>
          <a:chExt cx="0" cy="0"/>
        </a:xfrm>
      </p:grpSpPr>
      <p:sp>
        <p:nvSpPr>
          <p:cNvPr id="782" name="Google Shape;782;p167"/>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6800">
                <a:solidFill>
                  <a:schemeClr val="lt1"/>
                </a:solidFill>
                <a:latin typeface="Times New Roman"/>
                <a:ea typeface="Times New Roman"/>
                <a:cs typeface="Times New Roman"/>
                <a:sym typeface="Times New Roman"/>
              </a:rPr>
              <a:t>Bởi phép Đức Chúa Thánh Thần Người đã nhập thể trong lòng Trinh Nữ Maria, và đã làm người.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68"/>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chịu đóng đinh vào thập giá vì chúng ta, Thời quan Phong-xi-ô Phi-la-tô;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69"/>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chịu khổ hình và mai táng, ngày thứ ba Người sống lại như lời Thánh Kinh.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6" name="Shape 796"/>
        <p:cNvGrpSpPr/>
        <p:nvPr/>
      </p:nvGrpSpPr>
      <p:grpSpPr>
        <a:xfrm>
          <a:off x="0" y="0"/>
          <a:ext cx="0" cy="0"/>
          <a:chOff x="0" y="0"/>
          <a:chExt cx="0" cy="0"/>
        </a:xfrm>
      </p:grpSpPr>
      <p:sp>
        <p:nvSpPr>
          <p:cNvPr id="797" name="Google Shape;797;p170"/>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Người lên trời, ngự bên hữu Đức Chúa Cha, và Người sẽ lại đến trong vinh quang</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1" name="Shape 801"/>
        <p:cNvGrpSpPr/>
        <p:nvPr/>
      </p:nvGrpSpPr>
      <p:grpSpPr>
        <a:xfrm>
          <a:off x="0" y="0"/>
          <a:ext cx="0" cy="0"/>
          <a:chOff x="0" y="0"/>
          <a:chExt cx="0" cy="0"/>
        </a:xfrm>
      </p:grpSpPr>
      <p:sp>
        <p:nvSpPr>
          <p:cNvPr id="802" name="Google Shape;802;p171"/>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để phán xét kẻ sống và kẻ chết, Nước Người sẽ không bao giờ cùng.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6" name="Shape 806"/>
        <p:cNvGrpSpPr/>
        <p:nvPr/>
      </p:nvGrpSpPr>
      <p:grpSpPr>
        <a:xfrm>
          <a:off x="0" y="0"/>
          <a:ext cx="0" cy="0"/>
          <a:chOff x="0" y="0"/>
          <a:chExt cx="0" cy="0"/>
        </a:xfrm>
      </p:grpSpPr>
      <p:sp>
        <p:nvSpPr>
          <p:cNvPr id="807" name="Google Shape;807;p172"/>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kính Đức Chúa Thánh Thần là Thiên Chúa và là Đấng ban sự sống,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1" name="Shape 811"/>
        <p:cNvGrpSpPr/>
        <p:nvPr/>
      </p:nvGrpSpPr>
      <p:grpSpPr>
        <a:xfrm>
          <a:off x="0" y="0"/>
          <a:ext cx="0" cy="0"/>
          <a:chOff x="0" y="0"/>
          <a:chExt cx="0" cy="0"/>
        </a:xfrm>
      </p:grpSpPr>
      <p:sp>
        <p:nvSpPr>
          <p:cNvPr id="812" name="Google Shape;812;p173"/>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bởi Đức Chúa Cha và Đức Chúa Con mà ra.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sp>
        <p:nvSpPr>
          <p:cNvPr id="817" name="Google Shape;817;p174"/>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được phụng thờ và tôn vinh cùng với Đức Chúa Cha và Đức Chúa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1" name="Shape 821"/>
        <p:cNvGrpSpPr/>
        <p:nvPr/>
      </p:nvGrpSpPr>
      <p:grpSpPr>
        <a:xfrm>
          <a:off x="0" y="0"/>
          <a:ext cx="0" cy="0"/>
          <a:chOff x="0" y="0"/>
          <a:chExt cx="0" cy="0"/>
        </a:xfrm>
      </p:grpSpPr>
      <p:sp>
        <p:nvSpPr>
          <p:cNvPr id="822" name="Google Shape;822;p175"/>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đã dùng các Tiên tri mà phán dạy.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76"/>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Hội Thánh duy nhất, thánh thiện, công giáo và tông truyền.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sp>
        <p:nvSpPr>
          <p:cNvPr id="832" name="Google Shape;832;p177"/>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tuyên xưng có một Phép Rửa để tha tội.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6" name="Shape 836"/>
        <p:cNvGrpSpPr/>
        <p:nvPr/>
      </p:nvGrpSpPr>
      <p:grpSpPr>
        <a:xfrm>
          <a:off x="0" y="0"/>
          <a:ext cx="0" cy="0"/>
          <a:chOff x="0" y="0"/>
          <a:chExt cx="0" cy="0"/>
        </a:xfrm>
      </p:grpSpPr>
      <p:sp>
        <p:nvSpPr>
          <p:cNvPr id="837" name="Google Shape;837;p178"/>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trông đợi kẻ chết sống lại và sự sống đời sau.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hf002f62f5ca6d5c_0_102"/>
          <p:cNvPicPr preferRelativeResize="0"/>
          <p:nvPr/>
        </p:nvPicPr>
        <p:blipFill rotWithShape="1">
          <a:blip r:embed="rId3">
            <a:alphaModFix/>
          </a:blip>
          <a:srcRect b="0" l="0" r="0" t="0"/>
          <a:stretch/>
        </p:blipFill>
        <p:spPr>
          <a:xfrm>
            <a:off x="0" y="0"/>
            <a:ext cx="9144003" cy="5143490"/>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6" name="Shape 846"/>
        <p:cNvGrpSpPr/>
        <p:nvPr/>
      </p:nvGrpSpPr>
      <p:grpSpPr>
        <a:xfrm>
          <a:off x="0" y="0"/>
          <a:ext cx="0" cy="0"/>
          <a:chOff x="0" y="0"/>
          <a:chExt cx="0" cy="0"/>
        </a:xfrm>
      </p:grpSpPr>
      <p:sp>
        <p:nvSpPr>
          <p:cNvPr id="847" name="Google Shape;847;g3f95afb83fa_0_24"/>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DÂNG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LÀ ĐÂY CỦA LỄ</a:t>
            </a:r>
            <a:endParaRPr b="1" sz="6700">
              <a:solidFill>
                <a:srgbClr val="FFFF00"/>
              </a:solidFill>
              <a:latin typeface="Times New Roman"/>
              <a:ea typeface="Times New Roman"/>
              <a:cs typeface="Times New Roman"/>
              <a:sym typeface="Times New Roman"/>
            </a:endParaRPr>
          </a:p>
          <a:p>
            <a:pPr indent="0" lvl="0" marL="0" rtl="0" algn="ctr">
              <a:lnSpc>
                <a:spcPct val="90000"/>
              </a:lnSpc>
              <a:spcBef>
                <a:spcPts val="0"/>
              </a:spcBef>
              <a:spcAft>
                <a:spcPts val="0"/>
              </a:spcAft>
              <a:buClr>
                <a:schemeClr val="dk1"/>
              </a:buClr>
              <a:buSzPts val="4700"/>
              <a:buFont typeface="Times New Roman"/>
              <a:buNone/>
            </a:pPr>
            <a:r>
              <a:rPr b="1" i="1" lang="en-US" sz="4700">
                <a:solidFill>
                  <a:schemeClr val="accent4"/>
                </a:solidFill>
                <a:latin typeface="Times New Roman"/>
                <a:ea typeface="Times New Roman"/>
                <a:cs typeface="Times New Roman"/>
                <a:sym typeface="Times New Roman"/>
              </a:rPr>
              <a:t>(Ngọc Linh)</a:t>
            </a:r>
            <a:endParaRPr b="1" sz="6700">
              <a:solidFill>
                <a:srgbClr val="FFFF00"/>
              </a:solidFill>
              <a:latin typeface="Times New Roman"/>
              <a:ea typeface="Times New Roman"/>
              <a:cs typeface="Times New Roman"/>
              <a:sym typeface="Times New Roman"/>
            </a:endParaRPr>
          </a:p>
        </p:txBody>
      </p:sp>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1" name="Shape 851"/>
        <p:cNvGrpSpPr/>
        <p:nvPr/>
      </p:nvGrpSpPr>
      <p:grpSpPr>
        <a:xfrm>
          <a:off x="0" y="0"/>
          <a:ext cx="0" cy="0"/>
          <a:chOff x="0" y="0"/>
          <a:chExt cx="0" cy="0"/>
        </a:xfrm>
      </p:grpSpPr>
      <p:sp>
        <p:nvSpPr>
          <p:cNvPr id="852" name="Google Shape;852;g3f69acae762_0_1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1. </a:t>
            </a:r>
            <a:r>
              <a:rPr b="1" lang="en-US" sz="7500">
                <a:solidFill>
                  <a:schemeClr val="lt1"/>
                </a:solidFill>
                <a:latin typeface="Times New Roman"/>
                <a:ea typeface="Times New Roman"/>
                <a:cs typeface="Times New Roman"/>
                <a:sym typeface="Times New Roman"/>
              </a:rPr>
              <a:t>Với những lao nhọc mồ hôi nước mắt, với những ưu phiền và những xót xa,</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6" name="Shape 856"/>
        <p:cNvGrpSpPr/>
        <p:nvPr/>
      </p:nvGrpSpPr>
      <p:grpSpPr>
        <a:xfrm>
          <a:off x="0" y="0"/>
          <a:ext cx="0" cy="0"/>
          <a:chOff x="0" y="0"/>
          <a:chExt cx="0" cy="0"/>
        </a:xfrm>
      </p:grpSpPr>
      <p:sp>
        <p:nvSpPr>
          <p:cNvPr id="857" name="Google Shape;857;g3f69acae762_0_12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là đây của lễ tiến dâng về Cha, là đây của lễ, lễ dâng mọn hèn.</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1" name="Shape 861"/>
        <p:cNvGrpSpPr/>
        <p:nvPr/>
      </p:nvGrpSpPr>
      <p:grpSpPr>
        <a:xfrm>
          <a:off x="0" y="0"/>
          <a:ext cx="0" cy="0"/>
          <a:chOff x="0" y="0"/>
          <a:chExt cx="0" cy="0"/>
        </a:xfrm>
      </p:grpSpPr>
      <p:sp>
        <p:nvSpPr>
          <p:cNvPr id="862" name="Google Shape;862;g3fac4c6c2fc_0_7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Xin cho cuộc đời con như bánh rượu lừng hương.</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6" name="Shape 866"/>
        <p:cNvGrpSpPr/>
        <p:nvPr/>
      </p:nvGrpSpPr>
      <p:grpSpPr>
        <a:xfrm>
          <a:off x="0" y="0"/>
          <a:ext cx="0" cy="0"/>
          <a:chOff x="0" y="0"/>
          <a:chExt cx="0" cy="0"/>
        </a:xfrm>
      </p:grpSpPr>
      <p:sp>
        <p:nvSpPr>
          <p:cNvPr id="867" name="Google Shape;867;hf002f62f5ca6d5c_0_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Xin cho cuộc đời con luôn sáng ngời yêu thương.</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1" name="Shape 871"/>
        <p:cNvGrpSpPr/>
        <p:nvPr/>
      </p:nvGrpSpPr>
      <p:grpSpPr>
        <a:xfrm>
          <a:off x="0" y="0"/>
          <a:ext cx="0" cy="0"/>
          <a:chOff x="0" y="0"/>
          <a:chExt cx="0" cy="0"/>
        </a:xfrm>
      </p:grpSpPr>
      <p:sp>
        <p:nvSpPr>
          <p:cNvPr id="872" name="Google Shape;872;g3fb3359abd2_0_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400">
                <a:solidFill>
                  <a:srgbClr val="FFFF00"/>
                </a:solidFill>
                <a:latin typeface="Times New Roman"/>
                <a:ea typeface="Times New Roman"/>
                <a:cs typeface="Times New Roman"/>
                <a:sym typeface="Times New Roman"/>
              </a:rPr>
              <a:t>2. </a:t>
            </a:r>
            <a:r>
              <a:rPr b="1" lang="en-US" sz="7400">
                <a:solidFill>
                  <a:schemeClr val="lt1"/>
                </a:solidFill>
                <a:latin typeface="Times New Roman"/>
                <a:ea typeface="Times New Roman"/>
                <a:cs typeface="Times New Roman"/>
                <a:sym typeface="Times New Roman"/>
              </a:rPr>
              <a:t>Với những vui buồn thời gian lớp lớp, với những kiếm tìm và những ước mơ,</a:t>
            </a:r>
            <a:endParaRPr b="1" sz="7400">
              <a:solidFill>
                <a:schemeClr val="lt1"/>
              </a:solidFill>
              <a:latin typeface="Times New Roman"/>
              <a:ea typeface="Times New Roman"/>
              <a:cs typeface="Times New Roman"/>
              <a:sym typeface="Times New Roman"/>
            </a:endParaRPr>
          </a:p>
        </p:txBody>
      </p:sp>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6" name="Shape 876"/>
        <p:cNvGrpSpPr/>
        <p:nvPr/>
      </p:nvGrpSpPr>
      <p:grpSpPr>
        <a:xfrm>
          <a:off x="0" y="0"/>
          <a:ext cx="0" cy="0"/>
          <a:chOff x="0" y="0"/>
          <a:chExt cx="0" cy="0"/>
        </a:xfrm>
      </p:grpSpPr>
      <p:sp>
        <p:nvSpPr>
          <p:cNvPr id="877" name="Google Shape;877;g3fb3359abd2_0_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là đây của lễ tiến dâng về Cha, là đây của lễ, lễ dâng mọn hèn.</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hf002f62f5ca6d5c_0_3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Xin cho cuộc đời con như bánh rượu lừng hương.</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6" name="Shape 886"/>
        <p:cNvGrpSpPr/>
        <p:nvPr/>
      </p:nvGrpSpPr>
      <p:grpSpPr>
        <a:xfrm>
          <a:off x="0" y="0"/>
          <a:ext cx="0" cy="0"/>
          <a:chOff x="0" y="0"/>
          <a:chExt cx="0" cy="0"/>
        </a:xfrm>
      </p:grpSpPr>
      <p:sp>
        <p:nvSpPr>
          <p:cNvPr id="887" name="Google Shape;887;hf002f62f5ca6d5c_0_3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Xin cho cuộc đời con luôn sáng ngời yêu thương.</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1" name="Shape 891"/>
        <p:cNvGrpSpPr/>
        <p:nvPr/>
      </p:nvGrpSpPr>
      <p:grpSpPr>
        <a:xfrm>
          <a:off x="0" y="0"/>
          <a:ext cx="0" cy="0"/>
          <a:chOff x="0" y="0"/>
          <a:chExt cx="0" cy="0"/>
        </a:xfrm>
      </p:grpSpPr>
      <p:sp>
        <p:nvSpPr>
          <p:cNvPr id="892" name="Google Shape;892;hf002f62f5ca6d5c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3. </a:t>
            </a:r>
            <a:r>
              <a:rPr b="1" lang="en-US" sz="7500">
                <a:solidFill>
                  <a:schemeClr val="lt1"/>
                </a:solidFill>
                <a:latin typeface="Times New Roman"/>
                <a:ea typeface="Times New Roman"/>
                <a:cs typeface="Times New Roman"/>
                <a:sym typeface="Times New Roman"/>
              </a:rPr>
              <a:t>Với những oán hờn nhỏ nhen cố chấp, với những đố kỵ và những ghét ghen,</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6" name="Shape 896"/>
        <p:cNvGrpSpPr/>
        <p:nvPr/>
      </p:nvGrpSpPr>
      <p:grpSpPr>
        <a:xfrm>
          <a:off x="0" y="0"/>
          <a:ext cx="0" cy="0"/>
          <a:chOff x="0" y="0"/>
          <a:chExt cx="0" cy="0"/>
        </a:xfrm>
      </p:grpSpPr>
      <p:sp>
        <p:nvSpPr>
          <p:cNvPr id="897" name="Google Shape;897;hf002f62f5ca6d5c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là đây của lễ tiến dâng về Cha, là đây của lễ, lễ dâng mọn hèn.</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1" name="Shape 901"/>
        <p:cNvGrpSpPr/>
        <p:nvPr/>
      </p:nvGrpSpPr>
      <p:grpSpPr>
        <a:xfrm>
          <a:off x="0" y="0"/>
          <a:ext cx="0" cy="0"/>
          <a:chOff x="0" y="0"/>
          <a:chExt cx="0" cy="0"/>
        </a:xfrm>
      </p:grpSpPr>
      <p:sp>
        <p:nvSpPr>
          <p:cNvPr id="902" name="Google Shape;902;hf002f62f5ca6d5c_0_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Xin cho cuộc đời con như bánh rượu lừng hương.</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6" name="Shape 906"/>
        <p:cNvGrpSpPr/>
        <p:nvPr/>
      </p:nvGrpSpPr>
      <p:grpSpPr>
        <a:xfrm>
          <a:off x="0" y="0"/>
          <a:ext cx="0" cy="0"/>
          <a:chOff x="0" y="0"/>
          <a:chExt cx="0" cy="0"/>
        </a:xfrm>
      </p:grpSpPr>
      <p:sp>
        <p:nvSpPr>
          <p:cNvPr id="907" name="Google Shape;907;hf002f62f5ca6d5c_0_2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Xin cho cuộc đời con luôn sáng ngời yêu thương.</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pic>
        <p:nvPicPr>
          <p:cNvPr id="912" name="Google Shape;912;g3e5a0c7ab5b_0_256"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6" name="Shape 916"/>
        <p:cNvGrpSpPr/>
        <p:nvPr/>
      </p:nvGrpSpPr>
      <p:grpSpPr>
        <a:xfrm>
          <a:off x="0" y="0"/>
          <a:ext cx="0" cy="0"/>
          <a:chOff x="0" y="0"/>
          <a:chExt cx="0" cy="0"/>
        </a:xfrm>
      </p:grpSpPr>
      <p:sp>
        <p:nvSpPr>
          <p:cNvPr id="917" name="Google Shape;917;p202"/>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4000"/>
              <a:buFont typeface="Times"/>
              <a:buNone/>
            </a:pPr>
            <a:br>
              <a:rPr b="1" lang="en-US" sz="4000">
                <a:solidFill>
                  <a:schemeClr val="accent4"/>
                </a:solidFill>
                <a:latin typeface="Times"/>
                <a:ea typeface="Times"/>
                <a:cs typeface="Times"/>
                <a:sym typeface="Times"/>
              </a:rPr>
            </a:br>
            <a:r>
              <a:rPr b="1" lang="en-US" sz="4000">
                <a:solidFill>
                  <a:schemeClr val="accent4"/>
                </a:solidFill>
                <a:latin typeface="Times"/>
                <a:ea typeface="Times"/>
                <a:cs typeface="Times"/>
                <a:sym typeface="Times"/>
              </a:rPr>
              <a:t>KINH THÁNH, THÁNH</a:t>
            </a:r>
            <a:br>
              <a:rPr b="1" lang="en-US" sz="4000">
                <a:solidFill>
                  <a:schemeClr val="accent4"/>
                </a:solidFill>
                <a:latin typeface="Times"/>
                <a:ea typeface="Times"/>
                <a:cs typeface="Times"/>
                <a:sym typeface="Times"/>
              </a:rPr>
            </a:br>
            <a:r>
              <a:rPr b="1" lang="en-US" sz="7200">
                <a:solidFill>
                  <a:schemeClr val="lt1"/>
                </a:solidFill>
                <a:latin typeface="Times"/>
                <a:ea typeface="Times"/>
                <a:cs typeface="Times"/>
                <a:sym typeface="Times"/>
              </a:rPr>
              <a:t>Thánh, Thánh, Thánh. Chúa là Thiên Chúa các đạo binh</a:t>
            </a:r>
            <a:br>
              <a:rPr b="1" lang="en-US" sz="7200">
                <a:solidFill>
                  <a:schemeClr val="lt1"/>
                </a:solidFill>
                <a:latin typeface="Times"/>
                <a:ea typeface="Times"/>
                <a:cs typeface="Times"/>
                <a:sym typeface="Times"/>
              </a:rPr>
            </a:br>
            <a:endParaRPr b="1" sz="7200">
              <a:solidFill>
                <a:schemeClr val="lt1"/>
              </a:solidFill>
              <a:latin typeface="Times"/>
              <a:ea typeface="Times"/>
              <a:cs typeface="Times"/>
              <a:sym typeface="Times"/>
            </a:endParaRPr>
          </a:p>
        </p:txBody>
      </p:sp>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1" name="Shape 921"/>
        <p:cNvGrpSpPr/>
        <p:nvPr/>
      </p:nvGrpSpPr>
      <p:grpSpPr>
        <a:xfrm>
          <a:off x="0" y="0"/>
          <a:ext cx="0" cy="0"/>
          <a:chOff x="0" y="0"/>
          <a:chExt cx="0" cy="0"/>
        </a:xfrm>
      </p:grpSpPr>
      <p:sp>
        <p:nvSpPr>
          <p:cNvPr id="922" name="Google Shape;922;p203"/>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a:ea typeface="Times"/>
                <a:cs typeface="Times"/>
                <a:sym typeface="Times"/>
              </a:rPr>
              <a:t>Trời đất đầy vinh quang Chúa. Hoan hô Chúa trên các tầng trời.</a:t>
            </a:r>
            <a:endParaRPr b="1" sz="7200">
              <a:solidFill>
                <a:schemeClr val="lt1"/>
              </a:solidFill>
              <a:latin typeface="Times"/>
              <a:ea typeface="Times"/>
              <a:cs typeface="Times"/>
              <a:sym typeface="Times"/>
            </a:endParaRPr>
          </a:p>
        </p:txBody>
      </p:sp>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6" name="Shape 926"/>
        <p:cNvGrpSpPr/>
        <p:nvPr/>
      </p:nvGrpSpPr>
      <p:grpSpPr>
        <a:xfrm>
          <a:off x="0" y="0"/>
          <a:ext cx="0" cy="0"/>
          <a:chOff x="0" y="0"/>
          <a:chExt cx="0" cy="0"/>
        </a:xfrm>
      </p:grpSpPr>
      <p:sp>
        <p:nvSpPr>
          <p:cNvPr id="927" name="Google Shape;927;p204"/>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a:ea typeface="Times"/>
                <a:cs typeface="Times"/>
                <a:sym typeface="Times"/>
              </a:rPr>
              <a:t>Chúc tụng Đấng ngự đến nhân danh Chúa. Hoan hô Chúa trên các tầng trời.</a:t>
            </a:r>
            <a:endParaRPr b="1" sz="7200">
              <a:solidFill>
                <a:schemeClr val="lt1"/>
              </a:solidFill>
              <a:latin typeface="Times"/>
              <a:ea typeface="Times"/>
              <a:cs typeface="Times"/>
              <a:sym typeface="Times"/>
            </a:endParaRPr>
          </a:p>
        </p:txBody>
      </p:sp>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pic>
        <p:nvPicPr>
          <p:cNvPr id="932" name="Google Shape;932;g3e5a0c7ab5b_0_335"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6" name="Shape 936"/>
        <p:cNvGrpSpPr/>
        <p:nvPr/>
      </p:nvGrpSpPr>
      <p:grpSpPr>
        <a:xfrm>
          <a:off x="0" y="0"/>
          <a:ext cx="0" cy="0"/>
          <a:chOff x="0" y="0"/>
          <a:chExt cx="0" cy="0"/>
        </a:xfrm>
      </p:grpSpPr>
      <p:sp>
        <p:nvSpPr>
          <p:cNvPr id="937" name="Google Shape;937;g3a42a8b53c1_2_268"/>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4000"/>
              <a:buFont typeface="Times"/>
              <a:buNone/>
            </a:pPr>
            <a:br>
              <a:rPr b="1" lang="en-US" sz="4000">
                <a:solidFill>
                  <a:schemeClr val="accent4"/>
                </a:solidFill>
                <a:latin typeface="Times New Roman"/>
                <a:ea typeface="Times New Roman"/>
                <a:cs typeface="Times New Roman"/>
                <a:sym typeface="Times New Roman"/>
              </a:rPr>
            </a:br>
            <a:r>
              <a:rPr b="1" lang="en-US" sz="4000">
                <a:solidFill>
                  <a:schemeClr val="accent4"/>
                </a:solidFill>
                <a:latin typeface="Times New Roman"/>
                <a:ea typeface="Times New Roman"/>
                <a:cs typeface="Times New Roman"/>
                <a:sym typeface="Times New Roman"/>
              </a:rPr>
              <a:t>CHIÊN THIÊN CHÚA</a:t>
            </a:r>
            <a:endParaRPr b="1" sz="4000">
              <a:solidFill>
                <a:schemeClr val="accent4"/>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accent4"/>
              </a:buClr>
              <a:buSzPts val="4000"/>
              <a:buFont typeface="Times"/>
              <a:buNone/>
            </a:pPr>
            <a:r>
              <a:rPr b="1" lang="en-US" sz="6600">
                <a:solidFill>
                  <a:schemeClr val="lt1"/>
                </a:solidFill>
                <a:latin typeface="Times New Roman"/>
                <a:ea typeface="Times New Roman"/>
                <a:cs typeface="Times New Roman"/>
                <a:sym typeface="Times New Roman"/>
              </a:rPr>
              <a:t>Lạy Chiên Thiên Chúa, Đấng xóa tội trần gian, xin thương xót chúng con.</a:t>
            </a:r>
            <a:br>
              <a:rPr b="1" lang="en-US" sz="7200">
                <a:solidFill>
                  <a:schemeClr val="lt1"/>
                </a:solidFill>
                <a:latin typeface="Times New Roman"/>
                <a:ea typeface="Times New Roman"/>
                <a:cs typeface="Times New Roman"/>
                <a:sym typeface="Times New Roman"/>
              </a:rPr>
            </a:b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1" name="Shape 941"/>
        <p:cNvGrpSpPr/>
        <p:nvPr/>
      </p:nvGrpSpPr>
      <p:grpSpPr>
        <a:xfrm>
          <a:off x="0" y="0"/>
          <a:ext cx="0" cy="0"/>
          <a:chOff x="0" y="0"/>
          <a:chExt cx="0" cy="0"/>
        </a:xfrm>
      </p:grpSpPr>
      <p:sp>
        <p:nvSpPr>
          <p:cNvPr id="942" name="Google Shape;942;p207"/>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Lạy Chiên Thiên Chúa, Đấng xóa tội trần gian: xin thương xót chúng con.</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6" name="Shape 946"/>
        <p:cNvGrpSpPr/>
        <p:nvPr/>
      </p:nvGrpSpPr>
      <p:grpSpPr>
        <a:xfrm>
          <a:off x="0" y="0"/>
          <a:ext cx="0" cy="0"/>
          <a:chOff x="0" y="0"/>
          <a:chExt cx="0" cy="0"/>
        </a:xfrm>
      </p:grpSpPr>
      <p:sp>
        <p:nvSpPr>
          <p:cNvPr id="947" name="Google Shape;947;p208"/>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Lạy Chiên Thiên Chúa, Đấng xóa tội trần gian: xin ban bình an cho chúng con.</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1" name="Shape 951"/>
        <p:cNvGrpSpPr/>
        <p:nvPr/>
      </p:nvGrpSpPr>
      <p:grpSpPr>
        <a:xfrm>
          <a:off x="0" y="0"/>
          <a:ext cx="0" cy="0"/>
          <a:chOff x="0" y="0"/>
          <a:chExt cx="0" cy="0"/>
        </a:xfrm>
      </p:grpSpPr>
      <p:pic>
        <p:nvPicPr>
          <p:cNvPr id="952" name="Google Shape;952;g3e5a0c7ab5b_0_339"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6" name="Shape 956"/>
        <p:cNvGrpSpPr/>
        <p:nvPr/>
      </p:nvGrpSpPr>
      <p:grpSpPr>
        <a:xfrm>
          <a:off x="0" y="0"/>
          <a:ext cx="0" cy="0"/>
          <a:chOff x="0" y="0"/>
          <a:chExt cx="0" cy="0"/>
        </a:xfrm>
      </p:grpSpPr>
      <p:sp>
        <p:nvSpPr>
          <p:cNvPr id="957" name="Google Shape;957;g3e9ce9eb37a_0_183"/>
          <p:cNvSpPr txBox="1"/>
          <p:nvPr>
            <p:ph type="ctrTitle"/>
          </p:nvPr>
        </p:nvSpPr>
        <p:spPr>
          <a:xfrm>
            <a:off x="0" y="680400"/>
            <a:ext cx="9144000" cy="44631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4"/>
              </a:buClr>
              <a:buSzPts val="4000"/>
              <a:buFont typeface="Times"/>
              <a:buNone/>
            </a:pPr>
            <a:r>
              <a:rPr b="1" lang="en-US" sz="8000">
                <a:solidFill>
                  <a:schemeClr val="lt1"/>
                </a:solidFill>
                <a:latin typeface="Times New Roman"/>
                <a:ea typeface="Times New Roman"/>
                <a:cs typeface="Times New Roman"/>
                <a:sym typeface="Times New Roman"/>
              </a:rPr>
              <a:t>Ôi Thiên Chúa, cao quý thay ân sủng của Ngài. </a:t>
            </a:r>
            <a:endParaRPr b="1" sz="8000">
              <a:solidFill>
                <a:schemeClr val="lt1"/>
              </a:solidFill>
              <a:latin typeface="Times New Roman"/>
              <a:ea typeface="Times New Roman"/>
              <a:cs typeface="Times New Roman"/>
              <a:sym typeface="Times New Roman"/>
            </a:endParaRPr>
          </a:p>
        </p:txBody>
      </p:sp>
      <p:sp>
        <p:nvSpPr>
          <p:cNvPr id="958" name="Google Shape;958;g3e9ce9eb37a_0_183"/>
          <p:cNvSpPr txBox="1"/>
          <p:nvPr/>
        </p:nvSpPr>
        <p:spPr>
          <a:xfrm>
            <a:off x="0" y="0"/>
            <a:ext cx="9144000" cy="800400"/>
          </a:xfrm>
          <a:prstGeom prst="rect">
            <a:avLst/>
          </a:prstGeom>
          <a:solidFill>
            <a:srgbClr val="002060"/>
          </a:solid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4000"/>
              <a:buFont typeface="Arial"/>
              <a:buNone/>
            </a:pPr>
            <a:r>
              <a:rPr b="1" i="0" lang="en-US" sz="4000" u="none" cap="none" strike="noStrike">
                <a:solidFill>
                  <a:schemeClr val="accent4"/>
                </a:solidFill>
                <a:latin typeface="Times"/>
                <a:ea typeface="Times"/>
                <a:cs typeface="Times"/>
                <a:sym typeface="Times"/>
              </a:rPr>
              <a:t>CA HIỆP LỄ</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g3fac4c6c2fc_0_97"/>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4"/>
              </a:buClr>
              <a:buSzPts val="4000"/>
              <a:buFont typeface="Times"/>
              <a:buNone/>
            </a:pPr>
            <a:r>
              <a:rPr b="1" lang="en-US" sz="8000">
                <a:solidFill>
                  <a:schemeClr val="lt1"/>
                </a:solidFill>
                <a:latin typeface="Times New Roman"/>
                <a:ea typeface="Times New Roman"/>
                <a:cs typeface="Times New Roman"/>
                <a:sym typeface="Times New Roman"/>
              </a:rPr>
              <a:t>Con người ta tìm nương tựa trong bóng cánh của Ngài.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7" name="Shape 967"/>
        <p:cNvGrpSpPr/>
        <p:nvPr/>
      </p:nvGrpSpPr>
      <p:grpSpPr>
        <a:xfrm>
          <a:off x="0" y="0"/>
          <a:ext cx="0" cy="0"/>
          <a:chOff x="0" y="0"/>
          <a:chExt cx="0" cy="0"/>
        </a:xfrm>
      </p:grpSpPr>
      <p:pic>
        <p:nvPicPr>
          <p:cNvPr id="968" name="Google Shape;968;g3e5a0c7ab5b_0_343"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g3f491e64396_0_48"/>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HIỆP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YÊU ĐỜI</a:t>
            </a:r>
            <a:br>
              <a:rPr b="1" lang="en-US" sz="6700">
                <a:solidFill>
                  <a:srgbClr val="FFFF00"/>
                </a:solidFill>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YÊU NGƯỜI</a:t>
            </a:r>
            <a:br>
              <a:rPr b="1" lang="en-US" sz="6700">
                <a:solidFill>
                  <a:srgbClr val="FFFF00"/>
                </a:solidFill>
                <a:latin typeface="Times New Roman"/>
                <a:ea typeface="Times New Roman"/>
                <a:cs typeface="Times New Roman"/>
                <a:sym typeface="Times New Roman"/>
              </a:rPr>
            </a:br>
            <a:r>
              <a:rPr b="1" i="1" lang="en-US" sz="4700">
                <a:solidFill>
                  <a:schemeClr val="accent4"/>
                </a:solidFill>
                <a:latin typeface="Times New Roman"/>
                <a:ea typeface="Times New Roman"/>
                <a:cs typeface="Times New Roman"/>
                <a:sym typeface="Times New Roman"/>
              </a:rPr>
              <a:t>(Phanxicô)</a:t>
            </a:r>
            <a:endParaRPr b="1" sz="6700">
              <a:solidFill>
                <a:schemeClr val="accent4"/>
              </a:solidFill>
              <a:latin typeface="Times New Roman"/>
              <a:ea typeface="Times New Roman"/>
              <a:cs typeface="Times New Roman"/>
              <a:sym typeface="Times New Roman"/>
            </a:endParaRPr>
          </a:p>
        </p:txBody>
      </p:sp>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7" name="Shape 977"/>
        <p:cNvGrpSpPr/>
        <p:nvPr/>
      </p:nvGrpSpPr>
      <p:grpSpPr>
        <a:xfrm>
          <a:off x="0" y="0"/>
          <a:ext cx="0" cy="0"/>
          <a:chOff x="0" y="0"/>
          <a:chExt cx="0" cy="0"/>
        </a:xfrm>
      </p:grpSpPr>
      <p:sp>
        <p:nvSpPr>
          <p:cNvPr id="978" name="Google Shape;978;g3f491e64396_0_5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Tình yêu đáp đền tình yêu ân tình đền đáp ân tình.</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2" name="Shape 982"/>
        <p:cNvGrpSpPr/>
        <p:nvPr/>
      </p:nvGrpSpPr>
      <p:grpSpPr>
        <a:xfrm>
          <a:off x="0" y="0"/>
          <a:ext cx="0" cy="0"/>
          <a:chOff x="0" y="0"/>
          <a:chExt cx="0" cy="0"/>
        </a:xfrm>
      </p:grpSpPr>
      <p:sp>
        <p:nvSpPr>
          <p:cNvPr id="983" name="Google Shape;983;g3f491e64396_0_6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Tình yêu Thiên Chúa cao mãi muôn đời.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g3fb3359abd2_0_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Xin cho con tình yêu thiết tha. </a:t>
            </a:r>
            <a:endParaRPr b="1" sz="8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Lòng bao la thắm như màu lá.</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2" name="Shape 992"/>
        <p:cNvGrpSpPr/>
        <p:nvPr/>
      </p:nvGrpSpPr>
      <p:grpSpPr>
        <a:xfrm>
          <a:off x="0" y="0"/>
          <a:ext cx="0" cy="0"/>
          <a:chOff x="0" y="0"/>
          <a:chExt cx="0" cy="0"/>
        </a:xfrm>
      </p:grpSpPr>
      <p:sp>
        <p:nvSpPr>
          <p:cNvPr id="993" name="Google Shape;993;g3fb3359abd2_0_8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Xin cho con yêu dấu muôn đời.</a:t>
            </a:r>
            <a:endParaRPr b="1" sz="8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Xin cho con yêu đời yêu người.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7" name="Shape 997"/>
        <p:cNvGrpSpPr/>
        <p:nvPr/>
      </p:nvGrpSpPr>
      <p:grpSpPr>
        <a:xfrm>
          <a:off x="0" y="0"/>
          <a:ext cx="0" cy="0"/>
          <a:chOff x="0" y="0"/>
          <a:chExt cx="0" cy="0"/>
        </a:xfrm>
      </p:grpSpPr>
      <p:sp>
        <p:nvSpPr>
          <p:cNvPr id="998" name="Google Shape;998;g3f95afb83fa_0_14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1. </a:t>
            </a:r>
            <a:r>
              <a:rPr b="1" lang="en-US" sz="8000">
                <a:solidFill>
                  <a:schemeClr val="lt1"/>
                </a:solidFill>
                <a:latin typeface="Times New Roman"/>
                <a:ea typeface="Times New Roman"/>
                <a:cs typeface="Times New Roman"/>
                <a:sym typeface="Times New Roman"/>
              </a:rPr>
              <a:t>Xin cho con yêu đời yêu người. Cảm niềm tin đi thắp môi cười.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2" name="Shape 1002"/>
        <p:cNvGrpSpPr/>
        <p:nvPr/>
      </p:nvGrpSpPr>
      <p:grpSpPr>
        <a:xfrm>
          <a:off x="0" y="0"/>
          <a:ext cx="0" cy="0"/>
          <a:chOff x="0" y="0"/>
          <a:chExt cx="0" cy="0"/>
        </a:xfrm>
      </p:grpSpPr>
      <p:sp>
        <p:nvSpPr>
          <p:cNvPr id="1003" name="Google Shape;1003;g3f54ad4d3bd_0_1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Dù một đời khổ đau không thôi. Tìm nhau vẫn thấy trong nhau là niềm vui,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hf002f62f5ca6d5c_0_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nhìn nhau vẫn thấy trong nhau đẹp một lời: Chúa là tình yêu.</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2" name="Shape 1012"/>
        <p:cNvGrpSpPr/>
        <p:nvPr/>
      </p:nvGrpSpPr>
      <p:grpSpPr>
        <a:xfrm>
          <a:off x="0" y="0"/>
          <a:ext cx="0" cy="0"/>
          <a:chOff x="0" y="0"/>
          <a:chExt cx="0" cy="0"/>
        </a:xfrm>
      </p:grpSpPr>
      <p:sp>
        <p:nvSpPr>
          <p:cNvPr id="1013" name="Google Shape;1013;hf002f62f5ca6d5c_0_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Tình yêu đáp đền tình yêu ân tình đền đáp ân tình.</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7" name="Shape 1017"/>
        <p:cNvGrpSpPr/>
        <p:nvPr/>
      </p:nvGrpSpPr>
      <p:grpSpPr>
        <a:xfrm>
          <a:off x="0" y="0"/>
          <a:ext cx="0" cy="0"/>
          <a:chOff x="0" y="0"/>
          <a:chExt cx="0" cy="0"/>
        </a:xfrm>
      </p:grpSpPr>
      <p:sp>
        <p:nvSpPr>
          <p:cNvPr id="1018" name="Google Shape;1018;hf002f62f5ca6d5c_0_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Tình yêu Thiên Chúa cao mãi muôn đời.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2" name="Shape 1022"/>
        <p:cNvGrpSpPr/>
        <p:nvPr/>
      </p:nvGrpSpPr>
      <p:grpSpPr>
        <a:xfrm>
          <a:off x="0" y="0"/>
          <a:ext cx="0" cy="0"/>
          <a:chOff x="0" y="0"/>
          <a:chExt cx="0" cy="0"/>
        </a:xfrm>
      </p:grpSpPr>
      <p:sp>
        <p:nvSpPr>
          <p:cNvPr id="1023" name="Google Shape;1023;hf002f62f5ca6d5c_0_5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Xin cho con tình yêu thiết tha. </a:t>
            </a:r>
            <a:endParaRPr b="1" sz="8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Lòng bao la thắm như màu lá.</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hf002f62f5ca6d5c_0_5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Xin cho con yêu dấu muôn đời.</a:t>
            </a:r>
            <a:endParaRPr b="1" sz="8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Xin cho con yêu đời yêu người.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g3fb3359abd2_0_8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2. </a:t>
            </a:r>
            <a:r>
              <a:rPr b="1" lang="en-US" sz="8000">
                <a:solidFill>
                  <a:schemeClr val="lt1"/>
                </a:solidFill>
                <a:latin typeface="Times New Roman"/>
                <a:ea typeface="Times New Roman"/>
                <a:cs typeface="Times New Roman"/>
                <a:sym typeface="Times New Roman"/>
              </a:rPr>
              <a:t>Xin cho con yêu đời yêu người. Một tình yêu cao bóng mây trời.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g3fb3359abd2_0_8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Lời hận thù bỏ quên trên môi. Dù ai gây mãi cơn đau thương đầy vơi,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2" name="Shape 1042"/>
        <p:cNvGrpSpPr/>
        <p:nvPr/>
      </p:nvGrpSpPr>
      <p:grpSpPr>
        <a:xfrm>
          <a:off x="0" y="0"/>
          <a:ext cx="0" cy="0"/>
          <a:chOff x="0" y="0"/>
          <a:chExt cx="0" cy="0"/>
        </a:xfrm>
      </p:grpSpPr>
      <p:sp>
        <p:nvSpPr>
          <p:cNvPr id="1043" name="Google Shape;1043;g3fb3359abd2_0_9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700">
                <a:solidFill>
                  <a:schemeClr val="lt1"/>
                </a:solidFill>
                <a:latin typeface="Times New Roman"/>
                <a:ea typeface="Times New Roman"/>
                <a:cs typeface="Times New Roman"/>
                <a:sym typeface="Times New Roman"/>
              </a:rPr>
              <a:t>nhìn ra trong sáng trên khuôn mặt mọi người: Chúa là tình yêu.</a:t>
            </a:r>
            <a:endParaRPr b="1" sz="7700">
              <a:solidFill>
                <a:schemeClr val="lt1"/>
              </a:solidFill>
              <a:latin typeface="Times New Roman"/>
              <a:ea typeface="Times New Roman"/>
              <a:cs typeface="Times New Roman"/>
              <a:sym typeface="Times New Roman"/>
            </a:endParaRPr>
          </a:p>
        </p:txBody>
      </p:sp>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hf002f62f5ca6d5c_0_6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Tình yêu đáp đền tình yêu ân tình đền đáp ân tình.</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2" name="Shape 1052"/>
        <p:cNvGrpSpPr/>
        <p:nvPr/>
      </p:nvGrpSpPr>
      <p:grpSpPr>
        <a:xfrm>
          <a:off x="0" y="0"/>
          <a:ext cx="0" cy="0"/>
          <a:chOff x="0" y="0"/>
          <a:chExt cx="0" cy="0"/>
        </a:xfrm>
      </p:grpSpPr>
      <p:sp>
        <p:nvSpPr>
          <p:cNvPr id="1053" name="Google Shape;1053;hf002f62f5ca6d5c_0_6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Tình yêu Thiên Chúa cao mãi muôn đời.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7" name="Shape 1057"/>
        <p:cNvGrpSpPr/>
        <p:nvPr/>
      </p:nvGrpSpPr>
      <p:grpSpPr>
        <a:xfrm>
          <a:off x="0" y="0"/>
          <a:ext cx="0" cy="0"/>
          <a:chOff x="0" y="0"/>
          <a:chExt cx="0" cy="0"/>
        </a:xfrm>
      </p:grpSpPr>
      <p:sp>
        <p:nvSpPr>
          <p:cNvPr id="1058" name="Google Shape;1058;hf002f62f5ca6d5c_0_7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Xin cho con tình yêu thiết tha. </a:t>
            </a:r>
            <a:endParaRPr b="1" sz="8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Lòng bao la thắm như màu lá.</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hf002f62f5ca6d5c_0_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Xin cho con yêu dấu muôn đời.</a:t>
            </a:r>
            <a:endParaRPr b="1" sz="8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Xin cho con yêu đời yêu người.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7" name="Shape 1067"/>
        <p:cNvGrpSpPr/>
        <p:nvPr/>
      </p:nvGrpSpPr>
      <p:grpSpPr>
        <a:xfrm>
          <a:off x="0" y="0"/>
          <a:ext cx="0" cy="0"/>
          <a:chOff x="0" y="0"/>
          <a:chExt cx="0" cy="0"/>
        </a:xfrm>
      </p:grpSpPr>
      <p:pic>
        <p:nvPicPr>
          <p:cNvPr id="1068" name="Google Shape;1068;hf002f62f5ca6d5c_0_106"/>
          <p:cNvPicPr preferRelativeResize="0"/>
          <p:nvPr/>
        </p:nvPicPr>
        <p:blipFill rotWithShape="1">
          <a:blip r:embed="rId3">
            <a:alphaModFix/>
          </a:blip>
          <a:srcRect b="0" l="0" r="0" t="0"/>
          <a:stretch/>
        </p:blipFill>
        <p:spPr>
          <a:xfrm>
            <a:off x="0" y="0"/>
            <a:ext cx="9144003" cy="5143490"/>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2" name="Shape 1072"/>
        <p:cNvGrpSpPr/>
        <p:nvPr/>
      </p:nvGrpSpPr>
      <p:grpSpPr>
        <a:xfrm>
          <a:off x="0" y="0"/>
          <a:ext cx="0" cy="0"/>
          <a:chOff x="0" y="0"/>
          <a:chExt cx="0" cy="0"/>
        </a:xfrm>
      </p:grpSpPr>
      <p:sp>
        <p:nvSpPr>
          <p:cNvPr id="1073" name="Google Shape;1073;g3fb3359abd2_0_14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KẾT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MẸ ĐỒNG HÀNH </a:t>
            </a:r>
            <a:br>
              <a:rPr b="1" lang="en-US" sz="6700">
                <a:solidFill>
                  <a:srgbClr val="FFFF00"/>
                </a:solidFill>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VỚI CON</a:t>
            </a:r>
            <a:br>
              <a:rPr b="1" lang="en-US" sz="6700">
                <a:solidFill>
                  <a:srgbClr val="FFFF00"/>
                </a:solidFill>
                <a:latin typeface="Times New Roman"/>
                <a:ea typeface="Times New Roman"/>
                <a:cs typeface="Times New Roman"/>
                <a:sym typeface="Times New Roman"/>
              </a:rPr>
            </a:br>
            <a:r>
              <a:rPr b="1" i="1" lang="en-US" sz="4700">
                <a:solidFill>
                  <a:srgbClr val="FFD966"/>
                </a:solidFill>
                <a:latin typeface="Times New Roman"/>
                <a:ea typeface="Times New Roman"/>
                <a:cs typeface="Times New Roman"/>
                <a:sym typeface="Times New Roman"/>
              </a:rPr>
              <a:t>(Ngọc Linh)</a:t>
            </a:r>
            <a:endParaRPr b="1" sz="4700">
              <a:solidFill>
                <a:srgbClr val="FFD966"/>
              </a:solidFill>
              <a:latin typeface="Times New Roman"/>
              <a:ea typeface="Times New Roman"/>
              <a:cs typeface="Times New Roman"/>
              <a:sym typeface="Times New Roman"/>
            </a:endParaRPr>
          </a:p>
        </p:txBody>
      </p:sp>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7" name="Shape 1077"/>
        <p:cNvGrpSpPr/>
        <p:nvPr/>
      </p:nvGrpSpPr>
      <p:grpSpPr>
        <a:xfrm>
          <a:off x="0" y="0"/>
          <a:ext cx="0" cy="0"/>
          <a:chOff x="0" y="0"/>
          <a:chExt cx="0" cy="0"/>
        </a:xfrm>
      </p:grpSpPr>
      <p:sp>
        <p:nvSpPr>
          <p:cNvPr id="1078" name="Google Shape;1078;g3fb3359abd2_0_1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1. </a:t>
            </a:r>
            <a:r>
              <a:rPr b="1" lang="en-US" sz="8000">
                <a:solidFill>
                  <a:schemeClr val="lt1"/>
                </a:solidFill>
                <a:latin typeface="Times New Roman"/>
                <a:ea typeface="Times New Roman"/>
                <a:cs typeface="Times New Roman"/>
                <a:sym typeface="Times New Roman"/>
              </a:rPr>
              <a:t>Mẹ ơi, trên con đường đời, xin Mẹ hằng luôn nâng đỡ.</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g3fb3359abd2_0_1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Cùng con gieo chân khắp nơi, đắp xây Nước Trời chẳng ngơi,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7" name="Shape 1087"/>
        <p:cNvGrpSpPr/>
        <p:nvPr/>
      </p:nvGrpSpPr>
      <p:grpSpPr>
        <a:xfrm>
          <a:off x="0" y="0"/>
          <a:ext cx="0" cy="0"/>
          <a:chOff x="0" y="0"/>
          <a:chExt cx="0" cy="0"/>
        </a:xfrm>
      </p:grpSpPr>
      <p:sp>
        <p:nvSpPr>
          <p:cNvPr id="1088" name="Google Shape;1088;hf002f62f5ca6d5c_0_8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giữa nơi gian trần đẹp tươi.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2" name="Shape 1092"/>
        <p:cNvGrpSpPr/>
        <p:nvPr/>
      </p:nvGrpSpPr>
      <p:grpSpPr>
        <a:xfrm>
          <a:off x="0" y="0"/>
          <a:ext cx="0" cy="0"/>
          <a:chOff x="0" y="0"/>
          <a:chExt cx="0" cy="0"/>
        </a:xfrm>
      </p:grpSpPr>
      <p:sp>
        <p:nvSpPr>
          <p:cNvPr id="1093" name="Google Shape;1093;g3fb3359abd2_0_16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ĐK: </a:t>
            </a:r>
            <a:r>
              <a:rPr b="1" lang="en-US" sz="8000">
                <a:solidFill>
                  <a:schemeClr val="lt1"/>
                </a:solidFill>
                <a:latin typeface="Times New Roman"/>
                <a:ea typeface="Times New Roman"/>
                <a:cs typeface="Times New Roman"/>
                <a:sym typeface="Times New Roman"/>
              </a:rPr>
              <a:t>Kính dâng Mẹ lòng mến yêu nhiều kính dâng Mẹ tình con không thiếu.</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7" name="Shape 1097"/>
        <p:cNvGrpSpPr/>
        <p:nvPr/>
      </p:nvGrpSpPr>
      <p:grpSpPr>
        <a:xfrm>
          <a:off x="0" y="0"/>
          <a:ext cx="0" cy="0"/>
          <a:chOff x="0" y="0"/>
          <a:chExt cx="0" cy="0"/>
        </a:xfrm>
      </p:grpSpPr>
      <p:sp>
        <p:nvSpPr>
          <p:cNvPr id="1098" name="Google Shape;1098;g3fb3359abd2_0_16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Bước bên Mẹ lòng không cô liêu, sống trong Mẹ hồn ngập thương yêu.</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2" name="Shape 1102"/>
        <p:cNvGrpSpPr/>
        <p:nvPr/>
      </p:nvGrpSpPr>
      <p:grpSpPr>
        <a:xfrm>
          <a:off x="0" y="0"/>
          <a:ext cx="0" cy="0"/>
          <a:chOff x="0" y="0"/>
          <a:chExt cx="0" cy="0"/>
        </a:xfrm>
      </p:grpSpPr>
      <p:pic>
        <p:nvPicPr>
          <p:cNvPr id="1103" name="Google Shape;1103;g3fb2dc0a37c_0_109"/>
          <p:cNvPicPr preferRelativeResize="0"/>
          <p:nvPr/>
        </p:nvPicPr>
        <p:blipFill rotWithShape="1">
          <a:blip r:embed="rId3">
            <a:alphaModFix/>
          </a:blip>
          <a:srcRect b="0" l="0" r="0" t="0"/>
          <a:stretch/>
        </p:blipFill>
        <p:spPr>
          <a:xfrm>
            <a:off x="0" y="0"/>
            <a:ext cx="9192401" cy="514349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2013 - 202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2023-01-29T22:00:16Z</dcterms:created>
</cp:coreProperties>
</file>