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1" roundtripDataSignature="AMtx7mg/RgIb9t04Q5juOsEteGOaIjV4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1" Type="http://customschemas.google.com/relationships/presentationmetadata" Target="metadata"/><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59ba3f73bed9378b_0_2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h59ba3f73bed9378b_0_2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1f1bebaa2579bd8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h1f1bebaa2579bd8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h1f1bebaa2579bd84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h1f1bebaa2579bd84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h59ba3f73bed9378b_0_2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h59ba3f73bed9378b_0_2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h59ba3f73bed9378b_0_2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h59ba3f73bed9378b_0_2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1f1bebaa2579bd84_0_2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h1f1bebaa2579bd84_0_2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59ba3f73bed9378b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59ba3f73bed9378b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59ba3f73bed9378b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59ba3f73bed9378b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59ba3f73bed9378b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h59ba3f73bed9378b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h59ba3f73bed9378b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h59ba3f73bed9378b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h59ba3f73bed9378b_0_2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h59ba3f73bed9378b_0_2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h59ba3f73bed9378b_0_2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h59ba3f73bed9378b_0_2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h59ba3f73bed9378b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h59ba3f73bed9378b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h59ba3f73bed9378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h59ba3f73bed9378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h59ba3f73bed9378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h59ba3f73bed9378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h59ba3f73bed9378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h59ba3f73bed9378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h59ba3f73bed9378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h59ba3f73bed9378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h59ba3f73bed9378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h59ba3f73bed9378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h59ba3f73bed9378b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h59ba3f73bed9378b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h59ba3f73bed9378b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h59ba3f73bed9378b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h59ba3f73bed9378b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h59ba3f73bed9378b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h59ba3f73bed9378b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h59ba3f73bed9378b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h59ba3f73bed9378b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h59ba3f73bed9378b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h59ba3f73bed9378b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h59ba3f73bed9378b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h59ba3f73bed9378b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h59ba3f73bed9378b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h59ba3f73bed9378b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h59ba3f73bed9378b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h59ba3f73bed9378b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h59ba3f73bed9378b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h59ba3f73bed9378b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h59ba3f73bed9378b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h59ba3f73bed9378b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h59ba3f73bed9378b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h2804c67a31022ed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h2804c67a31022ed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h59ba3f73bed9378b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h59ba3f73bed9378b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h1d72e0b711e8a63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h1d72e0b711e8a63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h1d72e0b711e8a63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h1d72e0b711e8a63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h1d72e0b711e8a63f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h1d72e0b711e8a63f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h1d72e0b711e8a63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h1d72e0b711e8a63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h59ba3f73bed9378b_0_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h59ba3f73bed9378b_0_1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h1d72e0b711e8a63f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h1d72e0b711e8a63f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h1d72e0b711e8a63f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h1d72e0b711e8a63f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h1d72e0b711e8a63f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h1d72e0b711e8a63f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1f1bebaa2579bd84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h1f1bebaa2579bd84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h59ba3f73bed9378b_0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h59ba3f73bed9378b_0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h59ba3f73bed9378b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h59ba3f73bed9378b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h59ba3f73bed9378b_0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h59ba3f73bed9378b_0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h59ba3f73bed9378b_0_1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h59ba3f73bed9378b_0_1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h59ba3f73bed9378b_0_1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h59ba3f73bed9378b_0_1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h59ba3f73bed9378b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h59ba3f73bed9378b_0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h59ba3f73bed9378b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h59ba3f73bed9378b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h59ba3f73bed9378b_0_1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h59ba3f73bed9378b_0_1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h59ba3f73bed9378b_0_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h59ba3f73bed9378b_0_2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h59ba3f73bed9378b_0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h59ba3f73bed9378b_0_2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h59ba3f73bed9378b_0_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h59ba3f73bed9378b_0_2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h59ba3f73bed9378b_0_2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h59ba3f73bed9378b_0_2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h59ba3f73bed9378b_0_2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h59ba3f73bed9378b_0_2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h1f1bebaa2579bd84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h1f1bebaa2579bd84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2.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2.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2.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2.jp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h59ba3f73bed9378b_0_222"/>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 KHÚC</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HỒNG ÂN 1</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Nguyễn Duy)</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Hân hoan lời tụng ca dâng Chúa khúc nhạc huyền mơ.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Một bài thơ trìu mến ân tình đượm nét đơn sơ.</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Hân hoan lời tụng ca đoàn con dâng Chúa đêm ngày.</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Hát cho muôn thế hệ hãy ngợi ca hồng ân Thiên Chúa.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h1f1bebaa2579bd8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Muôn đời Chúa thương con người ơi tình Chúa chẳng nhạt phai.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h1f1bebaa2579bd84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Trái tim thơ trẻ lại tình ca mến yêu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h59ba3f73bed9378b_0_226"/>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h59ba3f73bed9378b_0_230"/>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95</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1. </a:t>
            </a:r>
            <a:r>
              <a:rPr b="1" lang="en-US" sz="7300">
                <a:solidFill>
                  <a:schemeClr val="lt1"/>
                </a:solidFill>
                <a:latin typeface="Times New Roman"/>
                <a:ea typeface="Times New Roman"/>
                <a:cs typeface="Times New Roman"/>
                <a:sym typeface="Times New Roman"/>
              </a:rPr>
              <a:t>Hãy ca mừng Thiên Chúa bài ca mới.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Hỡi toàn thể địa cầu hãy vui mừng.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Hãy ca mừng Thiên Chúa chí tôn.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Hãy chúc tụng hiển Danh Thánh Ngài.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loan truyền những công việc lạ lùng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h1f1bebaa2579bd84_0_2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loan truyền thánh danh Ngài giữa chư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2. </a:t>
            </a:r>
            <a:r>
              <a:rPr b="1" lang="en-US" sz="7300">
                <a:solidFill>
                  <a:schemeClr val="lt1"/>
                </a:solidFill>
                <a:latin typeface="Times New Roman"/>
                <a:ea typeface="Times New Roman"/>
                <a:cs typeface="Times New Roman"/>
                <a:sym typeface="Times New Roman"/>
              </a:rPr>
              <a:t>Hãy ca mừng Thiên Chúa Đấng cứu thoát.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Ngày ngày hãy loan truyền ơn cứu độ.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Hãy tường thuật vinh quang khắp nơi.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Ca khen Ngài quyền năng giữa đời.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59ba3f73bed9378b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loan truyền những công việc lạ lùng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h59ba3f73bed9378b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loan truyền thánh danh Ngài giữa chư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3. </a:t>
            </a:r>
            <a:r>
              <a:rPr b="1" lang="en-US" sz="7300">
                <a:solidFill>
                  <a:schemeClr val="lt1"/>
                </a:solidFill>
                <a:latin typeface="Times New Roman"/>
                <a:ea typeface="Times New Roman"/>
                <a:cs typeface="Times New Roman"/>
                <a:sym typeface="Times New Roman"/>
              </a:rPr>
              <a:t>Hãy dâng tặng Thiên Chúa ngàn dân hỡi. Dâng tặng Chúa uy quyền với vinh dự.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Hát khen mừng Thiên Chúa chí nhân.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Chúa hiển trị ngàn dân kính thờ.</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h59ba3f73bed9378b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loan truyền những công việc lạ lùng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h59ba3f73bed9378b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loan truyền thánh danh Ngài giữa chư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7" name="Shape 717"/>
        <p:cNvGrpSpPr/>
        <p:nvPr/>
      </p:nvGrpSpPr>
      <p:grpSpPr>
        <a:xfrm>
          <a:off x="0" y="0"/>
          <a:ext cx="0" cy="0"/>
          <a:chOff x="0" y="0"/>
          <a:chExt cx="0" cy="0"/>
        </a:xfrm>
      </p:grpSpPr>
      <p:sp>
        <p:nvSpPr>
          <p:cNvPr id="718" name="Google Shape;71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19" name="Google Shape;71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5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500">
                <a:solidFill>
                  <a:srgbClr val="EE0000"/>
                </a:solidFill>
                <a:latin typeface="Times New Roman"/>
                <a:ea typeface="Times New Roman"/>
                <a:cs typeface="Times New Roman"/>
                <a:sym typeface="Times New Roman"/>
              </a:rPr>
            </a:br>
            <a:r>
              <a:rPr b="1" lang="en-US" sz="7500">
                <a:solidFill>
                  <a:schemeClr val="lt1"/>
                </a:solidFill>
                <a:latin typeface="Times New Roman"/>
                <a:ea typeface="Times New Roman"/>
                <a:cs typeface="Times New Roman"/>
                <a:sym typeface="Times New Roman"/>
              </a:rPr>
              <a:t>Này đây Chúa phán: “Các con hãy đi giảng dạy muôn dân: </a:t>
            </a:r>
            <a:endParaRPr b="1" sz="7500">
              <a:solidFill>
                <a:schemeClr val="lt1"/>
              </a:solidFill>
              <a:latin typeface="Times New Roman"/>
              <a:ea typeface="Times New Roman"/>
              <a:cs typeface="Times New Roman"/>
              <a:sym typeface="Times New Roman"/>
            </a:endParaRPr>
          </a:p>
        </p:txBody>
      </p:sp>
      <p:sp>
        <p:nvSpPr>
          <p:cNvPr id="726" name="Google Shape;72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500">
                <a:solidFill>
                  <a:schemeClr val="lt1"/>
                </a:solidFill>
                <a:latin typeface="Times New Roman"/>
                <a:ea typeface="Times New Roman"/>
                <a:cs typeface="Times New Roman"/>
                <a:sym typeface="Times New Roman"/>
              </a:rPr>
              <a:t>Thầy sẽ ở cùng </a:t>
            </a:r>
            <a:br>
              <a:rPr b="1" lang="en-US" sz="7500">
                <a:solidFill>
                  <a:schemeClr val="lt1"/>
                </a:solidFill>
                <a:latin typeface="Times New Roman"/>
                <a:ea typeface="Times New Roman"/>
                <a:cs typeface="Times New Roman"/>
                <a:sym typeface="Times New Roman"/>
              </a:rPr>
            </a:br>
            <a:r>
              <a:rPr b="1" lang="en-US" sz="7500">
                <a:solidFill>
                  <a:schemeClr val="lt1"/>
                </a:solidFill>
                <a:latin typeface="Times New Roman"/>
                <a:ea typeface="Times New Roman"/>
                <a:cs typeface="Times New Roman"/>
                <a:sym typeface="Times New Roman"/>
              </a:rPr>
              <a:t>các con mọi ngày cho đến tận thế”. </a:t>
            </a:r>
            <a:r>
              <a:rPr b="1" i="1" lang="en-US" sz="7500">
                <a:solidFill>
                  <a:srgbClr val="FFFF00"/>
                </a:solidFill>
                <a:latin typeface="Times New Roman"/>
                <a:ea typeface="Times New Roman"/>
                <a:cs typeface="Times New Roman"/>
                <a:sym typeface="Times New Roman"/>
              </a:rPr>
              <a:t>All..</a:t>
            </a:r>
            <a:endParaRPr b="1" sz="7500">
              <a:solidFill>
                <a:srgbClr val="FFFF00"/>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id="736" name="Google Shape;736;g3baa6357486_0_13"/>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h59ba3f73bed9378b_0_234"/>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47" name="Google Shape;74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pic>
        <p:nvPicPr>
          <p:cNvPr id="847" name="Google Shape;847;h59ba3f73bed9378b_0_238"/>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h59ba3f73bed9378b_0_1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MUỐN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(Cao Huy Hoàng)</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h59ba3f73bed9378b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Con muốn dâng lên Ngài tâm tư cuộc đời dương thế.</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h59ba3f73bed9378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muốn dâng lên Ngài tấm lòng con những chua cay,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h59ba3f73bed9378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tấm bánh trắng này và dâng lên ly rượu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h59ba3f73bed9378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Với chút tình thơ ngây Ngài ơi hãy thương lòng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h59ba3f73bed9378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dâng lên Chúa hiệp cùng hy tế cao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h59ba3f73bed9378b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thương yêu chết trên đỉnh đồi một chiều máu hồng loang tím.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h59ba3f73bed9378b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tiến dâng lên Chúa cuộc đời thơm ngát hoa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h59ba3f73bed9378b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hy sinh hiến thân quên mình Ngài ơi tâm tình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h59ba3f73bed9378b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Con muốn dâng lên Ngài tâm tư thẹn thùng không nói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h59ba3f73bed9378b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khi biết con yêu Ngài chút tình như khói như mây.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h59ba3f73bed9378b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Nhờ lễ hiến thánh này Ngài cho con say tình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h59ba3f73bed9378b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xoá lời chua cay và ban xuống ơn tràn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h59ba3f73bed9378b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dâng lên Chúa hiệp cùng hy tế cao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h59ba3f73bed9378b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thương yêu chết trên đỉnh đồi một chiều máu hồng loang tím.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h59ba3f73bed9378b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tiến dâng lên Chúa cuộc đời thơm ngát hoa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h59ba3f73bed9378b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hy sinh hiến thân quên mình Ngài ơi tâm tình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id="957" name="Google Shape;95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h2804c67a31022ed3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Chúa phán: Các con hãy dạy dỗ cho muôn dân,</a:t>
            </a:r>
            <a:endParaRPr b="1" sz="7000">
              <a:solidFill>
                <a:schemeClr val="lt1"/>
              </a:solidFill>
              <a:latin typeface="Times New Roman"/>
              <a:ea typeface="Times New Roman"/>
              <a:cs typeface="Times New Roman"/>
              <a:sym typeface="Times New Roman"/>
            </a:endParaRPr>
          </a:p>
        </p:txBody>
      </p:sp>
      <p:sp>
        <p:nvSpPr>
          <p:cNvPr id="983" name="Google Shape;983;h2804c67a31022ed3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h59ba3f73bed9378b_0_16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700">
                <a:solidFill>
                  <a:schemeClr val="lt1"/>
                </a:solidFill>
                <a:latin typeface="Times New Roman"/>
                <a:ea typeface="Times New Roman"/>
                <a:cs typeface="Times New Roman"/>
                <a:sym typeface="Times New Roman"/>
              </a:rPr>
              <a:t>tuân giữ mọi điều Thầy truyền cho các con. </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700">
                <a:solidFill>
                  <a:schemeClr val="lt1"/>
                </a:solidFill>
                <a:latin typeface="Times New Roman"/>
                <a:ea typeface="Times New Roman"/>
                <a:cs typeface="Times New Roman"/>
                <a:sym typeface="Times New Roman"/>
              </a:rPr>
              <a:t>Thầy ở cùng các con mọi ngày cho đến tận thế.</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pic>
        <p:nvPicPr>
          <p:cNvPr id="993" name="Google Shape;99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h1d72e0b711e8a63f_0_8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THUỘC</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VỀ NGÀI</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(Hồng Trần - Phạm Đình Đài)</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h1d72e0b711e8a63f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nay thuộc về Ngài, lạy Chúa từ nay con thuộc về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h1d72e0b711e8a63f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không mơ huyền thoại Ngài ơi vì đời con cay đắng hoài.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h1d72e0b711e8a63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Hiến Chúa hết tâm tư để không nuối tiếc phù hoa,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h59ba3f73bed9378b_0_1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không lo lắng bôn ba, để tình Cha yêu thương triền miên.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h1d72e0b711e8a63f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Đây là trái tim non và đây muôn khát vọng.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h1d72e0b711e8a63f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Đây khao khát yêu thương và đây tâm hồn thao thức.</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h1d72e0b711e8a63f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về Chúa trên cao để hòa tan trong nguồn tình thương đời,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h1f1bebaa2579bd84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Sẽ chan hòa ánh dương để bừng lên tràn lan muôn hướng.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h59ba3f73bed9378b_0_1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nay thuộc về Ngài, lạy Chúa từ nay con thuộc về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h59ba3f73bed9378b_0_1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không mơ huyền thoại Ngài ơi vì đời con cay đắng hoài.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h59ba3f73bed9378b_0_1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Hiến Chúa hết tâm tư để không nuối tiếc phù hoa,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h59ba3f73bed9378b_0_1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không lo lắng bôn ba, để tình Cha yêu thương triền miên.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h59ba3f73bed9378b_0_1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2. </a:t>
            </a:r>
            <a:r>
              <a:rPr b="1" lang="en-US" sz="7600">
                <a:solidFill>
                  <a:schemeClr val="lt1"/>
                </a:solidFill>
                <a:latin typeface="Times New Roman"/>
                <a:ea typeface="Times New Roman"/>
                <a:cs typeface="Times New Roman"/>
                <a:sym typeface="Times New Roman"/>
              </a:rPr>
              <a:t>Đây mộng ước tương lai và đây muôn khắc khoải.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h59ba3f73bed9378b_0_1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Đây toan tính hôm nay và đây ước vọng ngày mai.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h59ba3f73bed9378b_0_1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về Chúa trên cao để dập tắt men tình dở dang cuộc sống,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h59ba3f73bed9378b_0_1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Không còn trái ngang để bừng lên niềm tin trong sáng.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h59ba3f73bed9378b_0_2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nay thuộc về Ngài, lạy Chúa từ nay con thuộc về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h59ba3f73bed9378b_0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không mơ huyền thoại Ngài ơi vì đời con cay đắng hoài.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h59ba3f73bed9378b_0_2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Hiến Chúa hết tâm tư để không nuối tiếc phù hoa,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h59ba3f73bed9378b_0_2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không lo lắng bôn ba, để tình Cha yêu thương triền miên.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pic>
        <p:nvPicPr>
          <p:cNvPr id="1103" name="Google Shape;1103;h59ba3f73bed9378b_0_242"/>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LỜI NGUYỆN TRUYỀN GIÁO</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(Hoài Chiên)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Lạy Chúa, xưa Chúa đã phán: “Lúa chín đầy đồng mà thiếu thợ gặt”.</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Chúa hãy ban nhiều thợ biết nhiệt thành,</a:t>
            </a:r>
            <a:endParaRPr b="1" sz="7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Để Nước Chúa rộng lan khắp nơi.</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h1f1bebaa2579bd84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Xin Chúa ban cho đoàn chúng con Nên Tông Đồ thiện toàn mở Nước Chúa Trời.</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pic>
        <p:nvPicPr>
          <p:cNvPr id="1128" name="Google Shape;1128;g3fb2dc0a37c_0_109" title="Ảnh ChatGPT 10_40_47 3 thg 10,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