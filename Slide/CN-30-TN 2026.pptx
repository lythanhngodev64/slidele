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168.xml"/>
  <Override ContentType="application/vnd.openxmlformats-officedocument.presentationml.notesSlide+xml" PartName="/ppt/notesSlides/notesSlide222.xml"/>
  <Override ContentType="application/vnd.openxmlformats-officedocument.presentationml.notesSlide+xml" PartName="/ppt/notesSlides/notesSlide125.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117.xml"/>
  <Override ContentType="application/vnd.openxmlformats-officedocument.presentationml.notesSlide+xml" PartName="/ppt/notesSlides/notesSlide206.xml"/>
  <Override ContentType="application/vnd.openxmlformats-officedocument.presentationml.notesSlide+xml" PartName="/ppt/notesSlides/notesSlide91.xml"/>
  <Override ContentType="application/vnd.openxmlformats-officedocument.presentationml.notesSlide+xml" PartName="/ppt/notesSlides/notesSlide133.xml"/>
  <Override ContentType="application/vnd.openxmlformats-officedocument.presentationml.notesSlide+xml" PartName="/ppt/notesSlides/notesSlide176.xml"/>
  <Override ContentType="application/vnd.openxmlformats-officedocument.presentationml.notesSlide+xml" PartName="/ppt/notesSlides/notesSlide109.xml"/>
  <Override ContentType="application/vnd.openxmlformats-officedocument.presentationml.notesSlide+xml" PartName="/ppt/notesSlides/notesSlide24.xml"/>
  <Override ContentType="application/vnd.openxmlformats-officedocument.presentationml.notesSlide+xml" PartName="/ppt/notesSlides/notesSlide16.xml"/>
  <Override ContentType="application/vnd.openxmlformats-officedocument.presentationml.notesSlide+xml" PartName="/ppt/notesSlides/notesSlide214.xml"/>
  <Override ContentType="application/vnd.openxmlformats-officedocument.presentationml.notesSlide+xml" PartName="/ppt/notesSlides/notesSlide1.xml"/>
  <Override ContentType="application/vnd.openxmlformats-officedocument.presentationml.notesSlide+xml" PartName="/ppt/notesSlides/notesSlide196.xml"/>
  <Override ContentType="application/vnd.openxmlformats-officedocument.presentationml.notesSlide+xml" PartName="/ppt/notesSlides/notesSlide105.xml"/>
  <Override ContentType="application/vnd.openxmlformats-officedocument.presentationml.notesSlide+xml" PartName="/ppt/notesSlides/notesSlide148.xml"/>
  <Override ContentType="application/vnd.openxmlformats-officedocument.presentationml.notesSlide+xml" PartName="/ppt/notesSlides/notesSlide202.xml"/>
  <Override ContentType="application/vnd.openxmlformats-officedocument.presentationml.notesSlide+xml" PartName="/ppt/notesSlides/notesSlide39.xml"/>
  <Override ContentType="application/vnd.openxmlformats-officedocument.presentationml.notesSlide+xml" PartName="/ppt/notesSlides/notesSlide137.xml"/>
  <Override ContentType="application/vnd.openxmlformats-officedocument.presentationml.notesSlide+xml" PartName="/ppt/notesSlides/notesSlide87.xml"/>
  <Override ContentType="application/vnd.openxmlformats-officedocument.presentationml.notesSlide+xml" PartName="/ppt/notesSlides/notesSlide44.xml"/>
  <Override ContentType="application/vnd.openxmlformats-officedocument.presentationml.notesSlide+xml" PartName="/ppt/notesSlides/notesSlide141.xml"/>
  <Override ContentType="application/vnd.openxmlformats-officedocument.presentationml.notesSlide+xml" PartName="/ppt/notesSlides/notesSlide153.xml"/>
  <Override ContentType="application/vnd.openxmlformats-officedocument.presentationml.notesSlide+xml" PartName="/ppt/notesSlides/notesSlide110.xml"/>
  <Override ContentType="application/vnd.openxmlformats-officedocument.presentationml.notesSlide+xml" PartName="/ppt/notesSlides/notesSlide184.xml"/>
  <Override ContentType="application/vnd.openxmlformats-officedocument.presentationml.notesSlide+xml" PartName="/ppt/notesSlides/notesSlide75.xml"/>
  <Override ContentType="application/vnd.openxmlformats-officedocument.presentationml.notesSlide+xml" PartName="/ppt/notesSlides/notesSlide180.xml"/>
  <Override ContentType="application/vnd.openxmlformats-officedocument.presentationml.notesSlide+xml" PartName="/ppt/notesSlides/notesSlide172.xml"/>
  <Override ContentType="application/vnd.openxmlformats-officedocument.presentationml.notesSlide+xml" PartName="/ppt/notesSlides/notesSlide9.xml"/>
  <Override ContentType="application/vnd.openxmlformats-officedocument.presentationml.notesSlide+xml" PartName="/ppt/notesSlides/notesSlide63.xml"/>
  <Override ContentType="application/vnd.openxmlformats-officedocument.presentationml.notesSlide+xml" PartName="/ppt/notesSlides/notesSlide20.xml"/>
  <Override ContentType="application/vnd.openxmlformats-officedocument.presentationml.notesSlide+xml" PartName="/ppt/notesSlides/notesSlide210.xml"/>
  <Override ContentType="application/vnd.openxmlformats-officedocument.presentationml.notesSlide+xml" PartName="/ppt/notesSlides/notesSlide129.xml"/>
  <Override ContentType="application/vnd.openxmlformats-officedocument.presentationml.notesSlide+xml" PartName="/ppt/notesSlides/notesSlide60.xml"/>
  <Override ContentType="application/vnd.openxmlformats-officedocument.presentationml.notesSlide+xml" PartName="/ppt/notesSlides/notesSlide144.xml"/>
  <Override ContentType="application/vnd.openxmlformats-officedocument.presentationml.notesSlide+xml" PartName="/ppt/notesSlides/notesSlide48.xml"/>
  <Override ContentType="application/vnd.openxmlformats-officedocument.presentationml.notesSlide+xml" PartName="/ppt/notesSlides/notesSlide157.xml"/>
  <Override ContentType="application/vnd.openxmlformats-officedocument.presentationml.notesSlide+xml" PartName="/ppt/notesSlides/notesSlide114.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52.xml"/>
  <Override ContentType="application/vnd.openxmlformats-officedocument.presentationml.notesSlide+xml" PartName="/ppt/notesSlides/notesSlide35.xml"/>
  <Override ContentType="application/vnd.openxmlformats-officedocument.presentationml.notesSlide+xml" PartName="/ppt/notesSlides/notesSlide161.xml"/>
  <Override ContentType="application/vnd.openxmlformats-officedocument.presentationml.notesSlide+xml" PartName="/ppt/notesSlides/notesSlide5.xml"/>
  <Override ContentType="application/vnd.openxmlformats-officedocument.presentationml.notesSlide+xml" PartName="/ppt/notesSlides/notesSlide187.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225.xml"/>
  <Override ContentType="application/vnd.openxmlformats-officedocument.presentationml.notesSlide+xml" PartName="/ppt/notesSlides/notesSlide84.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24.xml"/>
  <Override ContentType="application/vnd.openxmlformats-officedocument.presentationml.notesSlide+xml" PartName="/ppt/notesSlides/notesSlide213.xml"/>
  <Override ContentType="application/vnd.openxmlformats-officedocument.presentationml.notesSlide+xml" PartName="/ppt/notesSlides/notesSlide223.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177.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90.xml"/>
  <Override ContentType="application/vnd.openxmlformats-officedocument.presentationml.notesSlide+xml" PartName="/ppt/notesSlides/notesSlide134.xml"/>
  <Override ContentType="application/vnd.openxmlformats-officedocument.presentationml.notesSlide+xml" PartName="/ppt/notesSlides/notesSlide4.xml"/>
  <Override ContentType="application/vnd.openxmlformats-officedocument.presentationml.notesSlide+xml" PartName="/ppt/notesSlides/notesSlide203.xml"/>
  <Override ContentType="application/vnd.openxmlformats-officedocument.presentationml.notesSlide+xml" PartName="/ppt/notesSlides/notesSlide13.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152.xml"/>
  <Override ContentType="application/vnd.openxmlformats-officedocument.presentationml.notesSlide+xml" PartName="/ppt/notesSlides/notesSlide195.xml"/>
  <Override ContentType="application/vnd.openxmlformats-officedocument.presentationml.notesSlide+xml" PartName="/ppt/notesSlides/notesSlide183.xml"/>
  <Override ContentType="application/vnd.openxmlformats-officedocument.presentationml.notesSlide+xml" PartName="/ppt/notesSlides/notesSlide217.xml"/>
  <Override ContentType="application/vnd.openxmlformats-officedocument.presentationml.notesSlide+xml" PartName="/ppt/notesSlides/notesSlide61.xml"/>
  <Override ContentType="application/vnd.openxmlformats-officedocument.presentationml.notesSlide+xml" PartName="/ppt/notesSlides/notesSlide118.xml"/>
  <Override ContentType="application/vnd.openxmlformats-officedocument.presentationml.notesSlide+xml" PartName="/ppt/notesSlides/notesSlide167.xml"/>
  <Override ContentType="application/vnd.openxmlformats-officedocument.presentationml.notesSlide+xml" PartName="/ppt/notesSlides/notesSlide140.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149.xml"/>
  <Override ContentType="application/vnd.openxmlformats-officedocument.presentationml.notesSlide+xml" PartName="/ppt/notesSlides/notesSlide62.xml"/>
  <Override ContentType="application/vnd.openxmlformats-officedocument.presentationml.notesSlide+xml" PartName="/ppt/notesSlides/notesSlide45.xml"/>
  <Override ContentType="application/vnd.openxmlformats-officedocument.presentationml.notesSlide+xml" PartName="/ppt/notesSlides/notesSlide28.xml"/>
  <Override ContentType="application/vnd.openxmlformats-officedocument.presentationml.notesSlide+xml" PartName="/ppt/notesSlides/notesSlide139.xml"/>
  <Override ContentType="application/vnd.openxmlformats-officedocument.presentationml.notesSlide+xml" PartName="/ppt/notesSlides/notesSlide228.xml"/>
  <Override ContentType="application/vnd.openxmlformats-officedocument.presentationml.notesSlide+xml" PartName="/ppt/notesSlides/notesSlide55.xml"/>
  <Override ContentType="application/vnd.openxmlformats-officedocument.presentationml.notesSlide+xml" PartName="/ppt/notesSlides/notesSlide156.xml"/>
  <Override ContentType="application/vnd.openxmlformats-officedocument.presentationml.notesSlide+xml" PartName="/ppt/notesSlides/notesSlide12.xml"/>
  <Override ContentType="application/vnd.openxmlformats-officedocument.presentationml.notesSlide+xml" PartName="/ppt/notesSlides/notesSlide113.xml"/>
  <Override ContentType="application/vnd.openxmlformats-officedocument.presentationml.notesSlide+xml" PartName="/ppt/notesSlides/notesSlide199.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190.xml"/>
  <Override ContentType="application/vnd.openxmlformats-officedocument.presentationml.notesSlide+xml" PartName="/ppt/notesSlides/notesSlide218.xml"/>
  <Override ContentType="application/vnd.openxmlformats-officedocument.presentationml.notesSlide+xml" PartName="/ppt/notesSlides/notesSlide8.xml"/>
  <Override ContentType="application/vnd.openxmlformats-officedocument.presentationml.notesSlide+xml" PartName="/ppt/notesSlides/notesSlide130.xml"/>
  <Override ContentType="application/vnd.openxmlformats-officedocument.presentationml.notesSlide+xml" PartName="/ppt/notesSlides/notesSlide38.xml"/>
  <Override ContentType="application/vnd.openxmlformats-officedocument.presentationml.notesSlide+xml" PartName="/ppt/notesSlides/notesSlide173.xml"/>
  <Override ContentType="application/vnd.openxmlformats-officedocument.presentationml.notesSlide+xml" PartName="/ppt/notesSlides/notesSlide128.xml"/>
  <Override ContentType="application/vnd.openxmlformats-officedocument.presentationml.notesSlide+xml" PartName="/ppt/notesSlides/notesSlide224.xml"/>
  <Override ContentType="application/vnd.openxmlformats-officedocument.presentationml.notesSlide+xml" PartName="/ppt/notesSlides/notesSlide162.xml"/>
  <Override ContentType="application/vnd.openxmlformats-officedocument.presentationml.notesSlide+xml" PartName="/ppt/notesSlides/notesSlide49.xml"/>
  <Override ContentType="application/vnd.openxmlformats-officedocument.presentationml.notesSlide+xml" PartName="/ppt/notesSlides/notesSlide145.xml"/>
  <Override ContentType="application/vnd.openxmlformats-officedocument.presentationml.notesSlide+xml" PartName="/ppt/notesSlides/notesSlide207.xml"/>
  <Override ContentType="application/vnd.openxmlformats-officedocument.presentationml.notesSlide+xml" PartName="/ppt/notesSlides/notesSlide102.xml"/>
  <Override ContentType="application/vnd.openxmlformats-officedocument.presentationml.notesSlide+xml" PartName="/ppt/notesSlides/notesSlide8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88.xml"/>
  <Override ContentType="application/vnd.openxmlformats-officedocument.presentationml.notesSlide+xml" PartName="/ppt/notesSlides/notesSlide3.xml"/>
  <Override ContentType="application/vnd.openxmlformats-officedocument.presentationml.notesSlide+xml" PartName="/ppt/notesSlides/notesSlide50.xml"/>
  <Override ContentType="application/vnd.openxmlformats-officedocument.presentationml.notesSlide+xml" PartName="/ppt/notesSlides/notesSlide107.xml"/>
  <Override ContentType="application/vnd.openxmlformats-officedocument.presentationml.notesSlide+xml" PartName="/ppt/notesSlides/notesSlide186.xml"/>
  <Override ContentType="application/vnd.openxmlformats-officedocument.presentationml.notesSlide+xml" PartName="/ppt/notesSlides/notesSlide143.xml"/>
  <Override ContentType="application/vnd.openxmlformats-officedocument.presentationml.notesSlide+xml" PartName="/ppt/notesSlides/notesSlide151.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85.xml"/>
  <Override ContentType="application/vnd.openxmlformats-officedocument.presentationml.notesSlide+xml" PartName="/ppt/notesSlides/notesSlide194.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73.xml"/>
  <Override ContentType="application/vnd.openxmlformats-officedocument.presentationml.notesSlide+xml" PartName="/ppt/notesSlides/notesSlide119.xml"/>
  <Override ContentType="application/vnd.openxmlformats-officedocument.presentationml.notesSlide+xml" PartName="/ppt/notesSlides/notesSlide81.xml"/>
  <Override ContentType="application/vnd.openxmlformats-officedocument.presentationml.notesSlide+xml" PartName="/ppt/notesSlides/notesSlide166.xml"/>
  <Override ContentType="application/vnd.openxmlformats-officedocument.presentationml.notesSlide+xml" PartName="/ppt/notesSlides/notesSlide182.xml"/>
  <Override ContentType="application/vnd.openxmlformats-officedocument.presentationml.notesSlide+xml" PartName="/ppt/notesSlides/notesSlide30.xml"/>
  <Override ContentType="application/vnd.openxmlformats-officedocument.presentationml.notesSlide+xml" PartName="/ppt/notesSlides/notesSlide220.xml"/>
  <Override ContentType="application/vnd.openxmlformats-officedocument.presentationml.notesSlide+xml" PartName="/ppt/notesSlides/notesSlide69.xml"/>
  <Override ContentType="application/vnd.openxmlformats-officedocument.presentationml.notesSlide+xml" PartName="/ppt/notesSlides/notesSlide178.xml"/>
  <Override ContentType="application/vnd.openxmlformats-officedocument.presentationml.notesSlide+xml" PartName="/ppt/notesSlides/notesSlide26.xml"/>
  <Override ContentType="application/vnd.openxmlformats-officedocument.presentationml.notesSlide+xml" PartName="/ppt/notesSlides/notesSlide135.xml"/>
  <Override ContentType="application/vnd.openxmlformats-officedocument.presentationml.notesSlide+xml" PartName="/ppt/notesSlides/notesSlide93.xml"/>
  <Override ContentType="application/vnd.openxmlformats-officedocument.presentationml.notesSlide+xml" PartName="/ppt/notesSlides/notesSlide204.xml"/>
  <Override ContentType="application/vnd.openxmlformats-officedocument.presentationml.notesSlide+xml" PartName="/ppt/notesSlides/notesSlide57.xml"/>
  <Override ContentType="application/vnd.openxmlformats-officedocument.presentationml.notesSlide+xml" PartName="/ppt/notesSlides/notesSlide123.xml"/>
  <Override ContentType="application/vnd.openxmlformats-officedocument.presentationml.notesSlide+xml" PartName="/ppt/notesSlides/notesSlide171.xml"/>
  <Override ContentType="application/vnd.openxmlformats-officedocument.presentationml.notesSlide+xml" PartName="/ppt/notesSlides/notesSlide14.xml"/>
  <Override ContentType="application/vnd.openxmlformats-officedocument.presentationml.notesSlide+xml" PartName="/ppt/notesSlides/notesSlide216.xml"/>
  <Override ContentType="application/vnd.openxmlformats-officedocument.presentationml.notesSlide+xml" PartName="/ppt/notesSlides/notesSlide227.xml"/>
  <Override ContentType="application/vnd.openxmlformats-officedocument.presentationml.notesSlide+xml" PartName="/ppt/notesSlides/notesSlide37.xml"/>
  <Override ContentType="application/vnd.openxmlformats-officedocument.presentationml.notesSlide+xml" PartName="/ppt/notesSlides/notesSlide138.xml"/>
  <Override ContentType="application/vnd.openxmlformats-officedocument.presentationml.notesSlide+xml" PartName="/ppt/notesSlides/notesSlide163.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98.xml"/>
  <Override ContentType="application/vnd.openxmlformats-officedocument.presentationml.notesSlide+xml" PartName="/ppt/notesSlides/notesSlide112.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155.xml"/>
  <Override ContentType="application/vnd.openxmlformats-officedocument.presentationml.notesSlide+xml" PartName="/ppt/notesSlides/notesSlide189.xml"/>
  <Override ContentType="application/vnd.openxmlformats-officedocument.presentationml.notesSlide+xml" PartName="/ppt/notesSlides/notesSlide46.xml"/>
  <Override ContentType="application/vnd.openxmlformats-officedocument.presentationml.notesSlide+xml" PartName="/ppt/notesSlides/notesSlide89.xml"/>
  <Override ContentType="application/vnd.openxmlformats-officedocument.presentationml.notesSlide+xml" PartName="/ppt/notesSlides/notesSlide146.xml"/>
  <Override ContentType="application/vnd.openxmlformats-officedocument.presentationml.notesSlide+xml" PartName="/ppt/notesSlides/notesSlide219.xml"/>
  <Override ContentType="application/vnd.openxmlformats-officedocument.presentationml.notesSlide+xml" PartName="/ppt/notesSlides/notesSlide11.xml"/>
  <Override ContentType="application/vnd.openxmlformats-officedocument.presentationml.notesSlide+xml" PartName="/ppt/notesSlides/notesSlide120.xml"/>
  <Override ContentType="application/vnd.openxmlformats-officedocument.presentationml.notesSlide+xml" PartName="/ppt/notesSlides/notesSlide201.xml"/>
  <Override ContentType="application/vnd.openxmlformats-officedocument.presentationml.notesSlide+xml" PartName="/ppt/notesSlides/notesSlide18.xml"/>
  <Override ContentType="application/vnd.openxmlformats-officedocument.presentationml.notesSlide+xml" PartName="/ppt/notesSlides/notesSlide131.xml"/>
  <Override ContentType="application/vnd.openxmlformats-officedocument.presentationml.notesSlide+xml" PartName="/ppt/notesSlides/notesSlide127.xml"/>
  <Override ContentType="application/vnd.openxmlformats-officedocument.presentationml.notesSlide+xml" PartName="/ppt/notesSlides/notesSlide191.xml"/>
  <Override ContentType="application/vnd.openxmlformats-officedocument.presentationml.notesSlide+xml" PartName="/ppt/notesSlides/notesSlide208.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65.xml"/>
  <Override ContentType="application/vnd.openxmlformats-officedocument.presentationml.notesSlide+xml" PartName="/ppt/notesSlides/notesSlide174.xml"/>
  <Override ContentType="application/vnd.openxmlformats-officedocument.presentationml.notesSlide+xml" PartName="/ppt/notesSlides/notesSlide212.xml"/>
  <Override ContentType="application/vnd.openxmlformats-officedocument.presentationml.notesSlide+xml" PartName="/ppt/notesSlides/notesSlide92.xml"/>
  <Override ContentType="application/vnd.openxmlformats-officedocument.presentationml.notesSlide+xml" PartName="/ppt/notesSlides/notesSlide193.xml"/>
  <Override ContentType="application/vnd.openxmlformats-officedocument.presentationml.notesSlide+xml" PartName="/ppt/notesSlides/notesSlide150.xml"/>
  <Override ContentType="application/vnd.openxmlformats-officedocument.presentationml.notesSlide+xml" PartName="/ppt/notesSlides/notesSlide142.xml"/>
  <Override ContentType="application/vnd.openxmlformats-officedocument.presentationml.notesSlide+xml" PartName="/ppt/notesSlides/notesSlide116.xml"/>
  <Override ContentType="application/vnd.openxmlformats-officedocument.presentationml.notesSlide+xml" PartName="/ppt/notesSlides/notesSlide15.xml"/>
  <Override ContentType="application/vnd.openxmlformats-officedocument.presentationml.notesSlide+xml" PartName="/ppt/notesSlides/notesSlide159.xml"/>
  <Override ContentType="application/vnd.openxmlformats-officedocument.presentationml.notesSlide+xml" PartName="/ppt/notesSlides/notesSlide185.xml"/>
  <Override ContentType="application/vnd.openxmlformats-officedocument.presentationml.notesSlide+xml" PartName="/ppt/notesSlides/notesSlide215.xml"/>
  <Override ContentType="application/vnd.openxmlformats-officedocument.presentationml.notesSlide+xml" PartName="/ppt/notesSlides/notesSlide126.xml"/>
  <Override ContentType="application/vnd.openxmlformats-officedocument.presentationml.notesSlide+xml" PartName="/ppt/notesSlides/notesSlide68.xml"/>
  <Override ContentType="application/vnd.openxmlformats-officedocument.presentationml.notesSlide+xml" PartName="/ppt/notesSlides/notesSlide169.xml"/>
  <Override ContentType="application/vnd.openxmlformats-officedocument.presentationml.notesSlide+xml" PartName="/ppt/notesSlides/notesSlide205.xml"/>
  <Override ContentType="application/vnd.openxmlformats-officedocument.presentationml.notesSlide+xml" PartName="/ppt/notesSlides/notesSlide108.xml"/>
  <Override ContentType="application/vnd.openxmlformats-officedocument.presentationml.notesSlide+xml" PartName="/ppt/notesSlides/notesSlide25.xml"/>
  <Override ContentType="application/vnd.openxmlformats-officedocument.presentationml.notesSlide+xml" PartName="/ppt/notesSlides/notesSlide160.xml"/>
  <Override ContentType="application/vnd.openxmlformats-officedocument.presentationml.notesSlide+xml" PartName="/ppt/notesSlides/notesSlide43.xml"/>
  <Override ContentType="application/vnd.openxmlformats-officedocument.presentationml.notesSlide+xml" PartName="/ppt/notesSlides/notesSlide86.xml"/>
  <Override ContentType="application/vnd.openxmlformats-officedocument.presentationml.notesSlide+xml" PartName="/ppt/notesSlides/notesSlide179.xml"/>
  <Override ContentType="application/vnd.openxmlformats-officedocument.presentationml.notesSlide+xml" PartName="/ppt/notesSlides/notesSlide165.xml"/>
  <Override ContentType="application/vnd.openxmlformats-officedocument.presentationml.notesSlide+xml" PartName="/ppt/notesSlides/notesSlide122.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74.xml"/>
  <Override ContentType="application/vnd.openxmlformats-officedocument.presentationml.notesSlide+xml" PartName="/ppt/notesSlides/notesSlide170.xml"/>
  <Override ContentType="application/vnd.openxmlformats-officedocument.presentationml.notesSlide+xml" PartName="/ppt/notesSlides/notesSlide197.xml"/>
  <Override ContentType="application/vnd.openxmlformats-officedocument.presentationml.notesSlide+xml" PartName="/ppt/notesSlides/notesSlide221.xml"/>
  <Override ContentType="application/vnd.openxmlformats-officedocument.presentationml.notesSlide+xml" PartName="/ppt/notesSlides/notesSlide58.xml"/>
  <Override ContentType="application/vnd.openxmlformats-officedocument.presentationml.notesSlide+xml" PartName="/ppt/notesSlides/notesSlide154.xml"/>
  <Override ContentType="application/vnd.openxmlformats-officedocument.presentationml.notesSlide+xml" PartName="/ppt/notesSlides/notesSlide136.xml"/>
  <Override ContentType="application/vnd.openxmlformats-officedocument.presentationml.notesSlide+xml" PartName="/ppt/notesSlides/notesSlide2.xml"/>
  <Override ContentType="application/vnd.openxmlformats-officedocument.presentationml.notesSlide+xml" PartName="/ppt/notesSlides/notesSlide70.xml"/>
  <Override ContentType="application/vnd.openxmlformats-officedocument.presentationml.notesSlide+xml" PartName="/ppt/notesSlides/notesSlide111.xml"/>
  <Override ContentType="application/vnd.openxmlformats-officedocument.presentationml.notesSlide+xml" PartName="/ppt/notesSlides/notesSlide226.xml"/>
  <Override ContentType="application/vnd.openxmlformats-officedocument.presentationml.notesSlide+xml" PartName="/ppt/notesSlides/notesSlide200.xml"/>
  <Override ContentType="application/vnd.openxmlformats-officedocument.presentationml.notesSlide+xml" PartName="/ppt/notesSlides/notesSlide181.xml"/>
  <Override ContentType="application/vnd.openxmlformats-officedocument.presentationml.notesSlide+xml" PartName="/ppt/notesSlides/notesSlide47.xml"/>
  <Override ContentType="application/vnd.openxmlformats-officedocument.presentationml.notesSlide+xml" PartName="/ppt/notesSlides/notesSlide209.xml"/>
  <Override ContentType="application/vnd.openxmlformats-officedocument.presentationml.notesSlide+xml" PartName="/ppt/notesSlides/notesSlide104.xml"/>
  <Override ContentType="application/vnd.openxmlformats-officedocument.presentationml.notesSlide+xml" PartName="/ppt/notesSlides/notesSlide147.xml"/>
  <Override ContentType="application/vnd.openxmlformats-officedocument.presentationml.notesSlide+xml" PartName="/ppt/notesSlides/notesSlide21.xml"/>
  <Override ContentType="application/vnd.openxmlformats-officedocument.presentationml.notesSlide+xml" PartName="/ppt/notesSlides/notesSlide164.xml"/>
  <Override ContentType="application/vnd.openxmlformats-officedocument.presentationml.notesSlide+xml" PartName="/ppt/notesSlides/notesSlide64.xml"/>
  <Override ContentType="application/vnd.openxmlformats-officedocument.presentationml.notesSlide+xml" PartName="/ppt/notesSlides/notesSlide121.xml"/>
  <Override ContentType="application/vnd.openxmlformats-officedocument.presentationml.notesSlide+xml" PartName="/ppt/notesSlides/notesSlide6.xml"/>
  <Override ContentType="application/vnd.openxmlformats-officedocument.presentationml.notesSlide+xml" PartName="/ppt/notesSlides/notesSlide211.xml"/>
  <Override ContentType="application/vnd.openxmlformats-officedocument.presentationml.notesSlide+xml" PartName="/ppt/notesSlides/notesSlide79.xml"/>
  <Override ContentType="application/vnd.openxmlformats-officedocument.presentationml.notesSlide+xml" PartName="/ppt/notesSlides/notesSlide132.xml"/>
  <Override ContentType="application/vnd.openxmlformats-officedocument.presentationml.notesSlide+xml" PartName="/ppt/notesSlides/notesSlide36.xml"/>
  <Override ContentType="application/vnd.openxmlformats-officedocument.presentationml.notesSlide+xml" PartName="/ppt/notesSlides/notesSlide96.xml"/>
  <Override ContentType="application/vnd.openxmlformats-officedocument.presentationml.notesSlide+xml" PartName="/ppt/notesSlides/notesSlide192.xml"/>
  <Override ContentType="application/vnd.openxmlformats-officedocument.presentationml.notesSlide+xml" PartName="/ppt/notesSlides/notesSlide19.xml"/>
  <Override ContentType="application/vnd.openxmlformats-officedocument.presentationml.notesSlide+xml" PartName="/ppt/notesSlides/notesSlide115.xml"/>
  <Override ContentType="application/vnd.openxmlformats-officedocument.presentationml.notesSlide+xml" PartName="/ppt/notesSlides/notesSlide53.xml"/>
  <Override ContentType="application/vnd.openxmlformats-officedocument.presentationml.notesSlide+xml" PartName="/ppt/notesSlides/notesSlide158.xml"/>
  <Override ContentType="application/vnd.openxmlformats-officedocument.presentationml.notesSlide+xml" PartName="/ppt/notesSlides/notesSlide175.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21.xml"/>
  <Override ContentType="application/vnd.openxmlformats-officedocument.presentationml.slide+xml" PartName="/ppt/slides/slide164.xml"/>
  <Override ContentType="application/vnd.openxmlformats-officedocument.presentationml.slide+xml" PartName="/ppt/slides/slide43.xml"/>
  <Override ContentType="application/vnd.openxmlformats-officedocument.presentationml.slide+xml" PartName="/ppt/slides/slide199.xml"/>
  <Override ContentType="application/vnd.openxmlformats-officedocument.presentationml.slide+xml" PartName="/ppt/slides/slide210.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202.xml"/>
  <Override ContentType="application/vnd.openxmlformats-officedocument.presentationml.slide+xml" PartName="/ppt/slides/slide105.xml"/>
  <Override ContentType="application/vnd.openxmlformats-officedocument.presentationml.slide+xml" PartName="/ppt/slides/slide148.xml"/>
  <Override ContentType="application/vnd.openxmlformats-officedocument.presentationml.slide+xml" PartName="/ppt/slides/slide172.xml"/>
  <Override ContentType="application/vnd.openxmlformats-officedocument.presentationml.slide+xml" PartName="/ppt/slides/slide19.xml"/>
  <Override ContentType="application/vnd.openxmlformats-officedocument.presentationml.slide+xml" PartName="/ppt/slides/slide5.xml"/>
  <Override ContentType="application/vnd.openxmlformats-officedocument.presentationml.slide+xml" PartName="/ppt/slides/slide51.xml"/>
  <Override ContentType="application/vnd.openxmlformats-officedocument.presentationml.slide+xml" PartName="/ppt/slides/slide113.xml"/>
  <Override ContentType="application/vnd.openxmlformats-officedocument.presentationml.slide+xml" PartName="/ppt/slides/slide94.xml"/>
  <Override ContentType="application/vnd.openxmlformats-officedocument.presentationml.slide+xml" PartName="/ppt/slides/slide156.xml"/>
  <Override ContentType="application/vnd.openxmlformats-officedocument.presentationml.slide+xml" PartName="/ppt/slides/slide217.xml"/>
  <Override ContentType="application/vnd.openxmlformats-officedocument.presentationml.slide+xml" PartName="/ppt/slides/slide71.xml"/>
  <Override ContentType="application/vnd.openxmlformats-officedocument.presentationml.slide+xml" PartName="/ppt/slides/slide179.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136.xml"/>
  <Override ContentType="application/vnd.openxmlformats-officedocument.presentationml.slide+xml" PartName="/ppt/slides/slide184.xml"/>
  <Override ContentType="application/vnd.openxmlformats-officedocument.presentationml.slide+xml" PartName="/ppt/slides/slide141.xml"/>
  <Override ContentType="application/vnd.openxmlformats-officedocument.presentationml.slide+xml" PartName="/ppt/slides/slide82.xml"/>
  <Override ContentType="application/vnd.openxmlformats-officedocument.presentationml.slide+xml" PartName="/ppt/slides/slide9.xml"/>
  <Override ContentType="application/vnd.openxmlformats-officedocument.presentationml.slide+xml" PartName="/ppt/slides/slide168.xml"/>
  <Override ContentType="application/vnd.openxmlformats-officedocument.presentationml.slide+xml" PartName="/ppt/slides/slide12.xml"/>
  <Override ContentType="application/vnd.openxmlformats-officedocument.presentationml.slide+xml" PartName="/ppt/slides/slide108.xml"/>
  <Override ContentType="application/vnd.openxmlformats-officedocument.presentationml.slide+xml" PartName="/ppt/slides/slide187.xml"/>
  <Override ContentType="application/vnd.openxmlformats-officedocument.presentationml.slide+xml" PartName="/ppt/slides/slide98.xml"/>
  <Override ContentType="application/vnd.openxmlformats-officedocument.presentationml.slide+xml" PartName="/ppt/slides/slide152.xml"/>
  <Override ContentType="application/vnd.openxmlformats-officedocument.presentationml.slide+xml" PartName="/ppt/slides/slide125.xml"/>
  <Override ContentType="application/vnd.openxmlformats-officedocument.presentationml.slide+xml" PartName="/ppt/slides/slide20.xml"/>
  <Override ContentType="application/vnd.openxmlformats-officedocument.presentationml.slide+xml" PartName="/ppt/slides/slide161.xml"/>
  <Override ContentType="application/vnd.openxmlformats-officedocument.presentationml.slide+xml" PartName="/ppt/slides/slide214.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206.xml"/>
  <Override ContentType="application/vnd.openxmlformats-officedocument.presentationml.slide+xml" PartName="/ppt/slides/slide55.xml"/>
  <Override ContentType="application/vnd.openxmlformats-officedocument.presentationml.slide+xml" PartName="/ppt/slides/slide195.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129.xml"/>
  <Override ContentType="application/vnd.openxmlformats-officedocument.presentationml.slide+xml" PartName="/ppt/slides/slide63.xml"/>
  <Override ContentType="application/vnd.openxmlformats-officedocument.presentationml.slide+xml" PartName="/ppt/slides/slide159.xml"/>
  <Override ContentType="application/vnd.openxmlformats-officedocument.presentationml.slide+xml" PartName="/ppt/slides/slide101.xml"/>
  <Override ContentType="application/vnd.openxmlformats-officedocument.presentationml.slide+xml" PartName="/ppt/slides/slide116.xml"/>
  <Override ContentType="application/vnd.openxmlformats-officedocument.presentationml.slide+xml" PartName="/ppt/slides/slide144.xml"/>
  <Override ContentType="application/vnd.openxmlformats-officedocument.presentationml.slide+xml" PartName="/ppt/slides/slide133.xml"/>
  <Override ContentType="application/vnd.openxmlformats-officedocument.presentationml.slide+xml" PartName="/ppt/slides/slide9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176.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225.xml"/>
  <Override ContentType="application/vnd.openxmlformats-officedocument.presentationml.slide+xml" PartName="/ppt/slides/slide180.xml"/>
  <Override ContentType="application/vnd.openxmlformats-officedocument.presentationml.slide+xml" PartName="/ppt/slides/slide18.xml"/>
  <Override ContentType="application/vnd.openxmlformats-officedocument.presentationml.slide+xml" PartName="/ppt/slides/slide201.xml"/>
  <Override ContentType="application/vnd.openxmlformats-officedocument.presentationml.slide+xml" PartName="/ppt/slides/slide52.xml"/>
  <Override ContentType="application/vnd.openxmlformats-officedocument.presentationml.slide+xml" PartName="/ppt/slides/slide95.xml"/>
  <Override ContentType="application/vnd.openxmlformats-officedocument.presentationml.slide+xml" PartName="/ppt/slides/slide181.xml"/>
  <Override ContentType="application/vnd.openxmlformats-officedocument.presentationml.slide+xml" PartName="/ppt/slides/slide157.xml"/>
  <Override ContentType="application/vnd.openxmlformats-officedocument.presentationml.slide+xml" PartName="/ppt/slides/slide211.xml"/>
  <Override ContentType="application/vnd.openxmlformats-officedocument.presentationml.slide+xml" PartName="/ppt/slides/slide77.xml"/>
  <Override ContentType="application/vnd.openxmlformats-officedocument.presentationml.slide+xml" PartName="/ppt/slides/slide165.xml"/>
  <Override ContentType="application/vnd.openxmlformats-officedocument.presentationml.slide+xml" PartName="/ppt/slides/slide34.xml"/>
  <Override ContentType="application/vnd.openxmlformats-officedocument.presentationml.slide+xml" PartName="/ppt/slides/slide122.xml"/>
  <Override ContentType="application/vnd.openxmlformats-officedocument.presentationml.slide+xml" PartName="/ppt/slides/slide147.xml"/>
  <Override ContentType="application/vnd.openxmlformats-officedocument.presentationml.slide+xml" PartName="/ppt/slides/slide191.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137.xml"/>
  <Override ContentType="application/vnd.openxmlformats-officedocument.presentationml.slide+xml" PartName="/ppt/slides/slide110.xml"/>
  <Override ContentType="application/vnd.openxmlformats-officedocument.presentationml.slide+xml" PartName="/ppt/slides/slide153.xml"/>
  <Override ContentType="application/vnd.openxmlformats-officedocument.presentationml.slide+xml" PartName="/ppt/slides/slide67.xml"/>
  <Override ContentType="application/vnd.openxmlformats-officedocument.presentationml.slide+xml" PartName="/ppt/slides/slide196.xml"/>
  <Override ContentType="application/vnd.openxmlformats-officedocument.presentationml.slide+xml" PartName="/ppt/slides/slide171.xml"/>
  <Override ContentType="application/vnd.openxmlformats-officedocument.presentationml.slide+xml" PartName="/ppt/slides/slide49.xml"/>
  <Override ContentType="application/vnd.openxmlformats-officedocument.presentationml.slide+xml" PartName="/ppt/slides/slide216.xml"/>
  <Override ContentType="application/vnd.openxmlformats-officedocument.presentationml.slide+xml" PartName="/ppt/slides/slide83.xml"/>
  <Override ContentType="application/vnd.openxmlformats-officedocument.presentationml.slide+xml" PartName="/ppt/slides/slide6.xml"/>
  <Override ContentType="application/vnd.openxmlformats-officedocument.presentationml.slide+xml" PartName="/ppt/slides/slide119.xml"/>
  <Override ContentType="application/vnd.openxmlformats-officedocument.presentationml.slide+xml" PartName="/ppt/slides/slide40.xml"/>
  <Override ContentType="application/vnd.openxmlformats-officedocument.presentationml.slide+xml" PartName="/ppt/slides/slide221.xml"/>
  <Override ContentType="application/vnd.openxmlformats-officedocument.presentationml.slide+xml" PartName="/ppt/slides/slide73.xml"/>
  <Override ContentType="application/vnd.openxmlformats-officedocument.presentationml.slide+xml" PartName="/ppt/slides/slide169.xml"/>
  <Override ContentType="application/vnd.openxmlformats-officedocument.presentationml.slide+xml" PartName="/ppt/slides/slide30.xml"/>
  <Override ContentType="application/vnd.openxmlformats-officedocument.presentationml.slide+xml" PartName="/ppt/slides/slide126.xml"/>
  <Override ContentType="application/vnd.openxmlformats-officedocument.presentationml.slide+xml" PartName="/ppt/slides/slide186.xml"/>
  <Override ContentType="application/vnd.openxmlformats-officedocument.presentationml.slide+xml" PartName="/ppt/slides/slide215.xml"/>
  <Override ContentType="application/vnd.openxmlformats-officedocument.presentationml.slide+xml" PartName="/ppt/slides/slide109.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222.xml"/>
  <Override ContentType="application/vnd.openxmlformats-officedocument.presentationml.slide+xml" PartName="/ppt/slides/slide205.xml"/>
  <Override ContentType="application/vnd.openxmlformats-officedocument.presentationml.slide+xml" PartName="/ppt/slides/slide160.xml"/>
  <Override ContentType="application/vnd.openxmlformats-officedocument.presentationml.slide+xml" PartName="/ppt/slides/slide100.xml"/>
  <Override ContentType="application/vnd.openxmlformats-officedocument.presentationml.slide+xml" PartName="/ppt/slides/slide90.xml"/>
  <Override ContentType="application/vnd.openxmlformats-officedocument.presentationml.slide+xml" PartName="/ppt/slides/slide143.xml"/>
  <Override ContentType="application/vnd.openxmlformats-officedocument.presentationml.slide+xml" PartName="/ppt/slides/slide132.xml"/>
  <Override ContentType="application/vnd.openxmlformats-officedocument.presentationml.slide+xml" PartName="/ppt/slides/slide62.xml"/>
  <Override ContentType="application/vnd.openxmlformats-officedocument.presentationml.slide+xml" PartName="/ppt/slides/slide175.xml"/>
  <Override ContentType="application/vnd.openxmlformats-officedocument.presentationml.slide+xml" PartName="/ppt/slides/slide1.xml"/>
  <Override ContentType="application/vnd.openxmlformats-officedocument.presentationml.slide+xml" PartName="/ppt/slides/slide192.xml"/>
  <Override ContentType="application/vnd.openxmlformats-officedocument.presentationml.slide+xml" PartName="/ppt/slides/slide45.xml"/>
  <Override ContentType="application/vnd.openxmlformats-officedocument.presentationml.slide+xml" PartName="/ppt/slides/slide226.xml"/>
  <Override ContentType="application/vnd.openxmlformats-officedocument.presentationml.slide+xml" PartName="/ppt/slides/slide28.xml"/>
  <Override ContentType="application/vnd.openxmlformats-officedocument.presentationml.slide+xml" PartName="/ppt/slides/slide209.xml"/>
  <Override ContentType="application/vnd.openxmlformats-officedocument.presentationml.slide+xml" PartName="/ppt/slides/slide200.xml"/>
  <Override ContentType="application/vnd.openxmlformats-officedocument.presentationml.slide+xml" PartName="/ppt/slides/slide88.xml"/>
  <Override ContentType="application/vnd.openxmlformats-officedocument.presentationml.slide+xml" PartName="/ppt/slides/slide158.xml"/>
  <Override ContentType="application/vnd.openxmlformats-officedocument.presentationml.slide+xml" PartName="/ppt/slides/slide115.xml"/>
  <Override ContentType="application/vnd.openxmlformats-officedocument.presentationml.slide+xml" PartName="/ppt/slides/slide3.xml"/>
  <Override ContentType="application/vnd.openxmlformats-officedocument.presentationml.slide+xml" PartName="/ppt/slides/slide182.xml"/>
  <Override ContentType="application/vnd.openxmlformats-officedocument.presentationml.slide+xml" PartName="/ppt/slides/slide17.xml"/>
  <Override ContentType="application/vnd.openxmlformats-officedocument.presentationml.slide+xml" PartName="/ppt/slides/slide138.xml"/>
  <Override ContentType="application/vnd.openxmlformats-officedocument.presentationml.slide+xml" PartName="/ppt/slides/slide25.xml"/>
  <Override ContentType="application/vnd.openxmlformats-officedocument.presentationml.slide+xml" PartName="/ppt/slides/slide174.xml"/>
  <Override ContentType="application/vnd.openxmlformats-officedocument.presentationml.slide+xml" PartName="/ppt/slides/slide190.xml"/>
  <Override ContentType="application/vnd.openxmlformats-officedocument.presentationml.slide+xml" PartName="/ppt/slides/slide227.xml"/>
  <Override ContentType="application/vnd.openxmlformats-officedocument.presentationml.slide+xml" PartName="/ppt/slides/slide33.xml"/>
  <Override ContentType="application/vnd.openxmlformats-officedocument.presentationml.slide+xml" PartName="/ppt/slides/slide219.xml"/>
  <Override ContentType="application/vnd.openxmlformats-officedocument.presentationml.slide+xml" PartName="/ppt/slides/slide68.xml"/>
  <Override ContentType="application/vnd.openxmlformats-officedocument.presentationml.slide+xml" PartName="/ppt/slides/slide170.xml"/>
  <Override ContentType="application/vnd.openxmlformats-officedocument.presentationml.slide+xml" PartName="/ppt/slides/slide204.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7.xml"/>
  <Override ContentType="application/vnd.openxmlformats-officedocument.presentationml.slide+xml" PartName="/ppt/slides/slide123.xml"/>
  <Override ContentType="application/vnd.openxmlformats-officedocument.presentationml.slide+xml" PartName="/ppt/slides/slide220.xml"/>
  <Override ContentType="application/vnd.openxmlformats-officedocument.presentationml.slide+xml" PartName="/ppt/slides/slide166.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4.xml"/>
  <Override ContentType="application/vnd.openxmlformats-officedocument.presentationml.slide+xml" PartName="/ppt/slides/slide197.xml"/>
  <Override ContentType="application/vnd.openxmlformats-officedocument.presentationml.slide+xml" PartName="/ppt/slides/slide10.xml"/>
  <Override ContentType="application/vnd.openxmlformats-officedocument.presentationml.slide+xml" PartName="/ppt/slides/slide111.xml"/>
  <Override ContentType="application/vnd.openxmlformats-officedocument.presentationml.slide+xml" PartName="/ppt/slides/slide53.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3.xml"/>
  <Override ContentType="application/vnd.openxmlformats-officedocument.presentationml.slide+xml" PartName="/ppt/slides/slide22.xml"/>
  <Override ContentType="application/vnd.openxmlformats-officedocument.presentationml.slide+xml" PartName="/ppt/slides/slide185.xml"/>
  <Override ContentType="application/vnd.openxmlformats-officedocument.presentationml.slide+xml" PartName="/ppt/slides/slide65.xml"/>
  <Override ContentType="application/vnd.openxmlformats-officedocument.presentationml.slide+xml" PartName="/ppt/slides/slide118.xml"/>
  <Override ContentType="application/vnd.openxmlformats-officedocument.presentationml.slide+xml" PartName="/ppt/slides/slide142.xml"/>
  <Override ContentType="application/vnd.openxmlformats-officedocument.presentationml.slide+xml" PartName="/ppt/slides/slide72.xml"/>
  <Override ContentType="application/vnd.openxmlformats-officedocument.presentationml.slide+xml" PartName="/ppt/slides/slide135.xml"/>
  <Override ContentType="application/vnd.openxmlformats-officedocument.presentationml.slide+xml" PartName="/ppt/slides/slide178.xml"/>
  <Override ContentType="application/vnd.openxmlformats-officedocument.presentationml.slide+xml" PartName="/ppt/slides/slide29.xml"/>
  <Override ContentType="application/vnd.openxmlformats-officedocument.presentationml.slide+xml" PartName="/ppt/slides/slide212.xml"/>
  <Override ContentType="application/vnd.openxmlformats-officedocument.presentationml.slide+xml" PartName="/ppt/slides/slide76.xml"/>
  <Override ContentType="application/vnd.openxmlformats-officedocument.presentationml.slide+xml" PartName="/ppt/slides/slide131.xml"/>
  <Override ContentType="application/vnd.openxmlformats-officedocument.presentationml.slide+xml" PartName="/ppt/slides/slide93.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114.xml"/>
  <Override ContentType="application/vnd.openxmlformats-officedocument.presentationml.slide+xml" PartName="/ppt/slides/slide163.xml"/>
  <Override ContentType="application/vnd.openxmlformats-officedocument.presentationml.slide+xml" PartName="/ppt/slides/slide127.xml"/>
  <Override ContentType="application/vnd.openxmlformats-officedocument.presentationml.slide+xml" PartName="/ppt/slides/slide146.xml"/>
  <Override ContentType="application/vnd.openxmlformats-officedocument.presentationml.slide+xml" PartName="/ppt/slides/slide150.xml"/>
  <Override ContentType="application/vnd.openxmlformats-officedocument.presentationml.slide+xml" PartName="/ppt/slides/slide189.xml"/>
  <Override ContentType="application/vnd.openxmlformats-officedocument.presentationml.slide+xml" PartName="/ppt/slides/slide120.xml"/>
  <Override ContentType="application/vnd.openxmlformats-officedocument.presentationml.slide+xml" PartName="/ppt/slides/slide87.xml"/>
  <Override ContentType="application/vnd.openxmlformats-officedocument.presentationml.slide+xml" PartName="/ppt/slides/slide57.xml"/>
  <Override ContentType="application/vnd.openxmlformats-officedocument.presentationml.slide+xml" PartName="/ppt/slides/slide44.xml"/>
  <Override ContentType="application/vnd.openxmlformats-officedocument.presentationml.slide+xml" PartName="/ppt/slides/slide193.xml"/>
  <Override ContentType="application/vnd.openxmlformats-officedocument.presentationml.slide+xml" PartName="/ppt/slides/slide208.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228.xml"/>
  <Override ContentType="application/vnd.openxmlformats-officedocument.presentationml.slide+xml" PartName="/ppt/slides/slide139.xml"/>
  <Override ContentType="application/vnd.openxmlformats-officedocument.presentationml.slide+xml" PartName="/ppt/slides/slide60.xml"/>
  <Override ContentType="application/vnd.openxmlformats-officedocument.presentationml.slide+xml" PartName="/ppt/slides/slide26.xml"/>
  <Override ContentType="application/vnd.openxmlformats-officedocument.presentationml.slide+xml" PartName="/ppt/slides/slide112.xml"/>
  <Override ContentType="application/vnd.openxmlformats-officedocument.presentationml.slide+xml" PartName="/ppt/slides/slide198.xml"/>
  <Override ContentType="application/vnd.openxmlformats-officedocument.presentationml.slide+xml" PartName="/ppt/slides/slide15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218.xml"/>
  <Override ContentType="application/vnd.openxmlformats-officedocument.presentationml.slide+xml" PartName="/ppt/slides/slide130.xml"/>
  <Override ContentType="application/vnd.openxmlformats-officedocument.presentationml.slide+xml" PartName="/ppt/slides/slide173.xml"/>
  <Override ContentType="application/vnd.openxmlformats-officedocument.presentationml.slide+xml" PartName="/ppt/slides/slide16.xml"/>
  <Override ContentType="application/vnd.openxmlformats-officedocument.presentationml.slide+xml" PartName="/ppt/slides/slide97.xml"/>
  <Override ContentType="application/vnd.openxmlformats-officedocument.presentationml.slide+xml" PartName="/ppt/slides/slide140.xml"/>
  <Override ContentType="application/vnd.openxmlformats-officedocument.presentationml.slide+xml" PartName="/ppt/slides/slide11.xml"/>
  <Override ContentType="application/vnd.openxmlformats-officedocument.presentationml.slide+xml" PartName="/ppt/slides/slide183.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149.xml"/>
  <Override ContentType="application/vnd.openxmlformats-officedocument.presentationml.slide+xml" PartName="/ppt/slides/slide203.xml"/>
  <Override ContentType="application/vnd.openxmlformats-officedocument.presentationml.slide+xml" PartName="/ppt/slides/slide124.xml"/>
  <Override ContentType="application/vnd.openxmlformats-officedocument.presentationml.slide+xml" PartName="/ppt/slides/slide106.xml"/>
  <Override ContentType="application/vnd.openxmlformats-officedocument.presentationml.slide+xml" PartName="/ppt/slides/slide167.xml"/>
  <Override ContentType="application/vnd.openxmlformats-officedocument.presentationml.slide+xml" PartName="/ppt/slides/slide70.xml"/>
  <Override ContentType="application/vnd.openxmlformats-officedocument.presentationml.slide+xml" PartName="/ppt/slides/slide194.xml"/>
  <Override ContentType="application/vnd.openxmlformats-officedocument.presentationml.slide+xml" PartName="/ppt/slides/slide151.xml"/>
  <Override ContentType="application/vnd.openxmlformats-officedocument.presentationml.slide+xml" PartName="/ppt/slides/slide177.xml"/>
  <Override ContentType="application/vnd.openxmlformats-officedocument.presentationml.slide+xml" PartName="/ppt/slides/slide134.xml"/>
  <Override ContentType="application/vnd.openxmlformats-officedocument.presentationml.slide+xml" PartName="/ppt/slides/slide207.xml"/>
  <Override ContentType="application/vnd.openxmlformats-officedocument.presentationml.slide+xml" PartName="/ppt/slides/slide224.xml"/>
  <Override ContentType="application/vnd.openxmlformats-officedocument.presentationml.slide+xml" PartName="/ppt/slides/slide47.xml"/>
  <Override ContentType="application/vnd.openxmlformats-officedocument.presentationml.slide+xml" PartName="/ppt/slides/slide21.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117.xml"/>
  <Override ContentType="application/vnd.openxmlformats-officedocument.presentationml.slide+xml" PartName="/ppt/slides/slide145.xml"/>
  <Override ContentType="application/vnd.openxmlformats-officedocument.presentationml.slide+xml" PartName="/ppt/slides/slide188.xml"/>
  <Override ContentType="application/vnd.openxmlformats-officedocument.presentationml.slide+xml" PartName="/ppt/slides/slide162.xml"/>
  <Override ContentType="application/vnd.openxmlformats-officedocument.presentationml.slide+xml" PartName="/ppt/slides/slide32.xml"/>
  <Override ContentType="application/vnd.openxmlformats-officedocument.presentationml.slide+xml" PartName="/ppt/slides/slide75.xml"/>
  <Override ContentType="application/vnd.openxmlformats-officedocument.presentationml.slide+xml" PartName="/ppt/slides/slide213.xml"/>
  <Override ContentType="application/vnd.openxmlformats-officedocument.presentationml.slide+xml" PartName="/ppt/slides/slide58.xml"/>
  <Override ContentType="application/vnd.openxmlformats-officedocument.presentationml.slide+xml" PartName="/ppt/slides/slide15.xml"/>
  <Override ContentType="application/vnd.openxmlformats-officedocument.presentationml.slide+xml" PartName="/ppt/slides/slide128.xml"/>
  <Override ContentType="application/vnd.openxmlformats-officedocument.presentationml.slide+xml" PartName="/ppt/slides/slide92.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 id="456" r:id="rId206"/>
    <p:sldId id="457" r:id="rId207"/>
    <p:sldId id="458" r:id="rId208"/>
    <p:sldId id="459" r:id="rId209"/>
    <p:sldId id="460" r:id="rId210"/>
    <p:sldId id="461" r:id="rId211"/>
    <p:sldId id="462" r:id="rId212"/>
    <p:sldId id="463" r:id="rId213"/>
    <p:sldId id="464" r:id="rId214"/>
    <p:sldId id="465" r:id="rId215"/>
    <p:sldId id="466" r:id="rId216"/>
    <p:sldId id="467" r:id="rId217"/>
    <p:sldId id="468" r:id="rId218"/>
    <p:sldId id="469" r:id="rId219"/>
    <p:sldId id="470" r:id="rId220"/>
    <p:sldId id="471" r:id="rId221"/>
    <p:sldId id="472" r:id="rId222"/>
    <p:sldId id="473" r:id="rId223"/>
    <p:sldId id="474" r:id="rId224"/>
    <p:sldId id="475" r:id="rId225"/>
    <p:sldId id="476" r:id="rId226"/>
    <p:sldId id="477" r:id="rId227"/>
    <p:sldId id="478" r:id="rId228"/>
    <p:sldId id="479" r:id="rId229"/>
    <p:sldId id="480" r:id="rId230"/>
    <p:sldId id="481" r:id="rId231"/>
    <p:sldId id="482" r:id="rId232"/>
    <p:sldId id="483" r:id="rId233"/>
  </p:sldIdLst>
  <p:sldSz cy="5143500" cx="9144000"/>
  <p:notesSz cx="9144000" cy="685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 uri="GoogleSlidesCustomDataVersion2">
      <go:slidesCustomData xmlns:go="http://customooxmlschemas.google.com/" r:id="rId234" roundtripDataSignature="AMtx7mhsaxE98zIq9G40dXUZH4xYSsXQ5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190" Type="http://schemas.openxmlformats.org/officeDocument/2006/relationships/slide" Target="slides/slide18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194" Type="http://schemas.openxmlformats.org/officeDocument/2006/relationships/slide" Target="slides/slide189.xml"/><Relationship Id="rId43" Type="http://schemas.openxmlformats.org/officeDocument/2006/relationships/slide" Target="slides/slide38.xml"/><Relationship Id="rId193" Type="http://schemas.openxmlformats.org/officeDocument/2006/relationships/slide" Target="slides/slide188.xml"/><Relationship Id="rId46" Type="http://schemas.openxmlformats.org/officeDocument/2006/relationships/slide" Target="slides/slide41.xml"/><Relationship Id="rId192" Type="http://schemas.openxmlformats.org/officeDocument/2006/relationships/slide" Target="slides/slide187.xml"/><Relationship Id="rId45" Type="http://schemas.openxmlformats.org/officeDocument/2006/relationships/slide" Target="slides/slide40.xml"/><Relationship Id="rId191" Type="http://schemas.openxmlformats.org/officeDocument/2006/relationships/slide" Target="slides/slide186.xml"/><Relationship Id="rId48" Type="http://schemas.openxmlformats.org/officeDocument/2006/relationships/slide" Target="slides/slide43.xml"/><Relationship Id="rId187" Type="http://schemas.openxmlformats.org/officeDocument/2006/relationships/slide" Target="slides/slide182.xml"/><Relationship Id="rId47" Type="http://schemas.openxmlformats.org/officeDocument/2006/relationships/slide" Target="slides/slide42.xml"/><Relationship Id="rId186" Type="http://schemas.openxmlformats.org/officeDocument/2006/relationships/slide" Target="slides/slide181.xml"/><Relationship Id="rId185" Type="http://schemas.openxmlformats.org/officeDocument/2006/relationships/slide" Target="slides/slide180.xml"/><Relationship Id="rId49" Type="http://schemas.openxmlformats.org/officeDocument/2006/relationships/slide" Target="slides/slide44.xml"/><Relationship Id="rId184" Type="http://schemas.openxmlformats.org/officeDocument/2006/relationships/slide" Target="slides/slide179.xml"/><Relationship Id="rId189" Type="http://schemas.openxmlformats.org/officeDocument/2006/relationships/slide" Target="slides/slide184.xml"/><Relationship Id="rId188" Type="http://schemas.openxmlformats.org/officeDocument/2006/relationships/slide" Target="slides/slide18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183" Type="http://schemas.openxmlformats.org/officeDocument/2006/relationships/slide" Target="slides/slide178.xml"/><Relationship Id="rId32" Type="http://schemas.openxmlformats.org/officeDocument/2006/relationships/slide" Target="slides/slide27.xml"/><Relationship Id="rId182" Type="http://schemas.openxmlformats.org/officeDocument/2006/relationships/slide" Target="slides/slide177.xml"/><Relationship Id="rId35" Type="http://schemas.openxmlformats.org/officeDocument/2006/relationships/slide" Target="slides/slide30.xml"/><Relationship Id="rId181" Type="http://schemas.openxmlformats.org/officeDocument/2006/relationships/slide" Target="slides/slide176.xml"/><Relationship Id="rId34" Type="http://schemas.openxmlformats.org/officeDocument/2006/relationships/slide" Target="slides/slide29.xml"/><Relationship Id="rId180" Type="http://schemas.openxmlformats.org/officeDocument/2006/relationships/slide" Target="slides/slide175.xml"/><Relationship Id="rId37" Type="http://schemas.openxmlformats.org/officeDocument/2006/relationships/slide" Target="slides/slide32.xml"/><Relationship Id="rId176" Type="http://schemas.openxmlformats.org/officeDocument/2006/relationships/slide" Target="slides/slide171.xml"/><Relationship Id="rId36" Type="http://schemas.openxmlformats.org/officeDocument/2006/relationships/slide" Target="slides/slide31.xml"/><Relationship Id="rId175" Type="http://schemas.openxmlformats.org/officeDocument/2006/relationships/slide" Target="slides/slide170.xml"/><Relationship Id="rId39" Type="http://schemas.openxmlformats.org/officeDocument/2006/relationships/slide" Target="slides/slide34.xml"/><Relationship Id="rId174" Type="http://schemas.openxmlformats.org/officeDocument/2006/relationships/slide" Target="slides/slide169.xml"/><Relationship Id="rId38" Type="http://schemas.openxmlformats.org/officeDocument/2006/relationships/slide" Target="slides/slide33.xml"/><Relationship Id="rId173" Type="http://schemas.openxmlformats.org/officeDocument/2006/relationships/slide" Target="slides/slide168.xml"/><Relationship Id="rId179" Type="http://schemas.openxmlformats.org/officeDocument/2006/relationships/slide" Target="slides/slide174.xml"/><Relationship Id="rId178" Type="http://schemas.openxmlformats.org/officeDocument/2006/relationships/slide" Target="slides/slide173.xml"/><Relationship Id="rId177" Type="http://schemas.openxmlformats.org/officeDocument/2006/relationships/slide" Target="slides/slide172.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98" Type="http://schemas.openxmlformats.org/officeDocument/2006/relationships/slide" Target="slides/slide193.xml"/><Relationship Id="rId14" Type="http://schemas.openxmlformats.org/officeDocument/2006/relationships/slide" Target="slides/slide9.xml"/><Relationship Id="rId197" Type="http://schemas.openxmlformats.org/officeDocument/2006/relationships/slide" Target="slides/slide192.xml"/><Relationship Id="rId17" Type="http://schemas.openxmlformats.org/officeDocument/2006/relationships/slide" Target="slides/slide12.xml"/><Relationship Id="rId196" Type="http://schemas.openxmlformats.org/officeDocument/2006/relationships/slide" Target="slides/slide191.xml"/><Relationship Id="rId16" Type="http://schemas.openxmlformats.org/officeDocument/2006/relationships/slide" Target="slides/slide11.xml"/><Relationship Id="rId195" Type="http://schemas.openxmlformats.org/officeDocument/2006/relationships/slide" Target="slides/slide190.xml"/><Relationship Id="rId19" Type="http://schemas.openxmlformats.org/officeDocument/2006/relationships/slide" Target="slides/slide14.xml"/><Relationship Id="rId18" Type="http://schemas.openxmlformats.org/officeDocument/2006/relationships/slide" Target="slides/slide13.xml"/><Relationship Id="rId199" Type="http://schemas.openxmlformats.org/officeDocument/2006/relationships/slide" Target="slides/slide194.xml"/><Relationship Id="rId84" Type="http://schemas.openxmlformats.org/officeDocument/2006/relationships/slide" Target="slides/slide79.xml"/><Relationship Id="rId83" Type="http://schemas.openxmlformats.org/officeDocument/2006/relationships/slide" Target="slides/slide78.xml"/><Relationship Id="rId86" Type="http://schemas.openxmlformats.org/officeDocument/2006/relationships/slide" Target="slides/slide81.xml"/><Relationship Id="rId85" Type="http://schemas.openxmlformats.org/officeDocument/2006/relationships/slide" Target="slides/slide80.xml"/><Relationship Id="rId88" Type="http://schemas.openxmlformats.org/officeDocument/2006/relationships/slide" Target="slides/slide83.xml"/><Relationship Id="rId150" Type="http://schemas.openxmlformats.org/officeDocument/2006/relationships/slide" Target="slides/slide145.xml"/><Relationship Id="rId87" Type="http://schemas.openxmlformats.org/officeDocument/2006/relationships/slide" Target="slides/slide82.xml"/><Relationship Id="rId89" Type="http://schemas.openxmlformats.org/officeDocument/2006/relationships/slide" Target="slides/slide84.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149" Type="http://schemas.openxmlformats.org/officeDocument/2006/relationships/slide" Target="slides/slide144.xml"/><Relationship Id="rId4" Type="http://schemas.openxmlformats.org/officeDocument/2006/relationships/slideMaster" Target="slideMasters/slideMaster1.xml"/><Relationship Id="rId148" Type="http://schemas.openxmlformats.org/officeDocument/2006/relationships/slide" Target="slides/slide143.xml"/><Relationship Id="rId9" Type="http://schemas.openxmlformats.org/officeDocument/2006/relationships/slide" Target="slides/slide4.xml"/><Relationship Id="rId143" Type="http://schemas.openxmlformats.org/officeDocument/2006/relationships/slide" Target="slides/slide138.xml"/><Relationship Id="rId142" Type="http://schemas.openxmlformats.org/officeDocument/2006/relationships/slide" Target="slides/slide137.xml"/><Relationship Id="rId141" Type="http://schemas.openxmlformats.org/officeDocument/2006/relationships/slide" Target="slides/slide136.xml"/><Relationship Id="rId140" Type="http://schemas.openxmlformats.org/officeDocument/2006/relationships/slide" Target="slides/slide135.xml"/><Relationship Id="rId5" Type="http://schemas.openxmlformats.org/officeDocument/2006/relationships/notesMaster" Target="notesMasters/notesMaster1.xml"/><Relationship Id="rId147" Type="http://schemas.openxmlformats.org/officeDocument/2006/relationships/slide" Target="slides/slide142.xml"/><Relationship Id="rId6" Type="http://schemas.openxmlformats.org/officeDocument/2006/relationships/slide" Target="slides/slide1.xml"/><Relationship Id="rId146" Type="http://schemas.openxmlformats.org/officeDocument/2006/relationships/slide" Target="slides/slide141.xml"/><Relationship Id="rId7" Type="http://schemas.openxmlformats.org/officeDocument/2006/relationships/slide" Target="slides/slide2.xml"/><Relationship Id="rId145" Type="http://schemas.openxmlformats.org/officeDocument/2006/relationships/slide" Target="slides/slide140.xml"/><Relationship Id="rId8" Type="http://schemas.openxmlformats.org/officeDocument/2006/relationships/slide" Target="slides/slide3.xml"/><Relationship Id="rId144" Type="http://schemas.openxmlformats.org/officeDocument/2006/relationships/slide" Target="slides/slide139.xml"/><Relationship Id="rId73" Type="http://schemas.openxmlformats.org/officeDocument/2006/relationships/slide" Target="slides/slide68.xml"/><Relationship Id="rId72" Type="http://schemas.openxmlformats.org/officeDocument/2006/relationships/slide" Target="slides/slide67.xml"/><Relationship Id="rId75" Type="http://schemas.openxmlformats.org/officeDocument/2006/relationships/slide" Target="slides/slide70.xml"/><Relationship Id="rId74" Type="http://schemas.openxmlformats.org/officeDocument/2006/relationships/slide" Target="slides/slide69.xml"/><Relationship Id="rId77" Type="http://schemas.openxmlformats.org/officeDocument/2006/relationships/slide" Target="slides/slide72.xml"/><Relationship Id="rId76" Type="http://schemas.openxmlformats.org/officeDocument/2006/relationships/slide" Target="slides/slide71.xml"/><Relationship Id="rId79" Type="http://schemas.openxmlformats.org/officeDocument/2006/relationships/slide" Target="slides/slide74.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139" Type="http://schemas.openxmlformats.org/officeDocument/2006/relationships/slide" Target="slides/slide134.xml"/><Relationship Id="rId138" Type="http://schemas.openxmlformats.org/officeDocument/2006/relationships/slide" Target="slides/slide133.xml"/><Relationship Id="rId137" Type="http://schemas.openxmlformats.org/officeDocument/2006/relationships/slide" Target="slides/slide132.xml"/><Relationship Id="rId132" Type="http://schemas.openxmlformats.org/officeDocument/2006/relationships/slide" Target="slides/slide127.xml"/><Relationship Id="rId131" Type="http://schemas.openxmlformats.org/officeDocument/2006/relationships/slide" Target="slides/slide126.xml"/><Relationship Id="rId130" Type="http://schemas.openxmlformats.org/officeDocument/2006/relationships/slide" Target="slides/slide125.xml"/><Relationship Id="rId136" Type="http://schemas.openxmlformats.org/officeDocument/2006/relationships/slide" Target="slides/slide131.xml"/><Relationship Id="rId135" Type="http://schemas.openxmlformats.org/officeDocument/2006/relationships/slide" Target="slides/slide130.xml"/><Relationship Id="rId134" Type="http://schemas.openxmlformats.org/officeDocument/2006/relationships/slide" Target="slides/slide129.xml"/><Relationship Id="rId133" Type="http://schemas.openxmlformats.org/officeDocument/2006/relationships/slide" Target="slides/slide128.xml"/><Relationship Id="rId62" Type="http://schemas.openxmlformats.org/officeDocument/2006/relationships/slide" Target="slides/slide57.xml"/><Relationship Id="rId61" Type="http://schemas.openxmlformats.org/officeDocument/2006/relationships/slide" Target="slides/slide56.xml"/><Relationship Id="rId64" Type="http://schemas.openxmlformats.org/officeDocument/2006/relationships/slide" Target="slides/slide59.xml"/><Relationship Id="rId63" Type="http://schemas.openxmlformats.org/officeDocument/2006/relationships/slide" Target="slides/slide58.xml"/><Relationship Id="rId66" Type="http://schemas.openxmlformats.org/officeDocument/2006/relationships/slide" Target="slides/slide61.xml"/><Relationship Id="rId172" Type="http://schemas.openxmlformats.org/officeDocument/2006/relationships/slide" Target="slides/slide167.xml"/><Relationship Id="rId65" Type="http://schemas.openxmlformats.org/officeDocument/2006/relationships/slide" Target="slides/slide60.xml"/><Relationship Id="rId171" Type="http://schemas.openxmlformats.org/officeDocument/2006/relationships/slide" Target="slides/slide166.xml"/><Relationship Id="rId68" Type="http://schemas.openxmlformats.org/officeDocument/2006/relationships/slide" Target="slides/slide63.xml"/><Relationship Id="rId170" Type="http://schemas.openxmlformats.org/officeDocument/2006/relationships/slide" Target="slides/slide165.xml"/><Relationship Id="rId67" Type="http://schemas.openxmlformats.org/officeDocument/2006/relationships/slide" Target="slides/slide62.xml"/><Relationship Id="rId60" Type="http://schemas.openxmlformats.org/officeDocument/2006/relationships/slide" Target="slides/slide55.xml"/><Relationship Id="rId165" Type="http://schemas.openxmlformats.org/officeDocument/2006/relationships/slide" Target="slides/slide160.xml"/><Relationship Id="rId69" Type="http://schemas.openxmlformats.org/officeDocument/2006/relationships/slide" Target="slides/slide64.xml"/><Relationship Id="rId164" Type="http://schemas.openxmlformats.org/officeDocument/2006/relationships/slide" Target="slides/slide159.xml"/><Relationship Id="rId163" Type="http://schemas.openxmlformats.org/officeDocument/2006/relationships/slide" Target="slides/slide158.xml"/><Relationship Id="rId162" Type="http://schemas.openxmlformats.org/officeDocument/2006/relationships/slide" Target="slides/slide157.xml"/><Relationship Id="rId169" Type="http://schemas.openxmlformats.org/officeDocument/2006/relationships/slide" Target="slides/slide164.xml"/><Relationship Id="rId168" Type="http://schemas.openxmlformats.org/officeDocument/2006/relationships/slide" Target="slides/slide163.xml"/><Relationship Id="rId167" Type="http://schemas.openxmlformats.org/officeDocument/2006/relationships/slide" Target="slides/slide162.xml"/><Relationship Id="rId166" Type="http://schemas.openxmlformats.org/officeDocument/2006/relationships/slide" Target="slides/slide161.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55" Type="http://schemas.openxmlformats.org/officeDocument/2006/relationships/slide" Target="slides/slide50.xml"/><Relationship Id="rId161" Type="http://schemas.openxmlformats.org/officeDocument/2006/relationships/slide" Target="slides/slide156.xml"/><Relationship Id="rId54" Type="http://schemas.openxmlformats.org/officeDocument/2006/relationships/slide" Target="slides/slide49.xml"/><Relationship Id="rId160" Type="http://schemas.openxmlformats.org/officeDocument/2006/relationships/slide" Target="slides/slide155.xml"/><Relationship Id="rId57" Type="http://schemas.openxmlformats.org/officeDocument/2006/relationships/slide" Target="slides/slide52.xml"/><Relationship Id="rId56" Type="http://schemas.openxmlformats.org/officeDocument/2006/relationships/slide" Target="slides/slide51.xml"/><Relationship Id="rId159" Type="http://schemas.openxmlformats.org/officeDocument/2006/relationships/slide" Target="slides/slide154.xml"/><Relationship Id="rId59" Type="http://schemas.openxmlformats.org/officeDocument/2006/relationships/slide" Target="slides/slide54.xml"/><Relationship Id="rId154" Type="http://schemas.openxmlformats.org/officeDocument/2006/relationships/slide" Target="slides/slide149.xml"/><Relationship Id="rId58" Type="http://schemas.openxmlformats.org/officeDocument/2006/relationships/slide" Target="slides/slide53.xml"/><Relationship Id="rId153" Type="http://schemas.openxmlformats.org/officeDocument/2006/relationships/slide" Target="slides/slide148.xml"/><Relationship Id="rId152" Type="http://schemas.openxmlformats.org/officeDocument/2006/relationships/slide" Target="slides/slide147.xml"/><Relationship Id="rId151" Type="http://schemas.openxmlformats.org/officeDocument/2006/relationships/slide" Target="slides/slide146.xml"/><Relationship Id="rId158" Type="http://schemas.openxmlformats.org/officeDocument/2006/relationships/slide" Target="slides/slide153.xml"/><Relationship Id="rId157" Type="http://schemas.openxmlformats.org/officeDocument/2006/relationships/slide" Target="slides/slide152.xml"/><Relationship Id="rId156" Type="http://schemas.openxmlformats.org/officeDocument/2006/relationships/slide" Target="slides/slide151.xml"/><Relationship Id="rId155" Type="http://schemas.openxmlformats.org/officeDocument/2006/relationships/slide" Target="slides/slide150.xml"/><Relationship Id="rId107" Type="http://schemas.openxmlformats.org/officeDocument/2006/relationships/slide" Target="slides/slide102.xml"/><Relationship Id="rId228" Type="http://schemas.openxmlformats.org/officeDocument/2006/relationships/slide" Target="slides/slide223.xml"/><Relationship Id="rId106" Type="http://schemas.openxmlformats.org/officeDocument/2006/relationships/slide" Target="slides/slide101.xml"/><Relationship Id="rId227" Type="http://schemas.openxmlformats.org/officeDocument/2006/relationships/slide" Target="slides/slide222.xml"/><Relationship Id="rId105" Type="http://schemas.openxmlformats.org/officeDocument/2006/relationships/slide" Target="slides/slide100.xml"/><Relationship Id="rId226" Type="http://schemas.openxmlformats.org/officeDocument/2006/relationships/slide" Target="slides/slide221.xml"/><Relationship Id="rId104" Type="http://schemas.openxmlformats.org/officeDocument/2006/relationships/slide" Target="slides/slide99.xml"/><Relationship Id="rId225" Type="http://schemas.openxmlformats.org/officeDocument/2006/relationships/slide" Target="slides/slide220.xml"/><Relationship Id="rId109" Type="http://schemas.openxmlformats.org/officeDocument/2006/relationships/slide" Target="slides/slide104.xml"/><Relationship Id="rId108" Type="http://schemas.openxmlformats.org/officeDocument/2006/relationships/slide" Target="slides/slide103.xml"/><Relationship Id="rId229" Type="http://schemas.openxmlformats.org/officeDocument/2006/relationships/slide" Target="slides/slide224.xml"/><Relationship Id="rId220" Type="http://schemas.openxmlformats.org/officeDocument/2006/relationships/slide" Target="slides/slide215.xml"/><Relationship Id="rId103" Type="http://schemas.openxmlformats.org/officeDocument/2006/relationships/slide" Target="slides/slide98.xml"/><Relationship Id="rId224" Type="http://schemas.openxmlformats.org/officeDocument/2006/relationships/slide" Target="slides/slide219.xml"/><Relationship Id="rId102" Type="http://schemas.openxmlformats.org/officeDocument/2006/relationships/slide" Target="slides/slide97.xml"/><Relationship Id="rId223" Type="http://schemas.openxmlformats.org/officeDocument/2006/relationships/slide" Target="slides/slide218.xml"/><Relationship Id="rId101" Type="http://schemas.openxmlformats.org/officeDocument/2006/relationships/slide" Target="slides/slide96.xml"/><Relationship Id="rId222" Type="http://schemas.openxmlformats.org/officeDocument/2006/relationships/slide" Target="slides/slide217.xml"/><Relationship Id="rId100" Type="http://schemas.openxmlformats.org/officeDocument/2006/relationships/slide" Target="slides/slide95.xml"/><Relationship Id="rId221" Type="http://schemas.openxmlformats.org/officeDocument/2006/relationships/slide" Target="slides/slide216.xml"/><Relationship Id="rId217" Type="http://schemas.openxmlformats.org/officeDocument/2006/relationships/slide" Target="slides/slide212.xml"/><Relationship Id="rId216" Type="http://schemas.openxmlformats.org/officeDocument/2006/relationships/slide" Target="slides/slide211.xml"/><Relationship Id="rId215" Type="http://schemas.openxmlformats.org/officeDocument/2006/relationships/slide" Target="slides/slide210.xml"/><Relationship Id="rId214" Type="http://schemas.openxmlformats.org/officeDocument/2006/relationships/slide" Target="slides/slide209.xml"/><Relationship Id="rId219" Type="http://schemas.openxmlformats.org/officeDocument/2006/relationships/slide" Target="slides/slide214.xml"/><Relationship Id="rId218" Type="http://schemas.openxmlformats.org/officeDocument/2006/relationships/slide" Target="slides/slide213.xml"/><Relationship Id="rId213" Type="http://schemas.openxmlformats.org/officeDocument/2006/relationships/slide" Target="slides/slide208.xml"/><Relationship Id="rId212" Type="http://schemas.openxmlformats.org/officeDocument/2006/relationships/slide" Target="slides/slide207.xml"/><Relationship Id="rId211" Type="http://schemas.openxmlformats.org/officeDocument/2006/relationships/slide" Target="slides/slide206.xml"/><Relationship Id="rId210" Type="http://schemas.openxmlformats.org/officeDocument/2006/relationships/slide" Target="slides/slide205.xml"/><Relationship Id="rId129" Type="http://schemas.openxmlformats.org/officeDocument/2006/relationships/slide" Target="slides/slide124.xml"/><Relationship Id="rId128" Type="http://schemas.openxmlformats.org/officeDocument/2006/relationships/slide" Target="slides/slide123.xml"/><Relationship Id="rId127" Type="http://schemas.openxmlformats.org/officeDocument/2006/relationships/slide" Target="slides/slide122.xml"/><Relationship Id="rId126" Type="http://schemas.openxmlformats.org/officeDocument/2006/relationships/slide" Target="slides/slide121.xml"/><Relationship Id="rId121" Type="http://schemas.openxmlformats.org/officeDocument/2006/relationships/slide" Target="slides/slide116.xml"/><Relationship Id="rId120" Type="http://schemas.openxmlformats.org/officeDocument/2006/relationships/slide" Target="slides/slide115.xml"/><Relationship Id="rId125" Type="http://schemas.openxmlformats.org/officeDocument/2006/relationships/slide" Target="slides/slide120.xml"/><Relationship Id="rId124" Type="http://schemas.openxmlformats.org/officeDocument/2006/relationships/slide" Target="slides/slide119.xml"/><Relationship Id="rId123" Type="http://schemas.openxmlformats.org/officeDocument/2006/relationships/slide" Target="slides/slide118.xml"/><Relationship Id="rId122" Type="http://schemas.openxmlformats.org/officeDocument/2006/relationships/slide" Target="slides/slide117.xml"/><Relationship Id="rId95" Type="http://schemas.openxmlformats.org/officeDocument/2006/relationships/slide" Target="slides/slide90.xml"/><Relationship Id="rId94" Type="http://schemas.openxmlformats.org/officeDocument/2006/relationships/slide" Target="slides/slide89.xml"/><Relationship Id="rId97" Type="http://schemas.openxmlformats.org/officeDocument/2006/relationships/slide" Target="slides/slide92.xml"/><Relationship Id="rId96" Type="http://schemas.openxmlformats.org/officeDocument/2006/relationships/slide" Target="slides/slide91.xml"/><Relationship Id="rId99" Type="http://schemas.openxmlformats.org/officeDocument/2006/relationships/slide" Target="slides/slide94.xml"/><Relationship Id="rId98" Type="http://schemas.openxmlformats.org/officeDocument/2006/relationships/slide" Target="slides/slide93.xml"/><Relationship Id="rId91" Type="http://schemas.openxmlformats.org/officeDocument/2006/relationships/slide" Target="slides/slide86.xml"/><Relationship Id="rId90" Type="http://schemas.openxmlformats.org/officeDocument/2006/relationships/slide" Target="slides/slide85.xml"/><Relationship Id="rId93" Type="http://schemas.openxmlformats.org/officeDocument/2006/relationships/slide" Target="slides/slide88.xml"/><Relationship Id="rId92" Type="http://schemas.openxmlformats.org/officeDocument/2006/relationships/slide" Target="slides/slide87.xml"/><Relationship Id="rId118" Type="http://schemas.openxmlformats.org/officeDocument/2006/relationships/slide" Target="slides/slide113.xml"/><Relationship Id="rId117" Type="http://schemas.openxmlformats.org/officeDocument/2006/relationships/slide" Target="slides/slide112.xml"/><Relationship Id="rId116" Type="http://schemas.openxmlformats.org/officeDocument/2006/relationships/slide" Target="slides/slide111.xml"/><Relationship Id="rId115" Type="http://schemas.openxmlformats.org/officeDocument/2006/relationships/slide" Target="slides/slide110.xml"/><Relationship Id="rId119" Type="http://schemas.openxmlformats.org/officeDocument/2006/relationships/slide" Target="slides/slide114.xml"/><Relationship Id="rId110" Type="http://schemas.openxmlformats.org/officeDocument/2006/relationships/slide" Target="slides/slide105.xml"/><Relationship Id="rId231" Type="http://schemas.openxmlformats.org/officeDocument/2006/relationships/slide" Target="slides/slide226.xml"/><Relationship Id="rId230" Type="http://schemas.openxmlformats.org/officeDocument/2006/relationships/slide" Target="slides/slide225.xml"/><Relationship Id="rId114" Type="http://schemas.openxmlformats.org/officeDocument/2006/relationships/slide" Target="slides/slide109.xml"/><Relationship Id="rId113" Type="http://schemas.openxmlformats.org/officeDocument/2006/relationships/slide" Target="slides/slide108.xml"/><Relationship Id="rId234" Type="http://customschemas.google.com/relationships/presentationmetadata" Target="metadata"/><Relationship Id="rId112" Type="http://schemas.openxmlformats.org/officeDocument/2006/relationships/slide" Target="slides/slide107.xml"/><Relationship Id="rId233" Type="http://schemas.openxmlformats.org/officeDocument/2006/relationships/slide" Target="slides/slide228.xml"/><Relationship Id="rId111" Type="http://schemas.openxmlformats.org/officeDocument/2006/relationships/slide" Target="slides/slide106.xml"/><Relationship Id="rId232" Type="http://schemas.openxmlformats.org/officeDocument/2006/relationships/slide" Target="slides/slide227.xml"/><Relationship Id="rId206" Type="http://schemas.openxmlformats.org/officeDocument/2006/relationships/slide" Target="slides/slide201.xml"/><Relationship Id="rId205" Type="http://schemas.openxmlformats.org/officeDocument/2006/relationships/slide" Target="slides/slide200.xml"/><Relationship Id="rId204" Type="http://schemas.openxmlformats.org/officeDocument/2006/relationships/slide" Target="slides/slide199.xml"/><Relationship Id="rId203" Type="http://schemas.openxmlformats.org/officeDocument/2006/relationships/slide" Target="slides/slide198.xml"/><Relationship Id="rId209" Type="http://schemas.openxmlformats.org/officeDocument/2006/relationships/slide" Target="slides/slide204.xml"/><Relationship Id="rId208" Type="http://schemas.openxmlformats.org/officeDocument/2006/relationships/slide" Target="slides/slide203.xml"/><Relationship Id="rId207" Type="http://schemas.openxmlformats.org/officeDocument/2006/relationships/slide" Target="slides/slide202.xml"/><Relationship Id="rId202" Type="http://schemas.openxmlformats.org/officeDocument/2006/relationships/slide" Target="slides/slide197.xml"/><Relationship Id="rId201" Type="http://schemas.openxmlformats.org/officeDocument/2006/relationships/slide" Target="slides/slide196.xml"/><Relationship Id="rId200" Type="http://schemas.openxmlformats.org/officeDocument/2006/relationships/slide" Target="slides/slide1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5179484" y="0"/>
            <a:ext cx="3962400" cy="342900"/>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6513910"/>
            <a:ext cx="3962400" cy="342900"/>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faf5860435_0_2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 name="Google Shape;86;g3faf5860435_0_26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 name="Google Shape;91;p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 name="Google Shape;96;p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 name="Google Shape;101;p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 name="Google Shape;106;p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 name="Google Shape;111;p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 name="Google Shape;116;p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 name="Google Shape;121;p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6" name="Google Shape;126;p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 name="Google Shape;131;p1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 name="Google Shape;136;p1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e5a0c7ab5b_0_37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 name="Google Shape;141;g3e5a0c7ab5b_0_37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e5a0c7ab5b_0_3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 name="Google Shape;146;g3e5a0c7ab5b_0_38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e5a0c7ab5b_0_38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1" name="Google Shape;151;g3e5a0c7ab5b_0_38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e5a0c7ab5b_0_3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 name="Google Shape;156;g3e5a0c7ab5b_0_39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e5a0c7ab5b_0_3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1" name="Google Shape;161;g3e5a0c7ab5b_0_3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e5a0c7ab5b_0_39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6" name="Google Shape;166;g3e5a0c7ab5b_0_39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e5a0c7ab5b_0_4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1" name="Google Shape;171;g3e5a0c7ab5b_0_40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3e5a0c7ab5b_0_4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6" name="Google Shape;176;g3e5a0c7ab5b_0_40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e5a0c7ab5b_0_4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1" name="Google Shape;181;g3e5a0c7ab5b_0_41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e5a0c7ab5b_0_4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6" name="Google Shape;186;g3e5a0c7ab5b_0_4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e5a0c7ab5b_0_41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1" name="Google Shape;191;g3e5a0c7ab5b_0_41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a0c7ab5b_0_42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6" name="Google Shape;196;g3e5a0c7ab5b_0_42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e5a0c7ab5b_0_42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1" name="Google Shape;201;g3e5a0c7ab5b_0_42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6" name="Google Shape;206;p2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2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1" name="Google Shape;211;p2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2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6" name="Google Shape;216;p2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1" name="Google Shape;221;p2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6" name="Google Shape;226;p2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1" name="Google Shape;231;p3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3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6" name="Google Shape;236;p3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p3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1" name="Google Shape;241;p3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6" name="Google Shape;246;p3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3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1" name="Google Shape;251;p3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6" name="Google Shape;256;p3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1" name="Google Shape;261;p3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3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6" name="Google Shape;266;p3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3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1" name="Google Shape;271;p3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6" name="Google Shape;276;p3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1" name="Google Shape;281;p4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4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6" name="Google Shape;286;p4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4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1" name="Google Shape;291;p4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6" name="Google Shape;296;p4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p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1" name="Google Shape;301;p4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p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6" name="Google Shape;306;p4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4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1" name="Google Shape;311;p4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4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6" name="Google Shape;316;p4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1" name="Google Shape;321;p4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p4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6" name="Google Shape;326;p4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5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1" name="Google Shape;331;p5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5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6" name="Google Shape;336;p5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5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1" name="Google Shape;341;p5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p5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6" name="Google Shape;346;p5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p5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1" name="Google Shape;351;p5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5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6" name="Google Shape;356;p5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p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1" name="Google Shape;361;p5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5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6" name="Google Shape;366;p5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5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1" name="Google Shape;371;p5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5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6" name="Google Shape;376;p5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p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1" name="Google Shape;381;p6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p6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6" name="Google Shape;386;p6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6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1" name="Google Shape;391;p6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6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6" name="Google Shape;396;p6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1" name="Google Shape;401;p6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6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6" name="Google Shape;406;p6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p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1" name="Google Shape;411;p6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p6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6" name="Google Shape;416;p6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1" name="Google Shape;421;p6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6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6" name="Google Shape;426;p6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7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1" name="Google Shape;431;p7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p7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6" name="Google Shape;436;p7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1" name="Google Shape;441;p7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7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6" name="Google Shape;446;p7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7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1" name="Google Shape;451;p7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7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6" name="Google Shape;456;p7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1" name="Google Shape;461;p7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4" name="Shape 464"/>
        <p:cNvGrpSpPr/>
        <p:nvPr/>
      </p:nvGrpSpPr>
      <p:grpSpPr>
        <a:xfrm>
          <a:off x="0" y="0"/>
          <a:ext cx="0" cy="0"/>
          <a:chOff x="0" y="0"/>
          <a:chExt cx="0" cy="0"/>
        </a:xfrm>
      </p:grpSpPr>
      <p:sp>
        <p:nvSpPr>
          <p:cNvPr id="465" name="Google Shape;465;p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6" name="Google Shape;466;p7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p7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1" name="Google Shape;471;p7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7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6" name="Google Shape;476;p7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1" name="Google Shape;481;p8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8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6" name="Google Shape;486;p8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8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1" name="Google Shape;491;p8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p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6" name="Google Shape;496;p8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8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1" name="Google Shape;501;p8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8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6" name="Google Shape;506;p8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8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11" name="Google Shape;511;p8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p8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16" name="Google Shape;516;p8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8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1" name="Google Shape;521;p8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p8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6" name="Google Shape;526;p8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 name="Shape 529"/>
        <p:cNvGrpSpPr/>
        <p:nvPr/>
      </p:nvGrpSpPr>
      <p:grpSpPr>
        <a:xfrm>
          <a:off x="0" y="0"/>
          <a:ext cx="0" cy="0"/>
          <a:chOff x="0" y="0"/>
          <a:chExt cx="0" cy="0"/>
        </a:xfrm>
      </p:grpSpPr>
      <p:sp>
        <p:nvSpPr>
          <p:cNvPr id="530" name="Google Shape;530;p9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1" name="Google Shape;531;p9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6" name="Google Shape;536;p9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p9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1" name="Google Shape;541;p9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p9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6" name="Google Shape;546;p9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9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1" name="Google Shape;551;p9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p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6" name="Google Shape;556;p9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p9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1" name="Google Shape;561;p9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p9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6" name="Google Shape;566;p9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 name="Shape 569"/>
        <p:cNvGrpSpPr/>
        <p:nvPr/>
      </p:nvGrpSpPr>
      <p:grpSpPr>
        <a:xfrm>
          <a:off x="0" y="0"/>
          <a:ext cx="0" cy="0"/>
          <a:chOff x="0" y="0"/>
          <a:chExt cx="0" cy="0"/>
        </a:xfrm>
      </p:grpSpPr>
      <p:sp>
        <p:nvSpPr>
          <p:cNvPr id="570" name="Google Shape;570;p9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1" name="Google Shape;571;p9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p9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p9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p1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1" name="Google Shape;581;p10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p10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6" name="Google Shape;586;p10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1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91" name="Google Shape;591;p10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p1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96" name="Google Shape;596;p10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p1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01" name="Google Shape;601;p10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10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06" name="Google Shape;606;p10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10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11" name="Google Shape;611;p10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4" name="Shape 614"/>
        <p:cNvGrpSpPr/>
        <p:nvPr/>
      </p:nvGrpSpPr>
      <p:grpSpPr>
        <a:xfrm>
          <a:off x="0" y="0"/>
          <a:ext cx="0" cy="0"/>
          <a:chOff x="0" y="0"/>
          <a:chExt cx="0" cy="0"/>
        </a:xfrm>
      </p:grpSpPr>
      <p:sp>
        <p:nvSpPr>
          <p:cNvPr id="615" name="Google Shape;615;p1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16" name="Google Shape;616;p10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p1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21" name="Google Shape;621;p10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4" name="Shape 624"/>
        <p:cNvGrpSpPr/>
        <p:nvPr/>
      </p:nvGrpSpPr>
      <p:grpSpPr>
        <a:xfrm>
          <a:off x="0" y="0"/>
          <a:ext cx="0" cy="0"/>
          <a:chOff x="0" y="0"/>
          <a:chExt cx="0" cy="0"/>
        </a:xfrm>
      </p:grpSpPr>
      <p:sp>
        <p:nvSpPr>
          <p:cNvPr id="625" name="Google Shape;625;p10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26" name="Google Shape;626;p10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9" name="Shape 629"/>
        <p:cNvGrpSpPr/>
        <p:nvPr/>
      </p:nvGrpSpPr>
      <p:grpSpPr>
        <a:xfrm>
          <a:off x="0" y="0"/>
          <a:ext cx="0" cy="0"/>
          <a:chOff x="0" y="0"/>
          <a:chExt cx="0" cy="0"/>
        </a:xfrm>
      </p:grpSpPr>
      <p:sp>
        <p:nvSpPr>
          <p:cNvPr id="630" name="Google Shape;630;p1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1" name="Google Shape;631;p11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p1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6" name="Google Shape;636;p11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p1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41" name="Google Shape;641;p11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p1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46" name="Google Shape;646;p11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9" name="Shape 649"/>
        <p:cNvGrpSpPr/>
        <p:nvPr/>
      </p:nvGrpSpPr>
      <p:grpSpPr>
        <a:xfrm>
          <a:off x="0" y="0"/>
          <a:ext cx="0" cy="0"/>
          <a:chOff x="0" y="0"/>
          <a:chExt cx="0" cy="0"/>
        </a:xfrm>
      </p:grpSpPr>
      <p:sp>
        <p:nvSpPr>
          <p:cNvPr id="650" name="Google Shape;650;h6ba7c7f0c6428fb5_1_16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51" name="Google Shape;651;h6ba7c7f0c6428fb5_1_16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3f69acae762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56" name="Google Shape;656;g3f69acae762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9" name="Shape 659"/>
        <p:cNvGrpSpPr/>
        <p:nvPr/>
      </p:nvGrpSpPr>
      <p:grpSpPr>
        <a:xfrm>
          <a:off x="0" y="0"/>
          <a:ext cx="0" cy="0"/>
          <a:chOff x="0" y="0"/>
          <a:chExt cx="0" cy="0"/>
        </a:xfrm>
      </p:grpSpPr>
      <p:sp>
        <p:nvSpPr>
          <p:cNvPr id="660" name="Google Shape;660;g3f69acae762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1" name="Google Shape;661;g3f69acae762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g3f69acae762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6" name="Google Shape;666;g3f69acae762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h6ba7c7f0c6428fb5_1_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1" name="Google Shape;671;h6ba7c7f0c6428fb5_1_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h6ba7c7f0c6428fb5_1_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6" name="Google Shape;676;h6ba7c7f0c6428fb5_1_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h3b2cbe721dc07a79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1" name="Google Shape;681;h3b2cbe721dc07a79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4" name="Shape 684"/>
        <p:cNvGrpSpPr/>
        <p:nvPr/>
      </p:nvGrpSpPr>
      <p:grpSpPr>
        <a:xfrm>
          <a:off x="0" y="0"/>
          <a:ext cx="0" cy="0"/>
          <a:chOff x="0" y="0"/>
          <a:chExt cx="0" cy="0"/>
        </a:xfrm>
      </p:grpSpPr>
      <p:sp>
        <p:nvSpPr>
          <p:cNvPr id="685" name="Google Shape;685;h3b2cbe721dc07a79_0_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6" name="Google Shape;686;h3b2cbe721dc07a79_0_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9" name="Shape 689"/>
        <p:cNvGrpSpPr/>
        <p:nvPr/>
      </p:nvGrpSpPr>
      <p:grpSpPr>
        <a:xfrm>
          <a:off x="0" y="0"/>
          <a:ext cx="0" cy="0"/>
          <a:chOff x="0" y="0"/>
          <a:chExt cx="0" cy="0"/>
        </a:xfrm>
      </p:grpSpPr>
      <p:sp>
        <p:nvSpPr>
          <p:cNvPr id="690" name="Google Shape;690;h1f1bebaa2579bd84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1" name="Google Shape;691;h1f1bebaa2579bd84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4" name="Shape 694"/>
        <p:cNvGrpSpPr/>
        <p:nvPr/>
      </p:nvGrpSpPr>
      <p:grpSpPr>
        <a:xfrm>
          <a:off x="0" y="0"/>
          <a:ext cx="0" cy="0"/>
          <a:chOff x="0" y="0"/>
          <a:chExt cx="0" cy="0"/>
        </a:xfrm>
      </p:grpSpPr>
      <p:sp>
        <p:nvSpPr>
          <p:cNvPr id="695" name="Google Shape;695;h1f1bebaa2579bd84_0_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6" name="Google Shape;696;h1f1bebaa2579bd84_0_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h6ba7c7f0c6428fb5_1_1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01" name="Google Shape;701;h6ba7c7f0c6428fb5_1_1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h6ba7c7f0c6428fb5_1_2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06" name="Google Shape;706;h6ba7c7f0c6428fb5_1_2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9" name="Shape 709"/>
        <p:cNvGrpSpPr/>
        <p:nvPr/>
      </p:nvGrpSpPr>
      <p:grpSpPr>
        <a:xfrm>
          <a:off x="0" y="0"/>
          <a:ext cx="0" cy="0"/>
          <a:chOff x="0" y="0"/>
          <a:chExt cx="0" cy="0"/>
        </a:xfrm>
      </p:grpSpPr>
      <p:sp>
        <p:nvSpPr>
          <p:cNvPr id="710" name="Google Shape;710;h6ba7c7f0c6428fb5_1_2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11" name="Google Shape;711;h6ba7c7f0c6428fb5_1_2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4" name="Shape 714"/>
        <p:cNvGrpSpPr/>
        <p:nvPr/>
      </p:nvGrpSpPr>
      <p:grpSpPr>
        <a:xfrm>
          <a:off x="0" y="0"/>
          <a:ext cx="0" cy="0"/>
          <a:chOff x="0" y="0"/>
          <a:chExt cx="0" cy="0"/>
        </a:xfrm>
      </p:grpSpPr>
      <p:sp>
        <p:nvSpPr>
          <p:cNvPr id="715" name="Google Shape;715;h6ba7c7f0c6428fb5_1_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16" name="Google Shape;716;h6ba7c7f0c6428fb5_1_3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h6ba7c7f0c6428fb5_1_17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21" name="Google Shape;721;h6ba7c7f0c6428fb5_1_17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3d90891dc36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26" name="Google Shape;726;g3d90891dc36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0" name="Shape 730"/>
        <p:cNvGrpSpPr/>
        <p:nvPr/>
      </p:nvGrpSpPr>
      <p:grpSpPr>
        <a:xfrm>
          <a:off x="0" y="0"/>
          <a:ext cx="0" cy="0"/>
          <a:chOff x="0" y="0"/>
          <a:chExt cx="0" cy="0"/>
        </a:xfrm>
      </p:grpSpPr>
      <p:sp>
        <p:nvSpPr>
          <p:cNvPr id="731" name="Google Shape;731;g3ab13fdb44f_0_2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2" name="Google Shape;732;g3ab13fdb44f_0_2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33" name="Google Shape;733;g3ab13fdb44f_0_29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6" name="Shape 736"/>
        <p:cNvGrpSpPr/>
        <p:nvPr/>
      </p:nvGrpSpPr>
      <p:grpSpPr>
        <a:xfrm>
          <a:off x="0" y="0"/>
          <a:ext cx="0" cy="0"/>
          <a:chOff x="0" y="0"/>
          <a:chExt cx="0" cy="0"/>
        </a:xfrm>
      </p:grpSpPr>
      <p:sp>
        <p:nvSpPr>
          <p:cNvPr id="737" name="Google Shape;737;g3ab13fdb44f_0_30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8" name="Google Shape;738;g3ab13fdb44f_0_3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228600" lvl="0" marL="228600" rtl="0" algn="l">
              <a:lnSpc>
                <a:spcPct val="100000"/>
              </a:lnSpc>
              <a:spcBef>
                <a:spcPts val="0"/>
              </a:spcBef>
              <a:spcAft>
                <a:spcPts val="0"/>
              </a:spcAft>
              <a:buClr>
                <a:srgbClr val="FF0000"/>
              </a:buClr>
              <a:buSzPts val="1200"/>
              <a:buFont typeface="Arial"/>
              <a:buAutoNum type="arabicPeriod"/>
            </a:pPr>
            <a:r>
              <a:rPr b="0" i="0" lang="en-US">
                <a:solidFill>
                  <a:srgbClr val="FF0000"/>
                </a:solidFill>
                <a:latin typeface="Arial"/>
                <a:ea typeface="Arial"/>
                <a:cs typeface="Arial"/>
                <a:sym typeface="Arial"/>
              </a:rPr>
              <a:t>Khi Chúa đem những người Si-on bị bắt trở về, chúng tôi như người đang mơ, bấy giờ miệng chúng tôi vui cười, lưỡi chúng tôi thốt lên bao lời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ĐK: Chúa đã đối xử nhân từ với chúng con, nên chúng con mừng vui bao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2. Và bấy giờ thiên hạ nhỏ to nói với nhau rằng: Chúa thương đối xử khoan dung. Chúa đã xử rất ư nhân từ, nên chúng tôi xiết bao vui mừng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3. Lạy Chúa thương biến đổi phận con như suối phương Nam. Ai gieo trong lệ đau thương, sẽ được gặt hái trong vui mừng, những khúc ca biến tan trong niềm hân hoan.</a:t>
            </a:r>
            <a:endParaRPr/>
          </a:p>
        </p:txBody>
      </p:sp>
      <p:sp>
        <p:nvSpPr>
          <p:cNvPr id="739" name="Google Shape;739;g3ab13fdb44f_0_30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g3ab13fdb44f_0_30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4" name="Google Shape;744;g3ab13fdb44f_0_30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45" name="Google Shape;745;g3ab13fdb44f_0_30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g3ab13fdb44f_0_31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0" name="Google Shape;750;g3ab13fdb44f_0_3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51" name="Google Shape;751;g3ab13fdb44f_0_31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g3ab13fdb44f_0_3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6" name="Google Shape;756;g3ab13fdb44f_0_3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57" name="Google Shape;757;g3ab13fdb44f_0_31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3ab13fdb44f_0_3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2" name="Google Shape;762;g3ab13fdb44f_0_3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63" name="Google Shape;763;g3ab13fdb44f_0_32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3ab13fdb44f_0_32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8" name="Google Shape;768;g3ab13fdb44f_0_3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69" name="Google Shape;769;g3ab13fdb44f_0_32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2" name="Shape 772"/>
        <p:cNvGrpSpPr/>
        <p:nvPr/>
      </p:nvGrpSpPr>
      <p:grpSpPr>
        <a:xfrm>
          <a:off x="0" y="0"/>
          <a:ext cx="0" cy="0"/>
          <a:chOff x="0" y="0"/>
          <a:chExt cx="0" cy="0"/>
        </a:xfrm>
      </p:grpSpPr>
      <p:sp>
        <p:nvSpPr>
          <p:cNvPr id="773" name="Google Shape;773;g3ab13fdb44f_0_33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4" name="Google Shape;774;g3ab13fdb44f_0_3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75" name="Google Shape;775;g3ab13fdb44f_0_33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8" name="Shape 778"/>
        <p:cNvGrpSpPr/>
        <p:nvPr/>
      </p:nvGrpSpPr>
      <p:grpSpPr>
        <a:xfrm>
          <a:off x="0" y="0"/>
          <a:ext cx="0" cy="0"/>
          <a:chOff x="0" y="0"/>
          <a:chExt cx="0" cy="0"/>
        </a:xfrm>
      </p:grpSpPr>
      <p:sp>
        <p:nvSpPr>
          <p:cNvPr id="779" name="Google Shape;779;g3ab13fdb44f_0_3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0" name="Google Shape;780;g3ab13fdb44f_0_3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81" name="Google Shape;781;g3ab13fdb44f_0_33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4" name="Shape 784"/>
        <p:cNvGrpSpPr/>
        <p:nvPr/>
      </p:nvGrpSpPr>
      <p:grpSpPr>
        <a:xfrm>
          <a:off x="0" y="0"/>
          <a:ext cx="0" cy="0"/>
          <a:chOff x="0" y="0"/>
          <a:chExt cx="0" cy="0"/>
        </a:xfrm>
      </p:grpSpPr>
      <p:sp>
        <p:nvSpPr>
          <p:cNvPr id="785" name="Google Shape;785;g3ab13fdb44f_0_3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6" name="Google Shape;786;g3ab13fdb44f_0_3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87" name="Google Shape;787;g3ab13fdb44f_0_34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0" name="Shape 790"/>
        <p:cNvGrpSpPr/>
        <p:nvPr/>
      </p:nvGrpSpPr>
      <p:grpSpPr>
        <a:xfrm>
          <a:off x="0" y="0"/>
          <a:ext cx="0" cy="0"/>
          <a:chOff x="0" y="0"/>
          <a:chExt cx="0" cy="0"/>
        </a:xfrm>
      </p:grpSpPr>
      <p:sp>
        <p:nvSpPr>
          <p:cNvPr id="791" name="Google Shape;791;g3ab13fdb44f_0_34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2" name="Google Shape;792;g3ab13fdb44f_0_3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93" name="Google Shape;793;g3ab13fdb44f_0_34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6" name="Shape 796"/>
        <p:cNvGrpSpPr/>
        <p:nvPr/>
      </p:nvGrpSpPr>
      <p:grpSpPr>
        <a:xfrm>
          <a:off x="0" y="0"/>
          <a:ext cx="0" cy="0"/>
          <a:chOff x="0" y="0"/>
          <a:chExt cx="0" cy="0"/>
        </a:xfrm>
      </p:grpSpPr>
      <p:sp>
        <p:nvSpPr>
          <p:cNvPr id="797" name="Google Shape;797;g3ab13fdb44f_0_35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8" name="Google Shape;798;g3ab13fdb44f_0_35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99" name="Google Shape;799;g3ab13fdb44f_0_35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2" name="Shape 802"/>
        <p:cNvGrpSpPr/>
        <p:nvPr/>
      </p:nvGrpSpPr>
      <p:grpSpPr>
        <a:xfrm>
          <a:off x="0" y="0"/>
          <a:ext cx="0" cy="0"/>
          <a:chOff x="0" y="0"/>
          <a:chExt cx="0" cy="0"/>
        </a:xfrm>
      </p:grpSpPr>
      <p:sp>
        <p:nvSpPr>
          <p:cNvPr id="803" name="Google Shape;803;g3ab13fdb44f_0_35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4" name="Google Shape;804;g3ab13fdb44f_0_35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805" name="Google Shape;805;g3ab13fdb44f_0_35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h6ba7c7f0c6428fb5_1_1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0" name="Google Shape;810;h6ba7c7f0c6428fb5_1_17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3" name="Shape 813"/>
        <p:cNvGrpSpPr/>
        <p:nvPr/>
      </p:nvGrpSpPr>
      <p:grpSpPr>
        <a:xfrm>
          <a:off x="0" y="0"/>
          <a:ext cx="0" cy="0"/>
          <a:chOff x="0" y="0"/>
          <a:chExt cx="0" cy="0"/>
        </a:xfrm>
      </p:grpSpPr>
      <p:sp>
        <p:nvSpPr>
          <p:cNvPr id="814" name="Google Shape;814;g3d48ab63a6f_0_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5" name="Google Shape;815;g3d48ab63a6f_0_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9" name="Shape 819"/>
        <p:cNvGrpSpPr/>
        <p:nvPr/>
      </p:nvGrpSpPr>
      <p:grpSpPr>
        <a:xfrm>
          <a:off x="0" y="0"/>
          <a:ext cx="0" cy="0"/>
          <a:chOff x="0" y="0"/>
          <a:chExt cx="0" cy="0"/>
        </a:xfrm>
      </p:grpSpPr>
      <p:sp>
        <p:nvSpPr>
          <p:cNvPr id="820" name="Google Shape;820;g3e6e2da66e2_0_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1" name="Google Shape;821;g3e6e2da66e2_0_6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4" name="Shape 824"/>
        <p:cNvGrpSpPr/>
        <p:nvPr/>
      </p:nvGrpSpPr>
      <p:grpSpPr>
        <a:xfrm>
          <a:off x="0" y="0"/>
          <a:ext cx="0" cy="0"/>
          <a:chOff x="0" y="0"/>
          <a:chExt cx="0" cy="0"/>
        </a:xfrm>
      </p:grpSpPr>
      <p:sp>
        <p:nvSpPr>
          <p:cNvPr id="825" name="Google Shape;825;g3e6e2da66e2_0_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6" name="Google Shape;826;g3e6e2da66e2_0_7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9" name="Shape 829"/>
        <p:cNvGrpSpPr/>
        <p:nvPr/>
      </p:nvGrpSpPr>
      <p:grpSpPr>
        <a:xfrm>
          <a:off x="0" y="0"/>
          <a:ext cx="0" cy="0"/>
          <a:chOff x="0" y="0"/>
          <a:chExt cx="0" cy="0"/>
        </a:xfrm>
      </p:grpSpPr>
      <p:sp>
        <p:nvSpPr>
          <p:cNvPr id="830" name="Google Shape;830;g3faf5860435_0_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1" name="Google Shape;831;g3faf5860435_0_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4" name="Shape 834"/>
        <p:cNvGrpSpPr/>
        <p:nvPr/>
      </p:nvGrpSpPr>
      <p:grpSpPr>
        <a:xfrm>
          <a:off x="0" y="0"/>
          <a:ext cx="0" cy="0"/>
          <a:chOff x="0" y="0"/>
          <a:chExt cx="0" cy="0"/>
        </a:xfrm>
      </p:grpSpPr>
      <p:sp>
        <p:nvSpPr>
          <p:cNvPr id="835" name="Google Shape;835;g3e26ec1f821_0_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6" name="Google Shape;836;g3e26ec1f821_0_2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f282feffb0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1" name="Google Shape;841;g3f282feffb0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f282feffb0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6" name="Google Shape;846;g3f282feffb0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h59ba3f73bed9378b_0_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1" name="Google Shape;851;h59ba3f73bed9378b_0_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4" name="Shape 854"/>
        <p:cNvGrpSpPr/>
        <p:nvPr/>
      </p:nvGrpSpPr>
      <p:grpSpPr>
        <a:xfrm>
          <a:off x="0" y="0"/>
          <a:ext cx="0" cy="0"/>
          <a:chOff x="0" y="0"/>
          <a:chExt cx="0" cy="0"/>
        </a:xfrm>
      </p:grpSpPr>
      <p:sp>
        <p:nvSpPr>
          <p:cNvPr id="855" name="Google Shape;855;g3fb2dc0a37c_0_1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6" name="Google Shape;856;g3fb2dc0a37c_0_1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9" name="Shape 859"/>
        <p:cNvGrpSpPr/>
        <p:nvPr/>
      </p:nvGrpSpPr>
      <p:grpSpPr>
        <a:xfrm>
          <a:off x="0" y="0"/>
          <a:ext cx="0" cy="0"/>
          <a:chOff x="0" y="0"/>
          <a:chExt cx="0" cy="0"/>
        </a:xfrm>
      </p:grpSpPr>
      <p:sp>
        <p:nvSpPr>
          <p:cNvPr id="860" name="Google Shape;860;g3fb2dc0a37c_0_1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1" name="Google Shape;861;g3fb2dc0a37c_0_1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h59ba3f73bed9378b_0_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6" name="Google Shape;866;h59ba3f73bed9378b_0_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3d89366497e_0_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1" name="Google Shape;871;g3d89366497e_0_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5" name="Shape 875"/>
        <p:cNvGrpSpPr/>
        <p:nvPr/>
      </p:nvGrpSpPr>
      <p:grpSpPr>
        <a:xfrm>
          <a:off x="0" y="0"/>
          <a:ext cx="0" cy="0"/>
          <a:chOff x="0" y="0"/>
          <a:chExt cx="0" cy="0"/>
        </a:xfrm>
      </p:grpSpPr>
      <p:sp>
        <p:nvSpPr>
          <p:cNvPr id="876" name="Google Shape;876;p15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7" name="Google Shape;877;p1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8" name="Google Shape;878;p156: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b224b7d20a_0_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4" name="Google Shape;884;g3b224b7d20a_0_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7" name="Shape 887"/>
        <p:cNvGrpSpPr/>
        <p:nvPr/>
      </p:nvGrpSpPr>
      <p:grpSpPr>
        <a:xfrm>
          <a:off x="0" y="0"/>
          <a:ext cx="0" cy="0"/>
          <a:chOff x="0" y="0"/>
          <a:chExt cx="0" cy="0"/>
        </a:xfrm>
      </p:grpSpPr>
      <p:sp>
        <p:nvSpPr>
          <p:cNvPr id="888" name="Google Shape;888;g3baa6357486_0_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9" name="Google Shape;889;g3baa6357486_0_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2" name="Shape 892"/>
        <p:cNvGrpSpPr/>
        <p:nvPr/>
      </p:nvGrpSpPr>
      <p:grpSpPr>
        <a:xfrm>
          <a:off x="0" y="0"/>
          <a:ext cx="0" cy="0"/>
          <a:chOff x="0" y="0"/>
          <a:chExt cx="0" cy="0"/>
        </a:xfrm>
      </p:grpSpPr>
      <p:sp>
        <p:nvSpPr>
          <p:cNvPr id="893" name="Google Shape;893;h6ba7c7f0c6428fb5_1_18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4" name="Google Shape;894;h6ba7c7f0c6428fb5_1_18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7" name="Shape 897"/>
        <p:cNvGrpSpPr/>
        <p:nvPr/>
      </p:nvGrpSpPr>
      <p:grpSpPr>
        <a:xfrm>
          <a:off x="0" y="0"/>
          <a:ext cx="0" cy="0"/>
          <a:chOff x="0" y="0"/>
          <a:chExt cx="0" cy="0"/>
        </a:xfrm>
      </p:grpSpPr>
      <p:sp>
        <p:nvSpPr>
          <p:cNvPr id="898" name="Google Shape;898;p15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9" name="Google Shape;899;p15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p1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05" name="Google Shape;905;p16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p16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0" name="Google Shape;910;p16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3" name="Shape 913"/>
        <p:cNvGrpSpPr/>
        <p:nvPr/>
      </p:nvGrpSpPr>
      <p:grpSpPr>
        <a:xfrm>
          <a:off x="0" y="0"/>
          <a:ext cx="0" cy="0"/>
          <a:chOff x="0" y="0"/>
          <a:chExt cx="0" cy="0"/>
        </a:xfrm>
      </p:grpSpPr>
      <p:sp>
        <p:nvSpPr>
          <p:cNvPr id="914" name="Google Shape;914;p16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5" name="Google Shape;915;p16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p16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0" name="Google Shape;920;p16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3" name="Shape 923"/>
        <p:cNvGrpSpPr/>
        <p:nvPr/>
      </p:nvGrpSpPr>
      <p:grpSpPr>
        <a:xfrm>
          <a:off x="0" y="0"/>
          <a:ext cx="0" cy="0"/>
          <a:chOff x="0" y="0"/>
          <a:chExt cx="0" cy="0"/>
        </a:xfrm>
      </p:grpSpPr>
      <p:sp>
        <p:nvSpPr>
          <p:cNvPr id="924" name="Google Shape;924;p1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5" name="Google Shape;925;p16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16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0" name="Google Shape;930;p16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3" name="Shape 933"/>
        <p:cNvGrpSpPr/>
        <p:nvPr/>
      </p:nvGrpSpPr>
      <p:grpSpPr>
        <a:xfrm>
          <a:off x="0" y="0"/>
          <a:ext cx="0" cy="0"/>
          <a:chOff x="0" y="0"/>
          <a:chExt cx="0" cy="0"/>
        </a:xfrm>
      </p:grpSpPr>
      <p:sp>
        <p:nvSpPr>
          <p:cNvPr id="934" name="Google Shape;934;p1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5" name="Google Shape;935;p16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8" name="Shape 938"/>
        <p:cNvGrpSpPr/>
        <p:nvPr/>
      </p:nvGrpSpPr>
      <p:grpSpPr>
        <a:xfrm>
          <a:off x="0" y="0"/>
          <a:ext cx="0" cy="0"/>
          <a:chOff x="0" y="0"/>
          <a:chExt cx="0" cy="0"/>
        </a:xfrm>
      </p:grpSpPr>
      <p:sp>
        <p:nvSpPr>
          <p:cNvPr id="939" name="Google Shape;939;p16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0" name="Google Shape;940;p16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3" name="Shape 943"/>
        <p:cNvGrpSpPr/>
        <p:nvPr/>
      </p:nvGrpSpPr>
      <p:grpSpPr>
        <a:xfrm>
          <a:off x="0" y="0"/>
          <a:ext cx="0" cy="0"/>
          <a:chOff x="0" y="0"/>
          <a:chExt cx="0" cy="0"/>
        </a:xfrm>
      </p:grpSpPr>
      <p:sp>
        <p:nvSpPr>
          <p:cNvPr id="944" name="Google Shape;944;p1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5" name="Google Shape;945;p16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8" name="Shape 948"/>
        <p:cNvGrpSpPr/>
        <p:nvPr/>
      </p:nvGrpSpPr>
      <p:grpSpPr>
        <a:xfrm>
          <a:off x="0" y="0"/>
          <a:ext cx="0" cy="0"/>
          <a:chOff x="0" y="0"/>
          <a:chExt cx="0" cy="0"/>
        </a:xfrm>
      </p:grpSpPr>
      <p:sp>
        <p:nvSpPr>
          <p:cNvPr id="949" name="Google Shape;949;p16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0" name="Google Shape;950;p16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3" name="Shape 953"/>
        <p:cNvGrpSpPr/>
        <p:nvPr/>
      </p:nvGrpSpPr>
      <p:grpSpPr>
        <a:xfrm>
          <a:off x="0" y="0"/>
          <a:ext cx="0" cy="0"/>
          <a:chOff x="0" y="0"/>
          <a:chExt cx="0" cy="0"/>
        </a:xfrm>
      </p:grpSpPr>
      <p:sp>
        <p:nvSpPr>
          <p:cNvPr id="954" name="Google Shape;954;p17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5" name="Google Shape;955;p17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17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0" name="Google Shape;960;p17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3" name="Shape 963"/>
        <p:cNvGrpSpPr/>
        <p:nvPr/>
      </p:nvGrpSpPr>
      <p:grpSpPr>
        <a:xfrm>
          <a:off x="0" y="0"/>
          <a:ext cx="0" cy="0"/>
          <a:chOff x="0" y="0"/>
          <a:chExt cx="0" cy="0"/>
        </a:xfrm>
      </p:grpSpPr>
      <p:sp>
        <p:nvSpPr>
          <p:cNvPr id="964" name="Google Shape;964;p1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5" name="Google Shape;965;p17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8" name="Shape 968"/>
        <p:cNvGrpSpPr/>
        <p:nvPr/>
      </p:nvGrpSpPr>
      <p:grpSpPr>
        <a:xfrm>
          <a:off x="0" y="0"/>
          <a:ext cx="0" cy="0"/>
          <a:chOff x="0" y="0"/>
          <a:chExt cx="0" cy="0"/>
        </a:xfrm>
      </p:grpSpPr>
      <p:sp>
        <p:nvSpPr>
          <p:cNvPr id="969" name="Google Shape;969;p17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0" name="Google Shape;970;p17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3" name="Shape 973"/>
        <p:cNvGrpSpPr/>
        <p:nvPr/>
      </p:nvGrpSpPr>
      <p:grpSpPr>
        <a:xfrm>
          <a:off x="0" y="0"/>
          <a:ext cx="0" cy="0"/>
          <a:chOff x="0" y="0"/>
          <a:chExt cx="0" cy="0"/>
        </a:xfrm>
      </p:grpSpPr>
      <p:sp>
        <p:nvSpPr>
          <p:cNvPr id="974" name="Google Shape;974;p17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5" name="Google Shape;975;p17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p17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0" name="Google Shape;980;p17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p1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5" name="Google Shape;985;p17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8" name="Shape 988"/>
        <p:cNvGrpSpPr/>
        <p:nvPr/>
      </p:nvGrpSpPr>
      <p:grpSpPr>
        <a:xfrm>
          <a:off x="0" y="0"/>
          <a:ext cx="0" cy="0"/>
          <a:chOff x="0" y="0"/>
          <a:chExt cx="0" cy="0"/>
        </a:xfrm>
      </p:grpSpPr>
      <p:sp>
        <p:nvSpPr>
          <p:cNvPr id="989" name="Google Shape;989;p1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0" name="Google Shape;990;p17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p17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5" name="Google Shape;995;p17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h6ba7c7f0c6428fb5_1_18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0" name="Google Shape;1000;h6ba7c7f0c6428fb5_1_18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3" name="Shape 1003"/>
        <p:cNvGrpSpPr/>
        <p:nvPr/>
      </p:nvGrpSpPr>
      <p:grpSpPr>
        <a:xfrm>
          <a:off x="0" y="0"/>
          <a:ext cx="0" cy="0"/>
          <a:chOff x="0" y="0"/>
          <a:chExt cx="0" cy="0"/>
        </a:xfrm>
      </p:grpSpPr>
      <p:sp>
        <p:nvSpPr>
          <p:cNvPr id="1004" name="Google Shape;1004;h59ba3f73bed9378b_0_1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5" name="Google Shape;1005;h59ba3f73bed9378b_0_1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h59ba3f73bed9378b_0_2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0" name="Google Shape;1010;h59ba3f73bed9378b_0_2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h59ba3f73bed9378b_0_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5" name="Google Shape;1015;h59ba3f73bed9378b_0_2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8" name="Shape 1018"/>
        <p:cNvGrpSpPr/>
        <p:nvPr/>
      </p:nvGrpSpPr>
      <p:grpSpPr>
        <a:xfrm>
          <a:off x="0" y="0"/>
          <a:ext cx="0" cy="0"/>
          <a:chOff x="0" y="0"/>
          <a:chExt cx="0" cy="0"/>
        </a:xfrm>
      </p:grpSpPr>
      <p:sp>
        <p:nvSpPr>
          <p:cNvPr id="1019" name="Google Shape;1019;h59ba3f73bed9378b_0_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0" name="Google Shape;1020;h59ba3f73bed9378b_0_2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h59ba3f73bed9378b_0_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5" name="Google Shape;1025;h59ba3f73bed9378b_0_3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8" name="Shape 1028"/>
        <p:cNvGrpSpPr/>
        <p:nvPr/>
      </p:nvGrpSpPr>
      <p:grpSpPr>
        <a:xfrm>
          <a:off x="0" y="0"/>
          <a:ext cx="0" cy="0"/>
          <a:chOff x="0" y="0"/>
          <a:chExt cx="0" cy="0"/>
        </a:xfrm>
      </p:grpSpPr>
      <p:sp>
        <p:nvSpPr>
          <p:cNvPr id="1029" name="Google Shape;1029;h59ba3f73bed9378b_0_3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30" name="Google Shape;1030;h59ba3f73bed9378b_0_3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h59ba3f73bed9378b_0_4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35" name="Google Shape;1035;h59ba3f73bed9378b_0_4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8" name="Shape 1038"/>
        <p:cNvGrpSpPr/>
        <p:nvPr/>
      </p:nvGrpSpPr>
      <p:grpSpPr>
        <a:xfrm>
          <a:off x="0" y="0"/>
          <a:ext cx="0" cy="0"/>
          <a:chOff x="0" y="0"/>
          <a:chExt cx="0" cy="0"/>
        </a:xfrm>
      </p:grpSpPr>
      <p:sp>
        <p:nvSpPr>
          <p:cNvPr id="1039" name="Google Shape;1039;h59ba3f73bed9378b_0_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0" name="Google Shape;1040;h59ba3f73bed9378b_0_4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h6ba7c7f0c6428fb5_1_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5" name="Google Shape;1045;h6ba7c7f0c6428fb5_1_4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8" name="Shape 1048"/>
        <p:cNvGrpSpPr/>
        <p:nvPr/>
      </p:nvGrpSpPr>
      <p:grpSpPr>
        <a:xfrm>
          <a:off x="0" y="0"/>
          <a:ext cx="0" cy="0"/>
          <a:chOff x="0" y="0"/>
          <a:chExt cx="0" cy="0"/>
        </a:xfrm>
      </p:grpSpPr>
      <p:sp>
        <p:nvSpPr>
          <p:cNvPr id="1049" name="Google Shape;1049;h6ba7c7f0c6428fb5_1_4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0" name="Google Shape;1050;h6ba7c7f0c6428fb5_1_4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3" name="Shape 1053"/>
        <p:cNvGrpSpPr/>
        <p:nvPr/>
      </p:nvGrpSpPr>
      <p:grpSpPr>
        <a:xfrm>
          <a:off x="0" y="0"/>
          <a:ext cx="0" cy="0"/>
          <a:chOff x="0" y="0"/>
          <a:chExt cx="0" cy="0"/>
        </a:xfrm>
      </p:grpSpPr>
      <p:sp>
        <p:nvSpPr>
          <p:cNvPr id="1054" name="Google Shape;1054;h6ba7c7f0c6428fb5_1_5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5" name="Google Shape;1055;h6ba7c7f0c6428fb5_1_5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h6ba7c7f0c6428fb5_1_5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0" name="Google Shape;1060;h6ba7c7f0c6428fb5_1_5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3" name="Shape 1063"/>
        <p:cNvGrpSpPr/>
        <p:nvPr/>
      </p:nvGrpSpPr>
      <p:grpSpPr>
        <a:xfrm>
          <a:off x="0" y="0"/>
          <a:ext cx="0" cy="0"/>
          <a:chOff x="0" y="0"/>
          <a:chExt cx="0" cy="0"/>
        </a:xfrm>
      </p:grpSpPr>
      <p:sp>
        <p:nvSpPr>
          <p:cNvPr id="1064" name="Google Shape;1064;h6ba7c7f0c6428fb5_1_6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5" name="Google Shape;1065;h6ba7c7f0c6428fb5_1_6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8" name="Shape 1068"/>
        <p:cNvGrpSpPr/>
        <p:nvPr/>
      </p:nvGrpSpPr>
      <p:grpSpPr>
        <a:xfrm>
          <a:off x="0" y="0"/>
          <a:ext cx="0" cy="0"/>
          <a:chOff x="0" y="0"/>
          <a:chExt cx="0" cy="0"/>
        </a:xfrm>
      </p:grpSpPr>
      <p:sp>
        <p:nvSpPr>
          <p:cNvPr id="1069" name="Google Shape;1069;h6ba7c7f0c6428fb5_1_6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0" name="Google Shape;1070;h6ba7c7f0c6428fb5_1_6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3" name="Shape 1073"/>
        <p:cNvGrpSpPr/>
        <p:nvPr/>
      </p:nvGrpSpPr>
      <p:grpSpPr>
        <a:xfrm>
          <a:off x="0" y="0"/>
          <a:ext cx="0" cy="0"/>
          <a:chOff x="0" y="0"/>
          <a:chExt cx="0" cy="0"/>
        </a:xfrm>
      </p:grpSpPr>
      <p:sp>
        <p:nvSpPr>
          <p:cNvPr id="1074" name="Google Shape;1074;h6ba7c7f0c6428fb5_1_7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5" name="Google Shape;1075;h6ba7c7f0c6428fb5_1_7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8" name="Shape 1078"/>
        <p:cNvGrpSpPr/>
        <p:nvPr/>
      </p:nvGrpSpPr>
      <p:grpSpPr>
        <a:xfrm>
          <a:off x="0" y="0"/>
          <a:ext cx="0" cy="0"/>
          <a:chOff x="0" y="0"/>
          <a:chExt cx="0" cy="0"/>
        </a:xfrm>
      </p:grpSpPr>
      <p:sp>
        <p:nvSpPr>
          <p:cNvPr id="1079" name="Google Shape;1079;g3e5a0c7ab5b_0_2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0" name="Google Shape;1080;g3e5a0c7ab5b_0_25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3" name="Shape 1083"/>
        <p:cNvGrpSpPr/>
        <p:nvPr/>
      </p:nvGrpSpPr>
      <p:grpSpPr>
        <a:xfrm>
          <a:off x="0" y="0"/>
          <a:ext cx="0" cy="0"/>
          <a:chOff x="0" y="0"/>
          <a:chExt cx="0" cy="0"/>
        </a:xfrm>
      </p:grpSpPr>
      <p:sp>
        <p:nvSpPr>
          <p:cNvPr id="1084" name="Google Shape;1084;p2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5" name="Google Shape;1085;p20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8" name="Shape 1088"/>
        <p:cNvGrpSpPr/>
        <p:nvPr/>
      </p:nvGrpSpPr>
      <p:grpSpPr>
        <a:xfrm>
          <a:off x="0" y="0"/>
          <a:ext cx="0" cy="0"/>
          <a:chOff x="0" y="0"/>
          <a:chExt cx="0" cy="0"/>
        </a:xfrm>
      </p:grpSpPr>
      <p:sp>
        <p:nvSpPr>
          <p:cNvPr id="1089" name="Google Shape;1089;p2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0" name="Google Shape;1090;p20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p2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5" name="Google Shape;1095;p20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 name="Shape 1098"/>
        <p:cNvGrpSpPr/>
        <p:nvPr/>
      </p:nvGrpSpPr>
      <p:grpSpPr>
        <a:xfrm>
          <a:off x="0" y="0"/>
          <a:ext cx="0" cy="0"/>
          <a:chOff x="0" y="0"/>
          <a:chExt cx="0" cy="0"/>
        </a:xfrm>
      </p:grpSpPr>
      <p:sp>
        <p:nvSpPr>
          <p:cNvPr id="1099" name="Google Shape;1099;g3e5a0c7ab5b_0_3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00" name="Google Shape;1100;g3e5a0c7ab5b_0_3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3a42a8b53c1_2_2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05" name="Google Shape;1105;g3a42a8b53c1_2_2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8" name="Shape 1108"/>
        <p:cNvGrpSpPr/>
        <p:nvPr/>
      </p:nvGrpSpPr>
      <p:grpSpPr>
        <a:xfrm>
          <a:off x="0" y="0"/>
          <a:ext cx="0" cy="0"/>
          <a:chOff x="0" y="0"/>
          <a:chExt cx="0" cy="0"/>
        </a:xfrm>
      </p:grpSpPr>
      <p:sp>
        <p:nvSpPr>
          <p:cNvPr id="1109" name="Google Shape;1109;p2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0" name="Google Shape;1110;p20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3" name="Shape 1113"/>
        <p:cNvGrpSpPr/>
        <p:nvPr/>
      </p:nvGrpSpPr>
      <p:grpSpPr>
        <a:xfrm>
          <a:off x="0" y="0"/>
          <a:ext cx="0" cy="0"/>
          <a:chOff x="0" y="0"/>
          <a:chExt cx="0" cy="0"/>
        </a:xfrm>
      </p:grpSpPr>
      <p:sp>
        <p:nvSpPr>
          <p:cNvPr id="1114" name="Google Shape;1114;p2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5" name="Google Shape;1115;p20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3e5a0c7ab5b_0_3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0" name="Google Shape;1120;g3e5a0c7ab5b_0_33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3" name="Shape 1123"/>
        <p:cNvGrpSpPr/>
        <p:nvPr/>
      </p:nvGrpSpPr>
      <p:grpSpPr>
        <a:xfrm>
          <a:off x="0" y="0"/>
          <a:ext cx="0" cy="0"/>
          <a:chOff x="0" y="0"/>
          <a:chExt cx="0" cy="0"/>
        </a:xfrm>
      </p:grpSpPr>
      <p:sp>
        <p:nvSpPr>
          <p:cNvPr id="1124" name="Google Shape;1124;h2804c67a31022ed3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5" name="Google Shape;1125;h2804c67a31022ed3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9" name="Shape 1129"/>
        <p:cNvGrpSpPr/>
        <p:nvPr/>
      </p:nvGrpSpPr>
      <p:grpSpPr>
        <a:xfrm>
          <a:off x="0" y="0"/>
          <a:ext cx="0" cy="0"/>
          <a:chOff x="0" y="0"/>
          <a:chExt cx="0" cy="0"/>
        </a:xfrm>
      </p:grpSpPr>
      <p:sp>
        <p:nvSpPr>
          <p:cNvPr id="1130" name="Google Shape;1130;g3e5a0c7ab5b_0_3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31" name="Google Shape;1131;g3e5a0c7ab5b_0_34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h1d72e0b711e8a63f_0_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36" name="Google Shape;1136;h1d72e0b711e8a63f_0_8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h1d72e0b711e8a63f_0_8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1" name="Google Shape;1141;h1d72e0b711e8a63f_0_8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4" name="Shape 1144"/>
        <p:cNvGrpSpPr/>
        <p:nvPr/>
      </p:nvGrpSpPr>
      <p:grpSpPr>
        <a:xfrm>
          <a:off x="0" y="0"/>
          <a:ext cx="0" cy="0"/>
          <a:chOff x="0" y="0"/>
          <a:chExt cx="0" cy="0"/>
        </a:xfrm>
      </p:grpSpPr>
      <p:sp>
        <p:nvSpPr>
          <p:cNvPr id="1145" name="Google Shape;1145;h1d72e0b711e8a63f_0_9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6" name="Google Shape;1146;h1d72e0b711e8a63f_0_9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9" name="Shape 1149"/>
        <p:cNvGrpSpPr/>
        <p:nvPr/>
      </p:nvGrpSpPr>
      <p:grpSpPr>
        <a:xfrm>
          <a:off x="0" y="0"/>
          <a:ext cx="0" cy="0"/>
          <a:chOff x="0" y="0"/>
          <a:chExt cx="0" cy="0"/>
        </a:xfrm>
      </p:grpSpPr>
      <p:sp>
        <p:nvSpPr>
          <p:cNvPr id="1150" name="Google Shape;1150;h6ba7c7f0c6428fb5_1_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51" name="Google Shape;1151;h6ba7c7f0c6428fb5_1_8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4" name="Shape 1154"/>
        <p:cNvGrpSpPr/>
        <p:nvPr/>
      </p:nvGrpSpPr>
      <p:grpSpPr>
        <a:xfrm>
          <a:off x="0" y="0"/>
          <a:ext cx="0" cy="0"/>
          <a:chOff x="0" y="0"/>
          <a:chExt cx="0" cy="0"/>
        </a:xfrm>
      </p:grpSpPr>
      <p:sp>
        <p:nvSpPr>
          <p:cNvPr id="1155" name="Google Shape;1155;h6ba7c7f0c6428fb5_1_8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56" name="Google Shape;1156;h6ba7c7f0c6428fb5_1_8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9" name="Shape 1159"/>
        <p:cNvGrpSpPr/>
        <p:nvPr/>
      </p:nvGrpSpPr>
      <p:grpSpPr>
        <a:xfrm>
          <a:off x="0" y="0"/>
          <a:ext cx="0" cy="0"/>
          <a:chOff x="0" y="0"/>
          <a:chExt cx="0" cy="0"/>
        </a:xfrm>
      </p:grpSpPr>
      <p:sp>
        <p:nvSpPr>
          <p:cNvPr id="1160" name="Google Shape;1160;h6ba7c7f0c6428fb5_1_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1" name="Google Shape;1161;h6ba7c7f0c6428fb5_1_9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h6ba7c7f0c6428fb5_1_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6" name="Google Shape;1166;h6ba7c7f0c6428fb5_1_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h6ba7c7f0c6428fb5_1_10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1" name="Google Shape;1171;h6ba7c7f0c6428fb5_1_10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4" name="Shape 1174"/>
        <p:cNvGrpSpPr/>
        <p:nvPr/>
      </p:nvGrpSpPr>
      <p:grpSpPr>
        <a:xfrm>
          <a:off x="0" y="0"/>
          <a:ext cx="0" cy="0"/>
          <a:chOff x="0" y="0"/>
          <a:chExt cx="0" cy="0"/>
        </a:xfrm>
      </p:grpSpPr>
      <p:sp>
        <p:nvSpPr>
          <p:cNvPr id="1175" name="Google Shape;1175;h6ba7c7f0c6428fb5_1_1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6" name="Google Shape;1176;h6ba7c7f0c6428fb5_1_1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9" name="Shape 1179"/>
        <p:cNvGrpSpPr/>
        <p:nvPr/>
      </p:nvGrpSpPr>
      <p:grpSpPr>
        <a:xfrm>
          <a:off x="0" y="0"/>
          <a:ext cx="0" cy="0"/>
          <a:chOff x="0" y="0"/>
          <a:chExt cx="0" cy="0"/>
        </a:xfrm>
      </p:grpSpPr>
      <p:sp>
        <p:nvSpPr>
          <p:cNvPr id="1180" name="Google Shape;1180;h6ba7c7f0c6428fb5_1_11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81" name="Google Shape;1181;h6ba7c7f0c6428fb5_1_11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4" name="Shape 1184"/>
        <p:cNvGrpSpPr/>
        <p:nvPr/>
      </p:nvGrpSpPr>
      <p:grpSpPr>
        <a:xfrm>
          <a:off x="0" y="0"/>
          <a:ext cx="0" cy="0"/>
          <a:chOff x="0" y="0"/>
          <a:chExt cx="0" cy="0"/>
        </a:xfrm>
      </p:grpSpPr>
      <p:sp>
        <p:nvSpPr>
          <p:cNvPr id="1185" name="Google Shape;1185;h6ba7c7f0c6428fb5_1_12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86" name="Google Shape;1186;h6ba7c7f0c6428fb5_1_12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9" name="Shape 1189"/>
        <p:cNvGrpSpPr/>
        <p:nvPr/>
      </p:nvGrpSpPr>
      <p:grpSpPr>
        <a:xfrm>
          <a:off x="0" y="0"/>
          <a:ext cx="0" cy="0"/>
          <a:chOff x="0" y="0"/>
          <a:chExt cx="0" cy="0"/>
        </a:xfrm>
      </p:grpSpPr>
      <p:sp>
        <p:nvSpPr>
          <p:cNvPr id="1190" name="Google Shape;1190;h6ba7c7f0c6428fb5_1_1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1" name="Google Shape;1191;h6ba7c7f0c6428fb5_1_12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4" name="Shape 1194"/>
        <p:cNvGrpSpPr/>
        <p:nvPr/>
      </p:nvGrpSpPr>
      <p:grpSpPr>
        <a:xfrm>
          <a:off x="0" y="0"/>
          <a:ext cx="0" cy="0"/>
          <a:chOff x="0" y="0"/>
          <a:chExt cx="0" cy="0"/>
        </a:xfrm>
      </p:grpSpPr>
      <p:sp>
        <p:nvSpPr>
          <p:cNvPr id="1195" name="Google Shape;1195;h6ba7c7f0c6428fb5_1_1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h6ba7c7f0c6428fb5_1_12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9" name="Shape 1199"/>
        <p:cNvGrpSpPr/>
        <p:nvPr/>
      </p:nvGrpSpPr>
      <p:grpSpPr>
        <a:xfrm>
          <a:off x="0" y="0"/>
          <a:ext cx="0" cy="0"/>
          <a:chOff x="0" y="0"/>
          <a:chExt cx="0" cy="0"/>
        </a:xfrm>
      </p:grpSpPr>
      <p:sp>
        <p:nvSpPr>
          <p:cNvPr id="1200" name="Google Shape;1200;h6ba7c7f0c6428fb5_1_18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01" name="Google Shape;1201;h6ba7c7f0c6428fb5_1_18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fb3359abd2_0_1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06" name="Google Shape;1206;g3fb3359abd2_0_1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9" name="Shape 1209"/>
        <p:cNvGrpSpPr/>
        <p:nvPr/>
      </p:nvGrpSpPr>
      <p:grpSpPr>
        <a:xfrm>
          <a:off x="0" y="0"/>
          <a:ext cx="0" cy="0"/>
          <a:chOff x="0" y="0"/>
          <a:chExt cx="0" cy="0"/>
        </a:xfrm>
      </p:grpSpPr>
      <p:sp>
        <p:nvSpPr>
          <p:cNvPr id="1210" name="Google Shape;1210;g3fb3359abd2_0_1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1" name="Google Shape;1211;g3fb3359abd2_0_1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g3fb3359abd2_0_1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6" name="Google Shape;1216;g3fb3359abd2_0_1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9" name="Shape 1219"/>
        <p:cNvGrpSpPr/>
        <p:nvPr/>
      </p:nvGrpSpPr>
      <p:grpSpPr>
        <a:xfrm>
          <a:off x="0" y="0"/>
          <a:ext cx="0" cy="0"/>
          <a:chOff x="0" y="0"/>
          <a:chExt cx="0" cy="0"/>
        </a:xfrm>
      </p:grpSpPr>
      <p:sp>
        <p:nvSpPr>
          <p:cNvPr id="1220" name="Google Shape;1220;h6ba7c7f0c6428fb5_1_14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1" name="Google Shape;1221;h6ba7c7f0c6428fb5_1_14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h6ba7c7f0c6428fb5_1_14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6" name="Google Shape;1226;h6ba7c7f0c6428fb5_1_14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h6ba7c7f0c6428fb5_1_15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31" name="Google Shape;1231;h6ba7c7f0c6428fb5_1_15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4" name="Shape 1234"/>
        <p:cNvGrpSpPr/>
        <p:nvPr/>
      </p:nvGrpSpPr>
      <p:grpSpPr>
        <a:xfrm>
          <a:off x="0" y="0"/>
          <a:ext cx="0" cy="0"/>
          <a:chOff x="0" y="0"/>
          <a:chExt cx="0" cy="0"/>
        </a:xfrm>
      </p:grpSpPr>
      <p:sp>
        <p:nvSpPr>
          <p:cNvPr id="1235" name="Google Shape;1235;h6ba7c7f0c6428fb5_1_16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36" name="Google Shape;1236;h6ba7c7f0c6428fb5_1_16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9" name="Shape 1239"/>
        <p:cNvGrpSpPr/>
        <p:nvPr/>
      </p:nvGrpSpPr>
      <p:grpSpPr>
        <a:xfrm>
          <a:off x="0" y="0"/>
          <a:ext cx="0" cy="0"/>
          <a:chOff x="0" y="0"/>
          <a:chExt cx="0" cy="0"/>
        </a:xfrm>
      </p:grpSpPr>
      <p:sp>
        <p:nvSpPr>
          <p:cNvPr id="1240" name="Google Shape;1240;h4bf80b8053991a11_1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1" name="Google Shape;1241;h4bf80b8053991a11_1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5" name="Shape 15"/>
        <p:cNvGrpSpPr/>
        <p:nvPr/>
      </p:nvGrpSpPr>
      <p:grpSpPr>
        <a:xfrm>
          <a:off x="0" y="0"/>
          <a:ext cx="0" cy="0"/>
          <a:chOff x="0" y="0"/>
          <a:chExt cx="0" cy="0"/>
        </a:xfrm>
      </p:grpSpPr>
      <p:sp>
        <p:nvSpPr>
          <p:cNvPr id="16" name="Google Shape;16;p246"/>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46"/>
          <p:cNvSpPr txBox="1"/>
          <p:nvPr>
            <p:ph idx="1" type="body"/>
          </p:nvPr>
        </p:nvSpPr>
        <p:spPr>
          <a:xfrm>
            <a:off x="457200" y="1200150"/>
            <a:ext cx="8229600" cy="3394472"/>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 name="Google Shape;18;p246"/>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246"/>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246"/>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1" name="Shape 21"/>
        <p:cNvGrpSpPr/>
        <p:nvPr/>
      </p:nvGrpSpPr>
      <p:grpSpPr>
        <a:xfrm>
          <a:off x="0" y="0"/>
          <a:ext cx="0" cy="0"/>
          <a:chOff x="0" y="0"/>
          <a:chExt cx="0" cy="0"/>
        </a:xfrm>
      </p:grpSpPr>
      <p:sp>
        <p:nvSpPr>
          <p:cNvPr id="22" name="Google Shape;22;p247"/>
          <p:cNvSpPr txBox="1"/>
          <p:nvPr>
            <p:ph type="ctrTitle"/>
          </p:nvPr>
        </p:nvSpPr>
        <p:spPr>
          <a:xfrm>
            <a:off x="685800" y="1597822"/>
            <a:ext cx="7772400" cy="1102519"/>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247"/>
          <p:cNvSpPr txBox="1"/>
          <p:nvPr>
            <p:ph idx="1" type="subTitle"/>
          </p:nvPr>
        </p:nvSpPr>
        <p:spPr>
          <a:xfrm>
            <a:off x="1371600" y="2914650"/>
            <a:ext cx="6400800" cy="131445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24" name="Google Shape;24;p247"/>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247"/>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247"/>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48"/>
          <p:cNvSpPr txBox="1"/>
          <p:nvPr>
            <p:ph type="title"/>
          </p:nvPr>
        </p:nvSpPr>
        <p:spPr>
          <a:xfrm>
            <a:off x="722313" y="3305178"/>
            <a:ext cx="7772400" cy="1021557"/>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Arial"/>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248"/>
          <p:cNvSpPr txBox="1"/>
          <p:nvPr>
            <p:ph idx="1" type="body"/>
          </p:nvPr>
        </p:nvSpPr>
        <p:spPr>
          <a:xfrm>
            <a:off x="722313" y="2180035"/>
            <a:ext cx="7772400" cy="112514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248"/>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248"/>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248"/>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49"/>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249"/>
          <p:cNvSpPr txBox="1"/>
          <p:nvPr>
            <p:ph idx="1" type="body"/>
          </p:nvPr>
        </p:nvSpPr>
        <p:spPr>
          <a:xfrm>
            <a:off x="457200" y="1200150"/>
            <a:ext cx="4038600" cy="339447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249"/>
          <p:cNvSpPr txBox="1"/>
          <p:nvPr>
            <p:ph idx="2" type="body"/>
          </p:nvPr>
        </p:nvSpPr>
        <p:spPr>
          <a:xfrm>
            <a:off x="4648200" y="1200150"/>
            <a:ext cx="4038600" cy="339447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249"/>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249"/>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249"/>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50"/>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250"/>
          <p:cNvSpPr txBox="1"/>
          <p:nvPr>
            <p:ph idx="1" type="body"/>
          </p:nvPr>
        </p:nvSpPr>
        <p:spPr>
          <a:xfrm>
            <a:off x="457200" y="1151335"/>
            <a:ext cx="4040188" cy="47982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250"/>
          <p:cNvSpPr txBox="1"/>
          <p:nvPr>
            <p:ph idx="2" type="body"/>
          </p:nvPr>
        </p:nvSpPr>
        <p:spPr>
          <a:xfrm>
            <a:off x="457200" y="1631156"/>
            <a:ext cx="4040188" cy="2963466"/>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250"/>
          <p:cNvSpPr txBox="1"/>
          <p:nvPr>
            <p:ph idx="3" type="body"/>
          </p:nvPr>
        </p:nvSpPr>
        <p:spPr>
          <a:xfrm>
            <a:off x="4645031" y="1151335"/>
            <a:ext cx="4041775" cy="47982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250"/>
          <p:cNvSpPr txBox="1"/>
          <p:nvPr>
            <p:ph idx="4" type="body"/>
          </p:nvPr>
        </p:nvSpPr>
        <p:spPr>
          <a:xfrm>
            <a:off x="4645031" y="1631156"/>
            <a:ext cx="4041775" cy="2963466"/>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250"/>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250"/>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250"/>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51"/>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251"/>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251"/>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251"/>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 name="Shape 54"/>
        <p:cNvGrpSpPr/>
        <p:nvPr/>
      </p:nvGrpSpPr>
      <p:grpSpPr>
        <a:xfrm>
          <a:off x="0" y="0"/>
          <a:ext cx="0" cy="0"/>
          <a:chOff x="0" y="0"/>
          <a:chExt cx="0" cy="0"/>
        </a:xfrm>
      </p:grpSpPr>
      <p:sp>
        <p:nvSpPr>
          <p:cNvPr id="55" name="Google Shape;55;p252"/>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252"/>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252"/>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8" name="Shape 58"/>
        <p:cNvGrpSpPr/>
        <p:nvPr/>
      </p:nvGrpSpPr>
      <p:grpSpPr>
        <a:xfrm>
          <a:off x="0" y="0"/>
          <a:ext cx="0" cy="0"/>
          <a:chOff x="0" y="0"/>
          <a:chExt cx="0" cy="0"/>
        </a:xfrm>
      </p:grpSpPr>
      <p:sp>
        <p:nvSpPr>
          <p:cNvPr id="59" name="Google Shape;59;p253"/>
          <p:cNvSpPr txBox="1"/>
          <p:nvPr>
            <p:ph type="title"/>
          </p:nvPr>
        </p:nvSpPr>
        <p:spPr>
          <a:xfrm>
            <a:off x="457206" y="204788"/>
            <a:ext cx="3008313" cy="8715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253"/>
          <p:cNvSpPr txBox="1"/>
          <p:nvPr>
            <p:ph idx="1" type="body"/>
          </p:nvPr>
        </p:nvSpPr>
        <p:spPr>
          <a:xfrm>
            <a:off x="3575050" y="204789"/>
            <a:ext cx="5111750" cy="4389835"/>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61" name="Google Shape;61;p253"/>
          <p:cNvSpPr txBox="1"/>
          <p:nvPr>
            <p:ph idx="2" type="body"/>
          </p:nvPr>
        </p:nvSpPr>
        <p:spPr>
          <a:xfrm>
            <a:off x="457206" y="1076328"/>
            <a:ext cx="3008313" cy="3518297"/>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2" name="Google Shape;62;p253"/>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253"/>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253"/>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5" name="Shape 65"/>
        <p:cNvGrpSpPr/>
        <p:nvPr/>
      </p:nvGrpSpPr>
      <p:grpSpPr>
        <a:xfrm>
          <a:off x="0" y="0"/>
          <a:ext cx="0" cy="0"/>
          <a:chOff x="0" y="0"/>
          <a:chExt cx="0" cy="0"/>
        </a:xfrm>
      </p:grpSpPr>
      <p:sp>
        <p:nvSpPr>
          <p:cNvPr id="66" name="Google Shape;66;p254"/>
          <p:cNvSpPr txBox="1"/>
          <p:nvPr>
            <p:ph type="title"/>
          </p:nvPr>
        </p:nvSpPr>
        <p:spPr>
          <a:xfrm>
            <a:off x="1792288" y="3600450"/>
            <a:ext cx="5486400" cy="425054"/>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254"/>
          <p:cNvSpPr/>
          <p:nvPr>
            <p:ph idx="2" type="pic"/>
          </p:nvPr>
        </p:nvSpPr>
        <p:spPr>
          <a:xfrm>
            <a:off x="1792288" y="459581"/>
            <a:ext cx="5486400" cy="3086100"/>
          </a:xfrm>
          <a:prstGeom prst="rect">
            <a:avLst/>
          </a:prstGeom>
          <a:noFill/>
          <a:ln>
            <a:noFill/>
          </a:ln>
        </p:spPr>
      </p:sp>
      <p:sp>
        <p:nvSpPr>
          <p:cNvPr id="68" name="Google Shape;68;p254"/>
          <p:cNvSpPr txBox="1"/>
          <p:nvPr>
            <p:ph idx="1" type="body"/>
          </p:nvPr>
        </p:nvSpPr>
        <p:spPr>
          <a:xfrm>
            <a:off x="1792288" y="4025504"/>
            <a:ext cx="5486400" cy="603646"/>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9" name="Google Shape;69;p254"/>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254"/>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254"/>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2" name="Shape 72"/>
        <p:cNvGrpSpPr/>
        <p:nvPr/>
      </p:nvGrpSpPr>
      <p:grpSpPr>
        <a:xfrm>
          <a:off x="0" y="0"/>
          <a:ext cx="0" cy="0"/>
          <a:chOff x="0" y="0"/>
          <a:chExt cx="0" cy="0"/>
        </a:xfrm>
      </p:grpSpPr>
      <p:sp>
        <p:nvSpPr>
          <p:cNvPr id="73" name="Google Shape;73;p255"/>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p255"/>
          <p:cNvSpPr txBox="1"/>
          <p:nvPr>
            <p:ph idx="1" type="body"/>
          </p:nvPr>
        </p:nvSpPr>
        <p:spPr>
          <a:xfrm rot="5400000">
            <a:off x="2874764" y="-1217414"/>
            <a:ext cx="3394472"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5" name="Google Shape;75;p255"/>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255"/>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255"/>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8" name="Shape 78"/>
        <p:cNvGrpSpPr/>
        <p:nvPr/>
      </p:nvGrpSpPr>
      <p:grpSpPr>
        <a:xfrm>
          <a:off x="0" y="0"/>
          <a:ext cx="0" cy="0"/>
          <a:chOff x="0" y="0"/>
          <a:chExt cx="0" cy="0"/>
        </a:xfrm>
      </p:grpSpPr>
      <p:sp>
        <p:nvSpPr>
          <p:cNvPr id="79" name="Google Shape;79;p256"/>
          <p:cNvSpPr txBox="1"/>
          <p:nvPr>
            <p:ph type="title"/>
          </p:nvPr>
        </p:nvSpPr>
        <p:spPr>
          <a:xfrm rot="5400000">
            <a:off x="5463778" y="1371603"/>
            <a:ext cx="4388644"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256"/>
          <p:cNvSpPr txBox="1"/>
          <p:nvPr>
            <p:ph idx="1" type="body"/>
          </p:nvPr>
        </p:nvSpPr>
        <p:spPr>
          <a:xfrm rot="5400000">
            <a:off x="1272778" y="-609597"/>
            <a:ext cx="4388644"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1" name="Google Shape;81;p256"/>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256"/>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256"/>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45"/>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245"/>
          <p:cNvSpPr txBox="1"/>
          <p:nvPr>
            <p:ph idx="1" type="body"/>
          </p:nvPr>
        </p:nvSpPr>
        <p:spPr>
          <a:xfrm>
            <a:off x="457200" y="1200150"/>
            <a:ext cx="8229600" cy="3394472"/>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Arial"/>
                <a:ea typeface="Arial"/>
                <a:cs typeface="Arial"/>
                <a:sym typeface="Arial"/>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12" name="Google Shape;12;p245"/>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3" name="Google Shape;13;p245"/>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4" name="Google Shape;14;p245"/>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 Id="rId3" Type="http://schemas.openxmlformats.org/officeDocument/2006/relationships/image" Target="../media/image2.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 Id="rId3" Type="http://schemas.openxmlformats.org/officeDocument/2006/relationships/image" Target="../media/image4.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5.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3.jp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3.jp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jp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3.jp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id="88" name="Google Shape;88;g3faf5860435_0_266"/>
          <p:cNvPicPr preferRelativeResize="0"/>
          <p:nvPr/>
        </p:nvPicPr>
        <p:blipFill>
          <a:blip r:embed="rId3">
            <a:alphaModFix/>
          </a:blip>
          <a:stretch>
            <a:fillRect/>
          </a:stretch>
        </p:blipFill>
        <p:spPr>
          <a:xfrm>
            <a:off x="0" y="0"/>
            <a:ext cx="9144003" cy="514349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3200"/>
              <a:buNone/>
            </a:pPr>
            <a:r>
              <a:t/>
            </a:r>
            <a:endParaRPr b="1">
              <a:solidFill>
                <a:schemeClr val="dk1"/>
              </a:solidFill>
              <a:latin typeface="Times New Roman"/>
              <a:ea typeface="Times New Roman"/>
              <a:cs typeface="Times New Roman"/>
              <a:sym typeface="Times New Roman"/>
            </a:endParaRPr>
          </a:p>
          <a:p>
            <a:pPr indent="0" lvl="0" marL="0" rtl="0" algn="ctr">
              <a:lnSpc>
                <a:spcPct val="100000"/>
              </a:lnSpc>
              <a:spcBef>
                <a:spcPts val="0"/>
              </a:spcBef>
              <a:spcAft>
                <a:spcPts val="0"/>
              </a:spcAft>
              <a:buClr>
                <a:schemeClr val="lt1"/>
              </a:buClr>
              <a:buSzPts val="8000"/>
              <a:buNone/>
            </a:pPr>
            <a:r>
              <a:rPr b="1" lang="en-US" sz="8000">
                <a:solidFill>
                  <a:schemeClr val="lt1"/>
                </a:solidFill>
                <a:latin typeface="Times New Roman"/>
                <a:ea typeface="Times New Roman"/>
                <a:cs typeface="Times New Roman"/>
                <a:sym typeface="Times New Roman"/>
              </a:rPr>
              <a:t>Nhân danh Cha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a:t>
            </a:r>
            <a:endParaRPr/>
          </a:p>
          <a:p>
            <a:pPr indent="0" lvl="0" marL="0" rtl="0" algn="ctr">
              <a:lnSpc>
                <a:spcPct val="100000"/>
              </a:lnSpc>
              <a:spcBef>
                <a:spcPts val="0"/>
              </a:spcBef>
              <a:spcAft>
                <a:spcPts val="0"/>
              </a:spcAft>
              <a:buClr>
                <a:schemeClr val="lt1"/>
              </a:buClr>
              <a:buSzPts val="8000"/>
              <a:buNone/>
            </a:pPr>
            <a:r>
              <a:rPr b="1" lang="en-US" sz="8000">
                <a:solidFill>
                  <a:schemeClr val="lt1"/>
                </a:solidFill>
                <a:latin typeface="Times New Roman"/>
                <a:ea typeface="Times New Roman"/>
                <a:cs typeface="Times New Roman"/>
                <a:sym typeface="Times New Roman"/>
              </a:rPr>
              <a:t>và Con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và Thánh Thần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3"/>
          <p:cNvSpPr txBox="1"/>
          <p:nvPr>
            <p:ph idx="1" type="subTitle"/>
          </p:nvPr>
        </p:nvSpPr>
        <p:spPr>
          <a:xfrm>
            <a:off x="0" y="0"/>
            <a:ext cx="9144000" cy="5143500"/>
          </a:xfrm>
          <a:prstGeom prst="rect">
            <a:avLst/>
          </a:prstGeom>
          <a:solidFill>
            <a:srgbClr val="002060"/>
          </a:solidFill>
          <a:ln cap="flat" cmpd="sng" w="9525">
            <a:solidFill>
              <a:srgbClr val="002060"/>
            </a:solidFill>
            <a:prstDash val="solid"/>
            <a:round/>
            <a:headEnd len="sm" w="sm" type="none"/>
            <a:tailEnd len="sm" w="sm" type="none"/>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accent4"/>
              </a:buClr>
              <a:buSzPts val="4000"/>
              <a:buNone/>
            </a:pPr>
            <a:r>
              <a:rPr b="1" lang="en-US" sz="4000">
                <a:solidFill>
                  <a:schemeClr val="accent4"/>
                </a:solidFill>
                <a:latin typeface="Times New Roman"/>
                <a:ea typeface="Times New Roman"/>
                <a:cs typeface="Times New Roman"/>
                <a:sym typeface="Times New Roman"/>
              </a:rPr>
              <a:t>KINH CHÚA THÁNH THẦN</a:t>
            </a:r>
            <a:endParaRPr b="1" sz="4000">
              <a:solidFill>
                <a:schemeClr val="accent4"/>
              </a:solidFill>
              <a:latin typeface="Times New Roman"/>
              <a:ea typeface="Times New Roman"/>
              <a:cs typeface="Times New Roman"/>
              <a:sym typeface="Times New Roman"/>
            </a:endParaRPr>
          </a:p>
          <a:p>
            <a:pPr indent="0" lvl="0" marL="0" rtl="0" algn="just">
              <a:lnSpc>
                <a:spcPct val="100000"/>
              </a:lnSpc>
              <a:spcBef>
                <a:spcPts val="60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lạy ơn Đức Chúa Thánh Thần, thiêng liêng sáng láng vô cùng.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xin Đức Chúa Thánh Thần xuống đầy lòng chúng con, là kẻ tin cậy Đức Chúa Trời,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5"/>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đốt lửa kính mến Đức Chúa Trời trong lòng chúng con;</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xin Đức Chúa Trời cho Đức Chúa Thánh Thần xuống,</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sửa lại mọi sự trong ngoài chúng con. Chúng con cầu cùng Đức Chúa Trời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xưa đã cho Đức Chúa Thánh Thần xuống soi lòng dạy dỗ các Thánh Tông Đồ,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9"/>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rày chúng con cũng xin Đức Chúa Trời cho Đức Chúa Thánh Thần lại xuống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0"/>
          <p:cNvSpPr txBox="1"/>
          <p:nvPr>
            <p:ph idx="1" type="subTitle"/>
          </p:nvPr>
        </p:nvSpPr>
        <p:spPr>
          <a:xfrm>
            <a:off x="1" y="0"/>
            <a:ext cx="9144000" cy="5143499"/>
          </a:xfrm>
          <a:prstGeom prst="rect">
            <a:avLst/>
          </a:prstGeom>
          <a:solidFill>
            <a:srgbClr val="002060"/>
          </a:solidFill>
          <a:ln>
            <a:noFill/>
          </a:ln>
        </p:spPr>
        <p:txBody>
          <a:bodyPr anchorCtr="0" anchor="t" bIns="91425" lIns="91425" spcFirstLastPara="1" rIns="91425" wrap="square" tIns="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an ủi dạy dỗ chúng con làm những việc lành,</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11"/>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9142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vì công nghiệp vô cùng Đức Chúa Giêsu Kitô là Chúa chúng con. Amen.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g3e5a0c7ab5b_0_37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25000" lnSpcReduction="10000"/>
          </a:bodyPr>
          <a:lstStyle/>
          <a:p>
            <a:pPr indent="0" lvl="0" marL="0" rtl="0" algn="ctr">
              <a:lnSpc>
                <a:spcPct val="100000"/>
              </a:lnSpc>
              <a:spcBef>
                <a:spcPts val="0"/>
              </a:spcBef>
              <a:spcAft>
                <a:spcPts val="0"/>
              </a:spcAft>
              <a:buClr>
                <a:schemeClr val="accent4"/>
              </a:buClr>
              <a:buSzPct val="100000"/>
              <a:buNone/>
            </a:pPr>
            <a:r>
              <a:rPr b="1" lang="en-US" sz="17600">
                <a:solidFill>
                  <a:schemeClr val="accent4"/>
                </a:solidFill>
                <a:latin typeface="Times New Roman"/>
                <a:ea typeface="Times New Roman"/>
                <a:cs typeface="Times New Roman"/>
                <a:sym typeface="Times New Roman"/>
              </a:rPr>
              <a:t>KINH TRUYỀN TIN</a:t>
            </a:r>
            <a:endParaRPr/>
          </a:p>
          <a:p>
            <a:pPr indent="0" lvl="0" marL="0" rtl="0" algn="just">
              <a:lnSpc>
                <a:spcPct val="100000"/>
              </a:lnSpc>
              <a:spcBef>
                <a:spcPts val="1440"/>
              </a:spcBef>
              <a:spcAft>
                <a:spcPts val="0"/>
              </a:spcAft>
              <a:buClr>
                <a:schemeClr val="accent4"/>
              </a:buClr>
              <a:buSzPct val="100000"/>
              <a:buNone/>
            </a:pPr>
            <a:r>
              <a:rPr b="1" i="1" lang="en-US" sz="19200" u="sng">
                <a:solidFill>
                  <a:schemeClr val="accent4"/>
                </a:solidFill>
                <a:latin typeface="Times New Roman"/>
                <a:ea typeface="Times New Roman"/>
                <a:cs typeface="Times New Roman"/>
                <a:sym typeface="Times New Roman"/>
              </a:rPr>
              <a:t>Xướng:</a:t>
            </a:r>
            <a:r>
              <a:rPr b="1" lang="en-US" sz="26400">
                <a:solidFill>
                  <a:schemeClr val="accent4"/>
                </a:solidFill>
                <a:latin typeface="Times New Roman"/>
                <a:ea typeface="Times New Roman"/>
                <a:cs typeface="Times New Roman"/>
                <a:sym typeface="Times New Roman"/>
              </a:rPr>
              <a:t> </a:t>
            </a:r>
            <a:r>
              <a:rPr b="1" lang="en-US" sz="28800">
                <a:solidFill>
                  <a:schemeClr val="lt1"/>
                </a:solidFill>
                <a:latin typeface="Times New Roman"/>
                <a:ea typeface="Times New Roman"/>
                <a:cs typeface="Times New Roman"/>
                <a:sym typeface="Times New Roman"/>
              </a:rPr>
              <a:t>Đức Chúa Trời sai Thánh Thiên Thần truyền tin cho Rất Thánh Đức Bà Maria.</a:t>
            </a:r>
            <a:endParaRPr/>
          </a:p>
          <a:p>
            <a:pPr indent="0" lvl="0" marL="0" rtl="0" algn="ctr">
              <a:lnSpc>
                <a:spcPct val="120000"/>
              </a:lnSpc>
              <a:spcBef>
                <a:spcPts val="64"/>
              </a:spcBef>
              <a:spcAft>
                <a:spcPts val="0"/>
              </a:spcAft>
              <a:buClr>
                <a:srgbClr val="888888"/>
              </a:buClr>
              <a:buSzPct val="100000"/>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g3e5a0c7ab5b_0_38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 </a:t>
            </a:r>
            <a:r>
              <a:rPr b="1" lang="en-US" sz="7200">
                <a:solidFill>
                  <a:schemeClr val="lt1"/>
                </a:solidFill>
                <a:latin typeface="Times New Roman"/>
                <a:ea typeface="Times New Roman"/>
                <a:cs typeface="Times New Roman"/>
                <a:sym typeface="Times New Roman"/>
              </a:rPr>
              <a:t>Và Rất Thánh Đức Bà chịu thai bởi phép Đức Chúa Thánh Thần. </a:t>
            </a:r>
            <a:r>
              <a:rPr b="1" i="1" lang="en-US" sz="4800">
                <a:solidFill>
                  <a:schemeClr val="accent4"/>
                </a:solidFill>
                <a:latin typeface="Times New Roman"/>
                <a:ea typeface="Times New Roman"/>
                <a:cs typeface="Times New Roman"/>
                <a:sym typeface="Times New Roman"/>
              </a:rPr>
              <a:t>Kính mừng….. </a:t>
            </a:r>
            <a:br>
              <a:rPr b="1" i="1" lang="en-US" sz="6000">
                <a:solidFill>
                  <a:schemeClr val="accent4"/>
                </a:solidFill>
                <a:latin typeface="Times New Roman"/>
                <a:ea typeface="Times New Roman"/>
                <a:cs typeface="Times New Roman"/>
                <a:sym typeface="Times New Roman"/>
              </a:rPr>
            </a:br>
            <a:endParaRPr b="1" i="1" sz="6000">
              <a:solidFill>
                <a:schemeClr val="accent4"/>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g3e5a0c7ab5b_0_38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7200"/>
              <a:buNone/>
            </a:pPr>
            <a:r>
              <a:t/>
            </a:r>
            <a:endParaRPr b="1" i="1" sz="72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Xướng: </a:t>
            </a:r>
            <a:r>
              <a:rPr b="1" lang="en-US" sz="7200">
                <a:solidFill>
                  <a:schemeClr val="lt1"/>
                </a:solidFill>
                <a:latin typeface="Times New Roman"/>
                <a:ea typeface="Times New Roman"/>
                <a:cs typeface="Times New Roman"/>
                <a:sym typeface="Times New Roman"/>
              </a:rPr>
              <a:t>Này tôi là tôi tá Đức Chúa Trời.</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g3e5a0c7ab5b_0_39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 </a:t>
            </a:r>
            <a:r>
              <a:rPr b="1" lang="en-US" sz="7500">
                <a:solidFill>
                  <a:schemeClr val="lt1"/>
                </a:solidFill>
                <a:latin typeface="Times New Roman"/>
                <a:ea typeface="Times New Roman"/>
                <a:cs typeface="Times New Roman"/>
                <a:sym typeface="Times New Roman"/>
              </a:rPr>
              <a:t>Tôi xin vâng như lời Thánh Thiên Thần truyền.</a:t>
            </a:r>
            <a:endParaRPr/>
          </a:p>
          <a:p>
            <a:pPr indent="0" lvl="0" marL="0" rtl="0" algn="ctr">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Kính mừng….. </a:t>
            </a:r>
            <a:br>
              <a:rPr b="1" i="1" lang="en-US" sz="4800">
                <a:solidFill>
                  <a:schemeClr val="accent1"/>
                </a:solidFill>
                <a:latin typeface="Times New Roman"/>
                <a:ea typeface="Times New Roman"/>
                <a:cs typeface="Times New Roman"/>
                <a:sym typeface="Times New Roman"/>
              </a:rPr>
            </a:br>
            <a:endParaRPr b="1" i="1" sz="4800">
              <a:solidFill>
                <a:schemeClr val="accent1"/>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g3e5a0c7ab5b_0_3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400"/>
              <a:buNone/>
            </a:pPr>
            <a:r>
              <a:t/>
            </a:r>
            <a:endParaRPr b="1" i="1" sz="44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u="sng">
                <a:solidFill>
                  <a:schemeClr val="accent4"/>
                </a:solidFill>
                <a:latin typeface="Times New Roman"/>
                <a:ea typeface="Times New Roman"/>
                <a:cs typeface="Times New Roman"/>
                <a:sym typeface="Times New Roman"/>
              </a:rPr>
              <a:t>Xướng:</a:t>
            </a:r>
            <a:r>
              <a:rPr b="1" lang="en-US" sz="7200">
                <a:solidFill>
                  <a:schemeClr val="accent4"/>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Chốc ấy Ngôi Thứ Hai xuống thế làm người.</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g3e5a0c7ab5b_0_39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1"/>
              </a:buClr>
              <a:buSzPts val="4800"/>
              <a:buNone/>
            </a:pPr>
            <a:br>
              <a:rPr b="1" i="1" lang="en-US" sz="4800" u="sng">
                <a:solidFill>
                  <a:schemeClr val="accent1"/>
                </a:solidFill>
                <a:latin typeface="Times New Roman"/>
                <a:ea typeface="Times New Roman"/>
                <a:cs typeface="Times New Roman"/>
                <a:sym typeface="Times New Roman"/>
              </a:rPr>
            </a:br>
            <a:r>
              <a:rPr b="1" i="1" lang="en-US" sz="4800">
                <a:solidFill>
                  <a:schemeClr val="accent4"/>
                </a:solidFill>
                <a:latin typeface="Times New Roman"/>
                <a:ea typeface="Times New Roman"/>
                <a:cs typeface="Times New Roman"/>
                <a:sym typeface="Times New Roman"/>
              </a:rPr>
              <a:t>Đáp: </a:t>
            </a:r>
            <a:r>
              <a:rPr b="1" lang="en-US" sz="8000">
                <a:solidFill>
                  <a:schemeClr val="lt1"/>
                </a:solidFill>
                <a:latin typeface="Times New Roman"/>
                <a:ea typeface="Times New Roman"/>
                <a:cs typeface="Times New Roman"/>
                <a:sym typeface="Times New Roman"/>
              </a:rPr>
              <a:t>Và ở cùng </a:t>
            </a:r>
            <a:br>
              <a:rPr b="1" lang="en-US" sz="8000">
                <a:solidFill>
                  <a:schemeClr val="lt1"/>
                </a:solidFill>
                <a:latin typeface="Times New Roman"/>
                <a:ea typeface="Times New Roman"/>
                <a:cs typeface="Times New Roman"/>
                <a:sym typeface="Times New Roman"/>
              </a:rPr>
            </a:br>
            <a:r>
              <a:rPr b="1" lang="en-US" sz="8000">
                <a:solidFill>
                  <a:schemeClr val="lt1"/>
                </a:solidFill>
                <a:latin typeface="Times New Roman"/>
                <a:ea typeface="Times New Roman"/>
                <a:cs typeface="Times New Roman"/>
                <a:sym typeface="Times New Roman"/>
              </a:rPr>
              <a:t>chúng con.</a:t>
            </a:r>
            <a:endParaRPr b="1" sz="6600">
              <a:solidFill>
                <a:schemeClr val="lt1"/>
              </a:solidFill>
              <a:latin typeface="Times New Roman"/>
              <a:ea typeface="Times New Roman"/>
              <a:cs typeface="Times New Roman"/>
              <a:sym typeface="Times New Roman"/>
            </a:endParaRPr>
          </a:p>
          <a:p>
            <a:pPr indent="0" lvl="0" marL="0" rtl="0" algn="ctr">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Kính mừng….. </a:t>
            </a:r>
            <a:br>
              <a:rPr b="1" i="1" lang="en-US" sz="4800">
                <a:solidFill>
                  <a:schemeClr val="accent1"/>
                </a:solidFill>
                <a:latin typeface="Times New Roman"/>
                <a:ea typeface="Times New Roman"/>
                <a:cs typeface="Times New Roman"/>
                <a:sym typeface="Times New Roman"/>
              </a:rPr>
            </a:br>
            <a:endParaRPr b="1" i="1" sz="4800">
              <a:solidFill>
                <a:schemeClr val="accent1"/>
              </a:solidFill>
              <a:latin typeface="Times New Roman"/>
              <a:ea typeface="Times New Roman"/>
              <a:cs typeface="Times New Roman"/>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g3e5a0c7ab5b_0_40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000"/>
              <a:buNone/>
            </a:pPr>
            <a:r>
              <a:t/>
            </a:r>
            <a:endParaRPr b="1" i="1" sz="40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Xướng:</a:t>
            </a:r>
            <a:r>
              <a:rPr b="1" lang="en-US" sz="7200">
                <a:solidFill>
                  <a:schemeClr val="accent4"/>
                </a:solidFill>
                <a:latin typeface="Times New Roman"/>
                <a:ea typeface="Times New Roman"/>
                <a:cs typeface="Times New Roman"/>
                <a:sym typeface="Times New Roman"/>
              </a:rPr>
              <a:t> </a:t>
            </a:r>
            <a:r>
              <a:rPr b="1" lang="en-US" sz="7200">
                <a:solidFill>
                  <a:schemeClr val="lt1"/>
                </a:solidFill>
                <a:latin typeface="Times New Roman"/>
                <a:ea typeface="Times New Roman"/>
                <a:cs typeface="Times New Roman"/>
                <a:sym typeface="Times New Roman"/>
              </a:rPr>
              <a:t>Lạy Rất Thánh Đức Mẹ Chúa Trời, xin cầu cho chúng con.</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g3e5a0c7ab5b_0_40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400"/>
              <a:buNone/>
            </a:pPr>
            <a:r>
              <a:t/>
            </a:r>
            <a:endParaRPr b="1" i="1" sz="4400" u="sng">
              <a:solidFill>
                <a:schemeClr val="l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a:t>
            </a:r>
            <a:r>
              <a:rPr b="1" i="1" lang="en-US" sz="7200">
                <a:solidFill>
                  <a:schemeClr val="accent4"/>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Đáng chịu lấy những sự Chúa Kitô đã hứa.</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g3e5a0c7ab5b_0_41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20000"/>
          </a:bodyPr>
          <a:lstStyle/>
          <a:p>
            <a:pPr indent="0" lvl="0" marL="0" rtl="0" algn="ctr">
              <a:lnSpc>
                <a:spcPct val="100000"/>
              </a:lnSpc>
              <a:spcBef>
                <a:spcPts val="0"/>
              </a:spcBef>
              <a:spcAft>
                <a:spcPts val="0"/>
              </a:spcAft>
              <a:buClr>
                <a:schemeClr val="accent4"/>
              </a:buClr>
              <a:buSzPct val="100000"/>
              <a:buNone/>
            </a:pPr>
            <a:r>
              <a:rPr b="1" lang="en-US" sz="4800">
                <a:solidFill>
                  <a:schemeClr val="accent4"/>
                </a:solidFill>
                <a:latin typeface="Times New Roman"/>
                <a:ea typeface="Times New Roman"/>
                <a:cs typeface="Times New Roman"/>
                <a:sym typeface="Times New Roman"/>
              </a:rPr>
              <a:t>LỜI NGUYỆN</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1572"/>
              </a:spcBef>
              <a:spcAft>
                <a:spcPts val="0"/>
              </a:spcAft>
              <a:buClr>
                <a:schemeClr val="lt1"/>
              </a:buClr>
              <a:buSzPct val="100000"/>
              <a:buNone/>
            </a:pPr>
            <a:r>
              <a:rPr b="1" lang="en-US" sz="8500">
                <a:solidFill>
                  <a:schemeClr val="lt1"/>
                </a:solidFill>
                <a:latin typeface="Times New Roman"/>
                <a:ea typeface="Times New Roman"/>
                <a:cs typeface="Times New Roman"/>
                <a:sym typeface="Times New Roman"/>
              </a:rPr>
              <a:t>Lạy Chúa, chúng con xin Chúa ban ơn Chúa xuống trong linh hồn chúng con,</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g3e5a0c7ab5b_0_41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là kẻ đã nhờ lời Thánh Thiên Thần truyền, mà biết thật Chúa Kitô là Con Chúa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g3e5a0c7ab5b_0_41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đã xuống thế làm người, thì xin vì công ơn Con Chúa chịu nạn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g3e5a0c7ab5b_0_42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chịu chết trên cây Thánh Giá, cho chúng con ngày sau khi sống lại,</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g3e5a0c7ab5b_0_42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rgbClr val="888888"/>
              </a:buClr>
              <a:buSzPts val="1800"/>
              <a:buNone/>
            </a:pPr>
            <a:r>
              <a:t/>
            </a:r>
            <a:endParaRPr b="1" sz="18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được đến nơi vinh hiển, cũng vì công nghiệp Chúa Kitô là Chúa chúng con. Amen.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2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TIN</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1480"/>
              </a:spcBef>
              <a:spcAft>
                <a:spcPts val="0"/>
              </a:spcAft>
              <a:buClr>
                <a:schemeClr val="lt1"/>
              </a:buClr>
              <a:buSzPct val="100000"/>
              <a:buNone/>
            </a:pPr>
            <a:r>
              <a:rPr b="1" lang="en-US" sz="8000">
                <a:solidFill>
                  <a:schemeClr val="lt1"/>
                </a:solidFill>
                <a:latin typeface="Times New Roman"/>
                <a:ea typeface="Times New Roman"/>
                <a:cs typeface="Times New Roman"/>
                <a:sym typeface="Times New Roman"/>
              </a:rPr>
              <a:t>Lạy Chúa con, con tin thật có một Đức Chúa Trời là Đấng thưởng phạt vô cùng.</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p2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Con lại tin thật Đức Chúa Trời có Ba Ngôi, mà Ngôi Thứ Hai đã xuống thế làm người,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2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chịu nạn chịu chết mà chuộc tội cho thiên hạ.</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28"/>
          <p:cNvSpPr txBox="1"/>
          <p:nvPr>
            <p:ph idx="1" type="subTitle"/>
          </p:nvPr>
        </p:nvSpPr>
        <p:spPr>
          <a:xfrm>
            <a:off x="0" y="1"/>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Bấy nhiêu điều ấy cùng các điều Hội Thánh dạy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con tin vững vàng, vì Chúa là</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Đấng thông minh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0"/>
          <p:cNvSpPr txBox="1"/>
          <p:nvPr>
            <p:ph idx="1" type="subTitle"/>
          </p:nvPr>
        </p:nvSpPr>
        <p:spPr>
          <a:xfrm>
            <a:off x="0" y="-9"/>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chân thật vô cùng đã phán truyền cho Hội Thánh. Amen.</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3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CẬY</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80"/>
              </a:spcBef>
              <a:spcAft>
                <a:spcPts val="0"/>
              </a:spcAft>
              <a:buClr>
                <a:schemeClr val="lt1"/>
              </a:buClr>
              <a:buSzPct val="100000"/>
              <a:buNone/>
            </a:pPr>
            <a:r>
              <a:rPr b="1" lang="en-US" sz="8000">
                <a:solidFill>
                  <a:schemeClr val="lt1"/>
                </a:solidFill>
                <a:latin typeface="Times New Roman"/>
                <a:ea typeface="Times New Roman"/>
                <a:cs typeface="Times New Roman"/>
                <a:sym typeface="Times New Roman"/>
              </a:rPr>
              <a:t>Lạy Chúa con, con trông cậy vững vàng, vì công nghiệp Đức Chúa Giêsu</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Chúa sẽ ban ơn cho con giữ đạo nên ở đời này,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3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cho ngày sau được lên thiên đàng xem thấy mặt Đức Chúa Trời hưởng phước đời đời,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34"/>
          <p:cNvSpPr txBox="1"/>
          <p:nvPr>
            <p:ph idx="1" type="subTitle"/>
          </p:nvPr>
        </p:nvSpPr>
        <p:spPr>
          <a:xfrm>
            <a:off x="0" y="1"/>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vì Chúa là Đấng phép tắc và lòng lành vô cùng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3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t/>
            </a:r>
            <a:endParaRPr b="1" sz="4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đã phán hứa sự ấy chẳng có lẽ nào sai đặng.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3715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MẾN</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Lạy Chúa con, con kính mến Chúa hết lòng hết sức trên hết mọi sự,</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3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vì Chúa là Đấng trọn tốt trọn lành vô cùng,</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3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lại vì Chúa thì con thương yêu người ta như mình con vậy.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3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ctr">
              <a:lnSpc>
                <a:spcPct val="100000"/>
              </a:lnSpc>
              <a:spcBef>
                <a:spcPts val="0"/>
              </a:spcBef>
              <a:spcAft>
                <a:spcPts val="0"/>
              </a:spcAft>
              <a:buClr>
                <a:schemeClr val="accent4"/>
              </a:buClr>
              <a:buSzPts val="4400"/>
              <a:buNone/>
            </a:pPr>
            <a:r>
              <a:rPr b="1" lang="en-US" sz="4400">
                <a:solidFill>
                  <a:schemeClr val="accent4"/>
                </a:solidFill>
                <a:latin typeface="Times New Roman"/>
                <a:ea typeface="Times New Roman"/>
                <a:cs typeface="Times New Roman"/>
                <a:sym typeface="Times New Roman"/>
              </a:rPr>
              <a:t>KINH SẤP MÌNH</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Chúa con, con sấp mình xuống trước mặt Chúa con. Con tin thật Chúa ở khắp mọi nơi,</a:t>
            </a:r>
            <a:endParaRPr b="1" sz="8800">
              <a:solidFill>
                <a:schemeClr val="lt1"/>
              </a:solidFill>
              <a:latin typeface="Times New Roman"/>
              <a:ea typeface="Times New Roman"/>
              <a:cs typeface="Times New Roman"/>
              <a:sym typeface="Times New Roman"/>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sp>
        <p:nvSpPr>
          <p:cNvPr id="283" name="Google Shape;283;p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thông biết mọi sự, hằng xem thấy con, hằng nghe lời con cầu nguyện.</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Xin Chúa rất nhân từ  hãy đoái xem sự nghèo ngặt con và nhậm lời con nguyện.</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Chúa, xin hãy mở miệng lưỡi con ra, thì con sẽ cao rao những lời ngợi khen Chúa.</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4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Chúa chúng con! Vì dấu † Thánh giá, xin chữa † chúng con, cho khỏi † kẻ thù.</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idx="1" type="subTitle"/>
          </p:nvPr>
        </p:nvSpPr>
        <p:spPr>
          <a:xfrm>
            <a:off x="0" y="1"/>
            <a:ext cx="9030984"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br>
              <a:rPr b="1" lang="en-US" sz="48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Nhân danh Cha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a:t>
            </a:r>
            <a:endParaRPr/>
          </a:p>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Con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và Thánh Thần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LẠY NỮ VƯƠNG</a:t>
            </a:r>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Lạy Nữ Vương, Mẹ nhân lành làm cho chúng con đặng sống, đặng vui, đặng cậy.</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4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Thân lạy Mẹ! chúng con, con cháu Evà ở chốn khách đày kêu đến cùng Bà,</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4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ở nơi khóc lóc than thở kêu khẩn Bà thương. Hỡi Ôi! Bà là chủ bầu chúng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500"/>
              <a:buNone/>
            </a:pPr>
            <a:r>
              <a:t/>
            </a:r>
            <a:endParaRPr b="1" sz="44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500"/>
              <a:buNone/>
            </a:pPr>
            <a:r>
              <a:rPr b="1" lang="en-US" sz="7500">
                <a:solidFill>
                  <a:schemeClr val="lt1"/>
                </a:solidFill>
                <a:latin typeface="Times New Roman"/>
                <a:ea typeface="Times New Roman"/>
                <a:cs typeface="Times New Roman"/>
                <a:sym typeface="Times New Roman"/>
              </a:rPr>
              <a:t>xin ghé mắt thương xem chúng con. Đến sau khỏi đày,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7" name="Shape 327"/>
        <p:cNvGrpSpPr/>
        <p:nvPr/>
      </p:nvGrpSpPr>
      <p:grpSpPr>
        <a:xfrm>
          <a:off x="0" y="0"/>
          <a:ext cx="0" cy="0"/>
          <a:chOff x="0" y="0"/>
          <a:chExt cx="0" cy="0"/>
        </a:xfrm>
      </p:grpSpPr>
      <p:sp>
        <p:nvSpPr>
          <p:cNvPr id="328" name="Google Shape;328;p4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xin cho chúng con được thấy Đức Chúa Giêsu con lòng Bà gồm phúc lạ.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p5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Ôi khoan thay! nhân thay! dịu thay! Thánh Maria trọn đời đồng trinh. Amen.</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5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NGHĨA ĐỨC TIN</a:t>
            </a:r>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Ngày Chúa Nhật hôm nay, chúng con hợp nhau kính lạy thờ phượng Chúa, </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5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khong khen cảm tạ ơn Chúa về mọi ơn lành Chúa đã ban cho chúng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5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phạt tạ Chúa vì những tội lỗi chúng con đã phạm mất lòng Chúa:</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4"/>
          <p:cNvSpPr txBox="1"/>
          <p:nvPr>
            <p:ph idx="1" type="subTitle"/>
          </p:nvPr>
        </p:nvSpPr>
        <p:spPr>
          <a:xfrm>
            <a:off x="92467" y="-205483"/>
            <a:ext cx="9051533" cy="5348983"/>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thì chúng con dám xin Chúa hãy khứng ban những ơn cần kíp cho chúng con được rỗi linh hồn.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5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300"/>
              <a:buNone/>
            </a:pPr>
            <a:r>
              <a:rPr b="1" lang="en-US" sz="7300">
                <a:solidFill>
                  <a:schemeClr val="lt1"/>
                </a:solidFill>
                <a:latin typeface="Times New Roman"/>
                <a:ea typeface="Times New Roman"/>
                <a:cs typeface="Times New Roman"/>
                <a:sym typeface="Times New Roman"/>
              </a:rPr>
              <a:t>Nên chúng con cả lòng tin vững vàng mọi điều đạo thánh Chúa dạy, </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5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nhất là những điều cần kíp này là có một Đức Chúa Trời phép tắc vô cùng dựng nên trời đất,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sp>
        <p:nvSpPr>
          <p:cNvPr id="368" name="Google Shape;368;p57"/>
          <p:cNvSpPr txBox="1"/>
          <p:nvPr>
            <p:ph idx="1" type="subTitle"/>
          </p:nvPr>
        </p:nvSpPr>
        <p:spPr>
          <a:xfrm>
            <a:off x="0" y="-308225"/>
            <a:ext cx="9144000" cy="5451725"/>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mà Người có Ba Ngôi. Ngôi Thứ Nhất là Cha, Ngôi Thứ Hai là Con, Ngôi Thứ Ba là Thánh Thần; </a:t>
            </a:r>
            <a:endParaRPr/>
          </a:p>
          <a:p>
            <a:pPr indent="0" lvl="0" marL="0" rtl="0" algn="just">
              <a:lnSpc>
                <a:spcPct val="100000"/>
              </a:lnSpc>
              <a:spcBef>
                <a:spcPts val="1400"/>
              </a:spcBef>
              <a:spcAft>
                <a:spcPts val="0"/>
              </a:spcAft>
              <a:buClr>
                <a:srgbClr val="888888"/>
              </a:buClr>
              <a:buSzPts val="7000"/>
              <a:buNone/>
            </a:pPr>
            <a:r>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2" name="Shape 372"/>
        <p:cNvGrpSpPr/>
        <p:nvPr/>
      </p:nvGrpSpPr>
      <p:grpSpPr>
        <a:xfrm>
          <a:off x="0" y="0"/>
          <a:ext cx="0" cy="0"/>
          <a:chOff x="0" y="0"/>
          <a:chExt cx="0" cy="0"/>
        </a:xfrm>
      </p:grpSpPr>
      <p:sp>
        <p:nvSpPr>
          <p:cNvPr id="373" name="Google Shape;373;p5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Ba Ngôi cũng một tính một phép, cho nên Ba Ngôi cũng một Chúa mà thôi.</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5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tin Ngôi Thứ Hai ra đời làm người, sinh bởi Bà Maria Đồng Trinh,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6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đặt tên là Giêsu, ở thế gian ba mươi ba năm, đoạn chịu chết trên cây Thánh giá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sp>
        <p:nvSpPr>
          <p:cNvPr id="388" name="Google Shape;388;p6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t/>
            </a:r>
            <a:endParaRPr b="1" sz="44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mà chuộc tội cho thiên hạ, đến ngày thứ ba Người sống lại; </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sp>
        <p:nvSpPr>
          <p:cNvPr id="393" name="Google Shape;393;p62"/>
          <p:cNvSpPr txBox="1"/>
          <p:nvPr>
            <p:ph idx="1" type="subTitle"/>
          </p:nvPr>
        </p:nvSpPr>
        <p:spPr>
          <a:xfrm>
            <a:off x="0" y="-164387"/>
            <a:ext cx="9144000" cy="5307887"/>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khỏi bốn mươi ngày lên trời; đủ mười ngày lại cho Đức Chúa Thánh Thần</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63"/>
          <p:cNvSpPr txBox="1"/>
          <p:nvPr>
            <p:ph idx="1" type="subTitle"/>
          </p:nvPr>
        </p:nvSpPr>
        <p:spPr>
          <a:xfrm>
            <a:off x="0" y="0"/>
            <a:ext cx="9226193"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xuống trên các thánh Tông đồ và Hội Thánh mới lập;</a:t>
            </a:r>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2" name="Shape 402"/>
        <p:cNvGrpSpPr/>
        <p:nvPr/>
      </p:nvGrpSpPr>
      <p:grpSpPr>
        <a:xfrm>
          <a:off x="0" y="0"/>
          <a:ext cx="0" cy="0"/>
          <a:chOff x="0" y="0"/>
          <a:chExt cx="0" cy="0"/>
        </a:xfrm>
      </p:grpSpPr>
      <p:sp>
        <p:nvSpPr>
          <p:cNvPr id="403" name="Google Shape;403;p6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ai chẳng thông công cùng Hội Thánh ấy thì chẳng đặng rỗi linh hồn;</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7" name="Shape 407"/>
        <p:cNvGrpSpPr/>
        <p:nvPr/>
      </p:nvGrpSpPr>
      <p:grpSpPr>
        <a:xfrm>
          <a:off x="0" y="0"/>
          <a:ext cx="0" cy="0"/>
          <a:chOff x="0" y="0"/>
          <a:chExt cx="0" cy="0"/>
        </a:xfrm>
      </p:grpSpPr>
      <p:sp>
        <p:nvSpPr>
          <p:cNvPr id="408" name="Google Shape;408;p65"/>
          <p:cNvSpPr txBox="1"/>
          <p:nvPr>
            <p:ph idx="1" type="subTitle"/>
          </p:nvPr>
        </p:nvSpPr>
        <p:spPr>
          <a:xfrm>
            <a:off x="0" y="0"/>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mà linh hồn là giống thiêng liêng chẳng hề chết đặng; và đến ngày tận thế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2" name="Shape 412"/>
        <p:cNvGrpSpPr/>
        <p:nvPr/>
      </p:nvGrpSpPr>
      <p:grpSpPr>
        <a:xfrm>
          <a:off x="0" y="0"/>
          <a:ext cx="0" cy="0"/>
          <a:chOff x="0" y="0"/>
          <a:chExt cx="0" cy="0"/>
        </a:xfrm>
      </p:grpSpPr>
      <p:sp>
        <p:nvSpPr>
          <p:cNvPr id="413" name="Google Shape;413;p6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xác loài người ta sẽ sống lại mà chịu phán xét;</a:t>
            </a:r>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 name="Shape 417"/>
        <p:cNvGrpSpPr/>
        <p:nvPr/>
      </p:nvGrpSpPr>
      <p:grpSpPr>
        <a:xfrm>
          <a:off x="0" y="0"/>
          <a:ext cx="0" cy="0"/>
          <a:chOff x="0" y="0"/>
          <a:chExt cx="0" cy="0"/>
        </a:xfrm>
      </p:grpSpPr>
      <p:sp>
        <p:nvSpPr>
          <p:cNvPr id="418" name="Google Shape;418;p6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kẻ lành lên thiên đàng hưởng phước đời đời; kẻ dữ sa hỏa ngục chịu phạt vô cùng.</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6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Mà chúng con tin các sự ấy mà thôi thì chưa đủ cho đặng lên </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thiên đàng;</a:t>
            </a:r>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6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song phải giữ Mười điều răn Đức Chúa Trời cùng Năm luật điều Hội Thánh,</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sp>
        <p:nvSpPr>
          <p:cNvPr id="433" name="Google Shape;433;p7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làm những việc lành phước đức.</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Nhân vì sự ấy, chúng con hằng phải sợ hãi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7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trốn tránh các tội lỗi, nhất là bảy mối tội đầu, là căn nguyên mọi tội lỗi khác.</a:t>
            </a:r>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72"/>
          <p:cNvSpPr txBox="1"/>
          <p:nvPr>
            <p:ph idx="1" type="subTitle"/>
          </p:nvPr>
        </p:nvSpPr>
        <p:spPr>
          <a:xfrm>
            <a:off x="0" y="-246580"/>
            <a:ext cx="9144000" cy="539008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6800"/>
              <a:buNone/>
            </a:pPr>
            <a:r>
              <a:rPr b="1" lang="en-US" sz="6800">
                <a:solidFill>
                  <a:schemeClr val="lt1"/>
                </a:solidFill>
                <a:latin typeface="Times New Roman"/>
                <a:ea typeface="Times New Roman"/>
                <a:cs typeface="Times New Roman"/>
                <a:sym typeface="Times New Roman"/>
              </a:rPr>
              <a:t>Vậy chúng con phải ân cần lo lắng mà năng chịu các phép bí tích Đức</a:t>
            </a:r>
            <a:r>
              <a:rPr b="1" lang="en-US" sz="6000">
                <a:solidFill>
                  <a:schemeClr val="lt1"/>
                </a:solidFill>
                <a:latin typeface="Times New Roman"/>
                <a:ea typeface="Times New Roman"/>
                <a:cs typeface="Times New Roman"/>
                <a:sym typeface="Times New Roman"/>
              </a:rPr>
              <a:t> </a:t>
            </a:r>
            <a:r>
              <a:rPr b="1" lang="en-US" sz="6800">
                <a:solidFill>
                  <a:schemeClr val="lt1"/>
                </a:solidFill>
                <a:latin typeface="Times New Roman"/>
                <a:ea typeface="Times New Roman"/>
                <a:cs typeface="Times New Roman"/>
                <a:sym typeface="Times New Roman"/>
              </a:rPr>
              <a:t>Chúa</a:t>
            </a:r>
            <a:r>
              <a:rPr b="1" lang="en-US" sz="6000">
                <a:solidFill>
                  <a:schemeClr val="lt1"/>
                </a:solidFill>
                <a:latin typeface="Times New Roman"/>
                <a:ea typeface="Times New Roman"/>
                <a:cs typeface="Times New Roman"/>
                <a:sym typeface="Times New Roman"/>
              </a:rPr>
              <a:t> </a:t>
            </a:r>
            <a:r>
              <a:rPr b="1" lang="en-US" sz="6800">
                <a:solidFill>
                  <a:schemeClr val="lt1"/>
                </a:solidFill>
                <a:latin typeface="Times New Roman"/>
                <a:ea typeface="Times New Roman"/>
                <a:cs typeface="Times New Roman"/>
                <a:sym typeface="Times New Roman"/>
              </a:rPr>
              <a:t>Giêsu đã truyền,</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7" name="Shape 447"/>
        <p:cNvGrpSpPr/>
        <p:nvPr/>
      </p:nvGrpSpPr>
      <p:grpSpPr>
        <a:xfrm>
          <a:off x="0" y="0"/>
          <a:ext cx="0" cy="0"/>
          <a:chOff x="0" y="0"/>
          <a:chExt cx="0" cy="0"/>
        </a:xfrm>
      </p:grpSpPr>
      <p:sp>
        <p:nvSpPr>
          <p:cNvPr id="448" name="Google Shape;448;p7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là những phương linh nghiệm cho chúng con đặng nên thánh.</a:t>
            </a:r>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7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Có bảy phép bí tích mà thôi, song phép Rửa tội, phép Mình Thánh Chúa,</a:t>
            </a:r>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7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cùng phép Giải tội, là ba phép cần kíp hơn cho chúng con đặng rỗi. </a:t>
            </a:r>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2" name="Shape 462"/>
        <p:cNvGrpSpPr/>
        <p:nvPr/>
      </p:nvGrpSpPr>
      <p:grpSpPr>
        <a:xfrm>
          <a:off x="0" y="0"/>
          <a:ext cx="0" cy="0"/>
          <a:chOff x="0" y="0"/>
          <a:chExt cx="0" cy="0"/>
        </a:xfrm>
      </p:grpSpPr>
      <p:sp>
        <p:nvSpPr>
          <p:cNvPr id="463" name="Google Shape;463;p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Ấy vậy chúng con hằng phải ra sức lo lắng thể nào mà chịu các phép trọng ấy cho nên, </a:t>
            </a:r>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7" name="Shape 467"/>
        <p:cNvGrpSpPr/>
        <p:nvPr/>
      </p:nvGrpSpPr>
      <p:grpSpPr>
        <a:xfrm>
          <a:off x="0" y="0"/>
          <a:ext cx="0" cy="0"/>
          <a:chOff x="0" y="0"/>
          <a:chExt cx="0" cy="0"/>
        </a:xfrm>
      </p:grpSpPr>
      <p:sp>
        <p:nvSpPr>
          <p:cNvPr id="468" name="Google Shape;468;p7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cùng tin thật vững vàng mà giữ cẩn thận các điều trước này,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p7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mới đặng hưởng  phúc thanh nhàn đời đời kiếp kiếp. Amen.</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p79"/>
          <p:cNvSpPr txBox="1"/>
          <p:nvPr>
            <p:ph idx="1" type="subTitle"/>
          </p:nvPr>
        </p:nvSpPr>
        <p:spPr>
          <a:xfrm>
            <a:off x="0" y="-143838"/>
            <a:ext cx="9144000" cy="5287338"/>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accent4"/>
              </a:buClr>
              <a:buSzPts val="4400"/>
              <a:buNone/>
            </a:pPr>
            <a:r>
              <a:rPr b="1" lang="en-US" sz="4400">
                <a:solidFill>
                  <a:schemeClr val="accent4"/>
                </a:solidFill>
                <a:latin typeface="Times New Roman"/>
                <a:ea typeface="Times New Roman"/>
                <a:cs typeface="Times New Roman"/>
                <a:sym typeface="Times New Roman"/>
              </a:rPr>
              <a:t>Đạo Đức Chúa Trời có 10 điều răn:</a:t>
            </a:r>
            <a:endParaRPr/>
          </a:p>
          <a:p>
            <a:pPr indent="0" lvl="0" marL="0" rtl="0" algn="just">
              <a:lnSpc>
                <a:spcPct val="100000"/>
              </a:lnSpc>
              <a:spcBef>
                <a:spcPts val="144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Thờ phượng một Đức Chúa Trời và kính mến người trên hết mọi sự.</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8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hai: </a:t>
            </a:r>
            <a:r>
              <a:rPr b="1" lang="en-US" sz="7200">
                <a:solidFill>
                  <a:schemeClr val="lt1"/>
                </a:solidFill>
                <a:latin typeface="Times New Roman"/>
                <a:ea typeface="Times New Roman"/>
                <a:cs typeface="Times New Roman"/>
                <a:sym typeface="Times New Roman"/>
              </a:rPr>
              <a:t>Chớ kêu tên Đức Chúa Trời vô cớ.</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Giữ ngày Chúa Nhật.</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7" name="Shape 487"/>
        <p:cNvGrpSpPr/>
        <p:nvPr/>
      </p:nvGrpSpPr>
      <p:grpSpPr>
        <a:xfrm>
          <a:off x="0" y="0"/>
          <a:ext cx="0" cy="0"/>
          <a:chOff x="0" y="0"/>
          <a:chExt cx="0" cy="0"/>
        </a:xfrm>
      </p:grpSpPr>
      <p:sp>
        <p:nvSpPr>
          <p:cNvPr id="488" name="Google Shape;488;p8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Thảo kính cha mẹ.</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Chớ giết người.</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2" name="Shape 492"/>
        <p:cNvGrpSpPr/>
        <p:nvPr/>
      </p:nvGrpSpPr>
      <p:grpSpPr>
        <a:xfrm>
          <a:off x="0" y="0"/>
          <a:ext cx="0" cy="0"/>
          <a:chOff x="0" y="0"/>
          <a:chExt cx="0" cy="0"/>
        </a:xfrm>
      </p:grpSpPr>
      <p:sp>
        <p:nvSpPr>
          <p:cNvPr id="493" name="Google Shape;493;p8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Chớ làm sự dâm dục.</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Chớ lấy của người.</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8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tám: </a:t>
            </a:r>
            <a:r>
              <a:rPr b="1" lang="en-US" sz="7200">
                <a:solidFill>
                  <a:schemeClr val="lt1"/>
                </a:solidFill>
                <a:latin typeface="Times New Roman"/>
                <a:ea typeface="Times New Roman"/>
                <a:cs typeface="Times New Roman"/>
                <a:sym typeface="Times New Roman"/>
              </a:rPr>
              <a:t>Chớ làm chứng dối.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chín: </a:t>
            </a:r>
            <a:r>
              <a:rPr b="1" lang="en-US" sz="7200">
                <a:solidFill>
                  <a:schemeClr val="lt1"/>
                </a:solidFill>
                <a:latin typeface="Times New Roman"/>
                <a:ea typeface="Times New Roman"/>
                <a:cs typeface="Times New Roman"/>
                <a:sym typeface="Times New Roman"/>
              </a:rPr>
              <a:t>Chớ muốn vợ chồng người.</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2" name="Shape 502"/>
        <p:cNvGrpSpPr/>
        <p:nvPr/>
      </p:nvGrpSpPr>
      <p:grpSpPr>
        <a:xfrm>
          <a:off x="0" y="0"/>
          <a:ext cx="0" cy="0"/>
          <a:chOff x="0" y="0"/>
          <a:chExt cx="0" cy="0"/>
        </a:xfrm>
      </p:grpSpPr>
      <p:sp>
        <p:nvSpPr>
          <p:cNvPr id="503" name="Google Shape;503;p8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mười: </a:t>
            </a:r>
            <a:r>
              <a:rPr b="1" lang="en-US" sz="7200">
                <a:solidFill>
                  <a:schemeClr val="lt1"/>
                </a:solidFill>
                <a:latin typeface="Times New Roman"/>
                <a:ea typeface="Times New Roman"/>
                <a:cs typeface="Times New Roman"/>
                <a:sym typeface="Times New Roman"/>
              </a:rPr>
              <a:t>Chớ tham </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của người.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Mười điều răn ấy tóm về hai này mà chớ:</a:t>
            </a:r>
            <a:endParaRPr b="1" i="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7" name="Shape 507"/>
        <p:cNvGrpSpPr/>
        <p:nvPr/>
      </p:nvGrpSpPr>
      <p:grpSpPr>
        <a:xfrm>
          <a:off x="0" y="0"/>
          <a:ext cx="0" cy="0"/>
          <a:chOff x="0" y="0"/>
          <a:chExt cx="0" cy="0"/>
        </a:xfrm>
      </p:grpSpPr>
      <p:sp>
        <p:nvSpPr>
          <p:cNvPr id="508" name="Google Shape;508;p85"/>
          <p:cNvSpPr txBox="1"/>
          <p:nvPr>
            <p:ph idx="1" type="subTitle"/>
          </p:nvPr>
        </p:nvSpPr>
        <p:spPr>
          <a:xfrm>
            <a:off x="0" y="-226031"/>
            <a:ext cx="9144000" cy="5369531"/>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trước kính mến một Đức Chúa Trời trên hết mọi sự; sau lại yêu người như mình ta vậy. </a:t>
            </a:r>
            <a:r>
              <a:rPr b="1" i="1" lang="en-US" sz="7000">
                <a:solidFill>
                  <a:schemeClr val="lt1"/>
                </a:solidFill>
                <a:latin typeface="Times New Roman"/>
                <a:ea typeface="Times New Roman"/>
                <a:cs typeface="Times New Roman"/>
                <a:sym typeface="Times New Roman"/>
              </a:rPr>
              <a:t>Amen.</a:t>
            </a:r>
            <a:endParaRPr/>
          </a:p>
          <a:p>
            <a:pPr indent="0" lvl="0" marL="0" rtl="0" algn="just">
              <a:lnSpc>
                <a:spcPct val="100000"/>
              </a:lnSpc>
              <a:spcBef>
                <a:spcPts val="0"/>
              </a:spcBef>
              <a:spcAft>
                <a:spcPts val="0"/>
              </a:spcAft>
              <a:buClr>
                <a:srgbClr val="888888"/>
              </a:buClr>
              <a:buSzPts val="7000"/>
              <a:buNone/>
            </a:pPr>
            <a:r>
              <a:t/>
            </a:r>
            <a:endParaRPr b="1" i="1" sz="7000">
              <a:solidFill>
                <a:schemeClr val="lt1"/>
              </a:solidFill>
              <a:latin typeface="Times New Roman"/>
              <a:ea typeface="Times New Roman"/>
              <a:cs typeface="Times New Roman"/>
              <a:sym typeface="Times New Roman"/>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sp>
        <p:nvSpPr>
          <p:cNvPr id="513" name="Google Shape;513;p8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ctr">
              <a:lnSpc>
                <a:spcPct val="100000"/>
              </a:lnSpc>
              <a:spcBef>
                <a:spcPts val="0"/>
              </a:spcBef>
              <a:spcAft>
                <a:spcPts val="0"/>
              </a:spcAft>
              <a:buClr>
                <a:schemeClr val="accent4"/>
              </a:buClr>
              <a:buSzPts val="4500"/>
              <a:buNone/>
            </a:pPr>
            <a:r>
              <a:rPr b="1" lang="en-US" sz="4500">
                <a:solidFill>
                  <a:schemeClr val="accent4"/>
                </a:solidFill>
                <a:latin typeface="Times New Roman"/>
                <a:ea typeface="Times New Roman"/>
                <a:cs typeface="Times New Roman"/>
                <a:sym typeface="Times New Roman"/>
              </a:rPr>
              <a:t>Hội Thánh có 5 điều răn:</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nhất: </a:t>
            </a:r>
            <a:r>
              <a:rPr b="1" lang="en-US" sz="7200">
                <a:solidFill>
                  <a:schemeClr val="lt1"/>
                </a:solidFill>
                <a:latin typeface="Times New Roman"/>
                <a:ea typeface="Times New Roman"/>
                <a:cs typeface="Times New Roman"/>
                <a:sym typeface="Times New Roman"/>
              </a:rPr>
              <a:t>dự lễ và kiêng việc xác ngày Chúa Nhật cùng các ngày lễ buộc;</a:t>
            </a:r>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87"/>
          <p:cNvSpPr txBox="1"/>
          <p:nvPr>
            <p:ph idx="1" type="subTitle"/>
          </p:nvPr>
        </p:nvSpPr>
        <p:spPr>
          <a:xfrm>
            <a:off x="0" y="-236306"/>
            <a:ext cx="9144000" cy="5379806"/>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6800"/>
              <a:buNone/>
            </a:pPr>
            <a:r>
              <a:rPr b="1" lang="en-US" sz="6800">
                <a:solidFill>
                  <a:schemeClr val="accent4"/>
                </a:solidFill>
                <a:latin typeface="Times New Roman"/>
                <a:ea typeface="Times New Roman"/>
                <a:cs typeface="Times New Roman"/>
                <a:sym typeface="Times New Roman"/>
              </a:rPr>
              <a:t>Thứ hai: </a:t>
            </a:r>
            <a:r>
              <a:rPr b="1" lang="en-US" sz="6800">
                <a:solidFill>
                  <a:schemeClr val="lt1"/>
                </a:solidFill>
                <a:latin typeface="Times New Roman"/>
                <a:ea typeface="Times New Roman"/>
                <a:cs typeface="Times New Roman"/>
                <a:sym typeface="Times New Roman"/>
              </a:rPr>
              <a:t>xưng tội trong một năm ít là một lần;</a:t>
            </a:r>
            <a:endParaRPr b="1" sz="6800">
              <a:solidFill>
                <a:schemeClr val="lt1"/>
              </a:solidFill>
              <a:latin typeface="Times New Roman"/>
              <a:ea typeface="Times New Roman"/>
              <a:cs typeface="Times New Roman"/>
              <a:sym typeface="Times New Roman"/>
            </a:endParaRPr>
          </a:p>
          <a:p>
            <a:pPr indent="0" lvl="0" marL="0" rtl="0" algn="just">
              <a:lnSpc>
                <a:spcPct val="100000"/>
              </a:lnSpc>
              <a:spcBef>
                <a:spcPts val="1360"/>
              </a:spcBef>
              <a:spcAft>
                <a:spcPts val="0"/>
              </a:spcAft>
              <a:buClr>
                <a:schemeClr val="accent4"/>
              </a:buClr>
              <a:buSzPts val="6800"/>
              <a:buNone/>
            </a:pPr>
            <a:r>
              <a:rPr b="1" lang="en-US" sz="6800">
                <a:solidFill>
                  <a:schemeClr val="accent4"/>
                </a:solidFill>
                <a:latin typeface="Times New Roman"/>
                <a:ea typeface="Times New Roman"/>
                <a:cs typeface="Times New Roman"/>
                <a:sym typeface="Times New Roman"/>
              </a:rPr>
              <a:t>Thứ ba: </a:t>
            </a:r>
            <a:r>
              <a:rPr b="1" lang="en-US" sz="6800">
                <a:solidFill>
                  <a:schemeClr val="lt1"/>
                </a:solidFill>
                <a:latin typeface="Times New Roman"/>
                <a:ea typeface="Times New Roman"/>
                <a:cs typeface="Times New Roman"/>
                <a:sym typeface="Times New Roman"/>
              </a:rPr>
              <a:t>rước Mình Thánh Chúa trong mùa Phục Sinh;</a:t>
            </a:r>
            <a:endParaRPr sz="6800">
              <a:solidFill>
                <a:schemeClr val="lt1"/>
              </a:solidFill>
              <a:latin typeface="Times New Roman"/>
              <a:ea typeface="Times New Roman"/>
              <a:cs typeface="Times New Roman"/>
              <a:sym typeface="Times New Roman"/>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sp>
        <p:nvSpPr>
          <p:cNvPr id="523" name="Google Shape;523;p88"/>
          <p:cNvSpPr txBox="1"/>
          <p:nvPr>
            <p:ph idx="1" type="subTitle"/>
          </p:nvPr>
        </p:nvSpPr>
        <p:spPr>
          <a:xfrm>
            <a:off x="0" y="0"/>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bốn: </a:t>
            </a:r>
            <a:r>
              <a:rPr b="1" lang="en-US" sz="7200">
                <a:solidFill>
                  <a:schemeClr val="lt1"/>
                </a:solidFill>
                <a:latin typeface="Times New Roman"/>
                <a:ea typeface="Times New Roman"/>
                <a:cs typeface="Times New Roman"/>
                <a:sym typeface="Times New Roman"/>
              </a:rPr>
              <a:t>giữ chay và kiêng thịt những ngày Hội Thánh buộc;</a:t>
            </a:r>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7" name="Shape 527"/>
        <p:cNvGrpSpPr/>
        <p:nvPr/>
      </p:nvGrpSpPr>
      <p:grpSpPr>
        <a:xfrm>
          <a:off x="0" y="0"/>
          <a:ext cx="0" cy="0"/>
          <a:chOff x="0" y="0"/>
          <a:chExt cx="0" cy="0"/>
        </a:xfrm>
      </p:grpSpPr>
      <p:sp>
        <p:nvSpPr>
          <p:cNvPr id="528" name="Google Shape;528;p8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năm: </a:t>
            </a:r>
            <a:r>
              <a:rPr b="1" lang="en-US" sz="7200">
                <a:solidFill>
                  <a:schemeClr val="lt1"/>
                </a:solidFill>
                <a:latin typeface="Times New Roman"/>
                <a:ea typeface="Times New Roman"/>
                <a:cs typeface="Times New Roman"/>
                <a:sym typeface="Times New Roman"/>
              </a:rPr>
              <a:t>góp công góp của xây dựng Hội Thánh, tùy theo khả năng của mình.</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2" name="Shape 532"/>
        <p:cNvGrpSpPr/>
        <p:nvPr/>
      </p:nvGrpSpPr>
      <p:grpSpPr>
        <a:xfrm>
          <a:off x="0" y="0"/>
          <a:ext cx="0" cy="0"/>
          <a:chOff x="0" y="0"/>
          <a:chExt cx="0" cy="0"/>
        </a:xfrm>
      </p:grpSpPr>
      <p:sp>
        <p:nvSpPr>
          <p:cNvPr id="533" name="Google Shape;533;p9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85000" lnSpcReduction="10000"/>
          </a:bodyPr>
          <a:lstStyle/>
          <a:p>
            <a:pPr indent="0" lvl="0" marL="0" rtl="0" algn="ctr">
              <a:lnSpc>
                <a:spcPct val="100000"/>
              </a:lnSpc>
              <a:spcBef>
                <a:spcPts val="0"/>
              </a:spcBef>
              <a:spcAft>
                <a:spcPts val="0"/>
              </a:spcAft>
              <a:buClr>
                <a:schemeClr val="accent4"/>
              </a:buClr>
              <a:buSzPct val="100000"/>
              <a:buNone/>
            </a:pPr>
            <a:r>
              <a:rPr b="1" lang="en-US" sz="4800">
                <a:solidFill>
                  <a:schemeClr val="accent4"/>
                </a:solidFill>
                <a:latin typeface="Times New Roman"/>
                <a:ea typeface="Times New Roman"/>
                <a:cs typeface="Times New Roman"/>
                <a:sym typeface="Times New Roman"/>
              </a:rPr>
              <a:t>Đạo Đức Chúa Trời có 7 phép Bí tích:</a:t>
            </a:r>
            <a:endParaRPr/>
          </a:p>
          <a:p>
            <a:pPr indent="0" lvl="0" marL="0" rtl="0" algn="just">
              <a:lnSpc>
                <a:spcPct val="100000"/>
              </a:lnSpc>
              <a:spcBef>
                <a:spcPts val="1445"/>
              </a:spcBef>
              <a:spcAft>
                <a:spcPts val="0"/>
              </a:spcAft>
              <a:buClr>
                <a:schemeClr val="accent4"/>
              </a:buClr>
              <a:buSzPct val="100000"/>
              <a:buNone/>
            </a:pPr>
            <a:r>
              <a:rPr b="1" lang="en-US" sz="8500">
                <a:solidFill>
                  <a:schemeClr val="accent4"/>
                </a:solidFill>
                <a:latin typeface="Times New Roman"/>
                <a:ea typeface="Times New Roman"/>
                <a:cs typeface="Times New Roman"/>
                <a:sym typeface="Times New Roman"/>
              </a:rPr>
              <a:t>Thứ nhất: </a:t>
            </a:r>
            <a:r>
              <a:rPr b="1" lang="en-US" sz="8500">
                <a:solidFill>
                  <a:schemeClr val="lt1"/>
                </a:solidFill>
                <a:latin typeface="Times New Roman"/>
                <a:ea typeface="Times New Roman"/>
                <a:cs typeface="Times New Roman"/>
                <a:sym typeface="Times New Roman"/>
              </a:rPr>
              <a:t>là phép Rửa tội.</a:t>
            </a:r>
            <a:endParaRPr/>
          </a:p>
          <a:p>
            <a:pPr indent="0" lvl="0" marL="0" rtl="0" algn="just">
              <a:lnSpc>
                <a:spcPct val="100000"/>
              </a:lnSpc>
              <a:spcBef>
                <a:spcPts val="1445"/>
              </a:spcBef>
              <a:spcAft>
                <a:spcPts val="0"/>
              </a:spcAft>
              <a:buClr>
                <a:schemeClr val="accent4"/>
              </a:buClr>
              <a:buSzPct val="100000"/>
              <a:buNone/>
            </a:pPr>
            <a:r>
              <a:rPr b="1" lang="en-US" sz="8500">
                <a:solidFill>
                  <a:schemeClr val="accent4"/>
                </a:solidFill>
                <a:latin typeface="Times New Roman"/>
                <a:ea typeface="Times New Roman"/>
                <a:cs typeface="Times New Roman"/>
                <a:sym typeface="Times New Roman"/>
              </a:rPr>
              <a:t>Thứ hai: </a:t>
            </a:r>
            <a:r>
              <a:rPr b="1" lang="en-US" sz="8500">
                <a:solidFill>
                  <a:schemeClr val="lt1"/>
                </a:solidFill>
                <a:latin typeface="Times New Roman"/>
                <a:ea typeface="Times New Roman"/>
                <a:cs typeface="Times New Roman"/>
                <a:sym typeface="Times New Roman"/>
              </a:rPr>
              <a:t>là phép Thêm sức.</a:t>
            </a:r>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7" name="Shape 537"/>
        <p:cNvGrpSpPr/>
        <p:nvPr/>
      </p:nvGrpSpPr>
      <p:grpSpPr>
        <a:xfrm>
          <a:off x="0" y="0"/>
          <a:ext cx="0" cy="0"/>
          <a:chOff x="0" y="0"/>
          <a:chExt cx="0" cy="0"/>
        </a:xfrm>
      </p:grpSpPr>
      <p:sp>
        <p:nvSpPr>
          <p:cNvPr id="538" name="Google Shape;538;p9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ba: </a:t>
            </a:r>
            <a:r>
              <a:rPr b="1" lang="en-US" sz="7200">
                <a:solidFill>
                  <a:schemeClr val="lt1"/>
                </a:solidFill>
                <a:latin typeface="Times New Roman"/>
                <a:ea typeface="Times New Roman"/>
                <a:cs typeface="Times New Roman"/>
                <a:sym typeface="Times New Roman"/>
              </a:rPr>
              <a:t>là phép Mình Thánh Chúa.</a:t>
            </a:r>
            <a:endParaRPr/>
          </a:p>
          <a:p>
            <a:pPr indent="0" lvl="0" marL="0" rtl="0" algn="l">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bốn: </a:t>
            </a:r>
            <a:r>
              <a:rPr b="1" lang="en-US" sz="7200">
                <a:solidFill>
                  <a:schemeClr val="lt1"/>
                </a:solidFill>
                <a:latin typeface="Times New Roman"/>
                <a:ea typeface="Times New Roman"/>
                <a:cs typeface="Times New Roman"/>
                <a:sym typeface="Times New Roman"/>
              </a:rPr>
              <a:t>là phép Giải tội.</a:t>
            </a:r>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sp>
        <p:nvSpPr>
          <p:cNvPr id="543" name="Google Shape;543;p9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năm: </a:t>
            </a:r>
            <a:r>
              <a:rPr b="1" lang="en-US" sz="7200">
                <a:solidFill>
                  <a:schemeClr val="lt1"/>
                </a:solidFill>
                <a:latin typeface="Times New Roman"/>
                <a:ea typeface="Times New Roman"/>
                <a:cs typeface="Times New Roman"/>
                <a:sym typeface="Times New Roman"/>
              </a:rPr>
              <a:t>là phép Xức dầu thánh.</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sáu: </a:t>
            </a:r>
            <a:r>
              <a:rPr b="1" lang="en-US" sz="7200">
                <a:solidFill>
                  <a:schemeClr val="lt1"/>
                </a:solidFill>
                <a:latin typeface="Times New Roman"/>
                <a:ea typeface="Times New Roman"/>
                <a:cs typeface="Times New Roman"/>
                <a:sym typeface="Times New Roman"/>
              </a:rPr>
              <a:t>là phép Truyền chức thánh.</a:t>
            </a:r>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7" name="Shape 547"/>
        <p:cNvGrpSpPr/>
        <p:nvPr/>
      </p:nvGrpSpPr>
      <p:grpSpPr>
        <a:xfrm>
          <a:off x="0" y="0"/>
          <a:ext cx="0" cy="0"/>
          <a:chOff x="0" y="0"/>
          <a:chExt cx="0" cy="0"/>
        </a:xfrm>
      </p:grpSpPr>
      <p:sp>
        <p:nvSpPr>
          <p:cNvPr id="548" name="Google Shape;548;p9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bảy: </a:t>
            </a:r>
            <a:r>
              <a:rPr b="1" lang="en-US" sz="7200">
                <a:solidFill>
                  <a:schemeClr val="lt1"/>
                </a:solidFill>
                <a:latin typeface="Times New Roman"/>
                <a:ea typeface="Times New Roman"/>
                <a:cs typeface="Times New Roman"/>
                <a:sym typeface="Times New Roman"/>
              </a:rPr>
              <a:t>là phép Hôn phối.</a:t>
            </a:r>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2" name="Shape 552"/>
        <p:cNvGrpSpPr/>
        <p:nvPr/>
      </p:nvGrpSpPr>
      <p:grpSpPr>
        <a:xfrm>
          <a:off x="0" y="0"/>
          <a:ext cx="0" cy="0"/>
          <a:chOff x="0" y="0"/>
          <a:chExt cx="0" cy="0"/>
        </a:xfrm>
      </p:grpSpPr>
      <p:sp>
        <p:nvSpPr>
          <p:cNvPr id="553" name="Google Shape;553;p9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1200"/>
              <a:buNone/>
            </a:pPr>
            <a:r>
              <a:t/>
            </a:r>
            <a:endParaRPr b="1" sz="1200">
              <a:solidFill>
                <a:schemeClr val="lt1"/>
              </a:solidFill>
              <a:latin typeface="Times New Roman"/>
              <a:ea typeface="Times New Roman"/>
              <a:cs typeface="Times New Roman"/>
              <a:sym typeface="Times New Roman"/>
            </a:endParaRPr>
          </a:p>
          <a:p>
            <a:pPr indent="0" lvl="0" marL="0" rtl="0" algn="just">
              <a:lnSpc>
                <a:spcPct val="100000"/>
              </a:lnSpc>
              <a:spcBef>
                <a:spcPts val="990"/>
              </a:spcBef>
              <a:spcAft>
                <a:spcPts val="0"/>
              </a:spcAft>
              <a:buClr>
                <a:schemeClr val="accent4"/>
              </a:buClr>
              <a:buSzPts val="4950"/>
              <a:buNone/>
            </a:pPr>
            <a:r>
              <a:rPr b="1" lang="en-US" sz="4950">
                <a:solidFill>
                  <a:schemeClr val="accent4"/>
                </a:solidFill>
                <a:latin typeface="Times New Roman"/>
                <a:ea typeface="Times New Roman"/>
                <a:cs typeface="Times New Roman"/>
                <a:sym typeface="Times New Roman"/>
              </a:rPr>
              <a:t>Thương người có mười bốn mối</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990"/>
              </a:spcBef>
              <a:spcAft>
                <a:spcPts val="0"/>
              </a:spcAft>
              <a:buClr>
                <a:schemeClr val="accent4"/>
              </a:buClr>
              <a:buSzPts val="4950"/>
              <a:buNone/>
            </a:pPr>
            <a:r>
              <a:rPr b="1" i="1" lang="en-US" sz="4950">
                <a:solidFill>
                  <a:schemeClr val="accent4"/>
                </a:solidFill>
                <a:latin typeface="Times New Roman"/>
                <a:ea typeface="Times New Roman"/>
                <a:cs typeface="Times New Roman"/>
                <a:sym typeface="Times New Roman"/>
              </a:rPr>
              <a:t>Thương xác bảy mối:</a:t>
            </a:r>
            <a:endParaRPr b="1" i="1" sz="495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Cho kẻ đói ăn.</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7" name="Shape 557"/>
        <p:cNvGrpSpPr/>
        <p:nvPr/>
      </p:nvGrpSpPr>
      <p:grpSpPr>
        <a:xfrm>
          <a:off x="0" y="0"/>
          <a:ext cx="0" cy="0"/>
          <a:chOff x="0" y="0"/>
          <a:chExt cx="0" cy="0"/>
        </a:xfrm>
      </p:grpSpPr>
      <p:sp>
        <p:nvSpPr>
          <p:cNvPr id="558" name="Google Shape;558;p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Cho kẻ khát uống.</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Cho kẻ rách rưới ăn mặc.</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sp>
        <p:nvSpPr>
          <p:cNvPr id="563" name="Google Shape;563;p9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Viếng kẻ liệt cùng kẻ tù rạc.</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Cho khách đỗ nhà.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7" name="Shape 567"/>
        <p:cNvGrpSpPr/>
        <p:nvPr/>
      </p:nvGrpSpPr>
      <p:grpSpPr>
        <a:xfrm>
          <a:off x="0" y="0"/>
          <a:ext cx="0" cy="0"/>
          <a:chOff x="0" y="0"/>
          <a:chExt cx="0" cy="0"/>
        </a:xfrm>
      </p:grpSpPr>
      <p:sp>
        <p:nvSpPr>
          <p:cNvPr id="568" name="Google Shape;568;p9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Chuộc kẻ làm tôi.</a:t>
            </a:r>
            <a:endParaRPr b="1" sz="7200">
              <a:solidFill>
                <a:schemeClr val="lt1"/>
              </a:solidFill>
              <a:latin typeface="Times New Roman"/>
              <a:ea typeface="Times New Roman"/>
              <a:cs typeface="Times New Roman"/>
              <a:sym typeface="Times New Roman"/>
            </a:endParaRPr>
          </a:p>
          <a:p>
            <a:pPr indent="0" lvl="0" marL="0" rtl="0" algn="l">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Chôn xác kẻ chết.</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2" name="Shape 572"/>
        <p:cNvGrpSpPr/>
        <p:nvPr/>
      </p:nvGrpSpPr>
      <p:grpSpPr>
        <a:xfrm>
          <a:off x="0" y="0"/>
          <a:ext cx="0" cy="0"/>
          <a:chOff x="0" y="0"/>
          <a:chExt cx="0" cy="0"/>
        </a:xfrm>
      </p:grpSpPr>
      <p:sp>
        <p:nvSpPr>
          <p:cNvPr id="573" name="Google Shape;573;p9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825"/>
              <a:buNone/>
            </a:pPr>
            <a:r>
              <a:t/>
            </a:r>
            <a:endParaRPr b="1" sz="825">
              <a:solidFill>
                <a:schemeClr val="lt1"/>
              </a:solidFill>
              <a:latin typeface="Times New Roman"/>
              <a:ea typeface="Times New Roman"/>
              <a:cs typeface="Times New Roman"/>
              <a:sym typeface="Times New Roman"/>
            </a:endParaRPr>
          </a:p>
          <a:p>
            <a:pPr indent="0" lvl="0" marL="0" rtl="0" algn="just">
              <a:lnSpc>
                <a:spcPct val="100000"/>
              </a:lnSpc>
              <a:spcBef>
                <a:spcPts val="1080"/>
              </a:spcBef>
              <a:spcAft>
                <a:spcPts val="0"/>
              </a:spcAft>
              <a:buClr>
                <a:schemeClr val="accent4"/>
              </a:buClr>
              <a:buSzPts val="5400"/>
              <a:buNone/>
            </a:pPr>
            <a:r>
              <a:rPr b="1" i="1" lang="en-US" sz="5400">
                <a:solidFill>
                  <a:schemeClr val="accent4"/>
                </a:solidFill>
                <a:latin typeface="Times New Roman"/>
                <a:ea typeface="Times New Roman"/>
                <a:cs typeface="Times New Roman"/>
                <a:sym typeface="Times New Roman"/>
              </a:rPr>
              <a:t>	Thương linh hồn bảy mối:</a:t>
            </a:r>
            <a:endParaRPr b="1" i="1" sz="540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Lấy lời lành khuyên người.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9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Mở dạy kẻ mê muội.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An ủi kẻ âu lo.</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2" name="Shape 582"/>
        <p:cNvGrpSpPr/>
        <p:nvPr/>
      </p:nvGrpSpPr>
      <p:grpSpPr>
        <a:xfrm>
          <a:off x="0" y="0"/>
          <a:ext cx="0" cy="0"/>
          <a:chOff x="0" y="0"/>
          <a:chExt cx="0" cy="0"/>
        </a:xfrm>
      </p:grpSpPr>
      <p:sp>
        <p:nvSpPr>
          <p:cNvPr id="583" name="Google Shape;583;p10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Răn bảo kẻ có tội.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Tha kẻ dể ta.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7" name="Shape 587"/>
        <p:cNvGrpSpPr/>
        <p:nvPr/>
      </p:nvGrpSpPr>
      <p:grpSpPr>
        <a:xfrm>
          <a:off x="0" y="0"/>
          <a:ext cx="0" cy="0"/>
          <a:chOff x="0" y="0"/>
          <a:chExt cx="0" cy="0"/>
        </a:xfrm>
      </p:grpSpPr>
      <p:sp>
        <p:nvSpPr>
          <p:cNvPr id="588" name="Google Shape;588;p10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Nhịn kẻ mất lòng ta.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Cầu cho kẻ sống và kẻ chết.</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2" name="Shape 592"/>
        <p:cNvGrpSpPr/>
        <p:nvPr/>
      </p:nvGrpSpPr>
      <p:grpSpPr>
        <a:xfrm>
          <a:off x="0" y="0"/>
          <a:ext cx="0" cy="0"/>
          <a:chOff x="0" y="0"/>
          <a:chExt cx="0" cy="0"/>
        </a:xfrm>
      </p:grpSpPr>
      <p:sp>
        <p:nvSpPr>
          <p:cNvPr id="593" name="Google Shape;593;p10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4950"/>
              <a:buNone/>
            </a:pPr>
            <a:r>
              <a:rPr b="1" lang="en-US" sz="4950">
                <a:solidFill>
                  <a:schemeClr val="accent4"/>
                </a:solidFill>
                <a:latin typeface="Times New Roman"/>
                <a:ea typeface="Times New Roman"/>
                <a:cs typeface="Times New Roman"/>
                <a:sym typeface="Times New Roman"/>
              </a:rPr>
              <a:t>	</a:t>
            </a:r>
            <a:r>
              <a:rPr b="1" lang="en-US" sz="4000">
                <a:solidFill>
                  <a:schemeClr val="accent4"/>
                </a:solidFill>
                <a:latin typeface="Times New Roman"/>
                <a:ea typeface="Times New Roman"/>
                <a:cs typeface="Times New Roman"/>
                <a:sym typeface="Times New Roman"/>
              </a:rPr>
              <a:t>CẢI TỘI BẢY MỐI CÓ BẢY ĐỨC</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Khiêm nhượng, chớ kiêu ngạo.</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7" name="Shape 597"/>
        <p:cNvGrpSpPr/>
        <p:nvPr/>
      </p:nvGrpSpPr>
      <p:grpSpPr>
        <a:xfrm>
          <a:off x="0" y="0"/>
          <a:ext cx="0" cy="0"/>
          <a:chOff x="0" y="0"/>
          <a:chExt cx="0" cy="0"/>
        </a:xfrm>
      </p:grpSpPr>
      <p:sp>
        <p:nvSpPr>
          <p:cNvPr id="598" name="Google Shape;598;p10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hai: </a:t>
            </a:r>
            <a:r>
              <a:rPr b="1" lang="en-US" sz="7000">
                <a:solidFill>
                  <a:schemeClr val="lt1"/>
                </a:solidFill>
                <a:latin typeface="Times New Roman"/>
                <a:ea typeface="Times New Roman"/>
                <a:cs typeface="Times New Roman"/>
                <a:sym typeface="Times New Roman"/>
              </a:rPr>
              <a:t>Rộng rãi, chớ hà tiện.</a:t>
            </a:r>
            <a:endParaRPr/>
          </a:p>
          <a:p>
            <a:pPr indent="0" lvl="0" marL="0" rtl="0" algn="just">
              <a:lnSpc>
                <a:spcPct val="100000"/>
              </a:lnSpc>
              <a:spcBef>
                <a:spcPts val="140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ba: </a:t>
            </a:r>
            <a:r>
              <a:rPr b="1" lang="en-US" sz="7000">
                <a:solidFill>
                  <a:schemeClr val="lt1"/>
                </a:solidFill>
                <a:latin typeface="Times New Roman"/>
                <a:ea typeface="Times New Roman"/>
                <a:cs typeface="Times New Roman"/>
                <a:sym typeface="Times New Roman"/>
              </a:rPr>
              <a:t>Giữ mình sạch sẽ, chớ mê dâm dục.</a:t>
            </a:r>
            <a:endParaRPr/>
          </a:p>
          <a:p>
            <a:pPr indent="0" lvl="0" marL="0" rtl="0" algn="just">
              <a:lnSpc>
                <a:spcPct val="100000"/>
              </a:lnSpc>
              <a:spcBef>
                <a:spcPts val="1400"/>
              </a:spcBef>
              <a:spcAft>
                <a:spcPts val="0"/>
              </a:spcAft>
              <a:buClr>
                <a:srgbClr val="888888"/>
              </a:buClr>
              <a:buSzPts val="7000"/>
              <a:buNone/>
            </a:pPr>
            <a:r>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2" name="Shape 602"/>
        <p:cNvGrpSpPr/>
        <p:nvPr/>
      </p:nvGrpSpPr>
      <p:grpSpPr>
        <a:xfrm>
          <a:off x="0" y="0"/>
          <a:ext cx="0" cy="0"/>
          <a:chOff x="0" y="0"/>
          <a:chExt cx="0" cy="0"/>
        </a:xfrm>
      </p:grpSpPr>
      <p:sp>
        <p:nvSpPr>
          <p:cNvPr id="603" name="Google Shape;603;p10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Hay nhịn, Chớ hờn giận.</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Kiêng bớt, chớ mê ăn uống.</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10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sáu: </a:t>
            </a:r>
            <a:r>
              <a:rPr b="1" lang="en-US" sz="7000">
                <a:solidFill>
                  <a:schemeClr val="lt1"/>
                </a:solidFill>
                <a:latin typeface="Times New Roman"/>
                <a:ea typeface="Times New Roman"/>
                <a:cs typeface="Times New Roman"/>
                <a:sym typeface="Times New Roman"/>
              </a:rPr>
              <a:t>Yêu người, chớ ghen ghét.</a:t>
            </a:r>
            <a:endParaRPr b="1" sz="7000">
              <a:solidFill>
                <a:schemeClr val="lt1"/>
              </a:solidFill>
              <a:latin typeface="Times New Roman"/>
              <a:ea typeface="Times New Roman"/>
              <a:cs typeface="Times New Roman"/>
              <a:sym typeface="Times New Roman"/>
            </a:endParaRPr>
          </a:p>
          <a:p>
            <a:pPr indent="0" lvl="0" marL="0" rtl="0" algn="just">
              <a:lnSpc>
                <a:spcPct val="100000"/>
              </a:lnSpc>
              <a:spcBef>
                <a:spcPts val="140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bảy: </a:t>
            </a:r>
            <a:r>
              <a:rPr b="1" lang="en-US" sz="7000">
                <a:solidFill>
                  <a:schemeClr val="lt1"/>
                </a:solidFill>
                <a:latin typeface="Times New Roman"/>
                <a:ea typeface="Times New Roman"/>
                <a:cs typeface="Times New Roman"/>
                <a:sym typeface="Times New Roman"/>
              </a:rPr>
              <a:t>Siêng năng việc Đức Chúa Trời, chớ làm biếng.</a:t>
            </a:r>
            <a:endParaRPr b="1" sz="7000">
              <a:solidFill>
                <a:schemeClr val="lt1"/>
              </a:solidFill>
              <a:latin typeface="Times New Roman"/>
              <a:ea typeface="Times New Roman"/>
              <a:cs typeface="Times New Roman"/>
              <a:sym typeface="Times New Roman"/>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10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a:bodyPr>
          <a:lstStyle/>
          <a:p>
            <a:pPr indent="0" lvl="0" marL="0" rtl="0" algn="just">
              <a:lnSpc>
                <a:spcPct val="100000"/>
              </a:lnSpc>
              <a:spcBef>
                <a:spcPts val="0"/>
              </a:spcBef>
              <a:spcAft>
                <a:spcPts val="0"/>
              </a:spcAft>
              <a:buClr>
                <a:schemeClr val="accent4"/>
              </a:buClr>
              <a:buSzPct val="100000"/>
              <a:buNone/>
            </a:pPr>
            <a:r>
              <a:rPr b="1" lang="en-US" sz="4950">
                <a:solidFill>
                  <a:schemeClr val="accent4"/>
                </a:solidFill>
                <a:latin typeface="Times New Roman"/>
                <a:ea typeface="Times New Roman"/>
                <a:cs typeface="Times New Roman"/>
                <a:sym typeface="Times New Roman"/>
              </a:rPr>
              <a:t>		</a:t>
            </a:r>
            <a:r>
              <a:rPr b="1" lang="en-US" sz="4400">
                <a:solidFill>
                  <a:schemeClr val="accent4"/>
                </a:solidFill>
                <a:latin typeface="Times New Roman"/>
                <a:ea typeface="Times New Roman"/>
                <a:cs typeface="Times New Roman"/>
                <a:sym typeface="Times New Roman"/>
              </a:rPr>
              <a:t>PHƯỚC THẬT TÁM MỐI</a:t>
            </a:r>
            <a:endParaRPr/>
          </a:p>
          <a:p>
            <a:pPr indent="0" lvl="0" marL="0" rtl="0" algn="just">
              <a:lnSpc>
                <a:spcPct val="100000"/>
              </a:lnSpc>
              <a:spcBef>
                <a:spcPts val="1295"/>
              </a:spcBef>
              <a:spcAft>
                <a:spcPts val="0"/>
              </a:spcAft>
              <a:buClr>
                <a:schemeClr val="accent4"/>
              </a:buClr>
              <a:buSzPct val="100000"/>
              <a:buNone/>
            </a:pPr>
            <a:r>
              <a:rPr b="1" lang="en-US" sz="7000">
                <a:solidFill>
                  <a:schemeClr val="accent4"/>
                </a:solidFill>
                <a:latin typeface="Times New Roman"/>
                <a:ea typeface="Times New Roman"/>
                <a:cs typeface="Times New Roman"/>
                <a:sym typeface="Times New Roman"/>
              </a:rPr>
              <a:t>Thứ nhất:</a:t>
            </a:r>
            <a:r>
              <a:rPr b="1" lang="en-US" sz="7000">
                <a:solidFill>
                  <a:schemeClr val="lt1"/>
                </a:solidFill>
                <a:latin typeface="Times New Roman"/>
                <a:ea typeface="Times New Roman"/>
                <a:cs typeface="Times New Roman"/>
                <a:sym typeface="Times New Roman"/>
              </a:rPr>
              <a:t>	Ai có lòng khó khăn, ấy là phước thật, vì chưng nước Đức Chúa Trời là của mình vậy.</a:t>
            </a:r>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7" name="Shape 617"/>
        <p:cNvGrpSpPr/>
        <p:nvPr/>
      </p:nvGrpSpPr>
      <p:grpSpPr>
        <a:xfrm>
          <a:off x="0" y="0"/>
          <a:ext cx="0" cy="0"/>
          <a:chOff x="0" y="0"/>
          <a:chExt cx="0" cy="0"/>
        </a:xfrm>
      </p:grpSpPr>
      <p:sp>
        <p:nvSpPr>
          <p:cNvPr id="618" name="Google Shape;618;p10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Ai hiền lành, ấy là phước thật, vì chưng sẽ được đất Đức Chúa Trời làm của mình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10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a:t>
            </a:r>
            <a:r>
              <a:rPr b="1" lang="en-US" sz="7200">
                <a:solidFill>
                  <a:schemeClr val="lt1"/>
                </a:solidFill>
                <a:latin typeface="Times New Roman"/>
                <a:ea typeface="Times New Roman"/>
                <a:cs typeface="Times New Roman"/>
                <a:sym typeface="Times New Roman"/>
              </a:rPr>
              <a:t>	Ai khóc lóc, ấy là phước thật, vì chưng sẽ được an ủi vậy.</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7" name="Shape 627"/>
        <p:cNvGrpSpPr/>
        <p:nvPr/>
      </p:nvGrpSpPr>
      <p:grpSpPr>
        <a:xfrm>
          <a:off x="0" y="0"/>
          <a:ext cx="0" cy="0"/>
          <a:chOff x="0" y="0"/>
          <a:chExt cx="0" cy="0"/>
        </a:xfrm>
      </p:grpSpPr>
      <p:sp>
        <p:nvSpPr>
          <p:cNvPr id="628" name="Google Shape;628;p10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a:t>
            </a:r>
            <a:r>
              <a:rPr b="1" lang="en-US" sz="7200">
                <a:solidFill>
                  <a:schemeClr val="lt1"/>
                </a:solidFill>
                <a:latin typeface="Times New Roman"/>
                <a:ea typeface="Times New Roman"/>
                <a:cs typeface="Times New Roman"/>
                <a:sym typeface="Times New Roman"/>
              </a:rPr>
              <a:t>	Ai khao khát nhân đức trọn lành, ấy là phước thật, vì chưng sẽ được no đủ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2" name="Shape 632"/>
        <p:cNvGrpSpPr/>
        <p:nvPr/>
      </p:nvGrpSpPr>
      <p:grpSpPr>
        <a:xfrm>
          <a:off x="0" y="0"/>
          <a:ext cx="0" cy="0"/>
          <a:chOff x="0" y="0"/>
          <a:chExt cx="0" cy="0"/>
        </a:xfrm>
      </p:grpSpPr>
      <p:sp>
        <p:nvSpPr>
          <p:cNvPr id="633" name="Google Shape;633;p11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20000"/>
          </a:bodyPr>
          <a:lstStyle/>
          <a:p>
            <a:pPr indent="0" lvl="0" marL="0" rtl="0" algn="just">
              <a:lnSpc>
                <a:spcPct val="100000"/>
              </a:lnSpc>
              <a:spcBef>
                <a:spcPts val="0"/>
              </a:spcBef>
              <a:spcAft>
                <a:spcPts val="0"/>
              </a:spcAft>
              <a:buClr>
                <a:schemeClr val="accent4"/>
              </a:buClr>
              <a:buSzPct val="100000"/>
              <a:buNone/>
            </a:pPr>
            <a:r>
              <a:rPr b="1" lang="en-US" sz="8000">
                <a:solidFill>
                  <a:schemeClr val="accent4"/>
                </a:solidFill>
                <a:latin typeface="Times New Roman"/>
                <a:ea typeface="Times New Roman"/>
                <a:cs typeface="Times New Roman"/>
                <a:sym typeface="Times New Roman"/>
              </a:rPr>
              <a:t>Thứ năm:</a:t>
            </a:r>
            <a:r>
              <a:rPr b="1" lang="en-US" sz="8000">
                <a:solidFill>
                  <a:schemeClr val="lt1"/>
                </a:solidFill>
                <a:latin typeface="Times New Roman"/>
                <a:ea typeface="Times New Roman"/>
                <a:cs typeface="Times New Roman"/>
                <a:sym typeface="Times New Roman"/>
              </a:rPr>
              <a:t>	Ai thương xót người, ấy là phước thật, vì chưng mình sẽ được thương xót vậy.</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7" name="Shape 637"/>
        <p:cNvGrpSpPr/>
        <p:nvPr/>
      </p:nvGrpSpPr>
      <p:grpSpPr>
        <a:xfrm>
          <a:off x="0" y="0"/>
          <a:ext cx="0" cy="0"/>
          <a:chOff x="0" y="0"/>
          <a:chExt cx="0" cy="0"/>
        </a:xfrm>
      </p:grpSpPr>
      <p:sp>
        <p:nvSpPr>
          <p:cNvPr id="638" name="Google Shape;638;p11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a:t>
            </a:r>
            <a:r>
              <a:rPr b="1" lang="en-US" sz="7200">
                <a:solidFill>
                  <a:schemeClr val="lt1"/>
                </a:solidFill>
                <a:latin typeface="Times New Roman"/>
                <a:ea typeface="Times New Roman"/>
                <a:cs typeface="Times New Roman"/>
                <a:sym typeface="Times New Roman"/>
              </a:rPr>
              <a:t>	Ai giữ lòng sạch sẽ, ấy là phước thật, vì chưng sẽ được thấy mặt Đức Chúa Trời vậy.</a:t>
            </a:r>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2" name="Shape 642"/>
        <p:cNvGrpSpPr/>
        <p:nvPr/>
      </p:nvGrpSpPr>
      <p:grpSpPr>
        <a:xfrm>
          <a:off x="0" y="0"/>
          <a:ext cx="0" cy="0"/>
          <a:chOff x="0" y="0"/>
          <a:chExt cx="0" cy="0"/>
        </a:xfrm>
      </p:grpSpPr>
      <p:sp>
        <p:nvSpPr>
          <p:cNvPr id="643" name="Google Shape;643;p1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bảy:</a:t>
            </a:r>
            <a:r>
              <a:rPr b="1" lang="en-US" sz="6600">
                <a:solidFill>
                  <a:schemeClr val="lt1"/>
                </a:solidFill>
                <a:latin typeface="Times New Roman"/>
                <a:ea typeface="Times New Roman"/>
                <a:cs typeface="Times New Roman"/>
                <a:sym typeface="Times New Roman"/>
              </a:rPr>
              <a:t>	Ai làm cho người hòa thuận, ấy là phước thật, vì chưng sẽ được gọi là con Đức Chúa Trời vậy.</a:t>
            </a:r>
            <a:endParaRPr/>
          </a:p>
          <a:p>
            <a:pPr indent="0" lvl="0" marL="0" rtl="0" algn="ctr">
              <a:lnSpc>
                <a:spcPct val="100000"/>
              </a:lnSpc>
              <a:spcBef>
                <a:spcPts val="280"/>
              </a:spcBef>
              <a:spcAft>
                <a:spcPts val="0"/>
              </a:spcAft>
              <a:buClr>
                <a:srgbClr val="888888"/>
              </a:buClr>
              <a:buSzPts val="1400"/>
              <a:buNone/>
            </a:pPr>
            <a:r>
              <a:t/>
            </a: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1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tám:</a:t>
            </a:r>
            <a:r>
              <a:rPr b="1" lang="en-US" sz="6600">
                <a:solidFill>
                  <a:schemeClr val="lt1"/>
                </a:solidFill>
                <a:latin typeface="Times New Roman"/>
                <a:ea typeface="Times New Roman"/>
                <a:cs typeface="Times New Roman"/>
                <a:sym typeface="Times New Roman"/>
              </a:rPr>
              <a:t>	Ai chịu khốn nạn vì đạo ngay, ấy là phước thật, vì chưng nước Đức Chúa Trời là của mình vậy.</a:t>
            </a:r>
            <a:endParaRPr/>
          </a:p>
          <a:p>
            <a:pPr indent="0" lvl="0" marL="0" rtl="0" algn="ctr">
              <a:lnSpc>
                <a:spcPct val="100000"/>
              </a:lnSpc>
              <a:spcBef>
                <a:spcPts val="280"/>
              </a:spcBef>
              <a:spcAft>
                <a:spcPts val="0"/>
              </a:spcAft>
              <a:buClr>
                <a:srgbClr val="888888"/>
              </a:buClr>
              <a:buSzPts val="1400"/>
              <a:buNone/>
            </a:pPr>
            <a:r>
              <a:t/>
            </a: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2" name="Shape 652"/>
        <p:cNvGrpSpPr/>
        <p:nvPr/>
      </p:nvGrpSpPr>
      <p:grpSpPr>
        <a:xfrm>
          <a:off x="0" y="0"/>
          <a:ext cx="0" cy="0"/>
          <a:chOff x="0" y="0"/>
          <a:chExt cx="0" cy="0"/>
        </a:xfrm>
      </p:grpSpPr>
      <p:pic>
        <p:nvPicPr>
          <p:cNvPr id="653" name="Google Shape;653;h6ba7c7f0c6428fb5_1_169"/>
          <p:cNvPicPr preferRelativeResize="0"/>
          <p:nvPr/>
        </p:nvPicPr>
        <p:blipFill>
          <a:blip r:embed="rId3">
            <a:alphaModFix/>
          </a:blip>
          <a:stretch>
            <a:fillRect/>
          </a:stretch>
        </p:blipFill>
        <p:spPr>
          <a:xfrm>
            <a:off x="0" y="0"/>
            <a:ext cx="9144003" cy="5143490"/>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7" name="Shape 657"/>
        <p:cNvGrpSpPr/>
        <p:nvPr/>
      </p:nvGrpSpPr>
      <p:grpSpPr>
        <a:xfrm>
          <a:off x="0" y="0"/>
          <a:ext cx="0" cy="0"/>
          <a:chOff x="0" y="0"/>
          <a:chExt cx="0" cy="0"/>
        </a:xfrm>
      </p:grpSpPr>
      <p:sp>
        <p:nvSpPr>
          <p:cNvPr id="658" name="Google Shape;658;g3f69acae762_0_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NHẬP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CON BƯỚC VÀO </a:t>
            </a:r>
            <a:br>
              <a:rPr b="1" lang="en-US" sz="6700">
                <a:solidFill>
                  <a:srgbClr val="FFFF00"/>
                </a:solidFill>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ĐỀN THÁNH</a:t>
            </a:r>
            <a:br>
              <a:rPr b="1" i="0" lang="en-US" sz="4700">
                <a:latin typeface="Times New Roman"/>
                <a:ea typeface="Times New Roman"/>
                <a:cs typeface="Times New Roman"/>
                <a:sym typeface="Times New Roman"/>
              </a:rPr>
            </a:br>
            <a:r>
              <a:rPr b="1" i="1" lang="en-US" sz="3300">
                <a:solidFill>
                  <a:schemeClr val="accent4"/>
                </a:solidFill>
                <a:latin typeface="Times New Roman"/>
                <a:ea typeface="Times New Roman"/>
                <a:cs typeface="Times New Roman"/>
                <a:sym typeface="Times New Roman"/>
              </a:rPr>
              <a:t>(</a:t>
            </a:r>
            <a:r>
              <a:rPr b="1" i="1" lang="en-US" sz="3300">
                <a:solidFill>
                  <a:schemeClr val="accent4"/>
                </a:solidFill>
                <a:latin typeface="Times New Roman"/>
                <a:ea typeface="Times New Roman"/>
                <a:cs typeface="Times New Roman"/>
                <a:sym typeface="Times New Roman"/>
              </a:rPr>
              <a:t>Hải Nguyễn</a:t>
            </a:r>
            <a:r>
              <a:rPr b="1" i="1" lang="en-US" sz="3300">
                <a:solidFill>
                  <a:schemeClr val="accent4"/>
                </a:solidFill>
                <a:latin typeface="Times New Roman"/>
                <a:ea typeface="Times New Roman"/>
                <a:cs typeface="Times New Roman"/>
                <a:sym typeface="Times New Roman"/>
              </a:rPr>
              <a:t>)</a:t>
            </a:r>
            <a:endParaRPr b="1" sz="3300">
              <a:solidFill>
                <a:schemeClr val="accent4"/>
              </a:solidFill>
              <a:latin typeface="Times New Roman"/>
              <a:ea typeface="Times New Roman"/>
              <a:cs typeface="Times New Roman"/>
              <a:sym typeface="Times New Roman"/>
            </a:endParaRPr>
          </a:p>
        </p:txBody>
      </p:sp>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2" name="Shape 662"/>
        <p:cNvGrpSpPr/>
        <p:nvPr/>
      </p:nvGrpSpPr>
      <p:grpSpPr>
        <a:xfrm>
          <a:off x="0" y="0"/>
          <a:ext cx="0" cy="0"/>
          <a:chOff x="0" y="0"/>
          <a:chExt cx="0" cy="0"/>
        </a:xfrm>
      </p:grpSpPr>
      <p:sp>
        <p:nvSpPr>
          <p:cNvPr id="663" name="Google Shape;663;g3f69acae762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ĐK:</a:t>
            </a:r>
            <a:r>
              <a:rPr b="1" lang="en-US" sz="7600">
                <a:solidFill>
                  <a:srgbClr val="FFFF00"/>
                </a:solidFill>
                <a:latin typeface="Times New Roman"/>
                <a:ea typeface="Times New Roman"/>
                <a:cs typeface="Times New Roman"/>
                <a:sym typeface="Times New Roman"/>
              </a:rPr>
              <a:t> </a:t>
            </a:r>
            <a:r>
              <a:rPr b="1" lang="en-US" sz="7600">
                <a:solidFill>
                  <a:schemeClr val="lt1"/>
                </a:solidFill>
                <a:latin typeface="Times New Roman"/>
                <a:ea typeface="Times New Roman"/>
                <a:cs typeface="Times New Roman"/>
                <a:sym typeface="Times New Roman"/>
              </a:rPr>
              <a:t>Con tiến vào đền thánh, Dâng lên lời ca ngọt ngào, </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7" name="Shape 667"/>
        <p:cNvGrpSpPr/>
        <p:nvPr/>
      </p:nvGrpSpPr>
      <p:grpSpPr>
        <a:xfrm>
          <a:off x="0" y="0"/>
          <a:ext cx="0" cy="0"/>
          <a:chOff x="0" y="0"/>
          <a:chExt cx="0" cy="0"/>
        </a:xfrm>
      </p:grpSpPr>
      <p:sp>
        <p:nvSpPr>
          <p:cNvPr id="668" name="Google Shape;668;g3f69acae762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Dâng lên lời thơ dạt dào, Với tấm lòng cảm mến xiết bao.</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2" name="Shape 672"/>
        <p:cNvGrpSpPr/>
        <p:nvPr/>
      </p:nvGrpSpPr>
      <p:grpSpPr>
        <a:xfrm>
          <a:off x="0" y="0"/>
          <a:ext cx="0" cy="0"/>
          <a:chOff x="0" y="0"/>
          <a:chExt cx="0" cy="0"/>
        </a:xfrm>
      </p:grpSpPr>
      <p:sp>
        <p:nvSpPr>
          <p:cNvPr id="673" name="Google Shape;673;h6ba7c7f0c6428fb5_1_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Con tiến vào đền thánh, Lòng con mừng vui hát ca,</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h6ba7c7f0c6428fb5_1_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Trong tình Cha thương đậm đà, Dâng trước nhan Ngài tình yêu thiết tha.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2" name="Shape 682"/>
        <p:cNvGrpSpPr/>
        <p:nvPr/>
      </p:nvGrpSpPr>
      <p:grpSpPr>
        <a:xfrm>
          <a:off x="0" y="0"/>
          <a:ext cx="0" cy="0"/>
          <a:chOff x="0" y="0"/>
          <a:chExt cx="0" cy="0"/>
        </a:xfrm>
      </p:grpSpPr>
      <p:sp>
        <p:nvSpPr>
          <p:cNvPr id="683" name="Google Shape;683;h3b2cbe721dc07a79_0_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1.</a:t>
            </a:r>
            <a:r>
              <a:rPr b="1" lang="en-US" sz="7600">
                <a:solidFill>
                  <a:srgbClr val="FFFF00"/>
                </a:solidFill>
                <a:latin typeface="Times New Roman"/>
                <a:ea typeface="Times New Roman"/>
                <a:cs typeface="Times New Roman"/>
                <a:sym typeface="Times New Roman"/>
              </a:rPr>
              <a:t> </a:t>
            </a:r>
            <a:r>
              <a:rPr b="1" lang="en-US" sz="7600">
                <a:solidFill>
                  <a:schemeClr val="lt1"/>
                </a:solidFill>
                <a:latin typeface="Times New Roman"/>
                <a:ea typeface="Times New Roman"/>
                <a:cs typeface="Times New Roman"/>
                <a:sym typeface="Times New Roman"/>
              </a:rPr>
              <a:t>Con xin kết lời cùng sông núi, Xin kết lời cùng cỏ cây, </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7" name="Shape 687"/>
        <p:cNvGrpSpPr/>
        <p:nvPr/>
      </p:nvGrpSpPr>
      <p:grpSpPr>
        <a:xfrm>
          <a:off x="0" y="0"/>
          <a:ext cx="0" cy="0"/>
          <a:chOff x="0" y="0"/>
          <a:chExt cx="0" cy="0"/>
        </a:xfrm>
      </p:grpSpPr>
      <p:sp>
        <p:nvSpPr>
          <p:cNvPr id="688" name="Google Shape;688;h3b2cbe721dc07a79_0_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Dâng về Thiên Chúa một tình yêu thiết tha.</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2" name="Shape 692"/>
        <p:cNvGrpSpPr/>
        <p:nvPr/>
      </p:nvGrpSpPr>
      <p:grpSpPr>
        <a:xfrm>
          <a:off x="0" y="0"/>
          <a:ext cx="0" cy="0"/>
          <a:chOff x="0" y="0"/>
          <a:chExt cx="0" cy="0"/>
        </a:xfrm>
      </p:grpSpPr>
      <p:sp>
        <p:nvSpPr>
          <p:cNvPr id="693" name="Google Shape;693;h1f1bebaa2579bd84_0_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Vì Ngài là nguồn vui hiệp nhất, Ngài là nguồn muôn ân phúc, </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7" name="Shape 697"/>
        <p:cNvGrpSpPr/>
        <p:nvPr/>
      </p:nvGrpSpPr>
      <p:grpSpPr>
        <a:xfrm>
          <a:off x="0" y="0"/>
          <a:ext cx="0" cy="0"/>
          <a:chOff x="0" y="0"/>
          <a:chExt cx="0" cy="0"/>
        </a:xfrm>
      </p:grpSpPr>
      <p:sp>
        <p:nvSpPr>
          <p:cNvPr id="698" name="Google Shape;698;h1f1bebaa2579bd84_0_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Trong cõi nhân sinh tay Ngài hằng đỡ nâng.</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h6ba7c7f0c6428fb5_1_1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ĐK: </a:t>
            </a:r>
            <a:r>
              <a:rPr b="1" lang="en-US" sz="7600">
                <a:solidFill>
                  <a:schemeClr val="lt1"/>
                </a:solidFill>
                <a:latin typeface="Times New Roman"/>
                <a:ea typeface="Times New Roman"/>
                <a:cs typeface="Times New Roman"/>
                <a:sym typeface="Times New Roman"/>
              </a:rPr>
              <a:t>Con tiến vào đền thánh, Dâng lên lời ca ngọt ngào, </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7" name="Shape 707"/>
        <p:cNvGrpSpPr/>
        <p:nvPr/>
      </p:nvGrpSpPr>
      <p:grpSpPr>
        <a:xfrm>
          <a:off x="0" y="0"/>
          <a:ext cx="0" cy="0"/>
          <a:chOff x="0" y="0"/>
          <a:chExt cx="0" cy="0"/>
        </a:xfrm>
      </p:grpSpPr>
      <p:sp>
        <p:nvSpPr>
          <p:cNvPr id="708" name="Google Shape;708;h6ba7c7f0c6428fb5_1_2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Dâng lên lời thơ dạt dào, Với tấm lòng cảm mến xiết bao.</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2" name="Shape 712"/>
        <p:cNvGrpSpPr/>
        <p:nvPr/>
      </p:nvGrpSpPr>
      <p:grpSpPr>
        <a:xfrm>
          <a:off x="0" y="0"/>
          <a:ext cx="0" cy="0"/>
          <a:chOff x="0" y="0"/>
          <a:chExt cx="0" cy="0"/>
        </a:xfrm>
      </p:grpSpPr>
      <p:sp>
        <p:nvSpPr>
          <p:cNvPr id="713" name="Google Shape;713;h6ba7c7f0c6428fb5_1_2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Con tiến vào đền thánh, Lòng con mừng vui hát ca,</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7" name="Shape 717"/>
        <p:cNvGrpSpPr/>
        <p:nvPr/>
      </p:nvGrpSpPr>
      <p:grpSpPr>
        <a:xfrm>
          <a:off x="0" y="0"/>
          <a:ext cx="0" cy="0"/>
          <a:chOff x="0" y="0"/>
          <a:chExt cx="0" cy="0"/>
        </a:xfrm>
      </p:grpSpPr>
      <p:sp>
        <p:nvSpPr>
          <p:cNvPr id="718" name="Google Shape;718;h6ba7c7f0c6428fb5_1_3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Trong tình Cha thương đậm đà, Dâng trước nhan Ngài tình yêu thiết tha.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2" name="Shape 722"/>
        <p:cNvGrpSpPr/>
        <p:nvPr/>
      </p:nvGrpSpPr>
      <p:grpSpPr>
        <a:xfrm>
          <a:off x="0" y="0"/>
          <a:ext cx="0" cy="0"/>
          <a:chOff x="0" y="0"/>
          <a:chExt cx="0" cy="0"/>
        </a:xfrm>
      </p:grpSpPr>
      <p:pic>
        <p:nvPicPr>
          <p:cNvPr id="723" name="Google Shape;723;h6ba7c7f0c6428fb5_1_173"/>
          <p:cNvPicPr preferRelativeResize="0"/>
          <p:nvPr/>
        </p:nvPicPr>
        <p:blipFill>
          <a:blip r:embed="rId3">
            <a:alphaModFix/>
          </a:blip>
          <a:stretch>
            <a:fillRect/>
          </a:stretch>
        </p:blipFill>
        <p:spPr>
          <a:xfrm>
            <a:off x="0" y="0"/>
            <a:ext cx="9144003" cy="5143490"/>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sp>
        <p:nvSpPr>
          <p:cNvPr id="728" name="Google Shape;728;g3d90891dc36_0_0"/>
          <p:cNvSpPr txBox="1"/>
          <p:nvPr>
            <p:ph type="ctrTitle"/>
          </p:nvPr>
        </p:nvSpPr>
        <p:spPr>
          <a:xfrm>
            <a:off x="0" y="0"/>
            <a:ext cx="9144000" cy="595800"/>
          </a:xfrm>
          <a:prstGeom prst="rect">
            <a:avLst/>
          </a:prstGeom>
          <a:solidFill>
            <a:srgbClr val="002060"/>
          </a:solidFill>
          <a:ln>
            <a:noFill/>
          </a:ln>
        </p:spPr>
        <p:txBody>
          <a:bodyPr anchorCtr="0" anchor="b" bIns="0" lIns="91425" spcFirstLastPara="1" rIns="91425" wrap="square" tIns="0">
            <a:noAutofit/>
          </a:bodyPr>
          <a:lstStyle/>
          <a:p>
            <a:pPr indent="0" lvl="0" marL="0" rtl="0" algn="ctr">
              <a:lnSpc>
                <a:spcPct val="100000"/>
              </a:lnSpc>
              <a:spcBef>
                <a:spcPts val="0"/>
              </a:spcBef>
              <a:spcAft>
                <a:spcPts val="0"/>
              </a:spcAft>
              <a:buClr>
                <a:schemeClr val="accent4"/>
              </a:buClr>
              <a:buSzPts val="15840"/>
              <a:buFont typeface="Arial"/>
              <a:buNone/>
            </a:pPr>
            <a:r>
              <a:rPr b="1" lang="en-US" sz="4000">
                <a:solidFill>
                  <a:schemeClr val="accent4"/>
                </a:solidFill>
                <a:latin typeface="Times New Roman"/>
                <a:ea typeface="Times New Roman"/>
                <a:cs typeface="Times New Roman"/>
                <a:sym typeface="Times New Roman"/>
              </a:rPr>
              <a:t>KINH VINH DANH</a:t>
            </a:r>
            <a:endParaRPr b="1" sz="4000">
              <a:solidFill>
                <a:schemeClr val="accent2"/>
              </a:solidFill>
              <a:latin typeface="Times New Roman"/>
              <a:ea typeface="Times New Roman"/>
              <a:cs typeface="Times New Roman"/>
              <a:sym typeface="Times New Roman"/>
            </a:endParaRPr>
          </a:p>
        </p:txBody>
      </p:sp>
      <p:sp>
        <p:nvSpPr>
          <p:cNvPr id="729" name="Google Shape;729;g3d90891dc36_0_0"/>
          <p:cNvSpPr txBox="1"/>
          <p:nvPr/>
        </p:nvSpPr>
        <p:spPr>
          <a:xfrm>
            <a:off x="0" y="514350"/>
            <a:ext cx="9144000" cy="4629000"/>
          </a:xfrm>
          <a:prstGeom prst="rect">
            <a:avLst/>
          </a:prstGeom>
          <a:solidFill>
            <a:srgbClr val="002060"/>
          </a:solidFill>
          <a:ln>
            <a:noFill/>
          </a:ln>
        </p:spPr>
        <p:txBody>
          <a:bodyPr anchorCtr="0" anchor="ctr" bIns="0" lIns="91425" spcFirstLastPara="1" rIns="91425" wrap="square" tIns="0">
            <a:noAutofit/>
          </a:bodyPr>
          <a:lstStyle/>
          <a:p>
            <a:pPr indent="0" lvl="0" marL="0" marR="0" rtl="0" algn="just">
              <a:lnSpc>
                <a:spcPct val="100000"/>
              </a:lnSpc>
              <a:spcBef>
                <a:spcPts val="0"/>
              </a:spcBef>
              <a:spcAft>
                <a:spcPts val="0"/>
              </a:spcAft>
              <a:buClr>
                <a:srgbClr val="EE0000"/>
              </a:buClr>
              <a:buSzPts val="9600"/>
              <a:buFont typeface="Times"/>
              <a:buNone/>
            </a:pPr>
            <a:r>
              <a:rPr b="1" i="0" lang="en-US" sz="7600" u="none" cap="none" strike="noStrike">
                <a:solidFill>
                  <a:srgbClr val="FFFF00"/>
                </a:solidFill>
                <a:latin typeface="Times"/>
                <a:ea typeface="Times"/>
                <a:cs typeface="Times"/>
                <a:sym typeface="Times"/>
              </a:rPr>
              <a:t>CT:</a:t>
            </a:r>
            <a:r>
              <a:rPr b="1" i="1" lang="en-US" sz="7600" u="none" cap="none" strike="noStrike">
                <a:solidFill>
                  <a:srgbClr val="C00000"/>
                </a:solidFill>
                <a:latin typeface="Times"/>
                <a:ea typeface="Times"/>
                <a:cs typeface="Times"/>
                <a:sym typeface="Times"/>
              </a:rPr>
              <a:t> </a:t>
            </a:r>
            <a:r>
              <a:rPr b="1" i="0" lang="en-US" sz="7600" u="none" cap="none" strike="noStrike">
                <a:solidFill>
                  <a:schemeClr val="lt1"/>
                </a:solidFill>
                <a:latin typeface="Times"/>
                <a:ea typeface="Times"/>
                <a:cs typeface="Times"/>
                <a:sym typeface="Times"/>
              </a:rPr>
              <a:t>Vinh danh Thiên Chúa trên các tầng trời</a:t>
            </a:r>
            <a:endParaRPr b="1" i="0" sz="7600" u="none" cap="none" strike="noStrike">
              <a:solidFill>
                <a:schemeClr val="lt1"/>
              </a:solidFill>
              <a:latin typeface="Times"/>
              <a:ea typeface="Times"/>
              <a:cs typeface="Times"/>
              <a:sym typeface="Times"/>
            </a:endParaRPr>
          </a:p>
        </p:txBody>
      </p:sp>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4" name="Shape 734"/>
        <p:cNvGrpSpPr/>
        <p:nvPr/>
      </p:nvGrpSpPr>
      <p:grpSpPr>
        <a:xfrm>
          <a:off x="0" y="0"/>
          <a:ext cx="0" cy="0"/>
          <a:chOff x="0" y="0"/>
          <a:chExt cx="0" cy="0"/>
        </a:xfrm>
      </p:grpSpPr>
      <p:sp>
        <p:nvSpPr>
          <p:cNvPr id="735" name="Google Shape;735;g3ab13fdb44f_0_29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FF3399"/>
              </a:buClr>
              <a:buSzPts val="9600"/>
              <a:buFont typeface="Times"/>
              <a:buNone/>
            </a:pPr>
            <a:r>
              <a:rPr b="1" lang="en-US" sz="7600">
                <a:solidFill>
                  <a:srgbClr val="FF3399"/>
                </a:solidFill>
                <a:latin typeface="Times"/>
                <a:ea typeface="Times"/>
                <a:cs typeface="Times"/>
                <a:sym typeface="Times"/>
              </a:rPr>
              <a:t>A+B: </a:t>
            </a:r>
            <a:r>
              <a:rPr b="1" lang="en-US" sz="7600">
                <a:solidFill>
                  <a:schemeClr val="lt1"/>
                </a:solidFill>
                <a:latin typeface="Times"/>
                <a:ea typeface="Times"/>
                <a:cs typeface="Times"/>
                <a:sym typeface="Times"/>
              </a:rPr>
              <a:t>và bình an dưới thế cho người thiện tâm.</a:t>
            </a:r>
            <a:endParaRPr b="1" sz="7600">
              <a:solidFill>
                <a:schemeClr val="lt1"/>
              </a:solidFill>
              <a:latin typeface="Times"/>
              <a:ea typeface="Times"/>
              <a:cs typeface="Times"/>
              <a:sym typeface="Times"/>
            </a:endParaRPr>
          </a:p>
        </p:txBody>
      </p:sp>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40" name="Shape 740"/>
        <p:cNvGrpSpPr/>
        <p:nvPr/>
      </p:nvGrpSpPr>
      <p:grpSpPr>
        <a:xfrm>
          <a:off x="0" y="0"/>
          <a:ext cx="0" cy="0"/>
          <a:chOff x="0" y="0"/>
          <a:chExt cx="0" cy="0"/>
        </a:xfrm>
      </p:grpSpPr>
      <p:sp>
        <p:nvSpPr>
          <p:cNvPr id="741" name="Google Shape;741;g3ab13fdb44f_0_30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Chúng con ca ngợi Chúa,</a:t>
            </a:r>
            <a:br>
              <a:rPr b="1" lang="en-US" sz="7600">
                <a:latin typeface="Times"/>
                <a:ea typeface="Times"/>
                <a:cs typeface="Times"/>
                <a:sym typeface="Times"/>
              </a:rPr>
            </a:br>
            <a:r>
              <a:rPr b="1" lang="en-US" sz="7600">
                <a:solidFill>
                  <a:srgbClr val="FFFF00"/>
                </a:solidFill>
                <a:latin typeface="Times"/>
                <a:ea typeface="Times"/>
                <a:cs typeface="Times"/>
                <a:sym typeface="Times"/>
              </a:rPr>
              <a:t>B:</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chúc tụng Chúa,</a:t>
            </a:r>
            <a:endParaRPr b="1" sz="7600">
              <a:solidFill>
                <a:schemeClr val="lt1"/>
              </a:solidFill>
              <a:latin typeface="Times"/>
              <a:ea typeface="Times"/>
              <a:cs typeface="Times"/>
              <a:sym typeface="Times"/>
            </a:endParaRPr>
          </a:p>
        </p:txBody>
      </p:sp>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6" name="Shape 746"/>
        <p:cNvGrpSpPr/>
        <p:nvPr/>
      </p:nvGrpSpPr>
      <p:grpSpPr>
        <a:xfrm>
          <a:off x="0" y="0"/>
          <a:ext cx="0" cy="0"/>
          <a:chOff x="0" y="0"/>
          <a:chExt cx="0" cy="0"/>
        </a:xfrm>
      </p:grpSpPr>
      <p:sp>
        <p:nvSpPr>
          <p:cNvPr id="747" name="Google Shape;747;g3ab13fdb44f_0_30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thờ lạy Chúa,</a:t>
            </a:r>
            <a:br>
              <a:rPr b="1" lang="en-US" sz="7600">
                <a:latin typeface="Times"/>
                <a:ea typeface="Times"/>
                <a:cs typeface="Times"/>
                <a:sym typeface="Times"/>
              </a:rPr>
            </a:b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chúng con tôn vinh Chúa,</a:t>
            </a:r>
            <a:endParaRPr b="1" sz="7600">
              <a:solidFill>
                <a:schemeClr val="lt1"/>
              </a:solidFill>
              <a:latin typeface="Times"/>
              <a:ea typeface="Times"/>
              <a:cs typeface="Times"/>
              <a:sym typeface="Times"/>
            </a:endParaRPr>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2" name="Shape 752"/>
        <p:cNvGrpSpPr/>
        <p:nvPr/>
      </p:nvGrpSpPr>
      <p:grpSpPr>
        <a:xfrm>
          <a:off x="0" y="0"/>
          <a:ext cx="0" cy="0"/>
          <a:chOff x="0" y="0"/>
          <a:chExt cx="0" cy="0"/>
        </a:xfrm>
      </p:grpSpPr>
      <p:sp>
        <p:nvSpPr>
          <p:cNvPr id="753" name="Google Shape;753;g3ab13fdb44f_0_31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cảm tạ Chúa vì vinh quang cao cả Chúa.</a:t>
            </a:r>
            <a:endParaRPr sz="7600">
              <a:solidFill>
                <a:schemeClr val="lt1"/>
              </a:solidFill>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8" name="Shape 758"/>
        <p:cNvGrpSpPr/>
        <p:nvPr/>
      </p:nvGrpSpPr>
      <p:grpSpPr>
        <a:xfrm>
          <a:off x="0" y="0"/>
          <a:ext cx="0" cy="0"/>
          <a:chOff x="0" y="0"/>
          <a:chExt cx="0" cy="0"/>
        </a:xfrm>
      </p:grpSpPr>
      <p:sp>
        <p:nvSpPr>
          <p:cNvPr id="759" name="Google Shape;759;g3ab13fdb44f_0_31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200"/>
              <a:buFont typeface="Times"/>
              <a:buNone/>
            </a:pPr>
            <a:r>
              <a:rPr b="1" lang="en-US" sz="7600">
                <a:solidFill>
                  <a:srgbClr val="FFFF00"/>
                </a:solidFill>
                <a:latin typeface="Times"/>
                <a:ea typeface="Times"/>
                <a:cs typeface="Times"/>
                <a:sym typeface="Times"/>
              </a:rPr>
              <a:t>B:</a:t>
            </a:r>
            <a:r>
              <a:rPr b="1" lang="en-US" sz="7600">
                <a:latin typeface="Times"/>
                <a:ea typeface="Times"/>
                <a:cs typeface="Times"/>
                <a:sym typeface="Times"/>
              </a:rPr>
              <a:t> </a:t>
            </a:r>
            <a:r>
              <a:rPr b="1" lang="en-US" sz="7600">
                <a:solidFill>
                  <a:schemeClr val="lt1"/>
                </a:solidFill>
                <a:latin typeface="Times"/>
                <a:ea typeface="Times"/>
                <a:cs typeface="Times"/>
                <a:sym typeface="Times"/>
              </a:rPr>
              <a:t>Lạy Chúa là Thiên Chúa, là Vua trên trời, là Chúa Cha toàn năng.</a:t>
            </a:r>
            <a:endParaRPr b="1" sz="7600">
              <a:solidFill>
                <a:schemeClr val="lt1"/>
              </a:solidFill>
              <a:latin typeface="Times"/>
              <a:ea typeface="Times"/>
              <a:cs typeface="Times"/>
              <a:sym typeface="Times"/>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4" name="Shape 764"/>
        <p:cNvGrpSpPr/>
        <p:nvPr/>
      </p:nvGrpSpPr>
      <p:grpSpPr>
        <a:xfrm>
          <a:off x="0" y="0"/>
          <a:ext cx="0" cy="0"/>
          <a:chOff x="0" y="0"/>
          <a:chExt cx="0" cy="0"/>
        </a:xfrm>
      </p:grpSpPr>
      <p:sp>
        <p:nvSpPr>
          <p:cNvPr id="765" name="Google Shape;765;g3ab13fdb44f_0_32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80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Lạy Con Một Thiên Chúa, Chúa Giêsu Kitô</a:t>
            </a:r>
            <a:endParaRPr sz="7600">
              <a:solidFill>
                <a:schemeClr val="lt1"/>
              </a:solidFill>
            </a:endParaRPr>
          </a:p>
        </p:txBody>
      </p:sp>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g3ab13fdb44f_0_32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7200"/>
              <a:buFont typeface="Times"/>
              <a:buNone/>
            </a:pPr>
            <a:r>
              <a:rPr b="1" lang="en-US" sz="7600">
                <a:solidFill>
                  <a:srgbClr val="FFFF00"/>
                </a:solidFill>
                <a:latin typeface="Times"/>
                <a:ea typeface="Times"/>
                <a:cs typeface="Times"/>
                <a:sym typeface="Times"/>
              </a:rPr>
              <a:t>B:</a:t>
            </a:r>
            <a:r>
              <a:rPr b="1" lang="en-US" sz="7600">
                <a:solidFill>
                  <a:schemeClr val="lt1"/>
                </a:solidFill>
                <a:latin typeface="Times"/>
                <a:ea typeface="Times"/>
                <a:cs typeface="Times"/>
                <a:sym typeface="Times"/>
              </a:rPr>
              <a:t> Lạy Chúa là Thiên Chúa, là Chiên Thiên Chúa, là Con Ðức Chúa Cha,</a:t>
            </a:r>
            <a:endParaRPr sz="4800">
              <a:solidFill>
                <a:schemeClr val="lt1"/>
              </a:solidFill>
            </a:endParaRPr>
          </a:p>
        </p:txBody>
      </p:sp>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6" name="Shape 776"/>
        <p:cNvGrpSpPr/>
        <p:nvPr/>
      </p:nvGrpSpPr>
      <p:grpSpPr>
        <a:xfrm>
          <a:off x="0" y="0"/>
          <a:ext cx="0" cy="0"/>
          <a:chOff x="0" y="0"/>
          <a:chExt cx="0" cy="0"/>
        </a:xfrm>
      </p:grpSpPr>
      <p:sp>
        <p:nvSpPr>
          <p:cNvPr id="777" name="Google Shape;777;g3ab13fdb44f_0_33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Chúa xóa tội trần gian, xin thương xót chúng con,</a:t>
            </a:r>
            <a:endParaRPr b="1" sz="7600">
              <a:solidFill>
                <a:schemeClr val="lt1"/>
              </a:solidFill>
              <a:latin typeface="Times"/>
              <a:ea typeface="Times"/>
              <a:cs typeface="Times"/>
              <a:sym typeface="Times"/>
            </a:endParaRPr>
          </a:p>
        </p:txBody>
      </p:sp>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2" name="Shape 782"/>
        <p:cNvGrpSpPr/>
        <p:nvPr/>
      </p:nvGrpSpPr>
      <p:grpSpPr>
        <a:xfrm>
          <a:off x="0" y="0"/>
          <a:ext cx="0" cy="0"/>
          <a:chOff x="0" y="0"/>
          <a:chExt cx="0" cy="0"/>
        </a:xfrm>
      </p:grpSpPr>
      <p:sp>
        <p:nvSpPr>
          <p:cNvPr id="783" name="Google Shape;783;g3ab13fdb44f_0_33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000"/>
              <a:buFont typeface="Times"/>
              <a:buNone/>
            </a:pP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Chúa xóa tội trần gian, xin nhậm lời chúng con cầu khẩn.</a:t>
            </a:r>
            <a:endParaRPr sz="7600">
              <a:solidFill>
                <a:schemeClr val="lt1"/>
              </a:solidFill>
            </a:endParaRPr>
          </a:p>
        </p:txBody>
      </p:sp>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8" name="Shape 788"/>
        <p:cNvGrpSpPr/>
        <p:nvPr/>
      </p:nvGrpSpPr>
      <p:grpSpPr>
        <a:xfrm>
          <a:off x="0" y="0"/>
          <a:ext cx="0" cy="0"/>
          <a:chOff x="0" y="0"/>
          <a:chExt cx="0" cy="0"/>
        </a:xfrm>
      </p:grpSpPr>
      <p:sp>
        <p:nvSpPr>
          <p:cNvPr id="789" name="Google Shape;789;g3ab13fdb44f_0_34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Chúa ngự bên hữu Ðức Chúa Cha, xin thương xót chúng con.</a:t>
            </a:r>
            <a:endParaRPr b="1" sz="7600">
              <a:solidFill>
                <a:schemeClr val="lt1"/>
              </a:solidFill>
              <a:latin typeface="Times"/>
              <a:ea typeface="Times"/>
              <a:cs typeface="Times"/>
              <a:sym typeface="Times"/>
            </a:endParaRPr>
          </a:p>
        </p:txBody>
      </p:sp>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4" name="Shape 794"/>
        <p:cNvGrpSpPr/>
        <p:nvPr/>
      </p:nvGrpSpPr>
      <p:grpSpPr>
        <a:xfrm>
          <a:off x="0" y="0"/>
          <a:ext cx="0" cy="0"/>
          <a:chOff x="0" y="0"/>
          <a:chExt cx="0" cy="0"/>
        </a:xfrm>
      </p:grpSpPr>
      <p:sp>
        <p:nvSpPr>
          <p:cNvPr id="795" name="Google Shape;795;g3ab13fdb44f_0_34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800"/>
              <a:buFont typeface="Times"/>
              <a:buNone/>
            </a:pP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Vì lạy Chúa Giêsu Kitô, chỉ có Chúa là Ðấng Thánh,</a:t>
            </a:r>
            <a:endParaRPr sz="7600">
              <a:solidFill>
                <a:schemeClr val="lt1"/>
              </a:solidFill>
            </a:endParaRPr>
          </a:p>
        </p:txBody>
      </p:sp>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0" name="Shape 800"/>
        <p:cNvGrpSpPr/>
        <p:nvPr/>
      </p:nvGrpSpPr>
      <p:grpSpPr>
        <a:xfrm>
          <a:off x="0" y="0"/>
          <a:ext cx="0" cy="0"/>
          <a:chOff x="0" y="0"/>
          <a:chExt cx="0" cy="0"/>
        </a:xfrm>
      </p:grpSpPr>
      <p:sp>
        <p:nvSpPr>
          <p:cNvPr id="801" name="Google Shape;801;g3ab13fdb44f_0_35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dk1"/>
              </a:buClr>
              <a:buSzPts val="8000"/>
              <a:buFont typeface="Times"/>
              <a:buNone/>
            </a:pPr>
            <a:r>
              <a:rPr b="1" lang="en-US" sz="7600">
                <a:solidFill>
                  <a:schemeClr val="lt1"/>
                </a:solidFill>
                <a:latin typeface="Times"/>
                <a:ea typeface="Times"/>
                <a:cs typeface="Times"/>
                <a:sym typeface="Times"/>
              </a:rPr>
              <a:t>chỉ có Chúa là Chúa, chỉ có Chúa là Ðấng Tối Cao,</a:t>
            </a:r>
            <a:endParaRPr sz="7600">
              <a:solidFill>
                <a:schemeClr val="lt1"/>
              </a:solidFill>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6" name="Shape 806"/>
        <p:cNvGrpSpPr/>
        <p:nvPr/>
      </p:nvGrpSpPr>
      <p:grpSpPr>
        <a:xfrm>
          <a:off x="0" y="0"/>
          <a:ext cx="0" cy="0"/>
          <a:chOff x="0" y="0"/>
          <a:chExt cx="0" cy="0"/>
        </a:xfrm>
      </p:grpSpPr>
      <p:sp>
        <p:nvSpPr>
          <p:cNvPr id="807" name="Google Shape;807;g3ab13fdb44f_0_35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FF3399"/>
              </a:buClr>
              <a:buSzPts val="7200"/>
              <a:buFont typeface="Times"/>
              <a:buNone/>
            </a:pPr>
            <a:r>
              <a:rPr b="1" lang="en-US" sz="7200">
                <a:solidFill>
                  <a:srgbClr val="FF3399"/>
                </a:solidFill>
                <a:latin typeface="Times"/>
                <a:ea typeface="Times"/>
                <a:cs typeface="Times"/>
                <a:sym typeface="Times"/>
              </a:rPr>
              <a:t>A+B: </a:t>
            </a:r>
            <a:r>
              <a:rPr b="1" lang="en-US" sz="7200">
                <a:solidFill>
                  <a:schemeClr val="lt1"/>
                </a:solidFill>
                <a:latin typeface="Times"/>
                <a:ea typeface="Times"/>
                <a:cs typeface="Times"/>
                <a:sym typeface="Times"/>
              </a:rPr>
              <a:t>Cùng Ðức Chúa Thánh Thần trong vinh quang Ðức Chúa Cha.</a:t>
            </a:r>
            <a:r>
              <a:rPr b="1" lang="en-US" sz="7200">
                <a:latin typeface="Times"/>
                <a:ea typeface="Times"/>
                <a:cs typeface="Times"/>
                <a:sym typeface="Times"/>
              </a:rPr>
              <a:t> </a:t>
            </a:r>
            <a:r>
              <a:rPr b="1" lang="en-US" sz="7200">
                <a:solidFill>
                  <a:schemeClr val="lt1"/>
                </a:solidFill>
                <a:latin typeface="Times"/>
                <a:ea typeface="Times"/>
                <a:cs typeface="Times"/>
                <a:sym typeface="Times"/>
              </a:rPr>
              <a:t>Amen.</a:t>
            </a:r>
            <a:endParaRPr sz="7200">
              <a:solidFill>
                <a:schemeClr val="lt1"/>
              </a:solidFill>
            </a:endParaRP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1" name="Shape 811"/>
        <p:cNvGrpSpPr/>
        <p:nvPr/>
      </p:nvGrpSpPr>
      <p:grpSpPr>
        <a:xfrm>
          <a:off x="0" y="0"/>
          <a:ext cx="0" cy="0"/>
          <a:chOff x="0" y="0"/>
          <a:chExt cx="0" cy="0"/>
        </a:xfrm>
      </p:grpSpPr>
      <p:pic>
        <p:nvPicPr>
          <p:cNvPr id="812" name="Google Shape;812;h6ba7c7f0c6428fb5_1_177"/>
          <p:cNvPicPr preferRelativeResize="0"/>
          <p:nvPr/>
        </p:nvPicPr>
        <p:blipFill>
          <a:blip r:embed="rId3">
            <a:alphaModFix/>
          </a:blip>
          <a:stretch>
            <a:fillRect/>
          </a:stretch>
        </p:blipFill>
        <p:spPr>
          <a:xfrm>
            <a:off x="0" y="0"/>
            <a:ext cx="9144003" cy="5143490"/>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16" name="Shape 816"/>
        <p:cNvGrpSpPr/>
        <p:nvPr/>
      </p:nvGrpSpPr>
      <p:grpSpPr>
        <a:xfrm>
          <a:off x="0" y="0"/>
          <a:ext cx="0" cy="0"/>
          <a:chOff x="0" y="0"/>
          <a:chExt cx="0" cy="0"/>
        </a:xfrm>
      </p:grpSpPr>
      <p:sp>
        <p:nvSpPr>
          <p:cNvPr id="817" name="Google Shape;817;g3d48ab63a6f_0_9"/>
          <p:cNvSpPr/>
          <p:nvPr/>
        </p:nvSpPr>
        <p:spPr>
          <a:xfrm>
            <a:off x="1143" y="0"/>
            <a:ext cx="9141600" cy="5143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818" name="Google Shape;818;g3d48ab63a6f_0_9"/>
          <p:cNvPicPr preferRelativeResize="0"/>
          <p:nvPr/>
        </p:nvPicPr>
        <p:blipFill>
          <a:blip r:embed="rId3">
            <a:alphaModFix/>
          </a:blip>
          <a:stretch>
            <a:fillRect/>
          </a:stretch>
        </p:blipFill>
        <p:spPr>
          <a:xfrm>
            <a:off x="0" y="0"/>
            <a:ext cx="9144000" cy="5143500"/>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2" name="Shape 822"/>
        <p:cNvGrpSpPr/>
        <p:nvPr/>
      </p:nvGrpSpPr>
      <p:grpSpPr>
        <a:xfrm>
          <a:off x="0" y="0"/>
          <a:ext cx="0" cy="0"/>
          <a:chOff x="0" y="0"/>
          <a:chExt cx="0" cy="0"/>
        </a:xfrm>
      </p:grpSpPr>
      <p:sp>
        <p:nvSpPr>
          <p:cNvPr id="823" name="Google Shape;823;g3e6e2da66e2_0_6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ĐÁP CA</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THÁNH VỊNH 17</a:t>
            </a:r>
            <a:br>
              <a:rPr b="1" i="0" lang="en-US" sz="4700">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(Lm. Thái Nguyên)</a:t>
            </a:r>
            <a:br>
              <a:rPr b="1" i="1" lang="en-US" sz="4700">
                <a:solidFill>
                  <a:schemeClr val="accent4"/>
                </a:solidFill>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(03 câu)</a:t>
            </a:r>
            <a:endParaRPr b="1" sz="4700">
              <a:solidFill>
                <a:schemeClr val="accent4"/>
              </a:solidFill>
              <a:latin typeface="Times New Roman"/>
              <a:ea typeface="Times New Roman"/>
              <a:cs typeface="Times New Roman"/>
              <a:sym typeface="Times New Roman"/>
            </a:endParaRP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7" name="Shape 827"/>
        <p:cNvGrpSpPr/>
        <p:nvPr/>
      </p:nvGrpSpPr>
      <p:grpSpPr>
        <a:xfrm>
          <a:off x="0" y="0"/>
          <a:ext cx="0" cy="0"/>
          <a:chOff x="0" y="0"/>
          <a:chExt cx="0" cy="0"/>
        </a:xfrm>
      </p:grpSpPr>
      <p:sp>
        <p:nvSpPr>
          <p:cNvPr id="828" name="Google Shape;828;g3e6e2da66e2_0_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rgbClr val="FFFF00"/>
                </a:solidFill>
                <a:latin typeface="Times New Roman"/>
                <a:ea typeface="Times New Roman"/>
                <a:cs typeface="Times New Roman"/>
                <a:sym typeface="Times New Roman"/>
              </a:rPr>
              <a:t>1. </a:t>
            </a:r>
            <a:r>
              <a:rPr b="1" lang="en-US" sz="7300">
                <a:solidFill>
                  <a:schemeClr val="lt1"/>
                </a:solidFill>
                <a:latin typeface="Times New Roman"/>
                <a:ea typeface="Times New Roman"/>
                <a:cs typeface="Times New Roman"/>
                <a:sym typeface="Times New Roman"/>
              </a:rPr>
              <a:t>Lạy Chúa là sức mạnh đời con, lòng con yêu mến Ngài. </a:t>
            </a:r>
            <a:r>
              <a:rPr b="1" lang="en-US" sz="7300">
                <a:solidFill>
                  <a:schemeClr val="lt1"/>
                </a:solidFill>
                <a:latin typeface="Times New Roman"/>
                <a:ea typeface="Times New Roman"/>
                <a:cs typeface="Times New Roman"/>
                <a:sym typeface="Times New Roman"/>
              </a:rPr>
              <a:t> </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2" name="Shape 832"/>
        <p:cNvGrpSpPr/>
        <p:nvPr/>
      </p:nvGrpSpPr>
      <p:grpSpPr>
        <a:xfrm>
          <a:off x="0" y="0"/>
          <a:ext cx="0" cy="0"/>
          <a:chOff x="0" y="0"/>
          <a:chExt cx="0" cy="0"/>
        </a:xfrm>
      </p:grpSpPr>
      <p:sp>
        <p:nvSpPr>
          <p:cNvPr id="833" name="Google Shape;833;g3faf5860435_0_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chemeClr val="lt1"/>
                </a:solidFill>
                <a:latin typeface="Times New Roman"/>
                <a:ea typeface="Times New Roman"/>
                <a:cs typeface="Times New Roman"/>
                <a:sym typeface="Times New Roman"/>
              </a:rPr>
              <a:t>Thân lạy Chúa là núi đá chở che, là chiến lũy đời con. </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7" name="Shape 837"/>
        <p:cNvGrpSpPr/>
        <p:nvPr/>
      </p:nvGrpSpPr>
      <p:grpSpPr>
        <a:xfrm>
          <a:off x="0" y="0"/>
          <a:ext cx="0" cy="0"/>
          <a:chOff x="0" y="0"/>
          <a:chExt cx="0" cy="0"/>
        </a:xfrm>
      </p:grpSpPr>
      <p:sp>
        <p:nvSpPr>
          <p:cNvPr id="838" name="Google Shape;838;g3e26ec1f821_0_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Lạy Chúa là sức mạnh đời con, này lòng con hằng luôn yêu mến Ngài.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2" name="Shape 842"/>
        <p:cNvGrpSpPr/>
        <p:nvPr/>
      </p:nvGrpSpPr>
      <p:grpSpPr>
        <a:xfrm>
          <a:off x="0" y="0"/>
          <a:ext cx="0" cy="0"/>
          <a:chOff x="0" y="0"/>
          <a:chExt cx="0" cy="0"/>
        </a:xfrm>
      </p:grpSpPr>
      <p:sp>
        <p:nvSpPr>
          <p:cNvPr id="843" name="Google Shape;843;g3f282feffb0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rgbClr val="FFFF00"/>
                </a:solidFill>
                <a:latin typeface="Times New Roman"/>
                <a:ea typeface="Times New Roman"/>
                <a:cs typeface="Times New Roman"/>
                <a:sym typeface="Times New Roman"/>
              </a:rPr>
              <a:t>2. </a:t>
            </a:r>
            <a:r>
              <a:rPr b="1" lang="en-US" sz="7300">
                <a:solidFill>
                  <a:schemeClr val="lt1"/>
                </a:solidFill>
                <a:latin typeface="Times New Roman"/>
                <a:ea typeface="Times New Roman"/>
                <a:cs typeface="Times New Roman"/>
                <a:sym typeface="Times New Roman"/>
              </a:rPr>
              <a:t>Lạy Chúa là sức hộ phù con, là nơi con nương mình.</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g3f282feffb0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chemeClr val="lt1"/>
                </a:solidFill>
                <a:latin typeface="Times New Roman"/>
                <a:ea typeface="Times New Roman"/>
                <a:cs typeface="Times New Roman"/>
                <a:sym typeface="Times New Roman"/>
              </a:rPr>
              <a:t>Con nguyện sẽ ngợi khen Chúa quyền linh, Ngài cứu thoát đời con.</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2" name="Shape 852"/>
        <p:cNvGrpSpPr/>
        <p:nvPr/>
      </p:nvGrpSpPr>
      <p:grpSpPr>
        <a:xfrm>
          <a:off x="0" y="0"/>
          <a:ext cx="0" cy="0"/>
          <a:chOff x="0" y="0"/>
          <a:chExt cx="0" cy="0"/>
        </a:xfrm>
      </p:grpSpPr>
      <p:sp>
        <p:nvSpPr>
          <p:cNvPr id="853" name="Google Shape;853;h59ba3f73bed9378b_0_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Lạy Chúa là sức mạnh đời con, này lòng con hằng luôn yêu mến Ngài.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sp>
        <p:nvSpPr>
          <p:cNvPr id="858" name="Google Shape;858;g3fb2dc0a37c_0_1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rgbClr val="FFFF00"/>
                </a:solidFill>
                <a:latin typeface="Times New Roman"/>
                <a:ea typeface="Times New Roman"/>
                <a:cs typeface="Times New Roman"/>
                <a:sym typeface="Times New Roman"/>
              </a:rPr>
              <a:t>3. </a:t>
            </a:r>
            <a:r>
              <a:rPr b="1" lang="en-US" sz="7300">
                <a:solidFill>
                  <a:schemeClr val="lt1"/>
                </a:solidFill>
                <a:latin typeface="Times New Roman"/>
                <a:ea typeface="Times New Roman"/>
                <a:cs typeface="Times New Roman"/>
                <a:sym typeface="Times New Roman"/>
              </a:rPr>
              <a:t>Vì Chúa hằng tỏ lòng từ bi, Ngài ban ơn cứu độ. </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2" name="Shape 862"/>
        <p:cNvGrpSpPr/>
        <p:nvPr/>
      </p:nvGrpSpPr>
      <p:grpSpPr>
        <a:xfrm>
          <a:off x="0" y="0"/>
          <a:ext cx="0" cy="0"/>
          <a:chOff x="0" y="0"/>
          <a:chExt cx="0" cy="0"/>
        </a:xfrm>
      </p:grpSpPr>
      <p:sp>
        <p:nvSpPr>
          <p:cNvPr id="863" name="Google Shape;863;g3fb2dc0a37c_0_1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chemeClr val="lt1"/>
                </a:solidFill>
                <a:latin typeface="Times New Roman"/>
                <a:ea typeface="Times New Roman"/>
                <a:cs typeface="Times New Roman"/>
                <a:sym typeface="Times New Roman"/>
              </a:rPr>
              <a:t>Chúa hằng sống là núi đá đời con, hồn con chúc tụng Ngài.</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h59ba3f73bed9378b_0_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Lạy Chúa là sức mạnh đời con, này lòng con hằng luôn yêu mến Ngài.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72" name="Shape 872"/>
        <p:cNvGrpSpPr/>
        <p:nvPr/>
      </p:nvGrpSpPr>
      <p:grpSpPr>
        <a:xfrm>
          <a:off x="0" y="0"/>
          <a:ext cx="0" cy="0"/>
          <a:chOff x="0" y="0"/>
          <a:chExt cx="0" cy="0"/>
        </a:xfrm>
      </p:grpSpPr>
      <p:sp>
        <p:nvSpPr>
          <p:cNvPr id="873" name="Google Shape;873;g3d89366497e_0_44"/>
          <p:cNvSpPr/>
          <p:nvPr/>
        </p:nvSpPr>
        <p:spPr>
          <a:xfrm>
            <a:off x="1143" y="0"/>
            <a:ext cx="9141600" cy="5143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874" name="Google Shape;874;g3d89366497e_0_44"/>
          <p:cNvPicPr preferRelativeResize="0"/>
          <p:nvPr/>
        </p:nvPicPr>
        <p:blipFill>
          <a:blip r:embed="rId3">
            <a:alphaModFix/>
          </a:blip>
          <a:stretch>
            <a:fillRect/>
          </a:stretch>
        </p:blipFill>
        <p:spPr>
          <a:xfrm>
            <a:off x="0" y="0"/>
            <a:ext cx="9144000" cy="5143500"/>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9" name="Shape 879"/>
        <p:cNvGrpSpPr/>
        <p:nvPr/>
      </p:nvGrpSpPr>
      <p:grpSpPr>
        <a:xfrm>
          <a:off x="0" y="0"/>
          <a:ext cx="0" cy="0"/>
          <a:chOff x="0" y="0"/>
          <a:chExt cx="0" cy="0"/>
        </a:xfrm>
      </p:grpSpPr>
      <p:sp>
        <p:nvSpPr>
          <p:cNvPr id="880" name="Google Shape;880;p156"/>
          <p:cNvSpPr txBox="1"/>
          <p:nvPr>
            <p:ph type="ctrTitle"/>
          </p:nvPr>
        </p:nvSpPr>
        <p:spPr>
          <a:xfrm>
            <a:off x="0" y="497175"/>
            <a:ext cx="9144000" cy="46461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rgbClr val="EE0000"/>
              </a:buClr>
              <a:buSzPts val="8000"/>
              <a:buFont typeface="Times"/>
              <a:buNone/>
            </a:pPr>
            <a:r>
              <a:rPr b="1" i="1" lang="en-US" sz="7500">
                <a:solidFill>
                  <a:srgbClr val="FFFF00"/>
                </a:solidFill>
                <a:latin typeface="Times New Roman"/>
                <a:ea typeface="Times New Roman"/>
                <a:cs typeface="Times New Roman"/>
                <a:sym typeface="Times New Roman"/>
              </a:rPr>
              <a:t>All… All…</a:t>
            </a:r>
            <a:r>
              <a:rPr b="1" i="1" lang="en-US" sz="7500">
                <a:solidFill>
                  <a:srgbClr val="EE0000"/>
                </a:solidFill>
                <a:latin typeface="Times New Roman"/>
                <a:ea typeface="Times New Roman"/>
                <a:cs typeface="Times New Roman"/>
                <a:sym typeface="Times New Roman"/>
              </a:rPr>
              <a:t> </a:t>
            </a:r>
            <a:br>
              <a:rPr b="1" i="1" lang="en-US" sz="7500">
                <a:solidFill>
                  <a:srgbClr val="EE0000"/>
                </a:solidFill>
                <a:latin typeface="Times New Roman"/>
                <a:ea typeface="Times New Roman"/>
                <a:cs typeface="Times New Roman"/>
                <a:sym typeface="Times New Roman"/>
              </a:rPr>
            </a:br>
            <a:r>
              <a:rPr b="1" lang="en-US" sz="7500">
                <a:solidFill>
                  <a:schemeClr val="lt1"/>
                </a:solidFill>
                <a:latin typeface="Times New Roman"/>
                <a:ea typeface="Times New Roman"/>
                <a:cs typeface="Times New Roman"/>
                <a:sym typeface="Times New Roman"/>
              </a:rPr>
              <a:t>Chúa phán: “Nếu ai yêu mến Thầy thì sẽ giữ lời Thầy luôn,</a:t>
            </a:r>
            <a:endParaRPr b="1" sz="7500">
              <a:solidFill>
                <a:schemeClr val="lt1"/>
              </a:solidFill>
              <a:latin typeface="Times New Roman"/>
              <a:ea typeface="Times New Roman"/>
              <a:cs typeface="Times New Roman"/>
              <a:sym typeface="Times New Roman"/>
            </a:endParaRPr>
          </a:p>
        </p:txBody>
      </p:sp>
      <p:sp>
        <p:nvSpPr>
          <p:cNvPr id="881" name="Google Shape;881;p156"/>
          <p:cNvSpPr txBox="1"/>
          <p:nvPr/>
        </p:nvSpPr>
        <p:spPr>
          <a:xfrm>
            <a:off x="0" y="-50800"/>
            <a:ext cx="9144000" cy="635000"/>
          </a:xfrm>
          <a:prstGeom prst="rect">
            <a:avLst/>
          </a:prstGeom>
          <a:solidFill>
            <a:srgbClr val="002060"/>
          </a:solid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rgbClr val="FF0000"/>
              </a:buClr>
              <a:buSzPts val="3200"/>
              <a:buFont typeface="Times New Roman"/>
              <a:buNone/>
            </a:pPr>
            <a:r>
              <a:rPr b="1" i="0" lang="en-US" sz="3200" u="none" cap="none" strike="noStrike">
                <a:solidFill>
                  <a:schemeClr val="accent2"/>
                </a:solidFill>
                <a:latin typeface="Times New Roman"/>
                <a:ea typeface="Times New Roman"/>
                <a:cs typeface="Times New Roman"/>
                <a:sym typeface="Times New Roman"/>
              </a:rPr>
              <a:t>TUNG HÔ TIN MỪNG</a:t>
            </a:r>
            <a:endParaRPr b="1" i="0" sz="3200" u="none" cap="none" strike="noStrike">
              <a:solidFill>
                <a:schemeClr val="accent2"/>
              </a:solidFill>
              <a:latin typeface="Times New Roman"/>
              <a:ea typeface="Times New Roman"/>
              <a:cs typeface="Times New Roman"/>
              <a:sym typeface="Times New Roman"/>
            </a:endParaRPr>
          </a:p>
        </p:txBody>
      </p:sp>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5" name="Shape 885"/>
        <p:cNvGrpSpPr/>
        <p:nvPr/>
      </p:nvGrpSpPr>
      <p:grpSpPr>
        <a:xfrm>
          <a:off x="0" y="0"/>
          <a:ext cx="0" cy="0"/>
          <a:chOff x="0" y="0"/>
          <a:chExt cx="0" cy="0"/>
        </a:xfrm>
      </p:grpSpPr>
      <p:sp>
        <p:nvSpPr>
          <p:cNvPr id="886" name="Google Shape;886;g3b224b7d20a_0_95"/>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dk1"/>
              </a:buClr>
              <a:buSzPts val="8000"/>
              <a:buFont typeface="Times"/>
              <a:buNone/>
            </a:pPr>
            <a:r>
              <a:rPr b="1" lang="en-US" sz="7500">
                <a:solidFill>
                  <a:schemeClr val="lt1"/>
                </a:solidFill>
                <a:latin typeface="Times New Roman"/>
                <a:ea typeface="Times New Roman"/>
                <a:cs typeface="Times New Roman"/>
                <a:sym typeface="Times New Roman"/>
              </a:rPr>
              <a:t>và Cha Thầy sẽ yêu mến người ấy và Chúng Ta đến ở trong người ấy”.</a:t>
            </a:r>
            <a:r>
              <a:rPr b="1" lang="en-US" sz="7500">
                <a:solidFill>
                  <a:schemeClr val="lt1"/>
                </a:solidFill>
                <a:latin typeface="Times New Roman"/>
                <a:ea typeface="Times New Roman"/>
                <a:cs typeface="Times New Roman"/>
                <a:sym typeface="Times New Roman"/>
              </a:rPr>
              <a:t> </a:t>
            </a:r>
            <a:r>
              <a:rPr b="1" i="1" lang="en-US" sz="7500">
                <a:solidFill>
                  <a:srgbClr val="FFFF00"/>
                </a:solidFill>
                <a:latin typeface="Times New Roman"/>
                <a:ea typeface="Times New Roman"/>
                <a:cs typeface="Times New Roman"/>
                <a:sym typeface="Times New Roman"/>
              </a:rPr>
              <a:t>All..</a:t>
            </a:r>
            <a:endParaRPr b="1" sz="7500">
              <a:solidFill>
                <a:srgbClr val="FFFF00"/>
              </a:solidFill>
              <a:latin typeface="Times New Roman"/>
              <a:ea typeface="Times New Roman"/>
              <a:cs typeface="Times New Roman"/>
              <a:sym typeface="Times New Roman"/>
            </a:endParaRPr>
          </a:p>
        </p:txBody>
      </p:sp>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0" name="Shape 890"/>
        <p:cNvGrpSpPr/>
        <p:nvPr/>
      </p:nvGrpSpPr>
      <p:grpSpPr>
        <a:xfrm>
          <a:off x="0" y="0"/>
          <a:ext cx="0" cy="0"/>
          <a:chOff x="0" y="0"/>
          <a:chExt cx="0" cy="0"/>
        </a:xfrm>
      </p:grpSpPr>
      <p:pic>
        <p:nvPicPr>
          <p:cNvPr id="891" name="Google Shape;891;g3baa6357486_0_13"/>
          <p:cNvPicPr preferRelativeResize="0"/>
          <p:nvPr/>
        </p:nvPicPr>
        <p:blipFill>
          <a:blip r:embed="rId3">
            <a:alphaModFix/>
          </a:blip>
          <a:stretch>
            <a:fillRect/>
          </a:stretch>
        </p:blipFill>
        <p:spPr>
          <a:xfrm>
            <a:off x="0" y="0"/>
            <a:ext cx="9144000" cy="5143505"/>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5" name="Shape 895"/>
        <p:cNvGrpSpPr/>
        <p:nvPr/>
      </p:nvGrpSpPr>
      <p:grpSpPr>
        <a:xfrm>
          <a:off x="0" y="0"/>
          <a:ext cx="0" cy="0"/>
          <a:chOff x="0" y="0"/>
          <a:chExt cx="0" cy="0"/>
        </a:xfrm>
      </p:grpSpPr>
      <p:pic>
        <p:nvPicPr>
          <p:cNvPr id="896" name="Google Shape;896;h6ba7c7f0c6428fb5_1_181"/>
          <p:cNvPicPr preferRelativeResize="0"/>
          <p:nvPr/>
        </p:nvPicPr>
        <p:blipFill>
          <a:blip r:embed="rId3">
            <a:alphaModFix/>
          </a:blip>
          <a:stretch>
            <a:fillRect/>
          </a:stretch>
        </p:blipFill>
        <p:spPr>
          <a:xfrm>
            <a:off x="0" y="0"/>
            <a:ext cx="9144003" cy="5143490"/>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0" name="Shape 900"/>
        <p:cNvGrpSpPr/>
        <p:nvPr/>
      </p:nvGrpSpPr>
      <p:grpSpPr>
        <a:xfrm>
          <a:off x="0" y="0"/>
          <a:ext cx="0" cy="0"/>
          <a:chOff x="0" y="0"/>
          <a:chExt cx="0" cy="0"/>
        </a:xfrm>
      </p:grpSpPr>
      <p:sp>
        <p:nvSpPr>
          <p:cNvPr id="901" name="Google Shape;901;p159"/>
          <p:cNvSpPr txBox="1"/>
          <p:nvPr>
            <p:ph type="ctrTitle"/>
          </p:nvPr>
        </p:nvSpPr>
        <p:spPr>
          <a:xfrm>
            <a:off x="0" y="514351"/>
            <a:ext cx="9144000" cy="4629148"/>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7200"/>
              <a:buFont typeface="Times"/>
              <a:buNone/>
            </a:pPr>
            <a:r>
              <a:rPr b="1" lang="en-US" sz="7200">
                <a:solidFill>
                  <a:schemeClr val="accent4"/>
                </a:solidFill>
                <a:latin typeface="Times"/>
                <a:ea typeface="Times"/>
                <a:cs typeface="Times"/>
                <a:sym typeface="Times"/>
              </a:rPr>
              <a:t>CT: </a:t>
            </a:r>
            <a:r>
              <a:rPr b="1" lang="en-US" sz="7200">
                <a:solidFill>
                  <a:schemeClr val="lt1"/>
                </a:solidFill>
                <a:latin typeface="Times"/>
                <a:ea typeface="Times"/>
                <a:cs typeface="Times"/>
                <a:sym typeface="Times"/>
              </a:rPr>
              <a:t>Tôi tin kính một Thiên Chúa là Cha toàn năng.</a:t>
            </a:r>
            <a:endParaRPr/>
          </a:p>
        </p:txBody>
      </p:sp>
      <p:sp>
        <p:nvSpPr>
          <p:cNvPr id="902" name="Google Shape;902;p159"/>
          <p:cNvSpPr txBox="1"/>
          <p:nvPr/>
        </p:nvSpPr>
        <p:spPr>
          <a:xfrm>
            <a:off x="0" y="0"/>
            <a:ext cx="9144000" cy="738100"/>
          </a:xfrm>
          <a:prstGeom prst="rect">
            <a:avLst/>
          </a:prstGeom>
          <a:solidFill>
            <a:srgbClr val="00206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accent4"/>
              </a:buClr>
              <a:buSzPts val="3600"/>
              <a:buFont typeface="Times New Roman"/>
              <a:buNone/>
            </a:pPr>
            <a:r>
              <a:rPr b="1" i="0" lang="en-US" sz="3600" u="none" cap="none" strike="noStrike">
                <a:solidFill>
                  <a:schemeClr val="accent4"/>
                </a:solidFill>
                <a:latin typeface="Times New Roman"/>
                <a:ea typeface="Times New Roman"/>
                <a:cs typeface="Times New Roman"/>
                <a:sym typeface="Times New Roman"/>
              </a:rPr>
              <a:t>KINH TIN KÍNH</a:t>
            </a:r>
            <a:endParaRPr b="1" i="0" sz="3600" u="none" cap="none" strike="noStrike">
              <a:solidFill>
                <a:schemeClr val="accent4"/>
              </a:solidFill>
              <a:latin typeface="Times New Roman"/>
              <a:ea typeface="Times New Roman"/>
              <a:cs typeface="Times New Roman"/>
              <a:sym typeface="Times New Roman"/>
            </a:endParaRPr>
          </a:p>
        </p:txBody>
      </p:sp>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6" name="Shape 906"/>
        <p:cNvGrpSpPr/>
        <p:nvPr/>
      </p:nvGrpSpPr>
      <p:grpSpPr>
        <a:xfrm>
          <a:off x="0" y="0"/>
          <a:ext cx="0" cy="0"/>
          <a:chOff x="0" y="0"/>
          <a:chExt cx="0" cy="0"/>
        </a:xfrm>
      </p:grpSpPr>
      <p:sp>
        <p:nvSpPr>
          <p:cNvPr id="907" name="Google Shape;907;p160"/>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Đấng tạo thành trời đất muôn vật hữu hình và vô hình.</a:t>
            </a:r>
            <a:endParaRPr>
              <a:latin typeface="Times New Roman"/>
              <a:ea typeface="Times New Roman"/>
              <a:cs typeface="Times New Roman"/>
              <a:sym typeface="Times New Roman"/>
            </a:endParaRPr>
          </a:p>
        </p:txBody>
      </p:sp>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61"/>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kính một Chúa Giê-su Ki-tô Con Một Thiên Chúa,</a:t>
            </a:r>
            <a:endParaRPr>
              <a:latin typeface="Times New Roman"/>
              <a:ea typeface="Times New Roman"/>
              <a:cs typeface="Times New Roman"/>
              <a:sym typeface="Times New Roman"/>
            </a:endParaRPr>
          </a:p>
        </p:txBody>
      </p:sp>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6" name="Shape 916"/>
        <p:cNvGrpSpPr/>
        <p:nvPr/>
      </p:nvGrpSpPr>
      <p:grpSpPr>
        <a:xfrm>
          <a:off x="0" y="0"/>
          <a:ext cx="0" cy="0"/>
          <a:chOff x="0" y="0"/>
          <a:chExt cx="0" cy="0"/>
        </a:xfrm>
      </p:grpSpPr>
      <p:sp>
        <p:nvSpPr>
          <p:cNvPr id="917" name="Google Shape;917;p162"/>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sinh bởi Đức Chúa Cha từ trước muôn đời.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1" name="Shape 921"/>
        <p:cNvGrpSpPr/>
        <p:nvPr/>
      </p:nvGrpSpPr>
      <p:grpSpPr>
        <a:xfrm>
          <a:off x="0" y="0"/>
          <a:ext cx="0" cy="0"/>
          <a:chOff x="0" y="0"/>
          <a:chExt cx="0" cy="0"/>
        </a:xfrm>
      </p:grpSpPr>
      <p:sp>
        <p:nvSpPr>
          <p:cNvPr id="922" name="Google Shape;922;p163"/>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là Thiên Chúa bởi Thiên Chúa, Ánh Sáng bởi Ánh Sáng,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6" name="Shape 926"/>
        <p:cNvGrpSpPr/>
        <p:nvPr/>
      </p:nvGrpSpPr>
      <p:grpSpPr>
        <a:xfrm>
          <a:off x="0" y="0"/>
          <a:ext cx="0" cy="0"/>
          <a:chOff x="0" y="0"/>
          <a:chExt cx="0" cy="0"/>
        </a:xfrm>
      </p:grpSpPr>
      <p:sp>
        <p:nvSpPr>
          <p:cNvPr id="927" name="Google Shape;927;p164"/>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Thiên Chúa thật bởi Thiên Chúa Thật Được sinh ra mà không phải được tạo thành,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65"/>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đồng bản thể với Đức Chúa Cha: nhờ Người mà muôn vật được tạo thành.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6" name="Shape 936"/>
        <p:cNvGrpSpPr/>
        <p:nvPr/>
      </p:nvGrpSpPr>
      <p:grpSpPr>
        <a:xfrm>
          <a:off x="0" y="0"/>
          <a:ext cx="0" cy="0"/>
          <a:chOff x="0" y="0"/>
          <a:chExt cx="0" cy="0"/>
        </a:xfrm>
      </p:grpSpPr>
      <p:sp>
        <p:nvSpPr>
          <p:cNvPr id="937" name="Google Shape;937;p166"/>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Vì loài người chúng ta và để cứu độ chúng ta, Người đã từ trời xuống thế.</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1" name="Shape 941"/>
        <p:cNvGrpSpPr/>
        <p:nvPr/>
      </p:nvGrpSpPr>
      <p:grpSpPr>
        <a:xfrm>
          <a:off x="0" y="0"/>
          <a:ext cx="0" cy="0"/>
          <a:chOff x="0" y="0"/>
          <a:chExt cx="0" cy="0"/>
        </a:xfrm>
      </p:grpSpPr>
      <p:sp>
        <p:nvSpPr>
          <p:cNvPr id="942" name="Google Shape;942;p167"/>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6800">
                <a:solidFill>
                  <a:schemeClr val="lt1"/>
                </a:solidFill>
                <a:latin typeface="Times New Roman"/>
                <a:ea typeface="Times New Roman"/>
                <a:cs typeface="Times New Roman"/>
                <a:sym typeface="Times New Roman"/>
              </a:rPr>
              <a:t>Bởi phép Đức Chúa Thánh Thần Người đã nhập thể trong lòng Trinh Nữ Maria, và đã làm người.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6" name="Shape 946"/>
        <p:cNvGrpSpPr/>
        <p:nvPr/>
      </p:nvGrpSpPr>
      <p:grpSpPr>
        <a:xfrm>
          <a:off x="0" y="0"/>
          <a:ext cx="0" cy="0"/>
          <a:chOff x="0" y="0"/>
          <a:chExt cx="0" cy="0"/>
        </a:xfrm>
      </p:grpSpPr>
      <p:sp>
        <p:nvSpPr>
          <p:cNvPr id="947" name="Google Shape;947;p168"/>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chịu đóng đinh vào thập giá vì chúng ta, Thời quan Phong-xi-ô Phi-la-tô;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1" name="Shape 951"/>
        <p:cNvGrpSpPr/>
        <p:nvPr/>
      </p:nvGrpSpPr>
      <p:grpSpPr>
        <a:xfrm>
          <a:off x="0" y="0"/>
          <a:ext cx="0" cy="0"/>
          <a:chOff x="0" y="0"/>
          <a:chExt cx="0" cy="0"/>
        </a:xfrm>
      </p:grpSpPr>
      <p:sp>
        <p:nvSpPr>
          <p:cNvPr id="952" name="Google Shape;952;p169"/>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chịu khổ hình và mai táng, ngày thứ ba Người sống lại như lời Thánh Kinh.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6" name="Shape 956"/>
        <p:cNvGrpSpPr/>
        <p:nvPr/>
      </p:nvGrpSpPr>
      <p:grpSpPr>
        <a:xfrm>
          <a:off x="0" y="0"/>
          <a:ext cx="0" cy="0"/>
          <a:chOff x="0" y="0"/>
          <a:chExt cx="0" cy="0"/>
        </a:xfrm>
      </p:grpSpPr>
      <p:sp>
        <p:nvSpPr>
          <p:cNvPr id="957" name="Google Shape;957;p170"/>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Người lên trời, ngự bên hữu Đức Chúa Cha, và Người sẽ lại đến trong vinh quang</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1" name="Shape 961"/>
        <p:cNvGrpSpPr/>
        <p:nvPr/>
      </p:nvGrpSpPr>
      <p:grpSpPr>
        <a:xfrm>
          <a:off x="0" y="0"/>
          <a:ext cx="0" cy="0"/>
          <a:chOff x="0" y="0"/>
          <a:chExt cx="0" cy="0"/>
        </a:xfrm>
      </p:grpSpPr>
      <p:sp>
        <p:nvSpPr>
          <p:cNvPr id="962" name="Google Shape;962;p171"/>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để phán xét kẻ sống và kẻ chết, Nước Người sẽ không bao giờ cùng.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6" name="Shape 966"/>
        <p:cNvGrpSpPr/>
        <p:nvPr/>
      </p:nvGrpSpPr>
      <p:grpSpPr>
        <a:xfrm>
          <a:off x="0" y="0"/>
          <a:ext cx="0" cy="0"/>
          <a:chOff x="0" y="0"/>
          <a:chExt cx="0" cy="0"/>
        </a:xfrm>
      </p:grpSpPr>
      <p:sp>
        <p:nvSpPr>
          <p:cNvPr id="967" name="Google Shape;967;p172"/>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kính Đức Chúa Thánh Thần là Thiên Chúa và là Đấng ban sự sống,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1" name="Shape 971"/>
        <p:cNvGrpSpPr/>
        <p:nvPr/>
      </p:nvGrpSpPr>
      <p:grpSpPr>
        <a:xfrm>
          <a:off x="0" y="0"/>
          <a:ext cx="0" cy="0"/>
          <a:chOff x="0" y="0"/>
          <a:chExt cx="0" cy="0"/>
        </a:xfrm>
      </p:grpSpPr>
      <p:sp>
        <p:nvSpPr>
          <p:cNvPr id="972" name="Google Shape;972;p173"/>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bởi Đức Chúa Cha và Đức Chúa Con mà ra.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6" name="Shape 976"/>
        <p:cNvGrpSpPr/>
        <p:nvPr/>
      </p:nvGrpSpPr>
      <p:grpSpPr>
        <a:xfrm>
          <a:off x="0" y="0"/>
          <a:ext cx="0" cy="0"/>
          <a:chOff x="0" y="0"/>
          <a:chExt cx="0" cy="0"/>
        </a:xfrm>
      </p:grpSpPr>
      <p:sp>
        <p:nvSpPr>
          <p:cNvPr id="977" name="Google Shape;977;p174"/>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được phụng thờ và tôn vinh cùng với Đức Chúa Cha và Đức Chúa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75"/>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đã dùng các Tiên tri mà phán dạy.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76"/>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Hội Thánh duy nhất, thánh thiện, công giáo và tông truyền.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1" name="Shape 991"/>
        <p:cNvGrpSpPr/>
        <p:nvPr/>
      </p:nvGrpSpPr>
      <p:grpSpPr>
        <a:xfrm>
          <a:off x="0" y="0"/>
          <a:ext cx="0" cy="0"/>
          <a:chOff x="0" y="0"/>
          <a:chExt cx="0" cy="0"/>
        </a:xfrm>
      </p:grpSpPr>
      <p:sp>
        <p:nvSpPr>
          <p:cNvPr id="992" name="Google Shape;992;p177"/>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tuyên xưng có một Phép Rửa để tha tội.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78"/>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trông đợi kẻ chết sống lại và sự sống đời sau.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pic>
        <p:nvPicPr>
          <p:cNvPr id="1002" name="Google Shape;1002;h6ba7c7f0c6428fb5_1_185"/>
          <p:cNvPicPr preferRelativeResize="0"/>
          <p:nvPr/>
        </p:nvPicPr>
        <p:blipFill>
          <a:blip r:embed="rId3">
            <a:alphaModFix/>
          </a:blip>
          <a:stretch>
            <a:fillRect/>
          </a:stretch>
        </p:blipFill>
        <p:spPr>
          <a:xfrm>
            <a:off x="0" y="0"/>
            <a:ext cx="9144003" cy="5143490"/>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6" name="Shape 1006"/>
        <p:cNvGrpSpPr/>
        <p:nvPr/>
      </p:nvGrpSpPr>
      <p:grpSpPr>
        <a:xfrm>
          <a:off x="0" y="0"/>
          <a:ext cx="0" cy="0"/>
          <a:chOff x="0" y="0"/>
          <a:chExt cx="0" cy="0"/>
        </a:xfrm>
      </p:grpSpPr>
      <p:sp>
        <p:nvSpPr>
          <p:cNvPr id="1007" name="Google Shape;1007;h59ba3f73bed9378b_0_17"/>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DÂNG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CỦA LỄ HIẾN DÂNG</a:t>
            </a:r>
            <a:endParaRPr b="1" sz="6700">
              <a:solidFill>
                <a:srgbClr val="FFFF00"/>
              </a:solidFill>
              <a:latin typeface="Times New Roman"/>
              <a:ea typeface="Times New Roman"/>
              <a:cs typeface="Times New Roman"/>
              <a:sym typeface="Times New Roman"/>
            </a:endParaRPr>
          </a:p>
          <a:p>
            <a:pPr indent="0" lvl="0" marL="0" rtl="0" algn="ctr">
              <a:lnSpc>
                <a:spcPct val="90000"/>
              </a:lnSpc>
              <a:spcBef>
                <a:spcPts val="0"/>
              </a:spcBef>
              <a:spcAft>
                <a:spcPts val="0"/>
              </a:spcAft>
              <a:buClr>
                <a:schemeClr val="dk1"/>
              </a:buClr>
              <a:buSzPts val="4700"/>
              <a:buFont typeface="Times New Roman"/>
              <a:buNone/>
            </a:pPr>
            <a:r>
              <a:rPr b="1" i="1" lang="en-US" sz="4700">
                <a:solidFill>
                  <a:schemeClr val="accent4"/>
                </a:solidFill>
                <a:latin typeface="Times New Roman"/>
                <a:ea typeface="Times New Roman"/>
                <a:cs typeface="Times New Roman"/>
                <a:sym typeface="Times New Roman"/>
              </a:rPr>
              <a:t>(</a:t>
            </a:r>
            <a:r>
              <a:rPr b="1" i="1" lang="en-US" sz="4700">
                <a:solidFill>
                  <a:schemeClr val="accent4"/>
                </a:solidFill>
                <a:latin typeface="Times New Roman"/>
                <a:ea typeface="Times New Roman"/>
                <a:cs typeface="Times New Roman"/>
                <a:sym typeface="Times New Roman"/>
              </a:rPr>
              <a:t>Thái Nguyên</a:t>
            </a:r>
            <a:r>
              <a:rPr b="1" i="1" lang="en-US" sz="4700">
                <a:solidFill>
                  <a:schemeClr val="accent4"/>
                </a:solidFill>
                <a:latin typeface="Times New Roman"/>
                <a:ea typeface="Times New Roman"/>
                <a:cs typeface="Times New Roman"/>
                <a:sym typeface="Times New Roman"/>
              </a:rPr>
              <a:t>)</a:t>
            </a:r>
            <a:endParaRPr b="1" sz="6700">
              <a:solidFill>
                <a:srgbClr val="FFFF00"/>
              </a:solidFill>
              <a:latin typeface="Times New Roman"/>
              <a:ea typeface="Times New Roman"/>
              <a:cs typeface="Times New Roman"/>
              <a:sym typeface="Times New Roman"/>
            </a:endParaRPr>
          </a:p>
        </p:txBody>
      </p:sp>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1" name="Shape 1011"/>
        <p:cNvGrpSpPr/>
        <p:nvPr/>
      </p:nvGrpSpPr>
      <p:grpSpPr>
        <a:xfrm>
          <a:off x="0" y="0"/>
          <a:ext cx="0" cy="0"/>
          <a:chOff x="0" y="0"/>
          <a:chExt cx="0" cy="0"/>
        </a:xfrm>
      </p:grpSpPr>
      <p:sp>
        <p:nvSpPr>
          <p:cNvPr id="1012" name="Google Shape;1012;h59ba3f73bed9378b_0_2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1. </a:t>
            </a:r>
            <a:r>
              <a:rPr b="1" lang="en-US" sz="7500">
                <a:solidFill>
                  <a:schemeClr val="lt1"/>
                </a:solidFill>
                <a:latin typeface="Times New Roman"/>
                <a:ea typeface="Times New Roman"/>
                <a:cs typeface="Times New Roman"/>
                <a:sym typeface="Times New Roman"/>
              </a:rPr>
              <a:t>Này là của lễ đời con, Dâng về Thiên Chúa huyền siêu.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6" name="Shape 1016"/>
        <p:cNvGrpSpPr/>
        <p:nvPr/>
      </p:nvGrpSpPr>
      <p:grpSpPr>
        <a:xfrm>
          <a:off x="0" y="0"/>
          <a:ext cx="0" cy="0"/>
          <a:chOff x="0" y="0"/>
          <a:chExt cx="0" cy="0"/>
        </a:xfrm>
      </p:grpSpPr>
      <p:sp>
        <p:nvSpPr>
          <p:cNvPr id="1017" name="Google Shape;1017;h59ba3f73bed9378b_0_2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Này đời con có bao nhiêu, Dù cho bao điều vẫn thiếu.</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1" name="Shape 1021"/>
        <p:cNvGrpSpPr/>
        <p:nvPr/>
      </p:nvGrpSpPr>
      <p:grpSpPr>
        <a:xfrm>
          <a:off x="0" y="0"/>
          <a:ext cx="0" cy="0"/>
          <a:chOff x="0" y="0"/>
          <a:chExt cx="0" cy="0"/>
        </a:xfrm>
      </p:grpSpPr>
      <p:sp>
        <p:nvSpPr>
          <p:cNvPr id="1022" name="Google Shape;1022;h59ba3f73bed9378b_0_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Cậy nhờ hy lễ toàn thiêu, Chúa đã dâng hiến một chiều,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6" name="Shape 1026"/>
        <p:cNvGrpSpPr/>
        <p:nvPr/>
      </p:nvGrpSpPr>
      <p:grpSpPr>
        <a:xfrm>
          <a:off x="0" y="0"/>
          <a:ext cx="0" cy="0"/>
          <a:chOff x="0" y="0"/>
          <a:chExt cx="0" cy="0"/>
        </a:xfrm>
      </p:grpSpPr>
      <p:sp>
        <p:nvSpPr>
          <p:cNvPr id="1027" name="Google Shape;1027;h59ba3f73bed9378b_0_3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Trên đồi thập giá cô liêu, đ</a:t>
            </a:r>
            <a:r>
              <a:rPr b="1" lang="en-US" sz="7500">
                <a:solidFill>
                  <a:schemeClr val="lt1"/>
                </a:solidFill>
                <a:latin typeface="Times New Roman"/>
                <a:ea typeface="Times New Roman"/>
                <a:cs typeface="Times New Roman"/>
                <a:sym typeface="Times New Roman"/>
              </a:rPr>
              <a:t>ể cho nhân thế tình yêu.</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1" name="Shape 1031"/>
        <p:cNvGrpSpPr/>
        <p:nvPr/>
      </p:nvGrpSpPr>
      <p:grpSpPr>
        <a:xfrm>
          <a:off x="0" y="0"/>
          <a:ext cx="0" cy="0"/>
          <a:chOff x="0" y="0"/>
          <a:chExt cx="0" cy="0"/>
        </a:xfrm>
      </p:grpSpPr>
      <p:sp>
        <p:nvSpPr>
          <p:cNvPr id="1032" name="Google Shape;1032;h59ba3f73bed9378b_0_3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Này đây lễ vật tình tuyền,</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6" name="Shape 1036"/>
        <p:cNvGrpSpPr/>
        <p:nvPr/>
      </p:nvGrpSpPr>
      <p:grpSpPr>
        <a:xfrm>
          <a:off x="0" y="0"/>
          <a:ext cx="0" cy="0"/>
          <a:chOff x="0" y="0"/>
          <a:chExt cx="0" cy="0"/>
        </a:xfrm>
      </p:grpSpPr>
      <p:sp>
        <p:nvSpPr>
          <p:cNvPr id="1037" name="Google Shape;1037;h59ba3f73bed9378b_0_4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chemeClr val="lt1"/>
                </a:solidFill>
                <a:latin typeface="Times New Roman"/>
                <a:ea typeface="Times New Roman"/>
                <a:cs typeface="Times New Roman"/>
                <a:sym typeface="Times New Roman"/>
              </a:rPr>
              <a:t>Cầu mong công ơn Chúa Con cứu đời lầm than </a:t>
            </a:r>
            <a:r>
              <a:rPr b="1" lang="en-US" sz="7300">
                <a:solidFill>
                  <a:schemeClr val="lt1"/>
                </a:solidFill>
                <a:latin typeface="Times New Roman"/>
                <a:ea typeface="Times New Roman"/>
                <a:cs typeface="Times New Roman"/>
                <a:sym typeface="Times New Roman"/>
              </a:rPr>
              <a:t>héo hon. Này đây lễ vật thanh khiết, </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1" name="Shape 1041"/>
        <p:cNvGrpSpPr/>
        <p:nvPr/>
      </p:nvGrpSpPr>
      <p:grpSpPr>
        <a:xfrm>
          <a:off x="0" y="0"/>
          <a:ext cx="0" cy="0"/>
          <a:chOff x="0" y="0"/>
          <a:chExt cx="0" cy="0"/>
        </a:xfrm>
      </p:grpSpPr>
      <p:sp>
        <p:nvSpPr>
          <p:cNvPr id="1042" name="Google Shape;1042;h59ba3f73bed9378b_0_4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Chúa ơi thương tình đoái nhận, Ban phần sự sống muôn đời.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h6ba7c7f0c6428fb5_1_4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2</a:t>
            </a:r>
            <a:r>
              <a:rPr b="1" lang="en-US" sz="7500">
                <a:solidFill>
                  <a:srgbClr val="FFFF00"/>
                </a:solidFill>
                <a:latin typeface="Times New Roman"/>
                <a:ea typeface="Times New Roman"/>
                <a:cs typeface="Times New Roman"/>
                <a:sym typeface="Times New Roman"/>
              </a:rPr>
              <a:t>. </a:t>
            </a:r>
            <a:r>
              <a:rPr b="1" lang="en-US" sz="7500">
                <a:solidFill>
                  <a:schemeClr val="lt1"/>
                </a:solidFill>
                <a:latin typeface="Times New Roman"/>
                <a:ea typeface="Times New Roman"/>
                <a:cs typeface="Times New Roman"/>
                <a:sym typeface="Times New Roman"/>
              </a:rPr>
              <a:t>Này là tình mến gửi trao, Giữa ngàn nguy khó chẳng nao.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1" name="Shape 1051"/>
        <p:cNvGrpSpPr/>
        <p:nvPr/>
      </p:nvGrpSpPr>
      <p:grpSpPr>
        <a:xfrm>
          <a:off x="0" y="0"/>
          <a:ext cx="0" cy="0"/>
          <a:chOff x="0" y="0"/>
          <a:chExt cx="0" cy="0"/>
        </a:xfrm>
      </p:grpSpPr>
      <p:sp>
        <p:nvSpPr>
          <p:cNvPr id="1052" name="Google Shape;1052;h6ba7c7f0c6428fb5_1_4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Ngày dài năm tháng qua mau, Đời con bên Ngài nương náu.</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6" name="Shape 1056"/>
        <p:cNvGrpSpPr/>
        <p:nvPr/>
      </p:nvGrpSpPr>
      <p:grpSpPr>
        <a:xfrm>
          <a:off x="0" y="0"/>
          <a:ext cx="0" cy="0"/>
          <a:chOff x="0" y="0"/>
          <a:chExt cx="0" cy="0"/>
        </a:xfrm>
      </p:grpSpPr>
      <p:sp>
        <p:nvSpPr>
          <p:cNvPr id="1057" name="Google Shape;1057;h6ba7c7f0c6428fb5_1_5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Lễ vật chẳng có là bao, Nhưng lòng yêu mến dâng trao.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1" name="Shape 1061"/>
        <p:cNvGrpSpPr/>
        <p:nvPr/>
      </p:nvGrpSpPr>
      <p:grpSpPr>
        <a:xfrm>
          <a:off x="0" y="0"/>
          <a:ext cx="0" cy="0"/>
          <a:chOff x="0" y="0"/>
          <a:chExt cx="0" cy="0"/>
        </a:xfrm>
      </p:grpSpPr>
      <p:sp>
        <p:nvSpPr>
          <p:cNvPr id="1062" name="Google Shape;1062;h6ba7c7f0c6428fb5_1_5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Xin nguồn ơn thánh trên cao, Hồng ân ban xuống dạt dào.</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6" name="Shape 1066"/>
        <p:cNvGrpSpPr/>
        <p:nvPr/>
      </p:nvGrpSpPr>
      <p:grpSpPr>
        <a:xfrm>
          <a:off x="0" y="0"/>
          <a:ext cx="0" cy="0"/>
          <a:chOff x="0" y="0"/>
          <a:chExt cx="0" cy="0"/>
        </a:xfrm>
      </p:grpSpPr>
      <p:sp>
        <p:nvSpPr>
          <p:cNvPr id="1067" name="Google Shape;1067;h6ba7c7f0c6428fb5_1_6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Này đây lễ vật tình tuyền,</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1" name="Shape 1071"/>
        <p:cNvGrpSpPr/>
        <p:nvPr/>
      </p:nvGrpSpPr>
      <p:grpSpPr>
        <a:xfrm>
          <a:off x="0" y="0"/>
          <a:ext cx="0" cy="0"/>
          <a:chOff x="0" y="0"/>
          <a:chExt cx="0" cy="0"/>
        </a:xfrm>
      </p:grpSpPr>
      <p:sp>
        <p:nvSpPr>
          <p:cNvPr id="1072" name="Google Shape;1072;h6ba7c7f0c6428fb5_1_6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chemeClr val="lt1"/>
                </a:solidFill>
                <a:latin typeface="Times New Roman"/>
                <a:ea typeface="Times New Roman"/>
                <a:cs typeface="Times New Roman"/>
                <a:sym typeface="Times New Roman"/>
              </a:rPr>
              <a:t>Cầu mong công ơn Chúa Con cứu đời lầm than héo hon. Này đây lễ vật thanh khiết, </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6" name="Shape 1076"/>
        <p:cNvGrpSpPr/>
        <p:nvPr/>
      </p:nvGrpSpPr>
      <p:grpSpPr>
        <a:xfrm>
          <a:off x="0" y="0"/>
          <a:ext cx="0" cy="0"/>
          <a:chOff x="0" y="0"/>
          <a:chExt cx="0" cy="0"/>
        </a:xfrm>
      </p:grpSpPr>
      <p:sp>
        <p:nvSpPr>
          <p:cNvPr id="1077" name="Google Shape;1077;h6ba7c7f0c6428fb5_1_7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Chúa ơi thương tình đoái nhận, Ban phần sự sống muôn đời.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1" name="Shape 1081"/>
        <p:cNvGrpSpPr/>
        <p:nvPr/>
      </p:nvGrpSpPr>
      <p:grpSpPr>
        <a:xfrm>
          <a:off x="0" y="0"/>
          <a:ext cx="0" cy="0"/>
          <a:chOff x="0" y="0"/>
          <a:chExt cx="0" cy="0"/>
        </a:xfrm>
      </p:grpSpPr>
      <p:pic>
        <p:nvPicPr>
          <p:cNvPr id="1082" name="Google Shape;1082;g3e5a0c7ab5b_0_256"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6" name="Shape 1086"/>
        <p:cNvGrpSpPr/>
        <p:nvPr/>
      </p:nvGrpSpPr>
      <p:grpSpPr>
        <a:xfrm>
          <a:off x="0" y="0"/>
          <a:ext cx="0" cy="0"/>
          <a:chOff x="0" y="0"/>
          <a:chExt cx="0" cy="0"/>
        </a:xfrm>
      </p:grpSpPr>
      <p:sp>
        <p:nvSpPr>
          <p:cNvPr id="1087" name="Google Shape;1087;p202"/>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4000"/>
              <a:buFont typeface="Times"/>
              <a:buNone/>
            </a:pPr>
            <a:br>
              <a:rPr b="1" lang="en-US" sz="4000">
                <a:solidFill>
                  <a:schemeClr val="accent4"/>
                </a:solidFill>
                <a:latin typeface="Times"/>
                <a:ea typeface="Times"/>
                <a:cs typeface="Times"/>
                <a:sym typeface="Times"/>
              </a:rPr>
            </a:br>
            <a:r>
              <a:rPr b="1" lang="en-US" sz="4000">
                <a:solidFill>
                  <a:schemeClr val="accent4"/>
                </a:solidFill>
                <a:latin typeface="Times"/>
                <a:ea typeface="Times"/>
                <a:cs typeface="Times"/>
                <a:sym typeface="Times"/>
              </a:rPr>
              <a:t>KINH THÁNH, THÁNH</a:t>
            </a:r>
            <a:br>
              <a:rPr b="1" lang="en-US" sz="4000">
                <a:solidFill>
                  <a:schemeClr val="accent4"/>
                </a:solidFill>
                <a:latin typeface="Times"/>
                <a:ea typeface="Times"/>
                <a:cs typeface="Times"/>
                <a:sym typeface="Times"/>
              </a:rPr>
            </a:br>
            <a:r>
              <a:rPr b="1" lang="en-US" sz="7200">
                <a:solidFill>
                  <a:schemeClr val="lt1"/>
                </a:solidFill>
                <a:latin typeface="Times"/>
                <a:ea typeface="Times"/>
                <a:cs typeface="Times"/>
                <a:sym typeface="Times"/>
              </a:rPr>
              <a:t>Thánh, Thánh, Thánh. Chúa là Thiên Chúa các đạo binh</a:t>
            </a:r>
            <a:br>
              <a:rPr b="1" lang="en-US" sz="7200">
                <a:solidFill>
                  <a:schemeClr val="lt1"/>
                </a:solidFill>
                <a:latin typeface="Times"/>
                <a:ea typeface="Times"/>
                <a:cs typeface="Times"/>
                <a:sym typeface="Times"/>
              </a:rPr>
            </a:br>
            <a:endParaRPr b="1" sz="7200">
              <a:solidFill>
                <a:schemeClr val="lt1"/>
              </a:solidFill>
              <a:latin typeface="Times"/>
              <a:ea typeface="Times"/>
              <a:cs typeface="Times"/>
              <a:sym typeface="Times"/>
            </a:endParaRPr>
          </a:p>
        </p:txBody>
      </p:sp>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1" name="Shape 1091"/>
        <p:cNvGrpSpPr/>
        <p:nvPr/>
      </p:nvGrpSpPr>
      <p:grpSpPr>
        <a:xfrm>
          <a:off x="0" y="0"/>
          <a:ext cx="0" cy="0"/>
          <a:chOff x="0" y="0"/>
          <a:chExt cx="0" cy="0"/>
        </a:xfrm>
      </p:grpSpPr>
      <p:sp>
        <p:nvSpPr>
          <p:cNvPr id="1092" name="Google Shape;1092;p203"/>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a:ea typeface="Times"/>
                <a:cs typeface="Times"/>
                <a:sym typeface="Times"/>
              </a:rPr>
              <a:t>Trời đất đầy vinh quang Chúa. Hoan hô Chúa trên các tầng trời.</a:t>
            </a:r>
            <a:endParaRPr b="1" sz="7200">
              <a:solidFill>
                <a:schemeClr val="lt1"/>
              </a:solidFill>
              <a:latin typeface="Times"/>
              <a:ea typeface="Times"/>
              <a:cs typeface="Times"/>
              <a:sym typeface="Times"/>
            </a:endParaRPr>
          </a:p>
        </p:txBody>
      </p:sp>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6" name="Shape 1096"/>
        <p:cNvGrpSpPr/>
        <p:nvPr/>
      </p:nvGrpSpPr>
      <p:grpSpPr>
        <a:xfrm>
          <a:off x="0" y="0"/>
          <a:ext cx="0" cy="0"/>
          <a:chOff x="0" y="0"/>
          <a:chExt cx="0" cy="0"/>
        </a:xfrm>
      </p:grpSpPr>
      <p:sp>
        <p:nvSpPr>
          <p:cNvPr id="1097" name="Google Shape;1097;p204"/>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a:ea typeface="Times"/>
                <a:cs typeface="Times"/>
                <a:sym typeface="Times"/>
              </a:rPr>
              <a:t>Chúc tụng Đấng ngự đến nhân danh Chúa. Hoan hô Chúa trên các tầng trời.</a:t>
            </a:r>
            <a:endParaRPr b="1" sz="7200">
              <a:solidFill>
                <a:schemeClr val="lt1"/>
              </a:solidFill>
              <a:latin typeface="Times"/>
              <a:ea typeface="Times"/>
              <a:cs typeface="Times"/>
              <a:sym typeface="Times"/>
            </a:endParaRPr>
          </a:p>
        </p:txBody>
      </p:sp>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1" name="Shape 1101"/>
        <p:cNvGrpSpPr/>
        <p:nvPr/>
      </p:nvGrpSpPr>
      <p:grpSpPr>
        <a:xfrm>
          <a:off x="0" y="0"/>
          <a:ext cx="0" cy="0"/>
          <a:chOff x="0" y="0"/>
          <a:chExt cx="0" cy="0"/>
        </a:xfrm>
      </p:grpSpPr>
      <p:pic>
        <p:nvPicPr>
          <p:cNvPr id="1102" name="Google Shape;1102;g3e5a0c7ab5b_0_335"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g3a42a8b53c1_2_26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4000"/>
              <a:buFont typeface="Times"/>
              <a:buNone/>
            </a:pPr>
            <a:br>
              <a:rPr b="1" lang="en-US" sz="4000">
                <a:solidFill>
                  <a:schemeClr val="accent4"/>
                </a:solidFill>
                <a:latin typeface="Times New Roman"/>
                <a:ea typeface="Times New Roman"/>
                <a:cs typeface="Times New Roman"/>
                <a:sym typeface="Times New Roman"/>
              </a:rPr>
            </a:br>
            <a:r>
              <a:rPr b="1" lang="en-US" sz="4000">
                <a:solidFill>
                  <a:schemeClr val="accent4"/>
                </a:solidFill>
                <a:latin typeface="Times New Roman"/>
                <a:ea typeface="Times New Roman"/>
                <a:cs typeface="Times New Roman"/>
                <a:sym typeface="Times New Roman"/>
              </a:rPr>
              <a:t>CHIÊN THIÊN CHÚA</a:t>
            </a:r>
            <a:endParaRPr b="1" sz="4000">
              <a:solidFill>
                <a:schemeClr val="accent4"/>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accent4"/>
              </a:buClr>
              <a:buSzPts val="4000"/>
              <a:buFont typeface="Times"/>
              <a:buNone/>
            </a:pPr>
            <a:r>
              <a:rPr b="1" lang="en-US" sz="6600">
                <a:solidFill>
                  <a:schemeClr val="lt1"/>
                </a:solidFill>
                <a:latin typeface="Times New Roman"/>
                <a:ea typeface="Times New Roman"/>
                <a:cs typeface="Times New Roman"/>
                <a:sym typeface="Times New Roman"/>
              </a:rPr>
              <a:t>Lạy Chiên Thiên Chúa, Đấng xóa tội trần gian, xin thương xót chúng con.</a:t>
            </a:r>
            <a:br>
              <a:rPr b="1" lang="en-US" sz="7200">
                <a:solidFill>
                  <a:schemeClr val="lt1"/>
                </a:solidFill>
                <a:latin typeface="Times New Roman"/>
                <a:ea typeface="Times New Roman"/>
                <a:cs typeface="Times New Roman"/>
                <a:sym typeface="Times New Roman"/>
              </a:rPr>
            </a:b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1" name="Shape 1111"/>
        <p:cNvGrpSpPr/>
        <p:nvPr/>
      </p:nvGrpSpPr>
      <p:grpSpPr>
        <a:xfrm>
          <a:off x="0" y="0"/>
          <a:ext cx="0" cy="0"/>
          <a:chOff x="0" y="0"/>
          <a:chExt cx="0" cy="0"/>
        </a:xfrm>
      </p:grpSpPr>
      <p:sp>
        <p:nvSpPr>
          <p:cNvPr id="1112" name="Google Shape;1112;p207"/>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Lạy Chiên Thiên Chúa, Đấng xóa tội trần gian: xin thương xót chúng con.</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6" name="Shape 1116"/>
        <p:cNvGrpSpPr/>
        <p:nvPr/>
      </p:nvGrpSpPr>
      <p:grpSpPr>
        <a:xfrm>
          <a:off x="0" y="0"/>
          <a:ext cx="0" cy="0"/>
          <a:chOff x="0" y="0"/>
          <a:chExt cx="0" cy="0"/>
        </a:xfrm>
      </p:grpSpPr>
      <p:sp>
        <p:nvSpPr>
          <p:cNvPr id="1117" name="Google Shape;1117;p20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Lạy Chiên Thiên Chúa, Đấng xóa tội trần gian: xin ban bình an cho chúng con.</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1" name="Shape 1121"/>
        <p:cNvGrpSpPr/>
        <p:nvPr/>
      </p:nvGrpSpPr>
      <p:grpSpPr>
        <a:xfrm>
          <a:off x="0" y="0"/>
          <a:ext cx="0" cy="0"/>
          <a:chOff x="0" y="0"/>
          <a:chExt cx="0" cy="0"/>
        </a:xfrm>
      </p:grpSpPr>
      <p:pic>
        <p:nvPicPr>
          <p:cNvPr id="1122" name="Google Shape;1122;g3e5a0c7ab5b_0_339"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6" name="Shape 1126"/>
        <p:cNvGrpSpPr/>
        <p:nvPr/>
      </p:nvGrpSpPr>
      <p:grpSpPr>
        <a:xfrm>
          <a:off x="0" y="0"/>
          <a:ext cx="0" cy="0"/>
          <a:chOff x="0" y="0"/>
          <a:chExt cx="0" cy="0"/>
        </a:xfrm>
      </p:grpSpPr>
      <p:sp>
        <p:nvSpPr>
          <p:cNvPr id="1127" name="Google Shape;1127;h2804c67a31022ed3_0_0"/>
          <p:cNvSpPr txBox="1"/>
          <p:nvPr>
            <p:ph type="ctrTitle"/>
          </p:nvPr>
        </p:nvSpPr>
        <p:spPr>
          <a:xfrm>
            <a:off x="0" y="680400"/>
            <a:ext cx="9144000" cy="44631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4"/>
              </a:buClr>
              <a:buSzPts val="4000"/>
              <a:buFont typeface="Times"/>
              <a:buNone/>
            </a:pPr>
            <a:r>
              <a:rPr b="1" lang="en-US" sz="7000">
                <a:solidFill>
                  <a:schemeClr val="lt1"/>
                </a:solidFill>
                <a:latin typeface="Times New Roman"/>
                <a:ea typeface="Times New Roman"/>
                <a:cs typeface="Times New Roman"/>
                <a:sym typeface="Times New Roman"/>
              </a:rPr>
              <a:t>Chúa phán: Ta là bánh hằng sống từ trời xuống. Ai ăn bánh này, sẽ sống đời đời.</a:t>
            </a:r>
            <a:endParaRPr b="1" sz="7000">
              <a:solidFill>
                <a:schemeClr val="lt1"/>
              </a:solidFill>
              <a:latin typeface="Times New Roman"/>
              <a:ea typeface="Times New Roman"/>
              <a:cs typeface="Times New Roman"/>
              <a:sym typeface="Times New Roman"/>
            </a:endParaRPr>
          </a:p>
        </p:txBody>
      </p:sp>
      <p:sp>
        <p:nvSpPr>
          <p:cNvPr id="1128" name="Google Shape;1128;h2804c67a31022ed3_0_0"/>
          <p:cNvSpPr txBox="1"/>
          <p:nvPr/>
        </p:nvSpPr>
        <p:spPr>
          <a:xfrm>
            <a:off x="0" y="0"/>
            <a:ext cx="9144000" cy="800400"/>
          </a:xfrm>
          <a:prstGeom prst="rect">
            <a:avLst/>
          </a:prstGeom>
          <a:solidFill>
            <a:srgbClr val="002060"/>
          </a:solid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4000"/>
              <a:buFont typeface="Arial"/>
              <a:buNone/>
            </a:pPr>
            <a:r>
              <a:rPr b="1" i="0" lang="en-US" sz="4000" u="none" cap="none" strike="noStrike">
                <a:solidFill>
                  <a:schemeClr val="accent4"/>
                </a:solidFill>
                <a:latin typeface="Times"/>
                <a:ea typeface="Times"/>
                <a:cs typeface="Times"/>
                <a:sym typeface="Times"/>
              </a:rPr>
              <a:t>CA HIỆP LỄ</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2" name="Shape 1132"/>
        <p:cNvGrpSpPr/>
        <p:nvPr/>
      </p:nvGrpSpPr>
      <p:grpSpPr>
        <a:xfrm>
          <a:off x="0" y="0"/>
          <a:ext cx="0" cy="0"/>
          <a:chOff x="0" y="0"/>
          <a:chExt cx="0" cy="0"/>
        </a:xfrm>
      </p:grpSpPr>
      <p:pic>
        <p:nvPicPr>
          <p:cNvPr id="1133" name="Google Shape;1133;g3e5a0c7ab5b_0_343"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h1d72e0b711e8a63f_0_8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HIỆP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CON GẶP CHÚA</a:t>
            </a:r>
            <a:br>
              <a:rPr b="1" i="0" lang="en-US" sz="4700">
                <a:latin typeface="Times New Roman"/>
                <a:ea typeface="Times New Roman"/>
                <a:cs typeface="Times New Roman"/>
                <a:sym typeface="Times New Roman"/>
              </a:rPr>
            </a:br>
            <a:r>
              <a:rPr b="1" i="1" lang="en-US" sz="4000">
                <a:solidFill>
                  <a:schemeClr val="accent4"/>
                </a:solidFill>
                <a:latin typeface="Times New Roman"/>
                <a:ea typeface="Times New Roman"/>
                <a:cs typeface="Times New Roman"/>
                <a:sym typeface="Times New Roman"/>
              </a:rPr>
              <a:t>(</a:t>
            </a:r>
            <a:r>
              <a:rPr b="1" i="1" lang="en-US" sz="4000">
                <a:solidFill>
                  <a:schemeClr val="accent4"/>
                </a:solidFill>
                <a:latin typeface="Times New Roman"/>
                <a:ea typeface="Times New Roman"/>
                <a:cs typeface="Times New Roman"/>
                <a:sym typeface="Times New Roman"/>
              </a:rPr>
              <a:t>Phạm Quang</a:t>
            </a:r>
            <a:r>
              <a:rPr b="1" i="1" lang="en-US" sz="4000">
                <a:solidFill>
                  <a:schemeClr val="accent4"/>
                </a:solidFill>
                <a:latin typeface="Times New Roman"/>
                <a:ea typeface="Times New Roman"/>
                <a:cs typeface="Times New Roman"/>
                <a:sym typeface="Times New Roman"/>
              </a:rPr>
              <a:t>)</a:t>
            </a:r>
            <a:endParaRPr b="1" sz="4000">
              <a:solidFill>
                <a:schemeClr val="accent4"/>
              </a:solidFill>
              <a:latin typeface="Times New Roman"/>
              <a:ea typeface="Times New Roman"/>
              <a:cs typeface="Times New Roman"/>
              <a:sym typeface="Times New Roman"/>
            </a:endParaRPr>
          </a:p>
        </p:txBody>
      </p:sp>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2" name="Shape 1142"/>
        <p:cNvGrpSpPr/>
        <p:nvPr/>
      </p:nvGrpSpPr>
      <p:grpSpPr>
        <a:xfrm>
          <a:off x="0" y="0"/>
          <a:ext cx="0" cy="0"/>
          <a:chOff x="0" y="0"/>
          <a:chExt cx="0" cy="0"/>
        </a:xfrm>
      </p:grpSpPr>
      <p:sp>
        <p:nvSpPr>
          <p:cNvPr id="1143" name="Google Shape;1143;h1d72e0b711e8a63f_0_84"/>
          <p:cNvSpPr txBox="1"/>
          <p:nvPr>
            <p:ph idx="1" type="subTitle"/>
          </p:nvPr>
        </p:nvSpPr>
        <p:spPr>
          <a:xfrm>
            <a:off x="7999"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rgbClr val="FFFF00"/>
                </a:solidFill>
                <a:latin typeface="Times New Roman"/>
                <a:ea typeface="Times New Roman"/>
                <a:cs typeface="Times New Roman"/>
                <a:sym typeface="Times New Roman"/>
              </a:rPr>
              <a:t>1. </a:t>
            </a:r>
            <a:r>
              <a:rPr b="1" lang="en-US" sz="6800">
                <a:solidFill>
                  <a:schemeClr val="lt1"/>
                </a:solidFill>
                <a:latin typeface="Times New Roman"/>
                <a:ea typeface="Times New Roman"/>
                <a:cs typeface="Times New Roman"/>
                <a:sym typeface="Times New Roman"/>
              </a:rPr>
              <a:t>Hằng ngày con gặp được Chúa, Trong những anh em. Trong những tha nhân cùng con đồng hành.</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7" name="Shape 1147"/>
        <p:cNvGrpSpPr/>
        <p:nvPr/>
      </p:nvGrpSpPr>
      <p:grpSpPr>
        <a:xfrm>
          <a:off x="0" y="0"/>
          <a:ext cx="0" cy="0"/>
          <a:chOff x="0" y="0"/>
          <a:chExt cx="0" cy="0"/>
        </a:xfrm>
      </p:grpSpPr>
      <p:sp>
        <p:nvSpPr>
          <p:cNvPr id="1148" name="Google Shape;1148;h1d72e0b711e8a63f_0_9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Hằng ngày con gặp được Chúa, Trên các vỉa hè, Trên đường phố </a:t>
            </a:r>
            <a:r>
              <a:rPr b="1" lang="en-US" sz="6800">
                <a:solidFill>
                  <a:schemeClr val="lt1"/>
                </a:solidFill>
                <a:latin typeface="Times New Roman"/>
                <a:ea typeface="Times New Roman"/>
                <a:cs typeface="Times New Roman"/>
                <a:sym typeface="Times New Roman"/>
              </a:rPr>
              <a:t>trưa trong quán cơm chiều.</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2" name="Shape 1152"/>
        <p:cNvGrpSpPr/>
        <p:nvPr/>
      </p:nvGrpSpPr>
      <p:grpSpPr>
        <a:xfrm>
          <a:off x="0" y="0"/>
          <a:ext cx="0" cy="0"/>
          <a:chOff x="0" y="0"/>
          <a:chExt cx="0" cy="0"/>
        </a:xfrm>
      </p:grpSpPr>
      <p:sp>
        <p:nvSpPr>
          <p:cNvPr id="1153" name="Google Shape;1153;h6ba7c7f0c6428fb5_1_8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Hằng ngày con gặp được Chúa, Con thấy vui hơn, Con thấy vui hơn, Đời không lạc loài.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7" name="Shape 1157"/>
        <p:cNvGrpSpPr/>
        <p:nvPr/>
      </p:nvGrpSpPr>
      <p:grpSpPr>
        <a:xfrm>
          <a:off x="0" y="0"/>
          <a:ext cx="0" cy="0"/>
          <a:chOff x="0" y="0"/>
          <a:chExt cx="0" cy="0"/>
        </a:xfrm>
      </p:grpSpPr>
      <p:sp>
        <p:nvSpPr>
          <p:cNvPr id="1158" name="Google Shape;1158;h6ba7c7f0c6428fb5_1_8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Hằng ngày con tìm gặp Chúa, Chia sớt ngọt bùi, San sẻ áo cơm sưởi ấm lòng người.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2" name="Shape 1162"/>
        <p:cNvGrpSpPr/>
        <p:nvPr/>
      </p:nvGrpSpPr>
      <p:grpSpPr>
        <a:xfrm>
          <a:off x="0" y="0"/>
          <a:ext cx="0" cy="0"/>
          <a:chOff x="0" y="0"/>
          <a:chExt cx="0" cy="0"/>
        </a:xfrm>
      </p:grpSpPr>
      <p:sp>
        <p:nvSpPr>
          <p:cNvPr id="1163" name="Google Shape;1163;h6ba7c7f0c6428fb5_1_91"/>
          <p:cNvSpPr txBox="1"/>
          <p:nvPr>
            <p:ph idx="1" type="subTitle"/>
          </p:nvPr>
        </p:nvSpPr>
        <p:spPr>
          <a:xfrm>
            <a:off x="7999"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rgbClr val="FFFF00"/>
                </a:solidFill>
                <a:latin typeface="Times New Roman"/>
                <a:ea typeface="Times New Roman"/>
                <a:cs typeface="Times New Roman"/>
                <a:sym typeface="Times New Roman"/>
              </a:rPr>
              <a:t>ĐK: </a:t>
            </a:r>
            <a:r>
              <a:rPr b="1" lang="en-US" sz="6800">
                <a:solidFill>
                  <a:schemeClr val="lt1"/>
                </a:solidFill>
                <a:latin typeface="Times New Roman"/>
                <a:ea typeface="Times New Roman"/>
                <a:cs typeface="Times New Roman"/>
                <a:sym typeface="Times New Roman"/>
              </a:rPr>
              <a:t>Lời Ngài con vẫn nhớ luôn, Ai yêu tha nhân là chính yêu Ngài.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7" name="Shape 1167"/>
        <p:cNvGrpSpPr/>
        <p:nvPr/>
      </p:nvGrpSpPr>
      <p:grpSpPr>
        <a:xfrm>
          <a:off x="0" y="0"/>
          <a:ext cx="0" cy="0"/>
          <a:chOff x="0" y="0"/>
          <a:chExt cx="0" cy="0"/>
        </a:xfrm>
      </p:grpSpPr>
      <p:sp>
        <p:nvSpPr>
          <p:cNvPr id="1168" name="Google Shape;1168;h6ba7c7f0c6428fb5_1_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Lời Ngài con đâu dám quên, Yêu Ngài là yêu anh em.</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2" name="Shape 1172"/>
        <p:cNvGrpSpPr/>
        <p:nvPr/>
      </p:nvGrpSpPr>
      <p:grpSpPr>
        <a:xfrm>
          <a:off x="0" y="0"/>
          <a:ext cx="0" cy="0"/>
          <a:chOff x="0" y="0"/>
          <a:chExt cx="0" cy="0"/>
        </a:xfrm>
      </p:grpSpPr>
      <p:sp>
        <p:nvSpPr>
          <p:cNvPr id="1173" name="Google Shape;1173;h6ba7c7f0c6428fb5_1_109"/>
          <p:cNvSpPr txBox="1"/>
          <p:nvPr>
            <p:ph idx="1" type="subTitle"/>
          </p:nvPr>
        </p:nvSpPr>
        <p:spPr>
          <a:xfrm>
            <a:off x="7999"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rgbClr val="FFFF00"/>
                </a:solidFill>
                <a:latin typeface="Times New Roman"/>
                <a:ea typeface="Times New Roman"/>
                <a:cs typeface="Times New Roman"/>
                <a:sym typeface="Times New Roman"/>
              </a:rPr>
              <a:t>2</a:t>
            </a:r>
            <a:r>
              <a:rPr b="1" lang="en-US" sz="6800">
                <a:solidFill>
                  <a:srgbClr val="FFFF00"/>
                </a:solidFill>
                <a:latin typeface="Times New Roman"/>
                <a:ea typeface="Times New Roman"/>
                <a:cs typeface="Times New Roman"/>
                <a:sym typeface="Times New Roman"/>
              </a:rPr>
              <a:t>. </a:t>
            </a:r>
            <a:r>
              <a:rPr b="1" lang="en-US" sz="6800">
                <a:solidFill>
                  <a:schemeClr val="lt1"/>
                </a:solidFill>
                <a:latin typeface="Times New Roman"/>
                <a:ea typeface="Times New Roman"/>
                <a:cs typeface="Times New Roman"/>
                <a:sym typeface="Times New Roman"/>
              </a:rPr>
              <a:t>Hằng ngày con gặp được Chúa, Nơi bác công nhân, Trong bác nông dân, Ngày đêm miệt mài.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7" name="Shape 1177"/>
        <p:cNvGrpSpPr/>
        <p:nvPr/>
      </p:nvGrpSpPr>
      <p:grpSpPr>
        <a:xfrm>
          <a:off x="0" y="0"/>
          <a:ext cx="0" cy="0"/>
          <a:chOff x="0" y="0"/>
          <a:chExt cx="0" cy="0"/>
        </a:xfrm>
      </p:grpSpPr>
      <p:sp>
        <p:nvSpPr>
          <p:cNvPr id="1178" name="Google Shape;1178;h6ba7c7f0c6428fb5_1_1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Hằng ngày con gặp được Chúa, Trên các nẻo đường, Ông bà mến thương, Em bé đến mời.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2" name="Shape 1182"/>
        <p:cNvGrpSpPr/>
        <p:nvPr/>
      </p:nvGrpSpPr>
      <p:grpSpPr>
        <a:xfrm>
          <a:off x="0" y="0"/>
          <a:ext cx="0" cy="0"/>
          <a:chOff x="0" y="0"/>
          <a:chExt cx="0" cy="0"/>
        </a:xfrm>
      </p:grpSpPr>
      <p:sp>
        <p:nvSpPr>
          <p:cNvPr id="1183" name="Google Shape;1183;h6ba7c7f0c6428fb5_1_11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Hằng ngày con gặp được Chúa, Khi đám tang qua, Em bé sinh ra, Buồn vui dập dồn.</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7" name="Shape 1187"/>
        <p:cNvGrpSpPr/>
        <p:nvPr/>
      </p:nvGrpSpPr>
      <p:grpSpPr>
        <a:xfrm>
          <a:off x="0" y="0"/>
          <a:ext cx="0" cy="0"/>
          <a:chOff x="0" y="0"/>
          <a:chExt cx="0" cy="0"/>
        </a:xfrm>
      </p:grpSpPr>
      <p:sp>
        <p:nvSpPr>
          <p:cNvPr id="1188" name="Google Shape;1188;h6ba7c7f0c6428fb5_1_12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Hằng ngày con gặp được Chúa, Trong xóm nhà nghèo, Tiêu điều xác xơ, Bình an phận người.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2" name="Shape 1192"/>
        <p:cNvGrpSpPr/>
        <p:nvPr/>
      </p:nvGrpSpPr>
      <p:grpSpPr>
        <a:xfrm>
          <a:off x="0" y="0"/>
          <a:ext cx="0" cy="0"/>
          <a:chOff x="0" y="0"/>
          <a:chExt cx="0" cy="0"/>
        </a:xfrm>
      </p:grpSpPr>
      <p:sp>
        <p:nvSpPr>
          <p:cNvPr id="1193" name="Google Shape;1193;h6ba7c7f0c6428fb5_1_125"/>
          <p:cNvSpPr txBox="1"/>
          <p:nvPr>
            <p:ph idx="1" type="subTitle"/>
          </p:nvPr>
        </p:nvSpPr>
        <p:spPr>
          <a:xfrm>
            <a:off x="7999"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rgbClr val="FFFF00"/>
                </a:solidFill>
                <a:latin typeface="Times New Roman"/>
                <a:ea typeface="Times New Roman"/>
                <a:cs typeface="Times New Roman"/>
                <a:sym typeface="Times New Roman"/>
              </a:rPr>
              <a:t>ĐK: </a:t>
            </a:r>
            <a:r>
              <a:rPr b="1" lang="en-US" sz="6800">
                <a:solidFill>
                  <a:schemeClr val="lt1"/>
                </a:solidFill>
                <a:latin typeface="Times New Roman"/>
                <a:ea typeface="Times New Roman"/>
                <a:cs typeface="Times New Roman"/>
                <a:sym typeface="Times New Roman"/>
              </a:rPr>
              <a:t>Lời Ngài con vẫn nhớ luôn, Ai yêu tha nhân là chính yêu Ngài.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sp>
        <p:nvSpPr>
          <p:cNvPr id="1198" name="Google Shape;1198;h6ba7c7f0c6428fb5_1_1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Lời Ngài con đâu dám quên, Yêu Ngài là yêu anh em.</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2" name="Shape 1202"/>
        <p:cNvGrpSpPr/>
        <p:nvPr/>
      </p:nvGrpSpPr>
      <p:grpSpPr>
        <a:xfrm>
          <a:off x="0" y="0"/>
          <a:ext cx="0" cy="0"/>
          <a:chOff x="0" y="0"/>
          <a:chExt cx="0" cy="0"/>
        </a:xfrm>
      </p:grpSpPr>
      <p:pic>
        <p:nvPicPr>
          <p:cNvPr id="1203" name="Google Shape;1203;h6ba7c7f0c6428fb5_1_189"/>
          <p:cNvPicPr preferRelativeResize="0"/>
          <p:nvPr/>
        </p:nvPicPr>
        <p:blipFill>
          <a:blip r:embed="rId3">
            <a:alphaModFix/>
          </a:blip>
          <a:stretch>
            <a:fillRect/>
          </a:stretch>
        </p:blipFill>
        <p:spPr>
          <a:xfrm>
            <a:off x="0" y="0"/>
            <a:ext cx="9144003" cy="5143490"/>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g3fb3359abd2_0_14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KẾT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ĐỀN TẠ </a:t>
            </a:r>
            <a:br>
              <a:rPr b="1" lang="en-US" sz="6700">
                <a:solidFill>
                  <a:srgbClr val="FFFF00"/>
                </a:solidFill>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TRÁI TIM MẸ</a:t>
            </a:r>
            <a:br>
              <a:rPr b="1" lang="en-US" sz="6700">
                <a:solidFill>
                  <a:srgbClr val="FFFF00"/>
                </a:solidFill>
                <a:latin typeface="Times New Roman"/>
                <a:ea typeface="Times New Roman"/>
                <a:cs typeface="Times New Roman"/>
                <a:sym typeface="Times New Roman"/>
              </a:rPr>
            </a:br>
            <a:r>
              <a:rPr b="1" i="1" lang="en-US" sz="4700">
                <a:solidFill>
                  <a:srgbClr val="FFD966"/>
                </a:solidFill>
                <a:latin typeface="Times New Roman"/>
                <a:ea typeface="Times New Roman"/>
                <a:cs typeface="Times New Roman"/>
                <a:sym typeface="Times New Roman"/>
              </a:rPr>
              <a:t>(</a:t>
            </a:r>
            <a:r>
              <a:rPr b="1" i="1" lang="en-US" sz="4700">
                <a:solidFill>
                  <a:srgbClr val="FFD966"/>
                </a:solidFill>
                <a:latin typeface="Times New Roman"/>
                <a:ea typeface="Times New Roman"/>
                <a:cs typeface="Times New Roman"/>
                <a:sym typeface="Times New Roman"/>
              </a:rPr>
              <a:t>Nguyễn Khắc Tuần</a:t>
            </a:r>
            <a:r>
              <a:rPr b="1" i="1" lang="en-US" sz="4700">
                <a:solidFill>
                  <a:srgbClr val="FFD966"/>
                </a:solidFill>
                <a:latin typeface="Times New Roman"/>
                <a:ea typeface="Times New Roman"/>
                <a:cs typeface="Times New Roman"/>
                <a:sym typeface="Times New Roman"/>
              </a:rPr>
              <a:t>)</a:t>
            </a:r>
            <a:endParaRPr b="1" sz="4700">
              <a:solidFill>
                <a:srgbClr val="FFD966"/>
              </a:solidFill>
              <a:latin typeface="Times New Roman"/>
              <a:ea typeface="Times New Roman"/>
              <a:cs typeface="Times New Roman"/>
              <a:sym typeface="Times New Roman"/>
            </a:endParaRPr>
          </a:p>
        </p:txBody>
      </p:sp>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2" name="Shape 1212"/>
        <p:cNvGrpSpPr/>
        <p:nvPr/>
      </p:nvGrpSpPr>
      <p:grpSpPr>
        <a:xfrm>
          <a:off x="0" y="0"/>
          <a:ext cx="0" cy="0"/>
          <a:chOff x="0" y="0"/>
          <a:chExt cx="0" cy="0"/>
        </a:xfrm>
      </p:grpSpPr>
      <p:sp>
        <p:nvSpPr>
          <p:cNvPr id="1213" name="Google Shape;1213;g3fb3359abd2_0_1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rgbClr val="FFFF00"/>
                </a:solidFill>
                <a:latin typeface="Times New Roman"/>
                <a:ea typeface="Times New Roman"/>
                <a:cs typeface="Times New Roman"/>
                <a:sym typeface="Times New Roman"/>
              </a:rPr>
              <a:t>ĐK:</a:t>
            </a:r>
            <a:r>
              <a:rPr b="1" lang="en-US" sz="6800">
                <a:solidFill>
                  <a:schemeClr val="lt1"/>
                </a:solidFill>
                <a:latin typeface="Times New Roman"/>
                <a:ea typeface="Times New Roman"/>
                <a:cs typeface="Times New Roman"/>
                <a:sym typeface="Times New Roman"/>
              </a:rPr>
              <a:t> Lạy Mẹ Fa-ti-ma, Mẹ nỉ non bao lần. Tội gian trần để phiền cho trái tim Mẹ.</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7" name="Shape 1217"/>
        <p:cNvGrpSpPr/>
        <p:nvPr/>
      </p:nvGrpSpPr>
      <p:grpSpPr>
        <a:xfrm>
          <a:off x="0" y="0"/>
          <a:ext cx="0" cy="0"/>
          <a:chOff x="0" y="0"/>
          <a:chExt cx="0" cy="0"/>
        </a:xfrm>
      </p:grpSpPr>
      <p:sp>
        <p:nvSpPr>
          <p:cNvPr id="1218" name="Google Shape;1218;g3fb3359abd2_0_1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Lòng Mẹ thương bao la, tình ủi an vô ngần. Con dâng mình đền thay tội lỗi muôn dân.</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2" name="Shape 1222"/>
        <p:cNvGrpSpPr/>
        <p:nvPr/>
      </p:nvGrpSpPr>
      <p:grpSpPr>
        <a:xfrm>
          <a:off x="0" y="0"/>
          <a:ext cx="0" cy="0"/>
          <a:chOff x="0" y="0"/>
          <a:chExt cx="0" cy="0"/>
        </a:xfrm>
      </p:grpSpPr>
      <p:sp>
        <p:nvSpPr>
          <p:cNvPr id="1223" name="Google Shape;1223;h6ba7c7f0c6428fb5_1_14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rgbClr val="FFFF00"/>
                </a:solidFill>
                <a:latin typeface="Times New Roman"/>
                <a:ea typeface="Times New Roman"/>
                <a:cs typeface="Times New Roman"/>
                <a:sym typeface="Times New Roman"/>
              </a:rPr>
              <a:t>1.</a:t>
            </a:r>
            <a:r>
              <a:rPr b="1" lang="en-US" sz="6800">
                <a:solidFill>
                  <a:schemeClr val="lt1"/>
                </a:solidFill>
                <a:latin typeface="Times New Roman"/>
                <a:ea typeface="Times New Roman"/>
                <a:cs typeface="Times New Roman"/>
                <a:sym typeface="Times New Roman"/>
              </a:rPr>
              <a:t> </a:t>
            </a:r>
            <a:r>
              <a:rPr b="1" lang="en-US" sz="6800">
                <a:solidFill>
                  <a:schemeClr val="lt1"/>
                </a:solidFill>
                <a:latin typeface="Times New Roman"/>
                <a:ea typeface="Times New Roman"/>
                <a:cs typeface="Times New Roman"/>
                <a:sym typeface="Times New Roman"/>
              </a:rPr>
              <a:t>Từ nay lòng con nhớ lời Mẹ tha thiết, xá gì dầu nguy biến, thề chết có Mẹ, vui có Mẹ.</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7" name="Shape 1227"/>
        <p:cNvGrpSpPr/>
        <p:nvPr/>
      </p:nvGrpSpPr>
      <p:grpSpPr>
        <a:xfrm>
          <a:off x="0" y="0"/>
          <a:ext cx="0" cy="0"/>
          <a:chOff x="0" y="0"/>
          <a:chExt cx="0" cy="0"/>
        </a:xfrm>
      </p:grpSpPr>
      <p:sp>
        <p:nvSpPr>
          <p:cNvPr id="1228" name="Google Shape;1228;h6ba7c7f0c6428fb5_1_14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Dù rằng bao sóng gió, Con lo gì, con lo gì. Chết bên Mẹ con sợ chi, Con sợ chi, Mẹ ơi!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h6ba7c7f0c6428fb5_1_15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rgbClr val="FFFF00"/>
                </a:solidFill>
                <a:latin typeface="Times New Roman"/>
                <a:ea typeface="Times New Roman"/>
                <a:cs typeface="Times New Roman"/>
                <a:sym typeface="Times New Roman"/>
              </a:rPr>
              <a:t>ĐK:</a:t>
            </a:r>
            <a:r>
              <a:rPr b="1" lang="en-US" sz="6800">
                <a:solidFill>
                  <a:schemeClr val="lt1"/>
                </a:solidFill>
                <a:latin typeface="Times New Roman"/>
                <a:ea typeface="Times New Roman"/>
                <a:cs typeface="Times New Roman"/>
                <a:sym typeface="Times New Roman"/>
              </a:rPr>
              <a:t> Lạy Mẹ Fa-ti-ma, Mẹ nỉ non bao lần. Tội gian trần để phiền cho trái tim Mẹ.</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7" name="Shape 1237"/>
        <p:cNvGrpSpPr/>
        <p:nvPr/>
      </p:nvGrpSpPr>
      <p:grpSpPr>
        <a:xfrm>
          <a:off x="0" y="0"/>
          <a:ext cx="0" cy="0"/>
          <a:chOff x="0" y="0"/>
          <a:chExt cx="0" cy="0"/>
        </a:xfrm>
      </p:grpSpPr>
      <p:sp>
        <p:nvSpPr>
          <p:cNvPr id="1238" name="Google Shape;1238;h6ba7c7f0c6428fb5_1_16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Lòng Mẹ thương bao la, tình ủi an vô ngần. Con dâng mình đền thay tội lỗi muôn dân.</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2" name="Shape 1242"/>
        <p:cNvGrpSpPr/>
        <p:nvPr/>
      </p:nvGrpSpPr>
      <p:grpSpPr>
        <a:xfrm>
          <a:off x="0" y="0"/>
          <a:ext cx="0" cy="0"/>
          <a:chOff x="0" y="0"/>
          <a:chExt cx="0" cy="0"/>
        </a:xfrm>
      </p:grpSpPr>
      <p:pic>
        <p:nvPicPr>
          <p:cNvPr id="1243" name="Google Shape;1243;h4bf80b8053991a11_1_0"/>
          <p:cNvPicPr preferRelativeResize="0"/>
          <p:nvPr/>
        </p:nvPicPr>
        <p:blipFill rotWithShape="1">
          <a:blip r:embed="rId3">
            <a:alphaModFix/>
          </a:blip>
          <a:srcRect b="0" l="0" r="0" t="0"/>
          <a:stretch/>
        </p:blipFill>
        <p:spPr>
          <a:xfrm>
            <a:off x="0" y="0"/>
            <a:ext cx="9143997" cy="514349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2013 - 202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2023-01-29T22:00:16Z</dcterms:created>
</cp:coreProperties>
</file>