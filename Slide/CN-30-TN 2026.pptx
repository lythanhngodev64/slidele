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68.xml"/>
  <Override ContentType="application/vnd.openxmlformats-officedocument.presentationml.notesSlide+xml" PartName="/ppt/notesSlides/notesSlide222.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206.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76.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16.xml"/>
  <Override ContentType="application/vnd.openxmlformats-officedocument.presentationml.notesSlide+xml" PartName="/ppt/notesSlides/notesSlide214.xml"/>
  <Override ContentType="application/vnd.openxmlformats-officedocument.presentationml.notesSlide+xml" PartName="/ppt/notesSlides/notesSlide1.xml"/>
  <Override ContentType="application/vnd.openxmlformats-officedocument.presentationml.notesSlide+xml" PartName="/ppt/notesSlides/notesSlide196.xml"/>
  <Override ContentType="application/vnd.openxmlformats-officedocument.presentationml.notesSlide+xml" PartName="/ppt/notesSlides/notesSlide105.xml"/>
  <Override ContentType="application/vnd.openxmlformats-officedocument.presentationml.notesSlide+xml" PartName="/ppt/notesSlides/notesSlide148.xml"/>
  <Override ContentType="application/vnd.openxmlformats-officedocument.presentationml.notesSlide+xml" PartName="/ppt/notesSlides/notesSlide202.xml"/>
  <Override ContentType="application/vnd.openxmlformats-officedocument.presentationml.notesSlide+xml" PartName="/ppt/notesSlides/notesSlide39.xml"/>
  <Override ContentType="application/vnd.openxmlformats-officedocument.presentationml.notesSlide+xml" PartName="/ppt/notesSlides/notesSlide137.xml"/>
  <Override ContentType="application/vnd.openxmlformats-officedocument.presentationml.notesSlide+xml" PartName="/ppt/notesSlides/notesSlide87.xml"/>
  <Override ContentType="application/vnd.openxmlformats-officedocument.presentationml.notesSlide+xml" PartName="/ppt/notesSlides/notesSlide44.xml"/>
  <Override ContentType="application/vnd.openxmlformats-officedocument.presentationml.notesSlide+xml" PartName="/ppt/notesSlides/notesSlide141.xml"/>
  <Override ContentType="application/vnd.openxmlformats-officedocument.presentationml.notesSlide+xml" PartName="/ppt/notesSlides/notesSlide153.xml"/>
  <Override ContentType="application/vnd.openxmlformats-officedocument.presentationml.notesSlide+xml" PartName="/ppt/notesSlides/notesSlide110.xml"/>
  <Override ContentType="application/vnd.openxmlformats-officedocument.presentationml.notesSlide+xml" PartName="/ppt/notesSlides/notesSlide184.xml"/>
  <Override ContentType="application/vnd.openxmlformats-officedocument.presentationml.notesSlide+xml" PartName="/ppt/notesSlides/notesSlide75.xml"/>
  <Override ContentType="application/vnd.openxmlformats-officedocument.presentationml.notesSlide+xml" PartName="/ppt/notesSlides/notesSlide229.xml"/>
  <Override ContentType="application/vnd.openxmlformats-officedocument.presentationml.notesSlide+xml" PartName="/ppt/notesSlides/notesSlide180.xml"/>
  <Override ContentType="application/vnd.openxmlformats-officedocument.presentationml.notesSlide+xml" PartName="/ppt/notesSlides/notesSlide172.xml"/>
  <Override ContentType="application/vnd.openxmlformats-officedocument.presentationml.notesSlide+xml" PartName="/ppt/notesSlides/notesSlide9.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21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15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52.xml"/>
  <Override ContentType="application/vnd.openxmlformats-officedocument.presentationml.notesSlide+xml" PartName="/ppt/notesSlides/notesSlide35.xml"/>
  <Override ContentType="application/vnd.openxmlformats-officedocument.presentationml.notesSlide+xml" PartName="/ppt/notesSlides/notesSlide161.xml"/>
  <Override ContentType="application/vnd.openxmlformats-officedocument.presentationml.notesSlide+xml" PartName="/ppt/notesSlides/notesSlide5.xml"/>
  <Override ContentType="application/vnd.openxmlformats-officedocument.presentationml.notesSlide+xml" PartName="/ppt/notesSlides/notesSlide187.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225.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24.xml"/>
  <Override ContentType="application/vnd.openxmlformats-officedocument.presentationml.notesSlide+xml" PartName="/ppt/notesSlides/notesSlide213.xml"/>
  <Override ContentType="application/vnd.openxmlformats-officedocument.presentationml.notesSlide+xml" PartName="/ppt/notesSlides/notesSlide223.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177.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203.xml"/>
  <Override ContentType="application/vnd.openxmlformats-officedocument.presentationml.notesSlide+xml" PartName="/ppt/notesSlides/notesSlide13.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52.xml"/>
  <Override ContentType="application/vnd.openxmlformats-officedocument.presentationml.notesSlide+xml" PartName="/ppt/notesSlides/notesSlide195.xml"/>
  <Override ContentType="application/vnd.openxmlformats-officedocument.presentationml.notesSlide+xml" PartName="/ppt/notesSlides/notesSlide183.xml"/>
  <Override ContentType="application/vnd.openxmlformats-officedocument.presentationml.notesSlide+xml" PartName="/ppt/notesSlides/notesSlide217.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167.xml"/>
  <Override ContentType="application/vnd.openxmlformats-officedocument.presentationml.notesSlide+xml" PartName="/ppt/notesSlides/notesSlide140.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9.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28.xml"/>
  <Override ContentType="application/vnd.openxmlformats-officedocument.presentationml.notesSlide+xml" PartName="/ppt/notesSlides/notesSlide139.xml"/>
  <Override ContentType="application/vnd.openxmlformats-officedocument.presentationml.notesSlide+xml" PartName="/ppt/notesSlides/notesSlide228.xml"/>
  <Override ContentType="application/vnd.openxmlformats-officedocument.presentationml.notesSlide+xml" PartName="/ppt/notesSlides/notesSlide55.xml"/>
  <Override ContentType="application/vnd.openxmlformats-officedocument.presentationml.notesSlide+xml" PartName="/ppt/notesSlides/notesSlide156.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199.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90.xml"/>
  <Override ContentType="application/vnd.openxmlformats-officedocument.presentationml.notesSlide+xml" PartName="/ppt/notesSlides/notesSlide218.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173.xml"/>
  <Override ContentType="application/vnd.openxmlformats-officedocument.presentationml.notesSlide+xml" PartName="/ppt/notesSlides/notesSlide128.xml"/>
  <Override ContentType="application/vnd.openxmlformats-officedocument.presentationml.notesSlide+xml" PartName="/ppt/notesSlides/notesSlide224.xml"/>
  <Override ContentType="application/vnd.openxmlformats-officedocument.presentationml.notesSlide+xml" PartName="/ppt/notesSlides/notesSlide162.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207.xml"/>
  <Override ContentType="application/vnd.openxmlformats-officedocument.presentationml.notesSlide+xml" PartName="/ppt/notesSlides/notesSlide102.xml"/>
  <Override ContentType="application/vnd.openxmlformats-officedocument.presentationml.notesSlide+xml" PartName="/ppt/notesSlides/notesSlide8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88.xml"/>
  <Override ContentType="application/vnd.openxmlformats-officedocument.presentationml.notesSlide+xml" PartName="/ppt/notesSlides/notesSlide3.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86.xml"/>
  <Override ContentType="application/vnd.openxmlformats-officedocument.presentationml.notesSlide+xml" PartName="/ppt/notesSlides/notesSlide143.xml"/>
  <Override ContentType="application/vnd.openxmlformats-officedocument.presentationml.notesSlide+xml" PartName="/ppt/notesSlides/notesSlide151.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94.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166.xml"/>
  <Override ContentType="application/vnd.openxmlformats-officedocument.presentationml.notesSlide+xml" PartName="/ppt/notesSlides/notesSlide182.xml"/>
  <Override ContentType="application/vnd.openxmlformats-officedocument.presentationml.notesSlide+xml" PartName="/ppt/notesSlides/notesSlide30.xml"/>
  <Override ContentType="application/vnd.openxmlformats-officedocument.presentationml.notesSlide+xml" PartName="/ppt/notesSlides/notesSlide220.xml"/>
  <Override ContentType="application/vnd.openxmlformats-officedocument.presentationml.notesSlide+xml" PartName="/ppt/notesSlides/notesSlide69.xml"/>
  <Override ContentType="application/vnd.openxmlformats-officedocument.presentationml.notesSlide+xml" PartName="/ppt/notesSlides/notesSlide178.xml"/>
  <Override ContentType="application/vnd.openxmlformats-officedocument.presentationml.notesSlide+xml" PartName="/ppt/notesSlides/notesSlide26.xml"/>
  <Override ContentType="application/vnd.openxmlformats-officedocument.presentationml.notesSlide+xml" PartName="/ppt/notesSlides/notesSlide135.xml"/>
  <Override ContentType="application/vnd.openxmlformats-officedocument.presentationml.notesSlide+xml" PartName="/ppt/notesSlides/notesSlide93.xml"/>
  <Override ContentType="application/vnd.openxmlformats-officedocument.presentationml.notesSlide+xml" PartName="/ppt/notesSlides/notesSlide204.xml"/>
  <Override ContentType="application/vnd.openxmlformats-officedocument.presentationml.notesSlide+xml" PartName="/ppt/notesSlides/notesSlide57.xml"/>
  <Override ContentType="application/vnd.openxmlformats-officedocument.presentationml.notesSlide+xml" PartName="/ppt/notesSlides/notesSlide123.xml"/>
  <Override ContentType="application/vnd.openxmlformats-officedocument.presentationml.notesSlide+xml" PartName="/ppt/notesSlides/notesSlide171.xml"/>
  <Override ContentType="application/vnd.openxmlformats-officedocument.presentationml.notesSlide+xml" PartName="/ppt/notesSlides/notesSlide14.xml"/>
  <Override ContentType="application/vnd.openxmlformats-officedocument.presentationml.notesSlide+xml" PartName="/ppt/notesSlides/notesSlide216.xml"/>
  <Override ContentType="application/vnd.openxmlformats-officedocument.presentationml.notesSlide+xml" PartName="/ppt/notesSlides/notesSlide227.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163.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98.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155.xml"/>
  <Override ContentType="application/vnd.openxmlformats-officedocument.presentationml.notesSlide+xml" PartName="/ppt/notesSlides/notesSlide189.xml"/>
  <Override ContentType="application/vnd.openxmlformats-officedocument.presentationml.notesSlide+xml" PartName="/ppt/notesSlides/notesSlide46.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219.xml"/>
  <Override ContentType="application/vnd.openxmlformats-officedocument.presentationml.notesSlide+xml" PartName="/ppt/notesSlides/notesSlide11.xml"/>
  <Override ContentType="application/vnd.openxmlformats-officedocument.presentationml.notesSlide+xml" PartName="/ppt/notesSlides/notesSlide120.xml"/>
  <Override ContentType="application/vnd.openxmlformats-officedocument.presentationml.notesSlide+xml" PartName="/ppt/notesSlides/notesSlide201.xml"/>
  <Override ContentType="application/vnd.openxmlformats-officedocument.presentationml.notesSlide+xml" PartName="/ppt/notesSlides/notesSlide1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91.xml"/>
  <Override ContentType="application/vnd.openxmlformats-officedocument.presentationml.notesSlide+xml" PartName="/ppt/notesSlides/notesSlide20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65.xml"/>
  <Override ContentType="application/vnd.openxmlformats-officedocument.presentationml.notesSlide+xml" PartName="/ppt/notesSlides/notesSlide174.xml"/>
  <Override ContentType="application/vnd.openxmlformats-officedocument.presentationml.notesSlide+xml" PartName="/ppt/notesSlides/notesSlide212.xml"/>
  <Override ContentType="application/vnd.openxmlformats-officedocument.presentationml.notesSlide+xml" PartName="/ppt/notesSlides/notesSlide92.xml"/>
  <Override ContentType="application/vnd.openxmlformats-officedocument.presentationml.notesSlide+xml" PartName="/ppt/notesSlides/notesSlide193.xml"/>
  <Override ContentType="application/vnd.openxmlformats-officedocument.presentationml.notesSlide+xml" PartName="/ppt/notesSlides/notesSlide150.xml"/>
  <Override ContentType="application/vnd.openxmlformats-officedocument.presentationml.notesSlide+xml" PartName="/ppt/notesSlides/notesSlide142.xml"/>
  <Override ContentType="application/vnd.openxmlformats-officedocument.presentationml.notesSlide+xml" PartName="/ppt/notesSlides/notesSlide116.xml"/>
  <Override ContentType="application/vnd.openxmlformats-officedocument.presentationml.notesSlide+xml" PartName="/ppt/notesSlides/notesSlide15.xml"/>
  <Override ContentType="application/vnd.openxmlformats-officedocument.presentationml.notesSlide+xml" PartName="/ppt/notesSlides/notesSlide159.xml"/>
  <Override ContentType="application/vnd.openxmlformats-officedocument.presentationml.notesSlide+xml" PartName="/ppt/notesSlides/notesSlide185.xml"/>
  <Override ContentType="application/vnd.openxmlformats-officedocument.presentationml.notesSlide+xml" PartName="/ppt/notesSlides/notesSlide215.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69.xml"/>
  <Override ContentType="application/vnd.openxmlformats-officedocument.presentationml.notesSlide+xml" PartName="/ppt/notesSlides/notesSlide205.xml"/>
  <Override ContentType="application/vnd.openxmlformats-officedocument.presentationml.notesSlide+xml" PartName="/ppt/notesSlides/notesSlide108.xml"/>
  <Override ContentType="application/vnd.openxmlformats-officedocument.presentationml.notesSlide+xml" PartName="/ppt/notesSlides/notesSlide25.xml"/>
  <Override ContentType="application/vnd.openxmlformats-officedocument.presentationml.notesSlide+xml" PartName="/ppt/notesSlides/notesSlide160.xml"/>
  <Override ContentType="application/vnd.openxmlformats-officedocument.presentationml.notesSlide+xml" PartName="/ppt/notesSlides/notesSlide43.xml"/>
  <Override ContentType="application/vnd.openxmlformats-officedocument.presentationml.notesSlide+xml" PartName="/ppt/notesSlides/notesSlide86.xml"/>
  <Override ContentType="application/vnd.openxmlformats-officedocument.presentationml.notesSlide+xml" PartName="/ppt/notesSlides/notesSlide179.xml"/>
  <Override ContentType="application/vnd.openxmlformats-officedocument.presentationml.notesSlide+xml" PartName="/ppt/notesSlides/notesSlide165.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74.xml"/>
  <Override ContentType="application/vnd.openxmlformats-officedocument.presentationml.notesSlide+xml" PartName="/ppt/notesSlides/notesSlide170.xml"/>
  <Override ContentType="application/vnd.openxmlformats-officedocument.presentationml.notesSlide+xml" PartName="/ppt/notesSlides/notesSlide197.xml"/>
  <Override ContentType="application/vnd.openxmlformats-officedocument.presentationml.notesSlide+xml" PartName="/ppt/notesSlides/notesSlide221.xml"/>
  <Override ContentType="application/vnd.openxmlformats-officedocument.presentationml.notesSlide+xml" PartName="/ppt/notesSlides/notesSlide58.xml"/>
  <Override ContentType="application/vnd.openxmlformats-officedocument.presentationml.notesSlide+xml" PartName="/ppt/notesSlides/notesSlide154.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70.xml"/>
  <Override ContentType="application/vnd.openxmlformats-officedocument.presentationml.notesSlide+xml" PartName="/ppt/notesSlides/notesSlide111.xml"/>
  <Override ContentType="application/vnd.openxmlformats-officedocument.presentationml.notesSlide+xml" PartName="/ppt/notesSlides/notesSlide226.xml"/>
  <Override ContentType="application/vnd.openxmlformats-officedocument.presentationml.notesSlide+xml" PartName="/ppt/notesSlides/notesSlide200.xml"/>
  <Override ContentType="application/vnd.openxmlformats-officedocument.presentationml.notesSlide+xml" PartName="/ppt/notesSlides/notesSlide181.xml"/>
  <Override ContentType="application/vnd.openxmlformats-officedocument.presentationml.notesSlide+xml" PartName="/ppt/notesSlides/notesSlide47.xml"/>
  <Override ContentType="application/vnd.openxmlformats-officedocument.presentationml.notesSlide+xml" PartName="/ppt/notesSlides/notesSlide209.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164.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211.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36.xml"/>
  <Override ContentType="application/vnd.openxmlformats-officedocument.presentationml.notesSlide+xml" PartName="/ppt/notesSlides/notesSlide96.xml"/>
  <Override ContentType="application/vnd.openxmlformats-officedocument.presentationml.notesSlide+xml" PartName="/ppt/notesSlides/notesSlide192.xml"/>
  <Override ContentType="application/vnd.openxmlformats-officedocument.presentationml.notesSlide+xml" PartName="/ppt/notesSlides/notesSlide19.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158.xml"/>
  <Override ContentType="application/vnd.openxmlformats-officedocument.presentationml.notesSlide+xml" PartName="/ppt/notesSlides/notesSlide175.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1.xml"/>
  <Override ContentType="application/vnd.openxmlformats-officedocument.presentationml.slide+xml" PartName="/ppt/slides/slide164.xml"/>
  <Override ContentType="application/vnd.openxmlformats-officedocument.presentationml.slide+xml" PartName="/ppt/slides/slide43.xml"/>
  <Override ContentType="application/vnd.openxmlformats-officedocument.presentationml.slide+xml" PartName="/ppt/slides/slide199.xml"/>
  <Override ContentType="application/vnd.openxmlformats-officedocument.presentationml.slide+xml" PartName="/ppt/slides/slide210.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202.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72.xml"/>
  <Override ContentType="application/vnd.openxmlformats-officedocument.presentationml.slide+xml" PartName="/ppt/slides/slide19.xml"/>
  <Override ContentType="application/vnd.openxmlformats-officedocument.presentationml.slide+xml" PartName="/ppt/slides/slide5.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94.xml"/>
  <Override ContentType="application/vnd.openxmlformats-officedocument.presentationml.slide+xml" PartName="/ppt/slides/slide156.xml"/>
  <Override ContentType="application/vnd.openxmlformats-officedocument.presentationml.slide+xml" PartName="/ppt/slides/slide217.xml"/>
  <Override ContentType="application/vnd.openxmlformats-officedocument.presentationml.slide+xml" PartName="/ppt/slides/slide71.xml"/>
  <Override ContentType="application/vnd.openxmlformats-officedocument.presentationml.slide+xml" PartName="/ppt/slides/slide179.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229.xml"/>
  <Override ContentType="application/vnd.openxmlformats-officedocument.presentationml.slide+xml" PartName="/ppt/slides/slide136.xml"/>
  <Override ContentType="application/vnd.openxmlformats-officedocument.presentationml.slide+xml" PartName="/ppt/slides/slide184.xml"/>
  <Override ContentType="application/vnd.openxmlformats-officedocument.presentationml.slide+xml" PartName="/ppt/slides/slide141.xml"/>
  <Override ContentType="application/vnd.openxmlformats-officedocument.presentationml.slide+xml" PartName="/ppt/slides/slide82.xml"/>
  <Override ContentType="application/vnd.openxmlformats-officedocument.presentationml.slide+xml" PartName="/ppt/slides/slide9.xml"/>
  <Override ContentType="application/vnd.openxmlformats-officedocument.presentationml.slide+xml" PartName="/ppt/slides/slide16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187.xml"/>
  <Override ContentType="application/vnd.openxmlformats-officedocument.presentationml.slide+xml" PartName="/ppt/slides/slide98.xml"/>
  <Override ContentType="application/vnd.openxmlformats-officedocument.presentationml.slide+xml" PartName="/ppt/slides/slide152.xml"/>
  <Override ContentType="application/vnd.openxmlformats-officedocument.presentationml.slide+xml" PartName="/ppt/slides/slide125.xml"/>
  <Override ContentType="application/vnd.openxmlformats-officedocument.presentationml.slide+xml" PartName="/ppt/slides/slide20.xml"/>
  <Override ContentType="application/vnd.openxmlformats-officedocument.presentationml.slide+xml" PartName="/ppt/slides/slide161.xml"/>
  <Override ContentType="application/vnd.openxmlformats-officedocument.presentationml.slide+xml" PartName="/ppt/slides/slide214.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206.xml"/>
  <Override ContentType="application/vnd.openxmlformats-officedocument.presentationml.slide+xml" PartName="/ppt/slides/slide55.xml"/>
  <Override ContentType="application/vnd.openxmlformats-officedocument.presentationml.slide+xml" PartName="/ppt/slides/slide195.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59.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176.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225.xml"/>
  <Override ContentType="application/vnd.openxmlformats-officedocument.presentationml.slide+xml" PartName="/ppt/slides/slide180.xml"/>
  <Override ContentType="application/vnd.openxmlformats-officedocument.presentationml.slide+xml" PartName="/ppt/slides/slide18.xml"/>
  <Override ContentType="application/vnd.openxmlformats-officedocument.presentationml.slide+xml" PartName="/ppt/slides/slide201.xml"/>
  <Override ContentType="application/vnd.openxmlformats-officedocument.presentationml.slide+xml" PartName="/ppt/slides/slide52.xml"/>
  <Override ContentType="application/vnd.openxmlformats-officedocument.presentationml.slide+xml" PartName="/ppt/slides/slide95.xml"/>
  <Override ContentType="application/vnd.openxmlformats-officedocument.presentationml.slide+xml" PartName="/ppt/slides/slide181.xml"/>
  <Override ContentType="application/vnd.openxmlformats-officedocument.presentationml.slide+xml" PartName="/ppt/slides/slide157.xml"/>
  <Override ContentType="application/vnd.openxmlformats-officedocument.presentationml.slide+xml" PartName="/ppt/slides/slide211.xml"/>
  <Override ContentType="application/vnd.openxmlformats-officedocument.presentationml.slide+xml" PartName="/ppt/slides/slide77.xml"/>
  <Override ContentType="application/vnd.openxmlformats-officedocument.presentationml.slide+xml" PartName="/ppt/slides/slide165.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47.xml"/>
  <Override ContentType="application/vnd.openxmlformats-officedocument.presentationml.slide+xml" PartName="/ppt/slides/slide191.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153.xml"/>
  <Override ContentType="application/vnd.openxmlformats-officedocument.presentationml.slide+xml" PartName="/ppt/slides/slide67.xml"/>
  <Override ContentType="application/vnd.openxmlformats-officedocument.presentationml.slide+xml" PartName="/ppt/slides/slide196.xml"/>
  <Override ContentType="application/vnd.openxmlformats-officedocument.presentationml.slide+xml" PartName="/ppt/slides/slide171.xml"/>
  <Override ContentType="application/vnd.openxmlformats-officedocument.presentationml.slide+xml" PartName="/ppt/slides/slide49.xml"/>
  <Override ContentType="application/vnd.openxmlformats-officedocument.presentationml.slide+xml" PartName="/ppt/slides/slide216.xml"/>
  <Override ContentType="application/vnd.openxmlformats-officedocument.presentationml.slide+xml" PartName="/ppt/slides/slide83.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221.xml"/>
  <Override ContentType="application/vnd.openxmlformats-officedocument.presentationml.slide+xml" PartName="/ppt/slides/slide73.xml"/>
  <Override ContentType="application/vnd.openxmlformats-officedocument.presentationml.slide+xml" PartName="/ppt/slides/slide169.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86.xml"/>
  <Override ContentType="application/vnd.openxmlformats-officedocument.presentationml.slide+xml" PartName="/ppt/slides/slide215.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222.xml"/>
  <Override ContentType="application/vnd.openxmlformats-officedocument.presentationml.slide+xml" PartName="/ppt/slides/slide205.xml"/>
  <Override ContentType="application/vnd.openxmlformats-officedocument.presentationml.slide+xml" PartName="/ppt/slides/slide160.xml"/>
  <Override ContentType="application/vnd.openxmlformats-officedocument.presentationml.slide+xml" PartName="/ppt/slides/slide100.xml"/>
  <Override ContentType="application/vnd.openxmlformats-officedocument.presentationml.slide+xml" PartName="/ppt/slides/slide90.xml"/>
  <Override ContentType="application/vnd.openxmlformats-officedocument.presentationml.slide+xml" PartName="/ppt/slides/slide143.xml"/>
  <Override ContentType="application/vnd.openxmlformats-officedocument.presentationml.slide+xml" PartName="/ppt/slides/slide132.xml"/>
  <Override ContentType="application/vnd.openxmlformats-officedocument.presentationml.slide+xml" PartName="/ppt/slides/slide62.xml"/>
  <Override ContentType="application/vnd.openxmlformats-officedocument.presentationml.slide+xml" PartName="/ppt/slides/slide175.xml"/>
  <Override ContentType="application/vnd.openxmlformats-officedocument.presentationml.slide+xml" PartName="/ppt/slides/slide1.xml"/>
  <Override ContentType="application/vnd.openxmlformats-officedocument.presentationml.slide+xml" PartName="/ppt/slides/slide192.xml"/>
  <Override ContentType="application/vnd.openxmlformats-officedocument.presentationml.slide+xml" PartName="/ppt/slides/slide45.xml"/>
  <Override ContentType="application/vnd.openxmlformats-officedocument.presentationml.slide+xml" PartName="/ppt/slides/slide226.xml"/>
  <Override ContentType="application/vnd.openxmlformats-officedocument.presentationml.slide+xml" PartName="/ppt/slides/slide28.xml"/>
  <Override ContentType="application/vnd.openxmlformats-officedocument.presentationml.slide+xml" PartName="/ppt/slides/slide209.xml"/>
  <Override ContentType="application/vnd.openxmlformats-officedocument.presentationml.slide+xml" PartName="/ppt/slides/slide200.xml"/>
  <Override ContentType="application/vnd.openxmlformats-officedocument.presentationml.slide+xml" PartName="/ppt/slides/slide88.xml"/>
  <Override ContentType="application/vnd.openxmlformats-officedocument.presentationml.slide+xml" PartName="/ppt/slides/slide158.xml"/>
  <Override ContentType="application/vnd.openxmlformats-officedocument.presentationml.slide+xml" PartName="/ppt/slides/slide115.xml"/>
  <Override ContentType="application/vnd.openxmlformats-officedocument.presentationml.slide+xml" PartName="/ppt/slides/slide3.xml"/>
  <Override ContentType="application/vnd.openxmlformats-officedocument.presentationml.slide+xml" PartName="/ppt/slides/slide182.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174.xml"/>
  <Override ContentType="application/vnd.openxmlformats-officedocument.presentationml.slide+xml" PartName="/ppt/slides/slide190.xml"/>
  <Override ContentType="application/vnd.openxmlformats-officedocument.presentationml.slide+xml" PartName="/ppt/slides/slide227.xml"/>
  <Override ContentType="application/vnd.openxmlformats-officedocument.presentationml.slide+xml" PartName="/ppt/slides/slide33.xml"/>
  <Override ContentType="application/vnd.openxmlformats-officedocument.presentationml.slide+xml" PartName="/ppt/slides/slide219.xml"/>
  <Override ContentType="application/vnd.openxmlformats-officedocument.presentationml.slide+xml" PartName="/ppt/slides/slide68.xml"/>
  <Override ContentType="application/vnd.openxmlformats-officedocument.presentationml.slide+xml" PartName="/ppt/slides/slide170.xml"/>
  <Override ContentType="application/vnd.openxmlformats-officedocument.presentationml.slide+xml" PartName="/ppt/slides/slide20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220.xml"/>
  <Override ContentType="application/vnd.openxmlformats-officedocument.presentationml.slide+xml" PartName="/ppt/slides/slide166.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4.xml"/>
  <Override ContentType="application/vnd.openxmlformats-officedocument.presentationml.slide+xml" PartName="/ppt/slides/slide197.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3.xml"/>
  <Override ContentType="application/vnd.openxmlformats-officedocument.presentationml.slide+xml" PartName="/ppt/slides/slide22.xml"/>
  <Override ContentType="application/vnd.openxmlformats-officedocument.presentationml.slide+xml" PartName="/ppt/slides/slide185.xml"/>
  <Override ContentType="application/vnd.openxmlformats-officedocument.presentationml.slide+xml" PartName="/ppt/slides/slide65.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178.xml"/>
  <Override ContentType="application/vnd.openxmlformats-officedocument.presentationml.slide+xml" PartName="/ppt/slides/slide29.xml"/>
  <Override ContentType="application/vnd.openxmlformats-officedocument.presentationml.slide+xml" PartName="/ppt/slides/slide212.xml"/>
  <Override ContentType="application/vnd.openxmlformats-officedocument.presentationml.slide+xml" PartName="/ppt/slides/slide76.xml"/>
  <Override ContentType="application/vnd.openxmlformats-officedocument.presentationml.slide+xml" PartName="/ppt/slides/slide131.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14.xml"/>
  <Override ContentType="application/vnd.openxmlformats-officedocument.presentationml.slide+xml" PartName="/ppt/slides/slide163.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50.xml"/>
  <Override ContentType="application/vnd.openxmlformats-officedocument.presentationml.slide+xml" PartName="/ppt/slides/slide189.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57.xml"/>
  <Override ContentType="application/vnd.openxmlformats-officedocument.presentationml.slide+xml" PartName="/ppt/slides/slide44.xml"/>
  <Override ContentType="application/vnd.openxmlformats-officedocument.presentationml.slide+xml" PartName="/ppt/slides/slide193.xml"/>
  <Override ContentType="application/vnd.openxmlformats-officedocument.presentationml.slide+xml" PartName="/ppt/slides/slide208.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228.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198.xml"/>
  <Override ContentType="application/vnd.openxmlformats-officedocument.presentationml.slide+xml" PartName="/ppt/slides/slide15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218.xml"/>
  <Override ContentType="application/vnd.openxmlformats-officedocument.presentationml.slide+xml" PartName="/ppt/slides/slide130.xml"/>
  <Override ContentType="application/vnd.openxmlformats-officedocument.presentationml.slide+xml" PartName="/ppt/slides/slide173.xml"/>
  <Override ContentType="application/vnd.openxmlformats-officedocument.presentationml.slide+xml" PartName="/ppt/slides/slide16.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83.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149.xml"/>
  <Override ContentType="application/vnd.openxmlformats-officedocument.presentationml.slide+xml" PartName="/ppt/slides/slide203.xml"/>
  <Override ContentType="application/vnd.openxmlformats-officedocument.presentationml.slide+xml" PartName="/ppt/slides/slide124.xml"/>
  <Override ContentType="application/vnd.openxmlformats-officedocument.presentationml.slide+xml" PartName="/ppt/slides/slide106.xml"/>
  <Override ContentType="application/vnd.openxmlformats-officedocument.presentationml.slide+xml" PartName="/ppt/slides/slide167.xml"/>
  <Override ContentType="application/vnd.openxmlformats-officedocument.presentationml.slide+xml" PartName="/ppt/slides/slide70.xml"/>
  <Override ContentType="application/vnd.openxmlformats-officedocument.presentationml.slide+xml" PartName="/ppt/slides/slide194.xml"/>
  <Override ContentType="application/vnd.openxmlformats-officedocument.presentationml.slide+xml" PartName="/ppt/slides/slide151.xml"/>
  <Override ContentType="application/vnd.openxmlformats-officedocument.presentationml.slide+xml" PartName="/ppt/slides/slide177.xml"/>
  <Override ContentType="application/vnd.openxmlformats-officedocument.presentationml.slide+xml" PartName="/ppt/slides/slide134.xml"/>
  <Override ContentType="application/vnd.openxmlformats-officedocument.presentationml.slide+xml" PartName="/ppt/slides/slide207.xml"/>
  <Override ContentType="application/vnd.openxmlformats-officedocument.presentationml.slide+xml" PartName="/ppt/slides/slide224.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88.xml"/>
  <Override ContentType="application/vnd.openxmlformats-officedocument.presentationml.slide+xml" PartName="/ppt/slides/slide162.xml"/>
  <Override ContentType="application/vnd.openxmlformats-officedocument.presentationml.slide+xml" PartName="/ppt/slides/slide32.xml"/>
  <Override ContentType="application/vnd.openxmlformats-officedocument.presentationml.slide+xml" PartName="/ppt/slides/slide75.xml"/>
  <Override ContentType="application/vnd.openxmlformats-officedocument.presentationml.slide+xml" PartName="/ppt/slides/slide213.xml"/>
  <Override ContentType="application/vnd.openxmlformats-officedocument.presentationml.slide+xml" PartName="/ppt/slides/slide58.xml"/>
  <Override ContentType="application/vnd.openxmlformats-officedocument.presentationml.slide+xml" PartName="/ppt/slides/slide15.xml"/>
  <Override ContentType="application/vnd.openxmlformats-officedocument.presentationml.slide+xml" PartName="/ppt/slides/slide128.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 id="376" r:id="rId126"/>
    <p:sldId id="377" r:id="rId127"/>
    <p:sldId id="378" r:id="rId128"/>
    <p:sldId id="379" r:id="rId129"/>
    <p:sldId id="380" r:id="rId130"/>
    <p:sldId id="381" r:id="rId131"/>
    <p:sldId id="382" r:id="rId132"/>
    <p:sldId id="383" r:id="rId133"/>
    <p:sldId id="384" r:id="rId134"/>
    <p:sldId id="385" r:id="rId135"/>
    <p:sldId id="386" r:id="rId136"/>
    <p:sldId id="387" r:id="rId137"/>
    <p:sldId id="388" r:id="rId138"/>
    <p:sldId id="389" r:id="rId139"/>
    <p:sldId id="390" r:id="rId140"/>
    <p:sldId id="391" r:id="rId141"/>
    <p:sldId id="392" r:id="rId142"/>
    <p:sldId id="393" r:id="rId143"/>
    <p:sldId id="394" r:id="rId144"/>
    <p:sldId id="395" r:id="rId145"/>
    <p:sldId id="396" r:id="rId146"/>
    <p:sldId id="397" r:id="rId147"/>
    <p:sldId id="398" r:id="rId148"/>
    <p:sldId id="399" r:id="rId149"/>
    <p:sldId id="400" r:id="rId150"/>
    <p:sldId id="401" r:id="rId151"/>
    <p:sldId id="402" r:id="rId152"/>
    <p:sldId id="403" r:id="rId153"/>
    <p:sldId id="404" r:id="rId154"/>
    <p:sldId id="405" r:id="rId155"/>
    <p:sldId id="406" r:id="rId156"/>
    <p:sldId id="407" r:id="rId157"/>
    <p:sldId id="408" r:id="rId158"/>
    <p:sldId id="409" r:id="rId159"/>
    <p:sldId id="410" r:id="rId160"/>
    <p:sldId id="411" r:id="rId161"/>
    <p:sldId id="412" r:id="rId162"/>
    <p:sldId id="413" r:id="rId163"/>
    <p:sldId id="414" r:id="rId164"/>
    <p:sldId id="415" r:id="rId165"/>
    <p:sldId id="416" r:id="rId166"/>
    <p:sldId id="417" r:id="rId167"/>
    <p:sldId id="418" r:id="rId168"/>
    <p:sldId id="419" r:id="rId169"/>
    <p:sldId id="420" r:id="rId170"/>
    <p:sldId id="421" r:id="rId171"/>
    <p:sldId id="422" r:id="rId172"/>
    <p:sldId id="423" r:id="rId173"/>
    <p:sldId id="424" r:id="rId174"/>
    <p:sldId id="425" r:id="rId175"/>
    <p:sldId id="426" r:id="rId176"/>
    <p:sldId id="427" r:id="rId177"/>
    <p:sldId id="428" r:id="rId178"/>
    <p:sldId id="429" r:id="rId179"/>
    <p:sldId id="430" r:id="rId180"/>
    <p:sldId id="431" r:id="rId181"/>
    <p:sldId id="432" r:id="rId182"/>
    <p:sldId id="433" r:id="rId183"/>
    <p:sldId id="434" r:id="rId184"/>
    <p:sldId id="435" r:id="rId185"/>
    <p:sldId id="436" r:id="rId186"/>
    <p:sldId id="437" r:id="rId187"/>
    <p:sldId id="438" r:id="rId188"/>
    <p:sldId id="439" r:id="rId189"/>
    <p:sldId id="440" r:id="rId190"/>
    <p:sldId id="441" r:id="rId191"/>
    <p:sldId id="442" r:id="rId192"/>
    <p:sldId id="443" r:id="rId193"/>
    <p:sldId id="444" r:id="rId194"/>
    <p:sldId id="445" r:id="rId195"/>
    <p:sldId id="446" r:id="rId196"/>
    <p:sldId id="447" r:id="rId197"/>
    <p:sldId id="448" r:id="rId198"/>
    <p:sldId id="449" r:id="rId199"/>
    <p:sldId id="450" r:id="rId200"/>
    <p:sldId id="451" r:id="rId201"/>
    <p:sldId id="452" r:id="rId202"/>
    <p:sldId id="453" r:id="rId203"/>
    <p:sldId id="454" r:id="rId204"/>
    <p:sldId id="455" r:id="rId205"/>
    <p:sldId id="456" r:id="rId206"/>
    <p:sldId id="457" r:id="rId207"/>
    <p:sldId id="458" r:id="rId208"/>
    <p:sldId id="459" r:id="rId209"/>
    <p:sldId id="460" r:id="rId210"/>
    <p:sldId id="461" r:id="rId211"/>
    <p:sldId id="462" r:id="rId212"/>
    <p:sldId id="463" r:id="rId213"/>
    <p:sldId id="464" r:id="rId214"/>
    <p:sldId id="465" r:id="rId215"/>
    <p:sldId id="466" r:id="rId216"/>
    <p:sldId id="467" r:id="rId217"/>
    <p:sldId id="468" r:id="rId218"/>
    <p:sldId id="469" r:id="rId219"/>
    <p:sldId id="470" r:id="rId220"/>
    <p:sldId id="471" r:id="rId221"/>
    <p:sldId id="472" r:id="rId222"/>
    <p:sldId id="473" r:id="rId223"/>
    <p:sldId id="474" r:id="rId224"/>
    <p:sldId id="475" r:id="rId225"/>
    <p:sldId id="476" r:id="rId226"/>
    <p:sldId id="477" r:id="rId227"/>
    <p:sldId id="478" r:id="rId228"/>
    <p:sldId id="479" r:id="rId229"/>
    <p:sldId id="480" r:id="rId230"/>
    <p:sldId id="481" r:id="rId231"/>
    <p:sldId id="482" r:id="rId232"/>
    <p:sldId id="483" r:id="rId233"/>
    <p:sldId id="484" r:id="rId234"/>
  </p:sldIdLst>
  <p:sldSz cy="5143500" cx="9144000"/>
  <p:notesSz cx="9144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235" roundtripDataSignature="AMtx7mg3mL9iqD1wyhhGR3UEvUfigDJn+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190" Type="http://schemas.openxmlformats.org/officeDocument/2006/relationships/slide" Target="slides/slide18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194" Type="http://schemas.openxmlformats.org/officeDocument/2006/relationships/slide" Target="slides/slide189.xml"/><Relationship Id="rId43" Type="http://schemas.openxmlformats.org/officeDocument/2006/relationships/slide" Target="slides/slide38.xml"/><Relationship Id="rId193" Type="http://schemas.openxmlformats.org/officeDocument/2006/relationships/slide" Target="slides/slide188.xml"/><Relationship Id="rId46" Type="http://schemas.openxmlformats.org/officeDocument/2006/relationships/slide" Target="slides/slide41.xml"/><Relationship Id="rId192" Type="http://schemas.openxmlformats.org/officeDocument/2006/relationships/slide" Target="slides/slide187.xml"/><Relationship Id="rId45" Type="http://schemas.openxmlformats.org/officeDocument/2006/relationships/slide" Target="slides/slide40.xml"/><Relationship Id="rId191" Type="http://schemas.openxmlformats.org/officeDocument/2006/relationships/slide" Target="slides/slide186.xml"/><Relationship Id="rId48" Type="http://schemas.openxmlformats.org/officeDocument/2006/relationships/slide" Target="slides/slide43.xml"/><Relationship Id="rId187" Type="http://schemas.openxmlformats.org/officeDocument/2006/relationships/slide" Target="slides/slide182.xml"/><Relationship Id="rId47" Type="http://schemas.openxmlformats.org/officeDocument/2006/relationships/slide" Target="slides/slide42.xml"/><Relationship Id="rId186" Type="http://schemas.openxmlformats.org/officeDocument/2006/relationships/slide" Target="slides/slide181.xml"/><Relationship Id="rId185" Type="http://schemas.openxmlformats.org/officeDocument/2006/relationships/slide" Target="slides/slide180.xml"/><Relationship Id="rId49" Type="http://schemas.openxmlformats.org/officeDocument/2006/relationships/slide" Target="slides/slide44.xml"/><Relationship Id="rId184" Type="http://schemas.openxmlformats.org/officeDocument/2006/relationships/slide" Target="slides/slide179.xml"/><Relationship Id="rId189" Type="http://schemas.openxmlformats.org/officeDocument/2006/relationships/slide" Target="slides/slide184.xml"/><Relationship Id="rId188" Type="http://schemas.openxmlformats.org/officeDocument/2006/relationships/slide" Target="slides/slide18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183" Type="http://schemas.openxmlformats.org/officeDocument/2006/relationships/slide" Target="slides/slide178.xml"/><Relationship Id="rId32" Type="http://schemas.openxmlformats.org/officeDocument/2006/relationships/slide" Target="slides/slide27.xml"/><Relationship Id="rId182" Type="http://schemas.openxmlformats.org/officeDocument/2006/relationships/slide" Target="slides/slide177.xml"/><Relationship Id="rId35" Type="http://schemas.openxmlformats.org/officeDocument/2006/relationships/slide" Target="slides/slide30.xml"/><Relationship Id="rId181" Type="http://schemas.openxmlformats.org/officeDocument/2006/relationships/slide" Target="slides/slide176.xml"/><Relationship Id="rId34" Type="http://schemas.openxmlformats.org/officeDocument/2006/relationships/slide" Target="slides/slide29.xml"/><Relationship Id="rId180" Type="http://schemas.openxmlformats.org/officeDocument/2006/relationships/slide" Target="slides/slide175.xml"/><Relationship Id="rId37" Type="http://schemas.openxmlformats.org/officeDocument/2006/relationships/slide" Target="slides/slide32.xml"/><Relationship Id="rId176" Type="http://schemas.openxmlformats.org/officeDocument/2006/relationships/slide" Target="slides/slide171.xml"/><Relationship Id="rId36" Type="http://schemas.openxmlformats.org/officeDocument/2006/relationships/slide" Target="slides/slide31.xml"/><Relationship Id="rId175" Type="http://schemas.openxmlformats.org/officeDocument/2006/relationships/slide" Target="slides/slide170.xml"/><Relationship Id="rId39" Type="http://schemas.openxmlformats.org/officeDocument/2006/relationships/slide" Target="slides/slide34.xml"/><Relationship Id="rId174" Type="http://schemas.openxmlformats.org/officeDocument/2006/relationships/slide" Target="slides/slide169.xml"/><Relationship Id="rId38" Type="http://schemas.openxmlformats.org/officeDocument/2006/relationships/slide" Target="slides/slide33.xml"/><Relationship Id="rId173" Type="http://schemas.openxmlformats.org/officeDocument/2006/relationships/slide" Target="slides/slide168.xml"/><Relationship Id="rId179" Type="http://schemas.openxmlformats.org/officeDocument/2006/relationships/slide" Target="slides/slide174.xml"/><Relationship Id="rId178" Type="http://schemas.openxmlformats.org/officeDocument/2006/relationships/slide" Target="slides/slide173.xml"/><Relationship Id="rId177" Type="http://schemas.openxmlformats.org/officeDocument/2006/relationships/slide" Target="slides/slide172.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98" Type="http://schemas.openxmlformats.org/officeDocument/2006/relationships/slide" Target="slides/slide193.xml"/><Relationship Id="rId14" Type="http://schemas.openxmlformats.org/officeDocument/2006/relationships/slide" Target="slides/slide9.xml"/><Relationship Id="rId197" Type="http://schemas.openxmlformats.org/officeDocument/2006/relationships/slide" Target="slides/slide192.xml"/><Relationship Id="rId17" Type="http://schemas.openxmlformats.org/officeDocument/2006/relationships/slide" Target="slides/slide12.xml"/><Relationship Id="rId196" Type="http://schemas.openxmlformats.org/officeDocument/2006/relationships/slide" Target="slides/slide191.xml"/><Relationship Id="rId16" Type="http://schemas.openxmlformats.org/officeDocument/2006/relationships/slide" Target="slides/slide11.xml"/><Relationship Id="rId195" Type="http://schemas.openxmlformats.org/officeDocument/2006/relationships/slide" Target="slides/slide190.xml"/><Relationship Id="rId19" Type="http://schemas.openxmlformats.org/officeDocument/2006/relationships/slide" Target="slides/slide14.xml"/><Relationship Id="rId18" Type="http://schemas.openxmlformats.org/officeDocument/2006/relationships/slide" Target="slides/slide13.xml"/><Relationship Id="rId199" Type="http://schemas.openxmlformats.org/officeDocument/2006/relationships/slide" Target="slides/slide194.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150" Type="http://schemas.openxmlformats.org/officeDocument/2006/relationships/slide" Target="slides/slide145.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slide" Target="slides/slide144.xml"/><Relationship Id="rId4" Type="http://schemas.openxmlformats.org/officeDocument/2006/relationships/slideMaster" Target="slideMasters/slideMaster1.xml"/><Relationship Id="rId148" Type="http://schemas.openxmlformats.org/officeDocument/2006/relationships/slide" Target="slides/slide143.xml"/><Relationship Id="rId9" Type="http://schemas.openxmlformats.org/officeDocument/2006/relationships/slide" Target="slides/slide4.xml"/><Relationship Id="rId143" Type="http://schemas.openxmlformats.org/officeDocument/2006/relationships/slide" Target="slides/slide138.xml"/><Relationship Id="rId142" Type="http://schemas.openxmlformats.org/officeDocument/2006/relationships/slide" Target="slides/slide137.xml"/><Relationship Id="rId141" Type="http://schemas.openxmlformats.org/officeDocument/2006/relationships/slide" Target="slides/slide136.xml"/><Relationship Id="rId140" Type="http://schemas.openxmlformats.org/officeDocument/2006/relationships/slide" Target="slides/slide135.xml"/><Relationship Id="rId5" Type="http://schemas.openxmlformats.org/officeDocument/2006/relationships/notesMaster" Target="notesMasters/notesMaster1.xml"/><Relationship Id="rId147" Type="http://schemas.openxmlformats.org/officeDocument/2006/relationships/slide" Target="slides/slide142.xml"/><Relationship Id="rId6" Type="http://schemas.openxmlformats.org/officeDocument/2006/relationships/slide" Target="slides/slide1.xml"/><Relationship Id="rId146" Type="http://schemas.openxmlformats.org/officeDocument/2006/relationships/slide" Target="slides/slide141.xml"/><Relationship Id="rId7" Type="http://schemas.openxmlformats.org/officeDocument/2006/relationships/slide" Target="slides/slide2.xml"/><Relationship Id="rId145" Type="http://schemas.openxmlformats.org/officeDocument/2006/relationships/slide" Target="slides/slide140.xml"/><Relationship Id="rId8" Type="http://schemas.openxmlformats.org/officeDocument/2006/relationships/slide" Target="slides/slide3.xml"/><Relationship Id="rId144" Type="http://schemas.openxmlformats.org/officeDocument/2006/relationships/slide" Target="slides/slide139.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139" Type="http://schemas.openxmlformats.org/officeDocument/2006/relationships/slide" Target="slides/slide134.xml"/><Relationship Id="rId138" Type="http://schemas.openxmlformats.org/officeDocument/2006/relationships/slide" Target="slides/slide133.xml"/><Relationship Id="rId137" Type="http://schemas.openxmlformats.org/officeDocument/2006/relationships/slide" Target="slides/slide132.xml"/><Relationship Id="rId132" Type="http://schemas.openxmlformats.org/officeDocument/2006/relationships/slide" Target="slides/slide127.xml"/><Relationship Id="rId131" Type="http://schemas.openxmlformats.org/officeDocument/2006/relationships/slide" Target="slides/slide126.xml"/><Relationship Id="rId130" Type="http://schemas.openxmlformats.org/officeDocument/2006/relationships/slide" Target="slides/slide125.xml"/><Relationship Id="rId136" Type="http://schemas.openxmlformats.org/officeDocument/2006/relationships/slide" Target="slides/slide131.xml"/><Relationship Id="rId135" Type="http://schemas.openxmlformats.org/officeDocument/2006/relationships/slide" Target="slides/slide130.xml"/><Relationship Id="rId134" Type="http://schemas.openxmlformats.org/officeDocument/2006/relationships/slide" Target="slides/slide129.xml"/><Relationship Id="rId133" Type="http://schemas.openxmlformats.org/officeDocument/2006/relationships/slide" Target="slides/slide128.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172" Type="http://schemas.openxmlformats.org/officeDocument/2006/relationships/slide" Target="slides/slide167.xml"/><Relationship Id="rId65" Type="http://schemas.openxmlformats.org/officeDocument/2006/relationships/slide" Target="slides/slide60.xml"/><Relationship Id="rId171" Type="http://schemas.openxmlformats.org/officeDocument/2006/relationships/slide" Target="slides/slide166.xml"/><Relationship Id="rId68" Type="http://schemas.openxmlformats.org/officeDocument/2006/relationships/slide" Target="slides/slide63.xml"/><Relationship Id="rId170" Type="http://schemas.openxmlformats.org/officeDocument/2006/relationships/slide" Target="slides/slide165.xml"/><Relationship Id="rId67" Type="http://schemas.openxmlformats.org/officeDocument/2006/relationships/slide" Target="slides/slide62.xml"/><Relationship Id="rId60" Type="http://schemas.openxmlformats.org/officeDocument/2006/relationships/slide" Target="slides/slide55.xml"/><Relationship Id="rId165" Type="http://schemas.openxmlformats.org/officeDocument/2006/relationships/slide" Target="slides/slide160.xml"/><Relationship Id="rId69" Type="http://schemas.openxmlformats.org/officeDocument/2006/relationships/slide" Target="slides/slide64.xml"/><Relationship Id="rId164" Type="http://schemas.openxmlformats.org/officeDocument/2006/relationships/slide" Target="slides/slide159.xml"/><Relationship Id="rId163" Type="http://schemas.openxmlformats.org/officeDocument/2006/relationships/slide" Target="slides/slide158.xml"/><Relationship Id="rId162" Type="http://schemas.openxmlformats.org/officeDocument/2006/relationships/slide" Target="slides/slide157.xml"/><Relationship Id="rId169" Type="http://schemas.openxmlformats.org/officeDocument/2006/relationships/slide" Target="slides/slide164.xml"/><Relationship Id="rId168" Type="http://schemas.openxmlformats.org/officeDocument/2006/relationships/slide" Target="slides/slide163.xml"/><Relationship Id="rId167" Type="http://schemas.openxmlformats.org/officeDocument/2006/relationships/slide" Target="slides/slide162.xml"/><Relationship Id="rId166" Type="http://schemas.openxmlformats.org/officeDocument/2006/relationships/slide" Target="slides/slide161.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161" Type="http://schemas.openxmlformats.org/officeDocument/2006/relationships/slide" Target="slides/slide156.xml"/><Relationship Id="rId54" Type="http://schemas.openxmlformats.org/officeDocument/2006/relationships/slide" Target="slides/slide49.xml"/><Relationship Id="rId160" Type="http://schemas.openxmlformats.org/officeDocument/2006/relationships/slide" Target="slides/slide155.xml"/><Relationship Id="rId57" Type="http://schemas.openxmlformats.org/officeDocument/2006/relationships/slide" Target="slides/slide52.xml"/><Relationship Id="rId56" Type="http://schemas.openxmlformats.org/officeDocument/2006/relationships/slide" Target="slides/slide51.xml"/><Relationship Id="rId159" Type="http://schemas.openxmlformats.org/officeDocument/2006/relationships/slide" Target="slides/slide154.xml"/><Relationship Id="rId59" Type="http://schemas.openxmlformats.org/officeDocument/2006/relationships/slide" Target="slides/slide54.xml"/><Relationship Id="rId154" Type="http://schemas.openxmlformats.org/officeDocument/2006/relationships/slide" Target="slides/slide149.xml"/><Relationship Id="rId58" Type="http://schemas.openxmlformats.org/officeDocument/2006/relationships/slide" Target="slides/slide53.xml"/><Relationship Id="rId153" Type="http://schemas.openxmlformats.org/officeDocument/2006/relationships/slide" Target="slides/slide148.xml"/><Relationship Id="rId152" Type="http://schemas.openxmlformats.org/officeDocument/2006/relationships/slide" Target="slides/slide147.xml"/><Relationship Id="rId151" Type="http://schemas.openxmlformats.org/officeDocument/2006/relationships/slide" Target="slides/slide146.xml"/><Relationship Id="rId158" Type="http://schemas.openxmlformats.org/officeDocument/2006/relationships/slide" Target="slides/slide153.xml"/><Relationship Id="rId157" Type="http://schemas.openxmlformats.org/officeDocument/2006/relationships/slide" Target="slides/slide152.xml"/><Relationship Id="rId156" Type="http://schemas.openxmlformats.org/officeDocument/2006/relationships/slide" Target="slides/slide151.xml"/><Relationship Id="rId155" Type="http://schemas.openxmlformats.org/officeDocument/2006/relationships/slide" Target="slides/slide150.xml"/><Relationship Id="rId107" Type="http://schemas.openxmlformats.org/officeDocument/2006/relationships/slide" Target="slides/slide102.xml"/><Relationship Id="rId228" Type="http://schemas.openxmlformats.org/officeDocument/2006/relationships/slide" Target="slides/slide223.xml"/><Relationship Id="rId106" Type="http://schemas.openxmlformats.org/officeDocument/2006/relationships/slide" Target="slides/slide101.xml"/><Relationship Id="rId227" Type="http://schemas.openxmlformats.org/officeDocument/2006/relationships/slide" Target="slides/slide222.xml"/><Relationship Id="rId105" Type="http://schemas.openxmlformats.org/officeDocument/2006/relationships/slide" Target="slides/slide100.xml"/><Relationship Id="rId226" Type="http://schemas.openxmlformats.org/officeDocument/2006/relationships/slide" Target="slides/slide221.xml"/><Relationship Id="rId104" Type="http://schemas.openxmlformats.org/officeDocument/2006/relationships/slide" Target="slides/slide99.xml"/><Relationship Id="rId225" Type="http://schemas.openxmlformats.org/officeDocument/2006/relationships/slide" Target="slides/slide220.xml"/><Relationship Id="rId109" Type="http://schemas.openxmlformats.org/officeDocument/2006/relationships/slide" Target="slides/slide104.xml"/><Relationship Id="rId108" Type="http://schemas.openxmlformats.org/officeDocument/2006/relationships/slide" Target="slides/slide103.xml"/><Relationship Id="rId229" Type="http://schemas.openxmlformats.org/officeDocument/2006/relationships/slide" Target="slides/slide224.xml"/><Relationship Id="rId220" Type="http://schemas.openxmlformats.org/officeDocument/2006/relationships/slide" Target="slides/slide215.xml"/><Relationship Id="rId103" Type="http://schemas.openxmlformats.org/officeDocument/2006/relationships/slide" Target="slides/slide98.xml"/><Relationship Id="rId224" Type="http://schemas.openxmlformats.org/officeDocument/2006/relationships/slide" Target="slides/slide219.xml"/><Relationship Id="rId102" Type="http://schemas.openxmlformats.org/officeDocument/2006/relationships/slide" Target="slides/slide97.xml"/><Relationship Id="rId223" Type="http://schemas.openxmlformats.org/officeDocument/2006/relationships/slide" Target="slides/slide218.xml"/><Relationship Id="rId101" Type="http://schemas.openxmlformats.org/officeDocument/2006/relationships/slide" Target="slides/slide96.xml"/><Relationship Id="rId222" Type="http://schemas.openxmlformats.org/officeDocument/2006/relationships/slide" Target="slides/slide217.xml"/><Relationship Id="rId100" Type="http://schemas.openxmlformats.org/officeDocument/2006/relationships/slide" Target="slides/slide95.xml"/><Relationship Id="rId221" Type="http://schemas.openxmlformats.org/officeDocument/2006/relationships/slide" Target="slides/slide216.xml"/><Relationship Id="rId217" Type="http://schemas.openxmlformats.org/officeDocument/2006/relationships/slide" Target="slides/slide212.xml"/><Relationship Id="rId216" Type="http://schemas.openxmlformats.org/officeDocument/2006/relationships/slide" Target="slides/slide211.xml"/><Relationship Id="rId215" Type="http://schemas.openxmlformats.org/officeDocument/2006/relationships/slide" Target="slides/slide210.xml"/><Relationship Id="rId214" Type="http://schemas.openxmlformats.org/officeDocument/2006/relationships/slide" Target="slides/slide209.xml"/><Relationship Id="rId219" Type="http://schemas.openxmlformats.org/officeDocument/2006/relationships/slide" Target="slides/slide214.xml"/><Relationship Id="rId218" Type="http://schemas.openxmlformats.org/officeDocument/2006/relationships/slide" Target="slides/slide213.xml"/><Relationship Id="rId213" Type="http://schemas.openxmlformats.org/officeDocument/2006/relationships/slide" Target="slides/slide208.xml"/><Relationship Id="rId212" Type="http://schemas.openxmlformats.org/officeDocument/2006/relationships/slide" Target="slides/slide207.xml"/><Relationship Id="rId211" Type="http://schemas.openxmlformats.org/officeDocument/2006/relationships/slide" Target="slides/slide206.xml"/><Relationship Id="rId210" Type="http://schemas.openxmlformats.org/officeDocument/2006/relationships/slide" Target="slides/slide205.xml"/><Relationship Id="rId129" Type="http://schemas.openxmlformats.org/officeDocument/2006/relationships/slide" Target="slides/slide124.xml"/><Relationship Id="rId128" Type="http://schemas.openxmlformats.org/officeDocument/2006/relationships/slide" Target="slides/slide123.xml"/><Relationship Id="rId127" Type="http://schemas.openxmlformats.org/officeDocument/2006/relationships/slide" Target="slides/slide122.xml"/><Relationship Id="rId126" Type="http://schemas.openxmlformats.org/officeDocument/2006/relationships/slide" Target="slides/slide121.xml"/><Relationship Id="rId121" Type="http://schemas.openxmlformats.org/officeDocument/2006/relationships/slide" Target="slides/slide116.xml"/><Relationship Id="rId120" Type="http://schemas.openxmlformats.org/officeDocument/2006/relationships/slide" Target="slides/slide115.xml"/><Relationship Id="rId125" Type="http://schemas.openxmlformats.org/officeDocument/2006/relationships/slide" Target="slides/slide120.xml"/><Relationship Id="rId124" Type="http://schemas.openxmlformats.org/officeDocument/2006/relationships/slide" Target="slides/slide119.xml"/><Relationship Id="rId123" Type="http://schemas.openxmlformats.org/officeDocument/2006/relationships/slide" Target="slides/slide118.xml"/><Relationship Id="rId122" Type="http://schemas.openxmlformats.org/officeDocument/2006/relationships/slide" Target="slides/slide117.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99" Type="http://schemas.openxmlformats.org/officeDocument/2006/relationships/slide" Target="slides/slide94.xml"/><Relationship Id="rId98" Type="http://schemas.openxmlformats.org/officeDocument/2006/relationships/slide" Target="slides/slide93.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18" Type="http://schemas.openxmlformats.org/officeDocument/2006/relationships/slide" Target="slides/slide113.xml"/><Relationship Id="rId117" Type="http://schemas.openxmlformats.org/officeDocument/2006/relationships/slide" Target="slides/slide112.xml"/><Relationship Id="rId116" Type="http://schemas.openxmlformats.org/officeDocument/2006/relationships/slide" Target="slides/slide111.xml"/><Relationship Id="rId115" Type="http://schemas.openxmlformats.org/officeDocument/2006/relationships/slide" Target="slides/slide110.xml"/><Relationship Id="rId119" Type="http://schemas.openxmlformats.org/officeDocument/2006/relationships/slide" Target="slides/slide114.xml"/><Relationship Id="rId110" Type="http://schemas.openxmlformats.org/officeDocument/2006/relationships/slide" Target="slides/slide105.xml"/><Relationship Id="rId231" Type="http://schemas.openxmlformats.org/officeDocument/2006/relationships/slide" Target="slides/slide226.xml"/><Relationship Id="rId230" Type="http://schemas.openxmlformats.org/officeDocument/2006/relationships/slide" Target="slides/slide225.xml"/><Relationship Id="rId114" Type="http://schemas.openxmlformats.org/officeDocument/2006/relationships/slide" Target="slides/slide109.xml"/><Relationship Id="rId235" Type="http://customschemas.google.com/relationships/presentationmetadata" Target="metadata"/><Relationship Id="rId113" Type="http://schemas.openxmlformats.org/officeDocument/2006/relationships/slide" Target="slides/slide108.xml"/><Relationship Id="rId234" Type="http://schemas.openxmlformats.org/officeDocument/2006/relationships/slide" Target="slides/slide229.xml"/><Relationship Id="rId112" Type="http://schemas.openxmlformats.org/officeDocument/2006/relationships/slide" Target="slides/slide107.xml"/><Relationship Id="rId233" Type="http://schemas.openxmlformats.org/officeDocument/2006/relationships/slide" Target="slides/slide228.xml"/><Relationship Id="rId111" Type="http://schemas.openxmlformats.org/officeDocument/2006/relationships/slide" Target="slides/slide106.xml"/><Relationship Id="rId232" Type="http://schemas.openxmlformats.org/officeDocument/2006/relationships/slide" Target="slides/slide227.xml"/><Relationship Id="rId206" Type="http://schemas.openxmlformats.org/officeDocument/2006/relationships/slide" Target="slides/slide201.xml"/><Relationship Id="rId205" Type="http://schemas.openxmlformats.org/officeDocument/2006/relationships/slide" Target="slides/slide200.xml"/><Relationship Id="rId204" Type="http://schemas.openxmlformats.org/officeDocument/2006/relationships/slide" Target="slides/slide199.xml"/><Relationship Id="rId203" Type="http://schemas.openxmlformats.org/officeDocument/2006/relationships/slide" Target="slides/slide198.xml"/><Relationship Id="rId209" Type="http://schemas.openxmlformats.org/officeDocument/2006/relationships/slide" Target="slides/slide204.xml"/><Relationship Id="rId208" Type="http://schemas.openxmlformats.org/officeDocument/2006/relationships/slide" Target="slides/slide203.xml"/><Relationship Id="rId207" Type="http://schemas.openxmlformats.org/officeDocument/2006/relationships/slide" Target="slides/slide202.xml"/><Relationship Id="rId202" Type="http://schemas.openxmlformats.org/officeDocument/2006/relationships/slide" Target="slides/slide197.xml"/><Relationship Id="rId201" Type="http://schemas.openxmlformats.org/officeDocument/2006/relationships/slide" Target="slides/slide196.xml"/><Relationship Id="rId200" Type="http://schemas.openxmlformats.org/officeDocument/2006/relationships/slide" Target="slides/slide19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79484" y="0"/>
            <a:ext cx="3962400" cy="3429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13910"/>
            <a:ext cx="3962400" cy="3429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faf5860435_0_2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 name="Google Shape;86;g3faf5860435_0_26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 name="Google Shape;91;p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 name="Google Shape;96;p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 name="Google Shape;101;p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 name="Google Shape;106;p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 name="Google Shape;111;p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 name="Google Shape;116;p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 name="Google Shape;121;p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 name="Google Shape;126;p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1" name="Google Shape;131;p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6" name="Google Shape;136;p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e5a0c7ab5b_0_3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1" name="Google Shape;141;g3e5a0c7ab5b_0_37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e5a0c7ab5b_0_3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6" name="Google Shape;146;g3e5a0c7ab5b_0_38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e5a0c7ab5b_0_3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1" name="Google Shape;151;g3e5a0c7ab5b_0_38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e5a0c7ab5b_0_3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6" name="Google Shape;156;g3e5a0c7ab5b_0_39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e5a0c7ab5b_0_3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1" name="Google Shape;161;g3e5a0c7ab5b_0_3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e5a0c7ab5b_0_3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6" name="Google Shape;166;g3e5a0c7ab5b_0_39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e5a0c7ab5b_0_4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1" name="Google Shape;171;g3e5a0c7ab5b_0_40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e5a0c7ab5b_0_4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6" name="Google Shape;176;g3e5a0c7ab5b_0_40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e5a0c7ab5b_0_4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1" name="Google Shape;181;g3e5a0c7ab5b_0_41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e5a0c7ab5b_0_4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6" name="Google Shape;186;g3e5a0c7ab5b_0_4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e5a0c7ab5b_0_41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1" name="Google Shape;191;g3e5a0c7ab5b_0_41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e5a0c7ab5b_0_42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6" name="Google Shape;196;g3e5a0c7ab5b_0_42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e5a0c7ab5b_0_4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1" name="Google Shape;201;g3e5a0c7ab5b_0_42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6" name="Google Shape;206;p2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2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1" name="Google Shape;211;p2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6" name="Google Shape;216;p2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1" name="Google Shape;221;p2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6" name="Google Shape;226;p2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1" name="Google Shape;231;p3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3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6" name="Google Shape;236;p3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1" name="Google Shape;241;p3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6" name="Google Shape;246;p3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3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1" name="Google Shape;251;p3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6" name="Google Shape;256;p3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1" name="Google Shape;261;p3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6" name="Google Shape;266;p3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3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1" name="Google Shape;271;p3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3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6" name="Google Shape;276;p3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1" name="Google Shape;281;p4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4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6" name="Google Shape;286;p4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4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1" name="Google Shape;291;p4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4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6" name="Google Shape;296;p4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1" name="Google Shape;301;p4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6" name="Google Shape;306;p4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4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1" name="Google Shape;311;p4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4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6" name="Google Shape;316;p4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1" name="Google Shape;321;p4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4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6" name="Google Shape;326;p4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1" name="Google Shape;331;p5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5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6" name="Google Shape;336;p5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1" name="Google Shape;341;p5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5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6" name="Google Shape;346;p5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5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1" name="Google Shape;351;p5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6" name="Google Shape;356;p5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1" name="Google Shape;361;p5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5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6" name="Google Shape;366;p5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5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1" name="Google Shape;371;p5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6" name="Google Shape;376;p5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1" name="Google Shape;381;p6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6" name="Google Shape;386;p6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6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1" name="Google Shape;391;p6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6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6" name="Google Shape;396;p6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1" name="Google Shape;401;p6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6" name="Google Shape;406;p6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1" name="Google Shape;411;p6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6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6" name="Google Shape;416;p6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1" name="Google Shape;421;p6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6" name="Google Shape;426;p6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1" name="Google Shape;431;p7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7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6" name="Google Shape;436;p7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1" name="Google Shape;441;p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6" name="Google Shape;446;p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1" name="Google Shape;451;p7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6" name="Google Shape;456;p7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1" name="Google Shape;461;p7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6" name="Google Shape;466;p7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p7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1" name="Google Shape;471;p7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6" name="Google Shape;476;p7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8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1" name="Google Shape;481;p8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8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6" name="Google Shape;486;p8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8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1" name="Google Shape;491;p8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p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6" name="Google Shape;496;p8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p8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1" name="Google Shape;501;p8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p8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6" name="Google Shape;506;p8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p8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1" name="Google Shape;511;p8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p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6" name="Google Shape;516;p8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p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1" name="Google Shape;521;p8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p8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6" name="Google Shape;526;p8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p9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1" name="Google Shape;531;p9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p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6" name="Google Shape;536;p9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p9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1" name="Google Shape;541;p9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p9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6" name="Google Shape;546;p9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p9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1" name="Google Shape;551;p9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p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6" name="Google Shape;556;p9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p9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1" name="Google Shape;561;p9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p9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6" name="Google Shape;566;p9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p9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1" name="Google Shape;571;p9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p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6" name="Google Shape;576;p9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p1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1" name="Google Shape;581;p10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p10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6" name="Google Shape;586;p10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p1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1" name="Google Shape;591;p1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p1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6" name="Google Shape;596;p1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p1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1" name="Google Shape;601;p1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p1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6" name="Google Shape;606;p10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p10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1" name="Google Shape;611;p10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p1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6" name="Google Shape;616;p1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p1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1" name="Google Shape;621;p10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p10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6" name="Google Shape;626;p10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9" name="Shape 629"/>
        <p:cNvGrpSpPr/>
        <p:nvPr/>
      </p:nvGrpSpPr>
      <p:grpSpPr>
        <a:xfrm>
          <a:off x="0" y="0"/>
          <a:ext cx="0" cy="0"/>
          <a:chOff x="0" y="0"/>
          <a:chExt cx="0" cy="0"/>
        </a:xfrm>
      </p:grpSpPr>
      <p:sp>
        <p:nvSpPr>
          <p:cNvPr id="630" name="Google Shape;630;p1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1" name="Google Shape;631;p1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p1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6" name="Google Shape;636;p1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p1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1" name="Google Shape;641;p11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p1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6" name="Google Shape;646;p11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h6ba7c7f0c6428fb5_1_1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1" name="Google Shape;651;h6ba7c7f0c6428fb5_1_16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g3f69acae762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6" name="Google Shape;656;g3f69acae762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g3f69acae762_0_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1" name="Google Shape;661;g3f69acae762_0_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g3f69acae762_0_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6" name="Google Shape;666;g3f69acae762_0_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h6ba7c7f0c6428fb5_1_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1" name="Google Shape;671;h6ba7c7f0c6428fb5_1_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h6ba7c7f0c6428fb5_1_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6" name="Google Shape;676;h6ba7c7f0c6428fb5_1_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h3b2cbe721dc07a79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1" name="Google Shape;681;h3b2cbe721dc07a79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h3b2cbe721dc07a79_0_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6" name="Google Shape;686;h3b2cbe721dc07a79_0_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h1f1bebaa2579bd84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1" name="Google Shape;691;h1f1bebaa2579bd84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 name="Shape 694"/>
        <p:cNvGrpSpPr/>
        <p:nvPr/>
      </p:nvGrpSpPr>
      <p:grpSpPr>
        <a:xfrm>
          <a:off x="0" y="0"/>
          <a:ext cx="0" cy="0"/>
          <a:chOff x="0" y="0"/>
          <a:chExt cx="0" cy="0"/>
        </a:xfrm>
      </p:grpSpPr>
      <p:sp>
        <p:nvSpPr>
          <p:cNvPr id="695" name="Google Shape;695;h1f1bebaa2579bd84_0_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6" name="Google Shape;696;h1f1bebaa2579bd84_0_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9" name="Shape 699"/>
        <p:cNvGrpSpPr/>
        <p:nvPr/>
      </p:nvGrpSpPr>
      <p:grpSpPr>
        <a:xfrm>
          <a:off x="0" y="0"/>
          <a:ext cx="0" cy="0"/>
          <a:chOff x="0" y="0"/>
          <a:chExt cx="0" cy="0"/>
        </a:xfrm>
      </p:grpSpPr>
      <p:sp>
        <p:nvSpPr>
          <p:cNvPr id="700" name="Google Shape;700;h6ba7c7f0c6428fb5_1_1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1" name="Google Shape;701;h6ba7c7f0c6428fb5_1_1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4" name="Shape 704"/>
        <p:cNvGrpSpPr/>
        <p:nvPr/>
      </p:nvGrpSpPr>
      <p:grpSpPr>
        <a:xfrm>
          <a:off x="0" y="0"/>
          <a:ext cx="0" cy="0"/>
          <a:chOff x="0" y="0"/>
          <a:chExt cx="0" cy="0"/>
        </a:xfrm>
      </p:grpSpPr>
      <p:sp>
        <p:nvSpPr>
          <p:cNvPr id="705" name="Google Shape;705;h6ba7c7f0c6428fb5_1_2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6" name="Google Shape;706;h6ba7c7f0c6428fb5_1_2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9" name="Shape 709"/>
        <p:cNvGrpSpPr/>
        <p:nvPr/>
      </p:nvGrpSpPr>
      <p:grpSpPr>
        <a:xfrm>
          <a:off x="0" y="0"/>
          <a:ext cx="0" cy="0"/>
          <a:chOff x="0" y="0"/>
          <a:chExt cx="0" cy="0"/>
        </a:xfrm>
      </p:grpSpPr>
      <p:sp>
        <p:nvSpPr>
          <p:cNvPr id="710" name="Google Shape;710;h6ba7c7f0c6428fb5_1_2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1" name="Google Shape;711;h6ba7c7f0c6428fb5_1_2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4" name="Shape 714"/>
        <p:cNvGrpSpPr/>
        <p:nvPr/>
      </p:nvGrpSpPr>
      <p:grpSpPr>
        <a:xfrm>
          <a:off x="0" y="0"/>
          <a:ext cx="0" cy="0"/>
          <a:chOff x="0" y="0"/>
          <a:chExt cx="0" cy="0"/>
        </a:xfrm>
      </p:grpSpPr>
      <p:sp>
        <p:nvSpPr>
          <p:cNvPr id="715" name="Google Shape;715;h6ba7c7f0c6428fb5_1_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6" name="Google Shape;716;h6ba7c7f0c6428fb5_1_3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9" name="Shape 719"/>
        <p:cNvGrpSpPr/>
        <p:nvPr/>
      </p:nvGrpSpPr>
      <p:grpSpPr>
        <a:xfrm>
          <a:off x="0" y="0"/>
          <a:ext cx="0" cy="0"/>
          <a:chOff x="0" y="0"/>
          <a:chExt cx="0" cy="0"/>
        </a:xfrm>
      </p:grpSpPr>
      <p:sp>
        <p:nvSpPr>
          <p:cNvPr id="720" name="Google Shape;720;h6ba7c7f0c6428fb5_1_1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1" name="Google Shape;721;h6ba7c7f0c6428fb5_1_17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 name="Shape 724"/>
        <p:cNvGrpSpPr/>
        <p:nvPr/>
      </p:nvGrpSpPr>
      <p:grpSpPr>
        <a:xfrm>
          <a:off x="0" y="0"/>
          <a:ext cx="0" cy="0"/>
          <a:chOff x="0" y="0"/>
          <a:chExt cx="0" cy="0"/>
        </a:xfrm>
      </p:grpSpPr>
      <p:sp>
        <p:nvSpPr>
          <p:cNvPr id="725" name="Google Shape;725;g3d90891dc36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6" name="Google Shape;726;g3d90891dc36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0" name="Shape 730"/>
        <p:cNvGrpSpPr/>
        <p:nvPr/>
      </p:nvGrpSpPr>
      <p:grpSpPr>
        <a:xfrm>
          <a:off x="0" y="0"/>
          <a:ext cx="0" cy="0"/>
          <a:chOff x="0" y="0"/>
          <a:chExt cx="0" cy="0"/>
        </a:xfrm>
      </p:grpSpPr>
      <p:sp>
        <p:nvSpPr>
          <p:cNvPr id="731" name="Google Shape;731;g3ab13fdb44f_0_2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2" name="Google Shape;732;g3ab13fdb44f_0_2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33" name="Google Shape;733;g3ab13fdb44f_0_29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6" name="Shape 736"/>
        <p:cNvGrpSpPr/>
        <p:nvPr/>
      </p:nvGrpSpPr>
      <p:grpSpPr>
        <a:xfrm>
          <a:off x="0" y="0"/>
          <a:ext cx="0" cy="0"/>
          <a:chOff x="0" y="0"/>
          <a:chExt cx="0" cy="0"/>
        </a:xfrm>
      </p:grpSpPr>
      <p:sp>
        <p:nvSpPr>
          <p:cNvPr id="737" name="Google Shape;737;g3ab13fdb44f_0_30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8" name="Google Shape;738;g3ab13fdb44f_0_3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739" name="Google Shape;739;g3ab13fdb44f_0_30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2" name="Shape 742"/>
        <p:cNvGrpSpPr/>
        <p:nvPr/>
      </p:nvGrpSpPr>
      <p:grpSpPr>
        <a:xfrm>
          <a:off x="0" y="0"/>
          <a:ext cx="0" cy="0"/>
          <a:chOff x="0" y="0"/>
          <a:chExt cx="0" cy="0"/>
        </a:xfrm>
      </p:grpSpPr>
      <p:sp>
        <p:nvSpPr>
          <p:cNvPr id="743" name="Google Shape;743;g3ab13fdb44f_0_30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4" name="Google Shape;744;g3ab13fdb44f_0_3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45" name="Google Shape;745;g3ab13fdb44f_0_30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8" name="Shape 748"/>
        <p:cNvGrpSpPr/>
        <p:nvPr/>
      </p:nvGrpSpPr>
      <p:grpSpPr>
        <a:xfrm>
          <a:off x="0" y="0"/>
          <a:ext cx="0" cy="0"/>
          <a:chOff x="0" y="0"/>
          <a:chExt cx="0" cy="0"/>
        </a:xfrm>
      </p:grpSpPr>
      <p:sp>
        <p:nvSpPr>
          <p:cNvPr id="749" name="Google Shape;749;g3ab13fdb44f_0_31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0" name="Google Shape;750;g3ab13fdb44f_0_3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51" name="Google Shape;751;g3ab13fdb44f_0_31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4" name="Shape 754"/>
        <p:cNvGrpSpPr/>
        <p:nvPr/>
      </p:nvGrpSpPr>
      <p:grpSpPr>
        <a:xfrm>
          <a:off x="0" y="0"/>
          <a:ext cx="0" cy="0"/>
          <a:chOff x="0" y="0"/>
          <a:chExt cx="0" cy="0"/>
        </a:xfrm>
      </p:grpSpPr>
      <p:sp>
        <p:nvSpPr>
          <p:cNvPr id="755" name="Google Shape;755;g3ab13fdb44f_0_3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6" name="Google Shape;756;g3ab13fdb44f_0_3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57" name="Google Shape;757;g3ab13fdb44f_0_31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0" name="Shape 760"/>
        <p:cNvGrpSpPr/>
        <p:nvPr/>
      </p:nvGrpSpPr>
      <p:grpSpPr>
        <a:xfrm>
          <a:off x="0" y="0"/>
          <a:ext cx="0" cy="0"/>
          <a:chOff x="0" y="0"/>
          <a:chExt cx="0" cy="0"/>
        </a:xfrm>
      </p:grpSpPr>
      <p:sp>
        <p:nvSpPr>
          <p:cNvPr id="761" name="Google Shape;761;g3ab13fdb44f_0_3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2" name="Google Shape;762;g3ab13fdb44f_0_3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63" name="Google Shape;763;g3ab13fdb44f_0_32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6" name="Shape 766"/>
        <p:cNvGrpSpPr/>
        <p:nvPr/>
      </p:nvGrpSpPr>
      <p:grpSpPr>
        <a:xfrm>
          <a:off x="0" y="0"/>
          <a:ext cx="0" cy="0"/>
          <a:chOff x="0" y="0"/>
          <a:chExt cx="0" cy="0"/>
        </a:xfrm>
      </p:grpSpPr>
      <p:sp>
        <p:nvSpPr>
          <p:cNvPr id="767" name="Google Shape;767;g3ab13fdb44f_0_32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8" name="Google Shape;768;g3ab13fdb44f_0_3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69" name="Google Shape;769;g3ab13fdb44f_0_32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2" name="Shape 772"/>
        <p:cNvGrpSpPr/>
        <p:nvPr/>
      </p:nvGrpSpPr>
      <p:grpSpPr>
        <a:xfrm>
          <a:off x="0" y="0"/>
          <a:ext cx="0" cy="0"/>
          <a:chOff x="0" y="0"/>
          <a:chExt cx="0" cy="0"/>
        </a:xfrm>
      </p:grpSpPr>
      <p:sp>
        <p:nvSpPr>
          <p:cNvPr id="773" name="Google Shape;773;g3ab13fdb44f_0_33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4" name="Google Shape;774;g3ab13fdb44f_0_3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75" name="Google Shape;775;g3ab13fdb44f_0_33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8" name="Shape 778"/>
        <p:cNvGrpSpPr/>
        <p:nvPr/>
      </p:nvGrpSpPr>
      <p:grpSpPr>
        <a:xfrm>
          <a:off x="0" y="0"/>
          <a:ext cx="0" cy="0"/>
          <a:chOff x="0" y="0"/>
          <a:chExt cx="0" cy="0"/>
        </a:xfrm>
      </p:grpSpPr>
      <p:sp>
        <p:nvSpPr>
          <p:cNvPr id="779" name="Google Shape;779;g3ab13fdb44f_0_3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0" name="Google Shape;780;g3ab13fdb44f_0_3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81" name="Google Shape;781;g3ab13fdb44f_0_33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4" name="Shape 784"/>
        <p:cNvGrpSpPr/>
        <p:nvPr/>
      </p:nvGrpSpPr>
      <p:grpSpPr>
        <a:xfrm>
          <a:off x="0" y="0"/>
          <a:ext cx="0" cy="0"/>
          <a:chOff x="0" y="0"/>
          <a:chExt cx="0" cy="0"/>
        </a:xfrm>
      </p:grpSpPr>
      <p:sp>
        <p:nvSpPr>
          <p:cNvPr id="785" name="Google Shape;785;g3ab13fdb44f_0_3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6" name="Google Shape;786;g3ab13fdb44f_0_3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87" name="Google Shape;787;g3ab13fdb44f_0_34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0" name="Shape 790"/>
        <p:cNvGrpSpPr/>
        <p:nvPr/>
      </p:nvGrpSpPr>
      <p:grpSpPr>
        <a:xfrm>
          <a:off x="0" y="0"/>
          <a:ext cx="0" cy="0"/>
          <a:chOff x="0" y="0"/>
          <a:chExt cx="0" cy="0"/>
        </a:xfrm>
      </p:grpSpPr>
      <p:sp>
        <p:nvSpPr>
          <p:cNvPr id="791" name="Google Shape;791;g3ab13fdb44f_0_34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2" name="Google Shape;792;g3ab13fdb44f_0_3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93" name="Google Shape;793;g3ab13fdb44f_0_34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6" name="Shape 796"/>
        <p:cNvGrpSpPr/>
        <p:nvPr/>
      </p:nvGrpSpPr>
      <p:grpSpPr>
        <a:xfrm>
          <a:off x="0" y="0"/>
          <a:ext cx="0" cy="0"/>
          <a:chOff x="0" y="0"/>
          <a:chExt cx="0" cy="0"/>
        </a:xfrm>
      </p:grpSpPr>
      <p:sp>
        <p:nvSpPr>
          <p:cNvPr id="797" name="Google Shape;797;g3ab13fdb44f_0_35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8" name="Google Shape;798;g3ab13fdb44f_0_3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99" name="Google Shape;799;g3ab13fdb44f_0_35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2" name="Shape 802"/>
        <p:cNvGrpSpPr/>
        <p:nvPr/>
      </p:nvGrpSpPr>
      <p:grpSpPr>
        <a:xfrm>
          <a:off x="0" y="0"/>
          <a:ext cx="0" cy="0"/>
          <a:chOff x="0" y="0"/>
          <a:chExt cx="0" cy="0"/>
        </a:xfrm>
      </p:grpSpPr>
      <p:sp>
        <p:nvSpPr>
          <p:cNvPr id="803" name="Google Shape;803;g3ab13fdb44f_0_3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4" name="Google Shape;804;g3ab13fdb44f_0_3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805" name="Google Shape;805;g3ab13fdb44f_0_35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8" name="Shape 808"/>
        <p:cNvGrpSpPr/>
        <p:nvPr/>
      </p:nvGrpSpPr>
      <p:grpSpPr>
        <a:xfrm>
          <a:off x="0" y="0"/>
          <a:ext cx="0" cy="0"/>
          <a:chOff x="0" y="0"/>
          <a:chExt cx="0" cy="0"/>
        </a:xfrm>
      </p:grpSpPr>
      <p:sp>
        <p:nvSpPr>
          <p:cNvPr id="809" name="Google Shape;809;h6ba7c7f0c6428fb5_1_1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0" name="Google Shape;810;h6ba7c7f0c6428fb5_1_17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3" name="Shape 813"/>
        <p:cNvGrpSpPr/>
        <p:nvPr/>
      </p:nvGrpSpPr>
      <p:grpSpPr>
        <a:xfrm>
          <a:off x="0" y="0"/>
          <a:ext cx="0" cy="0"/>
          <a:chOff x="0" y="0"/>
          <a:chExt cx="0" cy="0"/>
        </a:xfrm>
      </p:grpSpPr>
      <p:sp>
        <p:nvSpPr>
          <p:cNvPr id="814" name="Google Shape;814;g3d48ab63a6f_0_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5" name="Google Shape;815;g3d48ab63a6f_0_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9" name="Shape 819"/>
        <p:cNvGrpSpPr/>
        <p:nvPr/>
      </p:nvGrpSpPr>
      <p:grpSpPr>
        <a:xfrm>
          <a:off x="0" y="0"/>
          <a:ext cx="0" cy="0"/>
          <a:chOff x="0" y="0"/>
          <a:chExt cx="0" cy="0"/>
        </a:xfrm>
      </p:grpSpPr>
      <p:sp>
        <p:nvSpPr>
          <p:cNvPr id="820" name="Google Shape;820;g3e6e2da66e2_0_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1" name="Google Shape;821;g3e6e2da66e2_0_6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4" name="Shape 824"/>
        <p:cNvGrpSpPr/>
        <p:nvPr/>
      </p:nvGrpSpPr>
      <p:grpSpPr>
        <a:xfrm>
          <a:off x="0" y="0"/>
          <a:ext cx="0" cy="0"/>
          <a:chOff x="0" y="0"/>
          <a:chExt cx="0" cy="0"/>
        </a:xfrm>
      </p:grpSpPr>
      <p:sp>
        <p:nvSpPr>
          <p:cNvPr id="825" name="Google Shape;825;g3e6e2da66e2_0_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6" name="Google Shape;826;g3e6e2da66e2_0_7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9" name="Shape 829"/>
        <p:cNvGrpSpPr/>
        <p:nvPr/>
      </p:nvGrpSpPr>
      <p:grpSpPr>
        <a:xfrm>
          <a:off x="0" y="0"/>
          <a:ext cx="0" cy="0"/>
          <a:chOff x="0" y="0"/>
          <a:chExt cx="0" cy="0"/>
        </a:xfrm>
      </p:grpSpPr>
      <p:sp>
        <p:nvSpPr>
          <p:cNvPr id="830" name="Google Shape;830;g3faf5860435_0_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1" name="Google Shape;831;g3faf5860435_0_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4" name="Shape 834"/>
        <p:cNvGrpSpPr/>
        <p:nvPr/>
      </p:nvGrpSpPr>
      <p:grpSpPr>
        <a:xfrm>
          <a:off x="0" y="0"/>
          <a:ext cx="0" cy="0"/>
          <a:chOff x="0" y="0"/>
          <a:chExt cx="0" cy="0"/>
        </a:xfrm>
      </p:grpSpPr>
      <p:sp>
        <p:nvSpPr>
          <p:cNvPr id="835" name="Google Shape;835;g3e26ec1f821_0_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6" name="Google Shape;836;g3e26ec1f821_0_2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9" name="Shape 839"/>
        <p:cNvGrpSpPr/>
        <p:nvPr/>
      </p:nvGrpSpPr>
      <p:grpSpPr>
        <a:xfrm>
          <a:off x="0" y="0"/>
          <a:ext cx="0" cy="0"/>
          <a:chOff x="0" y="0"/>
          <a:chExt cx="0" cy="0"/>
        </a:xfrm>
      </p:grpSpPr>
      <p:sp>
        <p:nvSpPr>
          <p:cNvPr id="840" name="Google Shape;840;g3f282feffb0_0_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1" name="Google Shape;841;g3f282feffb0_0_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4" name="Shape 844"/>
        <p:cNvGrpSpPr/>
        <p:nvPr/>
      </p:nvGrpSpPr>
      <p:grpSpPr>
        <a:xfrm>
          <a:off x="0" y="0"/>
          <a:ext cx="0" cy="0"/>
          <a:chOff x="0" y="0"/>
          <a:chExt cx="0" cy="0"/>
        </a:xfrm>
      </p:grpSpPr>
      <p:sp>
        <p:nvSpPr>
          <p:cNvPr id="845" name="Google Shape;845;g3f282feffb0_0_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6" name="Google Shape;846;g3f282feffb0_0_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9" name="Shape 849"/>
        <p:cNvGrpSpPr/>
        <p:nvPr/>
      </p:nvGrpSpPr>
      <p:grpSpPr>
        <a:xfrm>
          <a:off x="0" y="0"/>
          <a:ext cx="0" cy="0"/>
          <a:chOff x="0" y="0"/>
          <a:chExt cx="0" cy="0"/>
        </a:xfrm>
      </p:grpSpPr>
      <p:sp>
        <p:nvSpPr>
          <p:cNvPr id="850" name="Google Shape;850;h59ba3f73bed9378b_0_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1" name="Google Shape;851;h59ba3f73bed9378b_0_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4" name="Shape 854"/>
        <p:cNvGrpSpPr/>
        <p:nvPr/>
      </p:nvGrpSpPr>
      <p:grpSpPr>
        <a:xfrm>
          <a:off x="0" y="0"/>
          <a:ext cx="0" cy="0"/>
          <a:chOff x="0" y="0"/>
          <a:chExt cx="0" cy="0"/>
        </a:xfrm>
      </p:grpSpPr>
      <p:sp>
        <p:nvSpPr>
          <p:cNvPr id="855" name="Google Shape;855;g3fb2dc0a37c_0_1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6" name="Google Shape;856;g3fb2dc0a37c_0_1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9" name="Shape 859"/>
        <p:cNvGrpSpPr/>
        <p:nvPr/>
      </p:nvGrpSpPr>
      <p:grpSpPr>
        <a:xfrm>
          <a:off x="0" y="0"/>
          <a:ext cx="0" cy="0"/>
          <a:chOff x="0" y="0"/>
          <a:chExt cx="0" cy="0"/>
        </a:xfrm>
      </p:grpSpPr>
      <p:sp>
        <p:nvSpPr>
          <p:cNvPr id="860" name="Google Shape;860;g3fb2dc0a37c_0_1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1" name="Google Shape;861;g3fb2dc0a37c_0_1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4" name="Shape 864"/>
        <p:cNvGrpSpPr/>
        <p:nvPr/>
      </p:nvGrpSpPr>
      <p:grpSpPr>
        <a:xfrm>
          <a:off x="0" y="0"/>
          <a:ext cx="0" cy="0"/>
          <a:chOff x="0" y="0"/>
          <a:chExt cx="0" cy="0"/>
        </a:xfrm>
      </p:grpSpPr>
      <p:sp>
        <p:nvSpPr>
          <p:cNvPr id="865" name="Google Shape;865;h59ba3f73bed9378b_0_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6" name="Google Shape;866;h59ba3f73bed9378b_0_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9" name="Shape 869"/>
        <p:cNvGrpSpPr/>
        <p:nvPr/>
      </p:nvGrpSpPr>
      <p:grpSpPr>
        <a:xfrm>
          <a:off x="0" y="0"/>
          <a:ext cx="0" cy="0"/>
          <a:chOff x="0" y="0"/>
          <a:chExt cx="0" cy="0"/>
        </a:xfrm>
      </p:grpSpPr>
      <p:sp>
        <p:nvSpPr>
          <p:cNvPr id="870" name="Google Shape;870;g3d89366497e_0_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1" name="Google Shape;871;g3d89366497e_0_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5" name="Shape 875"/>
        <p:cNvGrpSpPr/>
        <p:nvPr/>
      </p:nvGrpSpPr>
      <p:grpSpPr>
        <a:xfrm>
          <a:off x="0" y="0"/>
          <a:ext cx="0" cy="0"/>
          <a:chOff x="0" y="0"/>
          <a:chExt cx="0" cy="0"/>
        </a:xfrm>
      </p:grpSpPr>
      <p:sp>
        <p:nvSpPr>
          <p:cNvPr id="876" name="Google Shape;876;p15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7" name="Google Shape;877;p1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8" name="Google Shape;878;p156: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2" name="Shape 882"/>
        <p:cNvGrpSpPr/>
        <p:nvPr/>
      </p:nvGrpSpPr>
      <p:grpSpPr>
        <a:xfrm>
          <a:off x="0" y="0"/>
          <a:ext cx="0" cy="0"/>
          <a:chOff x="0" y="0"/>
          <a:chExt cx="0" cy="0"/>
        </a:xfrm>
      </p:grpSpPr>
      <p:sp>
        <p:nvSpPr>
          <p:cNvPr id="883" name="Google Shape;883;g3b224b7d20a_0_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4" name="Google Shape;884;g3b224b7d20a_0_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7" name="Shape 887"/>
        <p:cNvGrpSpPr/>
        <p:nvPr/>
      </p:nvGrpSpPr>
      <p:grpSpPr>
        <a:xfrm>
          <a:off x="0" y="0"/>
          <a:ext cx="0" cy="0"/>
          <a:chOff x="0" y="0"/>
          <a:chExt cx="0" cy="0"/>
        </a:xfrm>
      </p:grpSpPr>
      <p:sp>
        <p:nvSpPr>
          <p:cNvPr id="888" name="Google Shape;888;g3baa6357486_0_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9" name="Google Shape;889;g3baa6357486_0_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2" name="Shape 892"/>
        <p:cNvGrpSpPr/>
        <p:nvPr/>
      </p:nvGrpSpPr>
      <p:grpSpPr>
        <a:xfrm>
          <a:off x="0" y="0"/>
          <a:ext cx="0" cy="0"/>
          <a:chOff x="0" y="0"/>
          <a:chExt cx="0" cy="0"/>
        </a:xfrm>
      </p:grpSpPr>
      <p:sp>
        <p:nvSpPr>
          <p:cNvPr id="893" name="Google Shape;893;h6ba7c7f0c6428fb5_1_18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4" name="Google Shape;894;h6ba7c7f0c6428fb5_1_18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7" name="Shape 897"/>
        <p:cNvGrpSpPr/>
        <p:nvPr/>
      </p:nvGrpSpPr>
      <p:grpSpPr>
        <a:xfrm>
          <a:off x="0" y="0"/>
          <a:ext cx="0" cy="0"/>
          <a:chOff x="0" y="0"/>
          <a:chExt cx="0" cy="0"/>
        </a:xfrm>
      </p:grpSpPr>
      <p:sp>
        <p:nvSpPr>
          <p:cNvPr id="898" name="Google Shape;898;p1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9" name="Google Shape;899;p15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3" name="Shape 903"/>
        <p:cNvGrpSpPr/>
        <p:nvPr/>
      </p:nvGrpSpPr>
      <p:grpSpPr>
        <a:xfrm>
          <a:off x="0" y="0"/>
          <a:ext cx="0" cy="0"/>
          <a:chOff x="0" y="0"/>
          <a:chExt cx="0" cy="0"/>
        </a:xfrm>
      </p:grpSpPr>
      <p:sp>
        <p:nvSpPr>
          <p:cNvPr id="904" name="Google Shape;904;p1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5" name="Google Shape;905;p16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8" name="Shape 908"/>
        <p:cNvGrpSpPr/>
        <p:nvPr/>
      </p:nvGrpSpPr>
      <p:grpSpPr>
        <a:xfrm>
          <a:off x="0" y="0"/>
          <a:ext cx="0" cy="0"/>
          <a:chOff x="0" y="0"/>
          <a:chExt cx="0" cy="0"/>
        </a:xfrm>
      </p:grpSpPr>
      <p:sp>
        <p:nvSpPr>
          <p:cNvPr id="909" name="Google Shape;909;p1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0" name="Google Shape;910;p16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3" name="Shape 913"/>
        <p:cNvGrpSpPr/>
        <p:nvPr/>
      </p:nvGrpSpPr>
      <p:grpSpPr>
        <a:xfrm>
          <a:off x="0" y="0"/>
          <a:ext cx="0" cy="0"/>
          <a:chOff x="0" y="0"/>
          <a:chExt cx="0" cy="0"/>
        </a:xfrm>
      </p:grpSpPr>
      <p:sp>
        <p:nvSpPr>
          <p:cNvPr id="914" name="Google Shape;914;p16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5" name="Google Shape;915;p16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8" name="Shape 918"/>
        <p:cNvGrpSpPr/>
        <p:nvPr/>
      </p:nvGrpSpPr>
      <p:grpSpPr>
        <a:xfrm>
          <a:off x="0" y="0"/>
          <a:ext cx="0" cy="0"/>
          <a:chOff x="0" y="0"/>
          <a:chExt cx="0" cy="0"/>
        </a:xfrm>
      </p:grpSpPr>
      <p:sp>
        <p:nvSpPr>
          <p:cNvPr id="919" name="Google Shape;919;p16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0" name="Google Shape;920;p16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3" name="Shape 923"/>
        <p:cNvGrpSpPr/>
        <p:nvPr/>
      </p:nvGrpSpPr>
      <p:grpSpPr>
        <a:xfrm>
          <a:off x="0" y="0"/>
          <a:ext cx="0" cy="0"/>
          <a:chOff x="0" y="0"/>
          <a:chExt cx="0" cy="0"/>
        </a:xfrm>
      </p:grpSpPr>
      <p:sp>
        <p:nvSpPr>
          <p:cNvPr id="924" name="Google Shape;924;p1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5" name="Google Shape;925;p16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8" name="Shape 928"/>
        <p:cNvGrpSpPr/>
        <p:nvPr/>
      </p:nvGrpSpPr>
      <p:grpSpPr>
        <a:xfrm>
          <a:off x="0" y="0"/>
          <a:ext cx="0" cy="0"/>
          <a:chOff x="0" y="0"/>
          <a:chExt cx="0" cy="0"/>
        </a:xfrm>
      </p:grpSpPr>
      <p:sp>
        <p:nvSpPr>
          <p:cNvPr id="929" name="Google Shape;929;p1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0" name="Google Shape;930;p16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3" name="Shape 933"/>
        <p:cNvGrpSpPr/>
        <p:nvPr/>
      </p:nvGrpSpPr>
      <p:grpSpPr>
        <a:xfrm>
          <a:off x="0" y="0"/>
          <a:ext cx="0" cy="0"/>
          <a:chOff x="0" y="0"/>
          <a:chExt cx="0" cy="0"/>
        </a:xfrm>
      </p:grpSpPr>
      <p:sp>
        <p:nvSpPr>
          <p:cNvPr id="934" name="Google Shape;934;p1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5" name="Google Shape;935;p16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8" name="Shape 938"/>
        <p:cNvGrpSpPr/>
        <p:nvPr/>
      </p:nvGrpSpPr>
      <p:grpSpPr>
        <a:xfrm>
          <a:off x="0" y="0"/>
          <a:ext cx="0" cy="0"/>
          <a:chOff x="0" y="0"/>
          <a:chExt cx="0" cy="0"/>
        </a:xfrm>
      </p:grpSpPr>
      <p:sp>
        <p:nvSpPr>
          <p:cNvPr id="939" name="Google Shape;939;p16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0" name="Google Shape;940;p16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3" name="Shape 943"/>
        <p:cNvGrpSpPr/>
        <p:nvPr/>
      </p:nvGrpSpPr>
      <p:grpSpPr>
        <a:xfrm>
          <a:off x="0" y="0"/>
          <a:ext cx="0" cy="0"/>
          <a:chOff x="0" y="0"/>
          <a:chExt cx="0" cy="0"/>
        </a:xfrm>
      </p:grpSpPr>
      <p:sp>
        <p:nvSpPr>
          <p:cNvPr id="944" name="Google Shape;944;p1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5" name="Google Shape;945;p16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8" name="Shape 948"/>
        <p:cNvGrpSpPr/>
        <p:nvPr/>
      </p:nvGrpSpPr>
      <p:grpSpPr>
        <a:xfrm>
          <a:off x="0" y="0"/>
          <a:ext cx="0" cy="0"/>
          <a:chOff x="0" y="0"/>
          <a:chExt cx="0" cy="0"/>
        </a:xfrm>
      </p:grpSpPr>
      <p:sp>
        <p:nvSpPr>
          <p:cNvPr id="949" name="Google Shape;949;p1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0" name="Google Shape;950;p16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3" name="Shape 953"/>
        <p:cNvGrpSpPr/>
        <p:nvPr/>
      </p:nvGrpSpPr>
      <p:grpSpPr>
        <a:xfrm>
          <a:off x="0" y="0"/>
          <a:ext cx="0" cy="0"/>
          <a:chOff x="0" y="0"/>
          <a:chExt cx="0" cy="0"/>
        </a:xfrm>
      </p:grpSpPr>
      <p:sp>
        <p:nvSpPr>
          <p:cNvPr id="954" name="Google Shape;954;p1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5" name="Google Shape;955;p17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8" name="Shape 958"/>
        <p:cNvGrpSpPr/>
        <p:nvPr/>
      </p:nvGrpSpPr>
      <p:grpSpPr>
        <a:xfrm>
          <a:off x="0" y="0"/>
          <a:ext cx="0" cy="0"/>
          <a:chOff x="0" y="0"/>
          <a:chExt cx="0" cy="0"/>
        </a:xfrm>
      </p:grpSpPr>
      <p:sp>
        <p:nvSpPr>
          <p:cNvPr id="959" name="Google Shape;959;p17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0" name="Google Shape;960;p17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3" name="Shape 963"/>
        <p:cNvGrpSpPr/>
        <p:nvPr/>
      </p:nvGrpSpPr>
      <p:grpSpPr>
        <a:xfrm>
          <a:off x="0" y="0"/>
          <a:ext cx="0" cy="0"/>
          <a:chOff x="0" y="0"/>
          <a:chExt cx="0" cy="0"/>
        </a:xfrm>
      </p:grpSpPr>
      <p:sp>
        <p:nvSpPr>
          <p:cNvPr id="964" name="Google Shape;964;p1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5" name="Google Shape;965;p1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8" name="Shape 968"/>
        <p:cNvGrpSpPr/>
        <p:nvPr/>
      </p:nvGrpSpPr>
      <p:grpSpPr>
        <a:xfrm>
          <a:off x="0" y="0"/>
          <a:ext cx="0" cy="0"/>
          <a:chOff x="0" y="0"/>
          <a:chExt cx="0" cy="0"/>
        </a:xfrm>
      </p:grpSpPr>
      <p:sp>
        <p:nvSpPr>
          <p:cNvPr id="969" name="Google Shape;969;p1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0" name="Google Shape;970;p1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3" name="Shape 973"/>
        <p:cNvGrpSpPr/>
        <p:nvPr/>
      </p:nvGrpSpPr>
      <p:grpSpPr>
        <a:xfrm>
          <a:off x="0" y="0"/>
          <a:ext cx="0" cy="0"/>
          <a:chOff x="0" y="0"/>
          <a:chExt cx="0" cy="0"/>
        </a:xfrm>
      </p:grpSpPr>
      <p:sp>
        <p:nvSpPr>
          <p:cNvPr id="974" name="Google Shape;974;p1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5" name="Google Shape;975;p17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8" name="Shape 978"/>
        <p:cNvGrpSpPr/>
        <p:nvPr/>
      </p:nvGrpSpPr>
      <p:grpSpPr>
        <a:xfrm>
          <a:off x="0" y="0"/>
          <a:ext cx="0" cy="0"/>
          <a:chOff x="0" y="0"/>
          <a:chExt cx="0" cy="0"/>
        </a:xfrm>
      </p:grpSpPr>
      <p:sp>
        <p:nvSpPr>
          <p:cNvPr id="979" name="Google Shape;979;p1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0" name="Google Shape;980;p17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3" name="Shape 983"/>
        <p:cNvGrpSpPr/>
        <p:nvPr/>
      </p:nvGrpSpPr>
      <p:grpSpPr>
        <a:xfrm>
          <a:off x="0" y="0"/>
          <a:ext cx="0" cy="0"/>
          <a:chOff x="0" y="0"/>
          <a:chExt cx="0" cy="0"/>
        </a:xfrm>
      </p:grpSpPr>
      <p:sp>
        <p:nvSpPr>
          <p:cNvPr id="984" name="Google Shape;984;p1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5" name="Google Shape;985;p17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8" name="Shape 988"/>
        <p:cNvGrpSpPr/>
        <p:nvPr/>
      </p:nvGrpSpPr>
      <p:grpSpPr>
        <a:xfrm>
          <a:off x="0" y="0"/>
          <a:ext cx="0" cy="0"/>
          <a:chOff x="0" y="0"/>
          <a:chExt cx="0" cy="0"/>
        </a:xfrm>
      </p:grpSpPr>
      <p:sp>
        <p:nvSpPr>
          <p:cNvPr id="989" name="Google Shape;989;p1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0" name="Google Shape;990;p17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3" name="Shape 993"/>
        <p:cNvGrpSpPr/>
        <p:nvPr/>
      </p:nvGrpSpPr>
      <p:grpSpPr>
        <a:xfrm>
          <a:off x="0" y="0"/>
          <a:ext cx="0" cy="0"/>
          <a:chOff x="0" y="0"/>
          <a:chExt cx="0" cy="0"/>
        </a:xfrm>
      </p:grpSpPr>
      <p:sp>
        <p:nvSpPr>
          <p:cNvPr id="994" name="Google Shape;994;p17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5" name="Google Shape;995;p17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8" name="Shape 998"/>
        <p:cNvGrpSpPr/>
        <p:nvPr/>
      </p:nvGrpSpPr>
      <p:grpSpPr>
        <a:xfrm>
          <a:off x="0" y="0"/>
          <a:ext cx="0" cy="0"/>
          <a:chOff x="0" y="0"/>
          <a:chExt cx="0" cy="0"/>
        </a:xfrm>
      </p:grpSpPr>
      <p:sp>
        <p:nvSpPr>
          <p:cNvPr id="999" name="Google Shape;999;h6ba7c7f0c6428fb5_1_18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0" name="Google Shape;1000;h6ba7c7f0c6428fb5_1_18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3" name="Shape 1003"/>
        <p:cNvGrpSpPr/>
        <p:nvPr/>
      </p:nvGrpSpPr>
      <p:grpSpPr>
        <a:xfrm>
          <a:off x="0" y="0"/>
          <a:ext cx="0" cy="0"/>
          <a:chOff x="0" y="0"/>
          <a:chExt cx="0" cy="0"/>
        </a:xfrm>
      </p:grpSpPr>
      <p:sp>
        <p:nvSpPr>
          <p:cNvPr id="1004" name="Google Shape;1004;h59ba3f73bed9378b_0_1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5" name="Google Shape;1005;h59ba3f73bed9378b_0_1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8" name="Shape 1008"/>
        <p:cNvGrpSpPr/>
        <p:nvPr/>
      </p:nvGrpSpPr>
      <p:grpSpPr>
        <a:xfrm>
          <a:off x="0" y="0"/>
          <a:ext cx="0" cy="0"/>
          <a:chOff x="0" y="0"/>
          <a:chExt cx="0" cy="0"/>
        </a:xfrm>
      </p:grpSpPr>
      <p:sp>
        <p:nvSpPr>
          <p:cNvPr id="1009" name="Google Shape;1009;h59ba3f73bed9378b_0_2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0" name="Google Shape;1010;h59ba3f73bed9378b_0_2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3" name="Shape 1013"/>
        <p:cNvGrpSpPr/>
        <p:nvPr/>
      </p:nvGrpSpPr>
      <p:grpSpPr>
        <a:xfrm>
          <a:off x="0" y="0"/>
          <a:ext cx="0" cy="0"/>
          <a:chOff x="0" y="0"/>
          <a:chExt cx="0" cy="0"/>
        </a:xfrm>
      </p:grpSpPr>
      <p:sp>
        <p:nvSpPr>
          <p:cNvPr id="1014" name="Google Shape;1014;h59ba3f73bed9378b_0_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5" name="Google Shape;1015;h59ba3f73bed9378b_0_2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8" name="Shape 1018"/>
        <p:cNvGrpSpPr/>
        <p:nvPr/>
      </p:nvGrpSpPr>
      <p:grpSpPr>
        <a:xfrm>
          <a:off x="0" y="0"/>
          <a:ext cx="0" cy="0"/>
          <a:chOff x="0" y="0"/>
          <a:chExt cx="0" cy="0"/>
        </a:xfrm>
      </p:grpSpPr>
      <p:sp>
        <p:nvSpPr>
          <p:cNvPr id="1019" name="Google Shape;1019;h59ba3f73bed9378b_0_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0" name="Google Shape;1020;h59ba3f73bed9378b_0_2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3" name="Shape 1023"/>
        <p:cNvGrpSpPr/>
        <p:nvPr/>
      </p:nvGrpSpPr>
      <p:grpSpPr>
        <a:xfrm>
          <a:off x="0" y="0"/>
          <a:ext cx="0" cy="0"/>
          <a:chOff x="0" y="0"/>
          <a:chExt cx="0" cy="0"/>
        </a:xfrm>
      </p:grpSpPr>
      <p:sp>
        <p:nvSpPr>
          <p:cNvPr id="1024" name="Google Shape;1024;h59ba3f73bed9378b_0_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5" name="Google Shape;1025;h59ba3f73bed9378b_0_3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8" name="Shape 1028"/>
        <p:cNvGrpSpPr/>
        <p:nvPr/>
      </p:nvGrpSpPr>
      <p:grpSpPr>
        <a:xfrm>
          <a:off x="0" y="0"/>
          <a:ext cx="0" cy="0"/>
          <a:chOff x="0" y="0"/>
          <a:chExt cx="0" cy="0"/>
        </a:xfrm>
      </p:grpSpPr>
      <p:sp>
        <p:nvSpPr>
          <p:cNvPr id="1029" name="Google Shape;1029;h59ba3f73bed9378b_0_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0" name="Google Shape;1030;h59ba3f73bed9378b_0_3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3" name="Shape 1033"/>
        <p:cNvGrpSpPr/>
        <p:nvPr/>
      </p:nvGrpSpPr>
      <p:grpSpPr>
        <a:xfrm>
          <a:off x="0" y="0"/>
          <a:ext cx="0" cy="0"/>
          <a:chOff x="0" y="0"/>
          <a:chExt cx="0" cy="0"/>
        </a:xfrm>
      </p:grpSpPr>
      <p:sp>
        <p:nvSpPr>
          <p:cNvPr id="1034" name="Google Shape;1034;h59ba3f73bed9378b_0_4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5" name="Google Shape;1035;h59ba3f73bed9378b_0_4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8" name="Shape 1038"/>
        <p:cNvGrpSpPr/>
        <p:nvPr/>
      </p:nvGrpSpPr>
      <p:grpSpPr>
        <a:xfrm>
          <a:off x="0" y="0"/>
          <a:ext cx="0" cy="0"/>
          <a:chOff x="0" y="0"/>
          <a:chExt cx="0" cy="0"/>
        </a:xfrm>
      </p:grpSpPr>
      <p:sp>
        <p:nvSpPr>
          <p:cNvPr id="1039" name="Google Shape;1039;h59ba3f73bed9378b_0_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0" name="Google Shape;1040;h59ba3f73bed9378b_0_4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3" name="Shape 1043"/>
        <p:cNvGrpSpPr/>
        <p:nvPr/>
      </p:nvGrpSpPr>
      <p:grpSpPr>
        <a:xfrm>
          <a:off x="0" y="0"/>
          <a:ext cx="0" cy="0"/>
          <a:chOff x="0" y="0"/>
          <a:chExt cx="0" cy="0"/>
        </a:xfrm>
      </p:grpSpPr>
      <p:sp>
        <p:nvSpPr>
          <p:cNvPr id="1044" name="Google Shape;1044;h6ba7c7f0c6428fb5_1_4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5" name="Google Shape;1045;h6ba7c7f0c6428fb5_1_4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8" name="Shape 1048"/>
        <p:cNvGrpSpPr/>
        <p:nvPr/>
      </p:nvGrpSpPr>
      <p:grpSpPr>
        <a:xfrm>
          <a:off x="0" y="0"/>
          <a:ext cx="0" cy="0"/>
          <a:chOff x="0" y="0"/>
          <a:chExt cx="0" cy="0"/>
        </a:xfrm>
      </p:grpSpPr>
      <p:sp>
        <p:nvSpPr>
          <p:cNvPr id="1049" name="Google Shape;1049;h6ba7c7f0c6428fb5_1_4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0" name="Google Shape;1050;h6ba7c7f0c6428fb5_1_4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3" name="Shape 1053"/>
        <p:cNvGrpSpPr/>
        <p:nvPr/>
      </p:nvGrpSpPr>
      <p:grpSpPr>
        <a:xfrm>
          <a:off x="0" y="0"/>
          <a:ext cx="0" cy="0"/>
          <a:chOff x="0" y="0"/>
          <a:chExt cx="0" cy="0"/>
        </a:xfrm>
      </p:grpSpPr>
      <p:sp>
        <p:nvSpPr>
          <p:cNvPr id="1054" name="Google Shape;1054;h6ba7c7f0c6428fb5_1_5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5" name="Google Shape;1055;h6ba7c7f0c6428fb5_1_5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8" name="Shape 1058"/>
        <p:cNvGrpSpPr/>
        <p:nvPr/>
      </p:nvGrpSpPr>
      <p:grpSpPr>
        <a:xfrm>
          <a:off x="0" y="0"/>
          <a:ext cx="0" cy="0"/>
          <a:chOff x="0" y="0"/>
          <a:chExt cx="0" cy="0"/>
        </a:xfrm>
      </p:grpSpPr>
      <p:sp>
        <p:nvSpPr>
          <p:cNvPr id="1059" name="Google Shape;1059;h6ba7c7f0c6428fb5_1_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0" name="Google Shape;1060;h6ba7c7f0c6428fb5_1_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3" name="Shape 1063"/>
        <p:cNvGrpSpPr/>
        <p:nvPr/>
      </p:nvGrpSpPr>
      <p:grpSpPr>
        <a:xfrm>
          <a:off x="0" y="0"/>
          <a:ext cx="0" cy="0"/>
          <a:chOff x="0" y="0"/>
          <a:chExt cx="0" cy="0"/>
        </a:xfrm>
      </p:grpSpPr>
      <p:sp>
        <p:nvSpPr>
          <p:cNvPr id="1064" name="Google Shape;1064;h6ba7c7f0c6428fb5_1_6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5" name="Google Shape;1065;h6ba7c7f0c6428fb5_1_6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8" name="Shape 1068"/>
        <p:cNvGrpSpPr/>
        <p:nvPr/>
      </p:nvGrpSpPr>
      <p:grpSpPr>
        <a:xfrm>
          <a:off x="0" y="0"/>
          <a:ext cx="0" cy="0"/>
          <a:chOff x="0" y="0"/>
          <a:chExt cx="0" cy="0"/>
        </a:xfrm>
      </p:grpSpPr>
      <p:sp>
        <p:nvSpPr>
          <p:cNvPr id="1069" name="Google Shape;1069;h6ba7c7f0c6428fb5_1_6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0" name="Google Shape;1070;h6ba7c7f0c6428fb5_1_6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3" name="Shape 1073"/>
        <p:cNvGrpSpPr/>
        <p:nvPr/>
      </p:nvGrpSpPr>
      <p:grpSpPr>
        <a:xfrm>
          <a:off x="0" y="0"/>
          <a:ext cx="0" cy="0"/>
          <a:chOff x="0" y="0"/>
          <a:chExt cx="0" cy="0"/>
        </a:xfrm>
      </p:grpSpPr>
      <p:sp>
        <p:nvSpPr>
          <p:cNvPr id="1074" name="Google Shape;1074;h6ba7c7f0c6428fb5_1_7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5" name="Google Shape;1075;h6ba7c7f0c6428fb5_1_7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8" name="Shape 1078"/>
        <p:cNvGrpSpPr/>
        <p:nvPr/>
      </p:nvGrpSpPr>
      <p:grpSpPr>
        <a:xfrm>
          <a:off x="0" y="0"/>
          <a:ext cx="0" cy="0"/>
          <a:chOff x="0" y="0"/>
          <a:chExt cx="0" cy="0"/>
        </a:xfrm>
      </p:grpSpPr>
      <p:sp>
        <p:nvSpPr>
          <p:cNvPr id="1079" name="Google Shape;1079;g3e5a0c7ab5b_0_2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0" name="Google Shape;1080;g3e5a0c7ab5b_0_2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3" name="Shape 1083"/>
        <p:cNvGrpSpPr/>
        <p:nvPr/>
      </p:nvGrpSpPr>
      <p:grpSpPr>
        <a:xfrm>
          <a:off x="0" y="0"/>
          <a:ext cx="0" cy="0"/>
          <a:chOff x="0" y="0"/>
          <a:chExt cx="0" cy="0"/>
        </a:xfrm>
      </p:grpSpPr>
      <p:sp>
        <p:nvSpPr>
          <p:cNvPr id="1084" name="Google Shape;1084;p2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5" name="Google Shape;1085;p2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8" name="Shape 1088"/>
        <p:cNvGrpSpPr/>
        <p:nvPr/>
      </p:nvGrpSpPr>
      <p:grpSpPr>
        <a:xfrm>
          <a:off x="0" y="0"/>
          <a:ext cx="0" cy="0"/>
          <a:chOff x="0" y="0"/>
          <a:chExt cx="0" cy="0"/>
        </a:xfrm>
      </p:grpSpPr>
      <p:sp>
        <p:nvSpPr>
          <p:cNvPr id="1089" name="Google Shape;1089;p2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0" name="Google Shape;1090;p2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3" name="Shape 1093"/>
        <p:cNvGrpSpPr/>
        <p:nvPr/>
      </p:nvGrpSpPr>
      <p:grpSpPr>
        <a:xfrm>
          <a:off x="0" y="0"/>
          <a:ext cx="0" cy="0"/>
          <a:chOff x="0" y="0"/>
          <a:chExt cx="0" cy="0"/>
        </a:xfrm>
      </p:grpSpPr>
      <p:sp>
        <p:nvSpPr>
          <p:cNvPr id="1094" name="Google Shape;1094;p2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5" name="Google Shape;1095;p2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8" name="Shape 1098"/>
        <p:cNvGrpSpPr/>
        <p:nvPr/>
      </p:nvGrpSpPr>
      <p:grpSpPr>
        <a:xfrm>
          <a:off x="0" y="0"/>
          <a:ext cx="0" cy="0"/>
          <a:chOff x="0" y="0"/>
          <a:chExt cx="0" cy="0"/>
        </a:xfrm>
      </p:grpSpPr>
      <p:sp>
        <p:nvSpPr>
          <p:cNvPr id="1099" name="Google Shape;1099;g3e5a0c7ab5b_0_3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0" name="Google Shape;1100;g3e5a0c7ab5b_0_3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3" name="Shape 1103"/>
        <p:cNvGrpSpPr/>
        <p:nvPr/>
      </p:nvGrpSpPr>
      <p:grpSpPr>
        <a:xfrm>
          <a:off x="0" y="0"/>
          <a:ext cx="0" cy="0"/>
          <a:chOff x="0" y="0"/>
          <a:chExt cx="0" cy="0"/>
        </a:xfrm>
      </p:grpSpPr>
      <p:sp>
        <p:nvSpPr>
          <p:cNvPr id="1104" name="Google Shape;1104;g3a42a8b53c1_2_2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5" name="Google Shape;1105;g3a42a8b53c1_2_2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8" name="Shape 1108"/>
        <p:cNvGrpSpPr/>
        <p:nvPr/>
      </p:nvGrpSpPr>
      <p:grpSpPr>
        <a:xfrm>
          <a:off x="0" y="0"/>
          <a:ext cx="0" cy="0"/>
          <a:chOff x="0" y="0"/>
          <a:chExt cx="0" cy="0"/>
        </a:xfrm>
      </p:grpSpPr>
      <p:sp>
        <p:nvSpPr>
          <p:cNvPr id="1109" name="Google Shape;1109;p2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0" name="Google Shape;1110;p2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3" name="Shape 1113"/>
        <p:cNvGrpSpPr/>
        <p:nvPr/>
      </p:nvGrpSpPr>
      <p:grpSpPr>
        <a:xfrm>
          <a:off x="0" y="0"/>
          <a:ext cx="0" cy="0"/>
          <a:chOff x="0" y="0"/>
          <a:chExt cx="0" cy="0"/>
        </a:xfrm>
      </p:grpSpPr>
      <p:sp>
        <p:nvSpPr>
          <p:cNvPr id="1114" name="Google Shape;1114;p2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5" name="Google Shape;1115;p20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8" name="Shape 1118"/>
        <p:cNvGrpSpPr/>
        <p:nvPr/>
      </p:nvGrpSpPr>
      <p:grpSpPr>
        <a:xfrm>
          <a:off x="0" y="0"/>
          <a:ext cx="0" cy="0"/>
          <a:chOff x="0" y="0"/>
          <a:chExt cx="0" cy="0"/>
        </a:xfrm>
      </p:grpSpPr>
      <p:sp>
        <p:nvSpPr>
          <p:cNvPr id="1119" name="Google Shape;1119;g3e5a0c7ab5b_0_33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0" name="Google Shape;1120;g3e5a0c7ab5b_0_33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3" name="Shape 1123"/>
        <p:cNvGrpSpPr/>
        <p:nvPr/>
      </p:nvGrpSpPr>
      <p:grpSpPr>
        <a:xfrm>
          <a:off x="0" y="0"/>
          <a:ext cx="0" cy="0"/>
          <a:chOff x="0" y="0"/>
          <a:chExt cx="0" cy="0"/>
        </a:xfrm>
      </p:grpSpPr>
      <p:sp>
        <p:nvSpPr>
          <p:cNvPr id="1124" name="Google Shape;1124;h1e0a2a2b9c0b50a8_0_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5" name="Google Shape;1125;h1e0a2a2b9c0b50a8_0_7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9" name="Shape 1129"/>
        <p:cNvGrpSpPr/>
        <p:nvPr/>
      </p:nvGrpSpPr>
      <p:grpSpPr>
        <a:xfrm>
          <a:off x="0" y="0"/>
          <a:ext cx="0" cy="0"/>
          <a:chOff x="0" y="0"/>
          <a:chExt cx="0" cy="0"/>
        </a:xfrm>
      </p:grpSpPr>
      <p:sp>
        <p:nvSpPr>
          <p:cNvPr id="1130" name="Google Shape;1130;h1e0a2a2b9c0b50a8_0_8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31" name="Google Shape;1131;h1e0a2a2b9c0b50a8_0_8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4" name="Shape 1134"/>
        <p:cNvGrpSpPr/>
        <p:nvPr/>
      </p:nvGrpSpPr>
      <p:grpSpPr>
        <a:xfrm>
          <a:off x="0" y="0"/>
          <a:ext cx="0" cy="0"/>
          <a:chOff x="0" y="0"/>
          <a:chExt cx="0" cy="0"/>
        </a:xfrm>
      </p:grpSpPr>
      <p:sp>
        <p:nvSpPr>
          <p:cNvPr id="1135" name="Google Shape;1135;g3e5a0c7ab5b_0_34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36" name="Google Shape;1136;g3e5a0c7ab5b_0_34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9" name="Shape 1139"/>
        <p:cNvGrpSpPr/>
        <p:nvPr/>
      </p:nvGrpSpPr>
      <p:grpSpPr>
        <a:xfrm>
          <a:off x="0" y="0"/>
          <a:ext cx="0" cy="0"/>
          <a:chOff x="0" y="0"/>
          <a:chExt cx="0" cy="0"/>
        </a:xfrm>
      </p:grpSpPr>
      <p:sp>
        <p:nvSpPr>
          <p:cNvPr id="1140" name="Google Shape;1140;h1d72e0b711e8a63f_0_8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1" name="Google Shape;1141;h1d72e0b711e8a63f_0_8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4" name="Shape 1144"/>
        <p:cNvGrpSpPr/>
        <p:nvPr/>
      </p:nvGrpSpPr>
      <p:grpSpPr>
        <a:xfrm>
          <a:off x="0" y="0"/>
          <a:ext cx="0" cy="0"/>
          <a:chOff x="0" y="0"/>
          <a:chExt cx="0" cy="0"/>
        </a:xfrm>
      </p:grpSpPr>
      <p:sp>
        <p:nvSpPr>
          <p:cNvPr id="1145" name="Google Shape;1145;h1d72e0b711e8a63f_0_8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6" name="Google Shape;1146;h1d72e0b711e8a63f_0_8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9" name="Shape 1149"/>
        <p:cNvGrpSpPr/>
        <p:nvPr/>
      </p:nvGrpSpPr>
      <p:grpSpPr>
        <a:xfrm>
          <a:off x="0" y="0"/>
          <a:ext cx="0" cy="0"/>
          <a:chOff x="0" y="0"/>
          <a:chExt cx="0" cy="0"/>
        </a:xfrm>
      </p:grpSpPr>
      <p:sp>
        <p:nvSpPr>
          <p:cNvPr id="1150" name="Google Shape;1150;h1d72e0b711e8a63f_0_9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51" name="Google Shape;1151;h1d72e0b711e8a63f_0_9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4" name="Shape 1154"/>
        <p:cNvGrpSpPr/>
        <p:nvPr/>
      </p:nvGrpSpPr>
      <p:grpSpPr>
        <a:xfrm>
          <a:off x="0" y="0"/>
          <a:ext cx="0" cy="0"/>
          <a:chOff x="0" y="0"/>
          <a:chExt cx="0" cy="0"/>
        </a:xfrm>
      </p:grpSpPr>
      <p:sp>
        <p:nvSpPr>
          <p:cNvPr id="1155" name="Google Shape;1155;h6ba7c7f0c6428fb5_1_8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56" name="Google Shape;1156;h6ba7c7f0c6428fb5_1_8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9" name="Shape 1159"/>
        <p:cNvGrpSpPr/>
        <p:nvPr/>
      </p:nvGrpSpPr>
      <p:grpSpPr>
        <a:xfrm>
          <a:off x="0" y="0"/>
          <a:ext cx="0" cy="0"/>
          <a:chOff x="0" y="0"/>
          <a:chExt cx="0" cy="0"/>
        </a:xfrm>
      </p:grpSpPr>
      <p:sp>
        <p:nvSpPr>
          <p:cNvPr id="1160" name="Google Shape;1160;h6ba7c7f0c6428fb5_1_8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1" name="Google Shape;1161;h6ba7c7f0c6428fb5_1_8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4" name="Shape 1164"/>
        <p:cNvGrpSpPr/>
        <p:nvPr/>
      </p:nvGrpSpPr>
      <p:grpSpPr>
        <a:xfrm>
          <a:off x="0" y="0"/>
          <a:ext cx="0" cy="0"/>
          <a:chOff x="0" y="0"/>
          <a:chExt cx="0" cy="0"/>
        </a:xfrm>
      </p:grpSpPr>
      <p:sp>
        <p:nvSpPr>
          <p:cNvPr id="1165" name="Google Shape;1165;h6ba7c7f0c6428fb5_1_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6" name="Google Shape;1166;h6ba7c7f0c6428fb5_1_9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9" name="Shape 1169"/>
        <p:cNvGrpSpPr/>
        <p:nvPr/>
      </p:nvGrpSpPr>
      <p:grpSpPr>
        <a:xfrm>
          <a:off x="0" y="0"/>
          <a:ext cx="0" cy="0"/>
          <a:chOff x="0" y="0"/>
          <a:chExt cx="0" cy="0"/>
        </a:xfrm>
      </p:grpSpPr>
      <p:sp>
        <p:nvSpPr>
          <p:cNvPr id="1170" name="Google Shape;1170;h6ba7c7f0c6428fb5_1_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71" name="Google Shape;1171;h6ba7c7f0c6428fb5_1_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4" name="Shape 1174"/>
        <p:cNvGrpSpPr/>
        <p:nvPr/>
      </p:nvGrpSpPr>
      <p:grpSpPr>
        <a:xfrm>
          <a:off x="0" y="0"/>
          <a:ext cx="0" cy="0"/>
          <a:chOff x="0" y="0"/>
          <a:chExt cx="0" cy="0"/>
        </a:xfrm>
      </p:grpSpPr>
      <p:sp>
        <p:nvSpPr>
          <p:cNvPr id="1175" name="Google Shape;1175;h6ba7c7f0c6428fb5_1_10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76" name="Google Shape;1176;h6ba7c7f0c6428fb5_1_10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9" name="Shape 1179"/>
        <p:cNvGrpSpPr/>
        <p:nvPr/>
      </p:nvGrpSpPr>
      <p:grpSpPr>
        <a:xfrm>
          <a:off x="0" y="0"/>
          <a:ext cx="0" cy="0"/>
          <a:chOff x="0" y="0"/>
          <a:chExt cx="0" cy="0"/>
        </a:xfrm>
      </p:grpSpPr>
      <p:sp>
        <p:nvSpPr>
          <p:cNvPr id="1180" name="Google Shape;1180;h6ba7c7f0c6428fb5_1_1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81" name="Google Shape;1181;h6ba7c7f0c6428fb5_1_1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4" name="Shape 1184"/>
        <p:cNvGrpSpPr/>
        <p:nvPr/>
      </p:nvGrpSpPr>
      <p:grpSpPr>
        <a:xfrm>
          <a:off x="0" y="0"/>
          <a:ext cx="0" cy="0"/>
          <a:chOff x="0" y="0"/>
          <a:chExt cx="0" cy="0"/>
        </a:xfrm>
      </p:grpSpPr>
      <p:sp>
        <p:nvSpPr>
          <p:cNvPr id="1185" name="Google Shape;1185;h6ba7c7f0c6428fb5_1_11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86" name="Google Shape;1186;h6ba7c7f0c6428fb5_1_11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9" name="Shape 1189"/>
        <p:cNvGrpSpPr/>
        <p:nvPr/>
      </p:nvGrpSpPr>
      <p:grpSpPr>
        <a:xfrm>
          <a:off x="0" y="0"/>
          <a:ext cx="0" cy="0"/>
          <a:chOff x="0" y="0"/>
          <a:chExt cx="0" cy="0"/>
        </a:xfrm>
      </p:grpSpPr>
      <p:sp>
        <p:nvSpPr>
          <p:cNvPr id="1190" name="Google Shape;1190;h6ba7c7f0c6428fb5_1_12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91" name="Google Shape;1191;h6ba7c7f0c6428fb5_1_12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4" name="Shape 1194"/>
        <p:cNvGrpSpPr/>
        <p:nvPr/>
      </p:nvGrpSpPr>
      <p:grpSpPr>
        <a:xfrm>
          <a:off x="0" y="0"/>
          <a:ext cx="0" cy="0"/>
          <a:chOff x="0" y="0"/>
          <a:chExt cx="0" cy="0"/>
        </a:xfrm>
      </p:grpSpPr>
      <p:sp>
        <p:nvSpPr>
          <p:cNvPr id="1195" name="Google Shape;1195;h6ba7c7f0c6428fb5_1_1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96" name="Google Shape;1196;h6ba7c7f0c6428fb5_1_12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9" name="Shape 1199"/>
        <p:cNvGrpSpPr/>
        <p:nvPr/>
      </p:nvGrpSpPr>
      <p:grpSpPr>
        <a:xfrm>
          <a:off x="0" y="0"/>
          <a:ext cx="0" cy="0"/>
          <a:chOff x="0" y="0"/>
          <a:chExt cx="0" cy="0"/>
        </a:xfrm>
      </p:grpSpPr>
      <p:sp>
        <p:nvSpPr>
          <p:cNvPr id="1200" name="Google Shape;1200;h6ba7c7f0c6428fb5_1_1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01" name="Google Shape;1201;h6ba7c7f0c6428fb5_1_12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4" name="Shape 1204"/>
        <p:cNvGrpSpPr/>
        <p:nvPr/>
      </p:nvGrpSpPr>
      <p:grpSpPr>
        <a:xfrm>
          <a:off x="0" y="0"/>
          <a:ext cx="0" cy="0"/>
          <a:chOff x="0" y="0"/>
          <a:chExt cx="0" cy="0"/>
        </a:xfrm>
      </p:grpSpPr>
      <p:sp>
        <p:nvSpPr>
          <p:cNvPr id="1205" name="Google Shape;1205;h6ba7c7f0c6428fb5_1_18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06" name="Google Shape;1206;h6ba7c7f0c6428fb5_1_18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9" name="Shape 1209"/>
        <p:cNvGrpSpPr/>
        <p:nvPr/>
      </p:nvGrpSpPr>
      <p:grpSpPr>
        <a:xfrm>
          <a:off x="0" y="0"/>
          <a:ext cx="0" cy="0"/>
          <a:chOff x="0" y="0"/>
          <a:chExt cx="0" cy="0"/>
        </a:xfrm>
      </p:grpSpPr>
      <p:sp>
        <p:nvSpPr>
          <p:cNvPr id="1210" name="Google Shape;1210;g3fb3359abd2_0_1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1" name="Google Shape;1211;g3fb3359abd2_0_1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4" name="Shape 1214"/>
        <p:cNvGrpSpPr/>
        <p:nvPr/>
      </p:nvGrpSpPr>
      <p:grpSpPr>
        <a:xfrm>
          <a:off x="0" y="0"/>
          <a:ext cx="0" cy="0"/>
          <a:chOff x="0" y="0"/>
          <a:chExt cx="0" cy="0"/>
        </a:xfrm>
      </p:grpSpPr>
      <p:sp>
        <p:nvSpPr>
          <p:cNvPr id="1215" name="Google Shape;1215;g3fb3359abd2_0_1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6" name="Google Shape;1216;g3fb3359abd2_0_1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9" name="Shape 1219"/>
        <p:cNvGrpSpPr/>
        <p:nvPr/>
      </p:nvGrpSpPr>
      <p:grpSpPr>
        <a:xfrm>
          <a:off x="0" y="0"/>
          <a:ext cx="0" cy="0"/>
          <a:chOff x="0" y="0"/>
          <a:chExt cx="0" cy="0"/>
        </a:xfrm>
      </p:grpSpPr>
      <p:sp>
        <p:nvSpPr>
          <p:cNvPr id="1220" name="Google Shape;1220;g3fb3359abd2_0_1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21" name="Google Shape;1221;g3fb3359abd2_0_14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4" name="Shape 1224"/>
        <p:cNvGrpSpPr/>
        <p:nvPr/>
      </p:nvGrpSpPr>
      <p:grpSpPr>
        <a:xfrm>
          <a:off x="0" y="0"/>
          <a:ext cx="0" cy="0"/>
          <a:chOff x="0" y="0"/>
          <a:chExt cx="0" cy="0"/>
        </a:xfrm>
      </p:grpSpPr>
      <p:sp>
        <p:nvSpPr>
          <p:cNvPr id="1225" name="Google Shape;1225;h6ba7c7f0c6428fb5_1_14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26" name="Google Shape;1226;h6ba7c7f0c6428fb5_1_14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9" name="Shape 1229"/>
        <p:cNvGrpSpPr/>
        <p:nvPr/>
      </p:nvGrpSpPr>
      <p:grpSpPr>
        <a:xfrm>
          <a:off x="0" y="0"/>
          <a:ext cx="0" cy="0"/>
          <a:chOff x="0" y="0"/>
          <a:chExt cx="0" cy="0"/>
        </a:xfrm>
      </p:grpSpPr>
      <p:sp>
        <p:nvSpPr>
          <p:cNvPr id="1230" name="Google Shape;1230;h6ba7c7f0c6428fb5_1_14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31" name="Google Shape;1231;h6ba7c7f0c6428fb5_1_14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4" name="Shape 1234"/>
        <p:cNvGrpSpPr/>
        <p:nvPr/>
      </p:nvGrpSpPr>
      <p:grpSpPr>
        <a:xfrm>
          <a:off x="0" y="0"/>
          <a:ext cx="0" cy="0"/>
          <a:chOff x="0" y="0"/>
          <a:chExt cx="0" cy="0"/>
        </a:xfrm>
      </p:grpSpPr>
      <p:sp>
        <p:nvSpPr>
          <p:cNvPr id="1235" name="Google Shape;1235;h6ba7c7f0c6428fb5_1_1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36" name="Google Shape;1236;h6ba7c7f0c6428fb5_1_15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9" name="Shape 1239"/>
        <p:cNvGrpSpPr/>
        <p:nvPr/>
      </p:nvGrpSpPr>
      <p:grpSpPr>
        <a:xfrm>
          <a:off x="0" y="0"/>
          <a:ext cx="0" cy="0"/>
          <a:chOff x="0" y="0"/>
          <a:chExt cx="0" cy="0"/>
        </a:xfrm>
      </p:grpSpPr>
      <p:sp>
        <p:nvSpPr>
          <p:cNvPr id="1240" name="Google Shape;1240;h6ba7c7f0c6428fb5_1_16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41" name="Google Shape;1241;h6ba7c7f0c6428fb5_1_16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4" name="Shape 1244"/>
        <p:cNvGrpSpPr/>
        <p:nvPr/>
      </p:nvGrpSpPr>
      <p:grpSpPr>
        <a:xfrm>
          <a:off x="0" y="0"/>
          <a:ext cx="0" cy="0"/>
          <a:chOff x="0" y="0"/>
          <a:chExt cx="0" cy="0"/>
        </a:xfrm>
      </p:grpSpPr>
      <p:sp>
        <p:nvSpPr>
          <p:cNvPr id="1245" name="Google Shape;1245;h1e0a2a2b9c0b50a8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46" name="Google Shape;1246;h1e0a2a2b9c0b50a8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246"/>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46"/>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8" name="Google Shape;18;p24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4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4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p247"/>
          <p:cNvSpPr txBox="1"/>
          <p:nvPr>
            <p:ph type="ctrTitle"/>
          </p:nvPr>
        </p:nvSpPr>
        <p:spPr>
          <a:xfrm>
            <a:off x="685800" y="1597822"/>
            <a:ext cx="7772400" cy="110251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47"/>
          <p:cNvSpPr txBox="1"/>
          <p:nvPr>
            <p:ph idx="1" type="subTitle"/>
          </p:nvPr>
        </p:nvSpPr>
        <p:spPr>
          <a:xfrm>
            <a:off x="1371600" y="2914650"/>
            <a:ext cx="6400800" cy="131445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4" name="Google Shape;24;p247"/>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47"/>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47"/>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48"/>
          <p:cNvSpPr txBox="1"/>
          <p:nvPr>
            <p:ph type="title"/>
          </p:nvPr>
        </p:nvSpPr>
        <p:spPr>
          <a:xfrm>
            <a:off x="722313" y="3305178"/>
            <a:ext cx="7772400" cy="1021557"/>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Arial"/>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48"/>
          <p:cNvSpPr txBox="1"/>
          <p:nvPr>
            <p:ph idx="1" type="body"/>
          </p:nvPr>
        </p:nvSpPr>
        <p:spPr>
          <a:xfrm>
            <a:off x="722313" y="2180035"/>
            <a:ext cx="7772400" cy="112514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248"/>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48"/>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48"/>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49"/>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49"/>
          <p:cNvSpPr txBox="1"/>
          <p:nvPr>
            <p:ph idx="1" type="body"/>
          </p:nvPr>
        </p:nvSpPr>
        <p:spPr>
          <a:xfrm>
            <a:off x="457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249"/>
          <p:cNvSpPr txBox="1"/>
          <p:nvPr>
            <p:ph idx="2" type="body"/>
          </p:nvPr>
        </p:nvSpPr>
        <p:spPr>
          <a:xfrm>
            <a:off x="4648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249"/>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49"/>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49"/>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50"/>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50"/>
          <p:cNvSpPr txBox="1"/>
          <p:nvPr>
            <p:ph idx="1" type="body"/>
          </p:nvPr>
        </p:nvSpPr>
        <p:spPr>
          <a:xfrm>
            <a:off x="457200" y="1151335"/>
            <a:ext cx="4040188"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250"/>
          <p:cNvSpPr txBox="1"/>
          <p:nvPr>
            <p:ph idx="2" type="body"/>
          </p:nvPr>
        </p:nvSpPr>
        <p:spPr>
          <a:xfrm>
            <a:off x="457200" y="1631156"/>
            <a:ext cx="4040188"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250"/>
          <p:cNvSpPr txBox="1"/>
          <p:nvPr>
            <p:ph idx="3" type="body"/>
          </p:nvPr>
        </p:nvSpPr>
        <p:spPr>
          <a:xfrm>
            <a:off x="4645031" y="1151335"/>
            <a:ext cx="4041775"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250"/>
          <p:cNvSpPr txBox="1"/>
          <p:nvPr>
            <p:ph idx="4" type="body"/>
          </p:nvPr>
        </p:nvSpPr>
        <p:spPr>
          <a:xfrm>
            <a:off x="4645031" y="1631156"/>
            <a:ext cx="4041775"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250"/>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50"/>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50"/>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51"/>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51"/>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51"/>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51"/>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252"/>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52"/>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52"/>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53"/>
          <p:cNvSpPr txBox="1"/>
          <p:nvPr>
            <p:ph type="title"/>
          </p:nvPr>
        </p:nvSpPr>
        <p:spPr>
          <a:xfrm>
            <a:off x="457206" y="204788"/>
            <a:ext cx="3008313" cy="8715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53"/>
          <p:cNvSpPr txBox="1"/>
          <p:nvPr>
            <p:ph idx="1" type="body"/>
          </p:nvPr>
        </p:nvSpPr>
        <p:spPr>
          <a:xfrm>
            <a:off x="3575050" y="204789"/>
            <a:ext cx="5111750" cy="4389835"/>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253"/>
          <p:cNvSpPr txBox="1"/>
          <p:nvPr>
            <p:ph idx="2" type="body"/>
          </p:nvPr>
        </p:nvSpPr>
        <p:spPr>
          <a:xfrm>
            <a:off x="457206" y="1076328"/>
            <a:ext cx="3008313" cy="351829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253"/>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53"/>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53"/>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54"/>
          <p:cNvSpPr txBox="1"/>
          <p:nvPr>
            <p:ph type="title"/>
          </p:nvPr>
        </p:nvSpPr>
        <p:spPr>
          <a:xfrm>
            <a:off x="1792288" y="3600450"/>
            <a:ext cx="5486400" cy="425054"/>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54"/>
          <p:cNvSpPr/>
          <p:nvPr>
            <p:ph idx="2" type="pic"/>
          </p:nvPr>
        </p:nvSpPr>
        <p:spPr>
          <a:xfrm>
            <a:off x="1792288" y="459581"/>
            <a:ext cx="5486400" cy="3086100"/>
          </a:xfrm>
          <a:prstGeom prst="rect">
            <a:avLst/>
          </a:prstGeom>
          <a:noFill/>
          <a:ln>
            <a:noFill/>
          </a:ln>
        </p:spPr>
      </p:sp>
      <p:sp>
        <p:nvSpPr>
          <p:cNvPr id="68" name="Google Shape;68;p254"/>
          <p:cNvSpPr txBox="1"/>
          <p:nvPr>
            <p:ph idx="1" type="body"/>
          </p:nvPr>
        </p:nvSpPr>
        <p:spPr>
          <a:xfrm>
            <a:off x="1792288" y="4025504"/>
            <a:ext cx="5486400" cy="603646"/>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254"/>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54"/>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54"/>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5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55"/>
          <p:cNvSpPr txBox="1"/>
          <p:nvPr>
            <p:ph idx="1" type="body"/>
          </p:nvPr>
        </p:nvSpPr>
        <p:spPr>
          <a:xfrm rot="5400000">
            <a:off x="2874764" y="-1217414"/>
            <a:ext cx="3394472"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25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5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5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56"/>
          <p:cNvSpPr txBox="1"/>
          <p:nvPr>
            <p:ph type="title"/>
          </p:nvPr>
        </p:nvSpPr>
        <p:spPr>
          <a:xfrm rot="5400000">
            <a:off x="5463778" y="1371603"/>
            <a:ext cx="4388644"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56"/>
          <p:cNvSpPr txBox="1"/>
          <p:nvPr>
            <p:ph idx="1" type="body"/>
          </p:nvPr>
        </p:nvSpPr>
        <p:spPr>
          <a:xfrm rot="5400000">
            <a:off x="1272778" y="-609597"/>
            <a:ext cx="4388644"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25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5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5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4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45"/>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2" name="Google Shape;12;p24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24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24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 Id="rId3" Type="http://schemas.openxmlformats.org/officeDocument/2006/relationships/image" Target="../media/image1.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8.xml"/><Relationship Id="rId3" Type="http://schemas.openxmlformats.org/officeDocument/2006/relationships/image" Target="../media/image1.pn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3.xml"/><Relationship Id="rId3" Type="http://schemas.openxmlformats.org/officeDocument/2006/relationships/image" Target="../media/image1.png"/></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4.xml"/><Relationship Id="rId3" Type="http://schemas.openxmlformats.org/officeDocument/2006/relationships/image" Target="../media/image2.png"/></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5.xml"/><Relationship Id="rId3" Type="http://schemas.openxmlformats.org/officeDocument/2006/relationships/image" Target="../media/image6.png"/></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8.xml"/><Relationship Id="rId3" Type="http://schemas.openxmlformats.org/officeDocument/2006/relationships/image" Target="../media/image5.png"/></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9.xml"/><Relationship Id="rId3" Type="http://schemas.openxmlformats.org/officeDocument/2006/relationships/image" Target="../media/image1.png"/></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0.xml"/><Relationship Id="rId3" Type="http://schemas.openxmlformats.org/officeDocument/2006/relationships/image" Target="../media/image1.png"/></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5.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6.xml"/><Relationship Id="rId3" Type="http://schemas.openxmlformats.org/officeDocument/2006/relationships/image" Target="../media/image3.jpg"/></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8.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9.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0.xml"/><Relationship Id="rId3" Type="http://schemas.openxmlformats.org/officeDocument/2006/relationships/image" Target="../media/image3.jpg"/></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1.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3.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4.xml"/><Relationship Id="rId3" Type="http://schemas.openxmlformats.org/officeDocument/2006/relationships/image" Target="../media/image3.jpg"/></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5.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6.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7.xml"/><Relationship Id="rId3" Type="http://schemas.openxmlformats.org/officeDocument/2006/relationships/image" Target="../media/image3.jpg"/></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8.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9.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0.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1.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3.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4.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5.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6.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8.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9.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0.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1.xml"/><Relationship Id="rId3" Type="http://schemas.openxmlformats.org/officeDocument/2006/relationships/image" Target="../media/image1.png"/></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3.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4.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5.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6.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8.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9.xml"/><Relationship Id="rId3"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g3faf5860435_0_266"/>
          <p:cNvPicPr preferRelativeResize="0"/>
          <p:nvPr/>
        </p:nvPicPr>
        <p:blipFill>
          <a:blip r:embed="rId3">
            <a:alphaModFix/>
          </a:blip>
          <a:stretch>
            <a:fillRect/>
          </a:stretch>
        </p:blipFill>
        <p:spPr>
          <a:xfrm>
            <a:off x="0" y="0"/>
            <a:ext cx="9144003" cy="514349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3200"/>
              <a:buNone/>
            </a:pPr>
            <a:r>
              <a:t/>
            </a:r>
            <a:endParaRPr b="1">
              <a:solidFill>
                <a:schemeClr val="dk1"/>
              </a:solidFill>
              <a:latin typeface="Times New Roman"/>
              <a:ea typeface="Times New Roman"/>
              <a:cs typeface="Times New Roman"/>
              <a:sym typeface="Times New Roman"/>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Nhân danh Cha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và Con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và Thánh Thần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3"/>
          <p:cNvSpPr txBox="1"/>
          <p:nvPr>
            <p:ph idx="1" type="subTitle"/>
          </p:nvPr>
        </p:nvSpPr>
        <p:spPr>
          <a:xfrm>
            <a:off x="0" y="0"/>
            <a:ext cx="9144000" cy="5143500"/>
          </a:xfrm>
          <a:prstGeom prst="rect">
            <a:avLst/>
          </a:prstGeom>
          <a:solidFill>
            <a:srgbClr val="002060"/>
          </a:solidFill>
          <a:ln cap="flat" cmpd="sng" w="9525">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000"/>
              <a:buNone/>
            </a:pPr>
            <a:r>
              <a:rPr b="1" lang="en-US" sz="4000">
                <a:solidFill>
                  <a:schemeClr val="accent4"/>
                </a:solidFill>
                <a:latin typeface="Times New Roman"/>
                <a:ea typeface="Times New Roman"/>
                <a:cs typeface="Times New Roman"/>
                <a:sym typeface="Times New Roman"/>
              </a:rPr>
              <a:t>KINH CHÚA THÁNH THẦN</a:t>
            </a:r>
            <a:endParaRPr b="1" sz="4000">
              <a:solidFill>
                <a:schemeClr val="accent4"/>
              </a:solidFill>
              <a:latin typeface="Times New Roman"/>
              <a:ea typeface="Times New Roman"/>
              <a:cs typeface="Times New Roman"/>
              <a:sym typeface="Times New Roman"/>
            </a:endParaRPr>
          </a:p>
          <a:p>
            <a:pPr indent="0" lvl="0" marL="0" rtl="0" algn="just">
              <a:lnSpc>
                <a:spcPct val="100000"/>
              </a:lnSpc>
              <a:spcBef>
                <a:spcPts val="60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lạy ơn Đức Chúa Thánh Thần, thiêng liêng sáng láng vô cùng.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Thánh Thần xuống đầy lòng chúng con, là kẻ tin cậy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5"/>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đốt lửa kính mến Đức Chúa Trời trong lòng chúng con;</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Trời cho Đức Chúa Thánh Thần xuống,</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sửa lại mọi sự trong ngoài chúng con. Chúng con cầu cùng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xưa đã cho Đức Chúa Thánh Thần xuống soi lòng dạy dỗ các Thánh Tông Đồ,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9"/>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rày chúng con cũng xin Đức Chúa Trời cho Đức Chúa Thánh Thần lại xuống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0"/>
          <p:cNvSpPr txBox="1"/>
          <p:nvPr>
            <p:ph idx="1" type="subTitle"/>
          </p:nvPr>
        </p:nvSpPr>
        <p:spPr>
          <a:xfrm>
            <a:off x="1" y="0"/>
            <a:ext cx="9144000" cy="5143499"/>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an ủi dạy dỗ chúng con làm những việc lành,</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1"/>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công nghiệp vô cùng Đức Chúa Giêsu Kitô là Chúa chúng con. Amen.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g3e5a0c7ab5b_0_37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25000" lnSpcReduction="10000"/>
          </a:bodyPr>
          <a:lstStyle/>
          <a:p>
            <a:pPr indent="0" lvl="0" marL="0" rtl="0" algn="ctr">
              <a:lnSpc>
                <a:spcPct val="100000"/>
              </a:lnSpc>
              <a:spcBef>
                <a:spcPts val="0"/>
              </a:spcBef>
              <a:spcAft>
                <a:spcPts val="0"/>
              </a:spcAft>
              <a:buClr>
                <a:schemeClr val="accent4"/>
              </a:buClr>
              <a:buSzPct val="100000"/>
              <a:buNone/>
            </a:pPr>
            <a:r>
              <a:rPr b="1" lang="en-US" sz="17600">
                <a:solidFill>
                  <a:schemeClr val="accent4"/>
                </a:solidFill>
                <a:latin typeface="Times New Roman"/>
                <a:ea typeface="Times New Roman"/>
                <a:cs typeface="Times New Roman"/>
                <a:sym typeface="Times New Roman"/>
              </a:rPr>
              <a:t>KINH TRUYỀN TIN</a:t>
            </a:r>
            <a:endParaRPr/>
          </a:p>
          <a:p>
            <a:pPr indent="0" lvl="0" marL="0" rtl="0" algn="just">
              <a:lnSpc>
                <a:spcPct val="100000"/>
              </a:lnSpc>
              <a:spcBef>
                <a:spcPts val="1440"/>
              </a:spcBef>
              <a:spcAft>
                <a:spcPts val="0"/>
              </a:spcAft>
              <a:buClr>
                <a:schemeClr val="accent4"/>
              </a:buClr>
              <a:buSzPct val="100000"/>
              <a:buNone/>
            </a:pPr>
            <a:r>
              <a:rPr b="1" i="1" lang="en-US" sz="19200" u="sng">
                <a:solidFill>
                  <a:schemeClr val="accent4"/>
                </a:solidFill>
                <a:latin typeface="Times New Roman"/>
                <a:ea typeface="Times New Roman"/>
                <a:cs typeface="Times New Roman"/>
                <a:sym typeface="Times New Roman"/>
              </a:rPr>
              <a:t>Xướng:</a:t>
            </a:r>
            <a:r>
              <a:rPr b="1" lang="en-US" sz="26400">
                <a:solidFill>
                  <a:schemeClr val="accent4"/>
                </a:solidFill>
                <a:latin typeface="Times New Roman"/>
                <a:ea typeface="Times New Roman"/>
                <a:cs typeface="Times New Roman"/>
                <a:sym typeface="Times New Roman"/>
              </a:rPr>
              <a:t> </a:t>
            </a:r>
            <a:r>
              <a:rPr b="1" lang="en-US" sz="28800">
                <a:solidFill>
                  <a:schemeClr val="lt1"/>
                </a:solidFill>
                <a:latin typeface="Times New Roman"/>
                <a:ea typeface="Times New Roman"/>
                <a:cs typeface="Times New Roman"/>
                <a:sym typeface="Times New Roman"/>
              </a:rPr>
              <a:t>Đức Chúa Trời sai Thánh Thiên Thần truyền tin cho Rất Thánh Đức Bà Maria.</a:t>
            </a:r>
            <a:endParaRPr/>
          </a:p>
          <a:p>
            <a:pPr indent="0" lvl="0" marL="0" rtl="0" algn="ctr">
              <a:lnSpc>
                <a:spcPct val="120000"/>
              </a:lnSpc>
              <a:spcBef>
                <a:spcPts val="64"/>
              </a:spcBef>
              <a:spcAft>
                <a:spcPts val="0"/>
              </a:spcAft>
              <a:buClr>
                <a:srgbClr val="888888"/>
              </a:buClr>
              <a:buSzPct val="100000"/>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g3e5a0c7ab5b_0_3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200">
                <a:solidFill>
                  <a:schemeClr val="lt1"/>
                </a:solidFill>
                <a:latin typeface="Times New Roman"/>
                <a:ea typeface="Times New Roman"/>
                <a:cs typeface="Times New Roman"/>
                <a:sym typeface="Times New Roman"/>
              </a:rPr>
              <a:t>Và Rất Thánh Đức Bà chịu thai bởi phép Đức Chúa Thánh Thần. </a:t>
            </a:r>
            <a:r>
              <a:rPr b="1" i="1" lang="en-US" sz="4800">
                <a:solidFill>
                  <a:schemeClr val="accent4"/>
                </a:solidFill>
                <a:latin typeface="Times New Roman"/>
                <a:ea typeface="Times New Roman"/>
                <a:cs typeface="Times New Roman"/>
                <a:sym typeface="Times New Roman"/>
              </a:rPr>
              <a:t>Kính mừng….. </a:t>
            </a:r>
            <a:br>
              <a:rPr b="1" i="1" lang="en-US" sz="6000">
                <a:solidFill>
                  <a:schemeClr val="accent4"/>
                </a:solidFill>
                <a:latin typeface="Times New Roman"/>
                <a:ea typeface="Times New Roman"/>
                <a:cs typeface="Times New Roman"/>
                <a:sym typeface="Times New Roman"/>
              </a:rPr>
            </a:br>
            <a:endParaRPr b="1" i="1" sz="6000">
              <a:solidFill>
                <a:schemeClr val="accent4"/>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g3e5a0c7ab5b_0_38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7200"/>
              <a:buNone/>
            </a:pPr>
            <a:r>
              <a:t/>
            </a:r>
            <a:endParaRPr b="1" i="1" sz="72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 </a:t>
            </a:r>
            <a:r>
              <a:rPr b="1" lang="en-US" sz="7200">
                <a:solidFill>
                  <a:schemeClr val="lt1"/>
                </a:solidFill>
                <a:latin typeface="Times New Roman"/>
                <a:ea typeface="Times New Roman"/>
                <a:cs typeface="Times New Roman"/>
                <a:sym typeface="Times New Roman"/>
              </a:rPr>
              <a:t>Này tôi là tôi tá Đức Chúa Trời.</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g3e5a0c7ab5b_0_3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500">
                <a:solidFill>
                  <a:schemeClr val="lt1"/>
                </a:solidFill>
                <a:latin typeface="Times New Roman"/>
                <a:ea typeface="Times New Roman"/>
                <a:cs typeface="Times New Roman"/>
                <a:sym typeface="Times New Roman"/>
              </a:rPr>
              <a:t>Tôi xin vâng như lời Thánh Thiên Thần truyền.</a:t>
            </a:r>
            <a:endParaRPr/>
          </a:p>
          <a:p>
            <a:pPr indent="0" lvl="0" marL="0" rtl="0" algn="ctr">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Kính mừng….. </a:t>
            </a:r>
            <a:br>
              <a:rPr b="1" i="1" lang="en-US" sz="4800">
                <a:solidFill>
                  <a:schemeClr val="accent1"/>
                </a:solidFill>
                <a:latin typeface="Times New Roman"/>
                <a:ea typeface="Times New Roman"/>
                <a:cs typeface="Times New Roman"/>
                <a:sym typeface="Times New Roman"/>
              </a:rPr>
            </a:b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g3e5a0c7ab5b_0_39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400"/>
              <a:buNone/>
            </a:pPr>
            <a:r>
              <a:t/>
            </a:r>
            <a:endParaRPr b="1" i="1" sz="44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u="sng">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Chốc ấy Ngôi Thứ Hai xuống thế làm người.</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g3e5a0c7ab5b_0_3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1"/>
              </a:buClr>
              <a:buSzPts val="4800"/>
              <a:buNone/>
            </a:pPr>
            <a:br>
              <a:rPr b="1" i="1" lang="en-US" sz="4800" u="sng">
                <a:solidFill>
                  <a:schemeClr val="accent1"/>
                </a:solidFill>
                <a:latin typeface="Times New Roman"/>
                <a:ea typeface="Times New Roman"/>
                <a:cs typeface="Times New Roman"/>
                <a:sym typeface="Times New Roman"/>
              </a:rPr>
            </a:br>
            <a:r>
              <a:rPr b="1" i="1" lang="en-US" sz="4800">
                <a:solidFill>
                  <a:schemeClr val="accent4"/>
                </a:solidFill>
                <a:latin typeface="Times New Roman"/>
                <a:ea typeface="Times New Roman"/>
                <a:cs typeface="Times New Roman"/>
                <a:sym typeface="Times New Roman"/>
              </a:rPr>
              <a:t>Đáp: </a:t>
            </a:r>
            <a:r>
              <a:rPr b="1" lang="en-US" sz="8000">
                <a:solidFill>
                  <a:schemeClr val="lt1"/>
                </a:solidFill>
                <a:latin typeface="Times New Roman"/>
                <a:ea typeface="Times New Roman"/>
                <a:cs typeface="Times New Roman"/>
                <a:sym typeface="Times New Roman"/>
              </a:rPr>
              <a:t>Và ở cùng </a:t>
            </a:r>
            <a:br>
              <a:rPr b="1" lang="en-US" sz="8000">
                <a:solidFill>
                  <a:schemeClr val="lt1"/>
                </a:solidFill>
                <a:latin typeface="Times New Roman"/>
                <a:ea typeface="Times New Roman"/>
                <a:cs typeface="Times New Roman"/>
                <a:sym typeface="Times New Roman"/>
              </a:rPr>
            </a:br>
            <a:r>
              <a:rPr b="1" lang="en-US" sz="8000">
                <a:solidFill>
                  <a:schemeClr val="lt1"/>
                </a:solidFill>
                <a:latin typeface="Times New Roman"/>
                <a:ea typeface="Times New Roman"/>
                <a:cs typeface="Times New Roman"/>
                <a:sym typeface="Times New Roman"/>
              </a:rPr>
              <a:t>chúng con.</a:t>
            </a:r>
            <a:endParaRPr b="1" sz="6600">
              <a:solidFill>
                <a:schemeClr val="lt1"/>
              </a:solidFill>
              <a:latin typeface="Times New Roman"/>
              <a:ea typeface="Times New Roman"/>
              <a:cs typeface="Times New Roman"/>
              <a:sym typeface="Times New Roman"/>
            </a:endParaRPr>
          </a:p>
          <a:p>
            <a:pPr indent="0" lvl="0" marL="0" rtl="0" algn="ctr">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Kính mừng….. </a:t>
            </a:r>
            <a:br>
              <a:rPr b="1" i="1" lang="en-US" sz="4800">
                <a:solidFill>
                  <a:schemeClr val="accent1"/>
                </a:solidFill>
                <a:latin typeface="Times New Roman"/>
                <a:ea typeface="Times New Roman"/>
                <a:cs typeface="Times New Roman"/>
                <a:sym typeface="Times New Roman"/>
              </a:rPr>
            </a:b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g3e5a0c7ab5b_0_40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000"/>
              <a:buNone/>
            </a:pPr>
            <a:r>
              <a:t/>
            </a:r>
            <a:endParaRPr b="1" i="1" sz="40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7200">
                <a:solidFill>
                  <a:schemeClr val="lt1"/>
                </a:solidFill>
                <a:latin typeface="Times New Roman"/>
                <a:ea typeface="Times New Roman"/>
                <a:cs typeface="Times New Roman"/>
                <a:sym typeface="Times New Roman"/>
              </a:rPr>
              <a:t>Lạy Rất Thánh Đức Mẹ Chúa Trời, xin cầu cho chúng con.</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g3e5a0c7ab5b_0_40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400"/>
              <a:buNone/>
            </a:pPr>
            <a:r>
              <a:t/>
            </a:r>
            <a:endParaRPr b="1" i="1" sz="4400" u="sng">
              <a:solidFill>
                <a:schemeClr val="l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a:t>
            </a:r>
            <a:r>
              <a:rPr b="1" i="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Đáng chịu lấy những sự Chúa Kitô đã hứa.</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g3e5a0c7ab5b_0_41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20000"/>
          </a:bodyPr>
          <a:lstStyle/>
          <a:p>
            <a:pPr indent="0" lvl="0" marL="0" rtl="0" algn="ctr">
              <a:lnSpc>
                <a:spcPct val="100000"/>
              </a:lnSpc>
              <a:spcBef>
                <a:spcPts val="0"/>
              </a:spcBef>
              <a:spcAft>
                <a:spcPts val="0"/>
              </a:spcAft>
              <a:buClr>
                <a:schemeClr val="accent4"/>
              </a:buClr>
              <a:buSzPct val="100000"/>
              <a:buNone/>
            </a:pPr>
            <a:r>
              <a:rPr b="1" lang="en-US" sz="4800">
                <a:solidFill>
                  <a:schemeClr val="accent4"/>
                </a:solidFill>
                <a:latin typeface="Times New Roman"/>
                <a:ea typeface="Times New Roman"/>
                <a:cs typeface="Times New Roman"/>
                <a:sym typeface="Times New Roman"/>
              </a:rPr>
              <a:t>LỜI NGUYỆN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572"/>
              </a:spcBef>
              <a:spcAft>
                <a:spcPts val="0"/>
              </a:spcAft>
              <a:buClr>
                <a:schemeClr val="lt1"/>
              </a:buClr>
              <a:buSzPct val="100000"/>
              <a:buNone/>
            </a:pPr>
            <a:r>
              <a:rPr b="1" lang="en-US" sz="8500">
                <a:solidFill>
                  <a:schemeClr val="lt1"/>
                </a:solidFill>
                <a:latin typeface="Times New Roman"/>
                <a:ea typeface="Times New Roman"/>
                <a:cs typeface="Times New Roman"/>
                <a:sym typeface="Times New Roman"/>
              </a:rPr>
              <a:t>Lạy Chúa, chúng con xin Chúa ban ơn Chúa xuống trong linh hồn chúng con,</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g3e5a0c7ab5b_0_41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là kẻ đã nhờ lời Thánh Thiên Thần truyền, mà biết thật Chúa Kitô là Con Chúa</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g3e5a0c7ab5b_0_41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xuống thế làm người, thì xin vì công ơn Con Chúa chịu nạn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g3e5a0c7ab5b_0_42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chết trên cây Thánh Giá, cho chúng con ngày sau khi sống lại,</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g3e5a0c7ab5b_0_4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888888"/>
              </a:buClr>
              <a:buSzPts val="1800"/>
              <a:buNone/>
            </a:pPr>
            <a:r>
              <a:t/>
            </a:r>
            <a:endParaRPr b="1" sz="18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được đến nơi vinh hiển, cũng vì công nghiệp Chúa Kitô là Chúa chúng con. Amen.</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TIN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tin thật có một Đức Chúa Trời là Đấng thưởng phạt vô cùng.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Con lại tin thật Đức Chúa Trời có Ba Ngôi, mà Ngôi Thứ Hai đã xuống thế làm người,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nạn chịu chết mà chuộc tội cho thiên hạ.</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8"/>
          <p:cNvSpPr txBox="1"/>
          <p:nvPr>
            <p:ph idx="1" type="subTitle"/>
          </p:nvPr>
        </p:nvSpPr>
        <p:spPr>
          <a:xfrm>
            <a:off x="0" y="1"/>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Bấy nhiêu điều ấy cùng các điều Hội Thánh dạy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con tin vững vàng, vì Chúa là</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Đấng thông minh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0"/>
          <p:cNvSpPr txBox="1"/>
          <p:nvPr>
            <p:ph idx="1" type="subTitle"/>
          </p:nvPr>
        </p:nvSpPr>
        <p:spPr>
          <a:xfrm>
            <a:off x="0" y="-9"/>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chân thật vô cùng đã phán truyền cho Hội Thánh. Amen.</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CẬY</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trông cậy vững vàng, vì công nghiệp Đức Chúa Giêsu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Chúa sẽ ban ơn cho con giữ đạo nên ở đời này,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cho ngày sau được lên thiên đàng xem thấy mặt Đức Chúa Trời hưởng phước đời đời,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4"/>
          <p:cNvSpPr txBox="1"/>
          <p:nvPr>
            <p:ph idx="1" type="subTitle"/>
          </p:nvPr>
        </p:nvSpPr>
        <p:spPr>
          <a:xfrm>
            <a:off x="0" y="1"/>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Chúa là Đấng phép tắc và lòng lành vô cùng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t/>
            </a:r>
            <a:endParaRPr b="1" sz="40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phán hứa sự ấy chẳng có lẽ nào sai đặng.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3715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MẾN</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Chúa con, con kính mến Chúa hết lòng hết sức trên hết mọi sự,</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vì Chúa là Đấng trọn tốt trọn lành vô cùng,</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lại vì Chúa thì con thương yêu người ta như mình con vậy.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KINH SẤP MÌNH</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Chúa con, con sấp mình xuống trước mặt Chúa con. Con tin thật Chúa ở khắp mọi nơi,</a:t>
            </a:r>
            <a:endParaRPr b="1" sz="8800">
              <a:solidFill>
                <a:schemeClr val="lt1"/>
              </a:solidFill>
              <a:latin typeface="Times New Roman"/>
              <a:ea typeface="Times New Roman"/>
              <a:cs typeface="Times New Roman"/>
              <a:sym typeface="Times New Roman"/>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thông biết mọi sự, hằng xem thấy con, hằng nghe lời con cầu nguyện.</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4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Chúa rất nhân từ  hãy đoái xem sự nghèo ngặt con và nhậm lời con nguyện.</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xin hãy mở miệng lưỡi con ra, thì con sẽ cao rao những lời ngợi khen Chúa.</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chúng con! Vì dấu † Thánh giá, xin chữa † chúng con, cho khỏi † kẻ thù.</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44"/>
          <p:cNvSpPr txBox="1"/>
          <p:nvPr>
            <p:ph idx="1" type="subTitle"/>
          </p:nvPr>
        </p:nvSpPr>
        <p:spPr>
          <a:xfrm>
            <a:off x="0" y="1"/>
            <a:ext cx="9030984"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br>
              <a:rPr b="1" lang="en-US" sz="48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Nhân danh Cha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Con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và Thánh Thần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LẠY NỮ VƯƠNG</a:t>
            </a:r>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Nữ Vương, Mẹ nhân lành làm cho chúng con đặng sống, đặng vui, đặng cậy.</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4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Thân lạy Mẹ! chúng con, con cháu Evà ở chốn khách đày kêu đến cùng Bà,</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4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ở nơi khóc lóc than thở kêu khẩn Bà thương. Hỡi Ôi! Bà là chủ bầu chúng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500"/>
              <a:buNone/>
            </a:pPr>
            <a:r>
              <a:t/>
            </a:r>
            <a:endParaRPr b="1" sz="44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500"/>
              <a:buNone/>
            </a:pPr>
            <a:r>
              <a:rPr b="1" lang="en-US" sz="7500">
                <a:solidFill>
                  <a:schemeClr val="lt1"/>
                </a:solidFill>
                <a:latin typeface="Times New Roman"/>
                <a:ea typeface="Times New Roman"/>
                <a:cs typeface="Times New Roman"/>
                <a:sym typeface="Times New Roman"/>
              </a:rPr>
              <a:t>xin ghé mắt thương xem chúng con. Đến sau khỏi đày,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4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cho chúng con được thấy Đức Chúa Giêsu con lòng Bà gồm phúc lạ.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5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Ôi khoan thay! nhân thay! dịu thay! Thánh Maria trọn đời đồng trinh. Amen.</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5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NGHĨA ĐỨC TIN</a:t>
            </a:r>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Ngày Chúa Nhật hôm nay, chúng con hợp nhau kính lạy thờ phượng Chúa, </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5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khong khen cảm tạ ơn Chúa về mọi ơn lành Chúa đã ban cho chúng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5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phạt tạ Chúa vì những tội lỗi chúng con đã phạm mất lòng Chúa:</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54"/>
          <p:cNvSpPr txBox="1"/>
          <p:nvPr>
            <p:ph idx="1" type="subTitle"/>
          </p:nvPr>
        </p:nvSpPr>
        <p:spPr>
          <a:xfrm>
            <a:off x="92467" y="-205483"/>
            <a:ext cx="9051533" cy="5348983"/>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thì chúng con dám xin Chúa hãy khứng ban những ơn cần kíp cho chúng con được rỗi linh hồn.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5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300"/>
              <a:buNone/>
            </a:pPr>
            <a:r>
              <a:rPr b="1" lang="en-US" sz="7300">
                <a:solidFill>
                  <a:schemeClr val="lt1"/>
                </a:solidFill>
                <a:latin typeface="Times New Roman"/>
                <a:ea typeface="Times New Roman"/>
                <a:cs typeface="Times New Roman"/>
                <a:sym typeface="Times New Roman"/>
              </a:rPr>
              <a:t>Nên chúng con cả lòng tin vững vàng mọi điều đạo thánh Chúa dạy, </a:t>
            </a:r>
            <a:endParaRPr b="1" sz="7300">
              <a:solidFill>
                <a:schemeClr val="lt1"/>
              </a:solidFill>
              <a:latin typeface="Times New Roman"/>
              <a:ea typeface="Times New Roman"/>
              <a:cs typeface="Times New Roman"/>
              <a:sym typeface="Times New Roman"/>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5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nhất là những điều cần kíp này là có một Đức Chúa Trời phép tắc vô cùng dựng nên trời đất,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57"/>
          <p:cNvSpPr txBox="1"/>
          <p:nvPr>
            <p:ph idx="1" type="subTitle"/>
          </p:nvPr>
        </p:nvSpPr>
        <p:spPr>
          <a:xfrm>
            <a:off x="0" y="-308225"/>
            <a:ext cx="9144000" cy="5451725"/>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mà Người có Ba Ngôi. Ngôi Thứ Nhất là Cha, Ngôi Thứ Hai là Con, Ngôi Thứ Ba là Thánh Thần; </a:t>
            </a:r>
            <a:endParaRPr/>
          </a:p>
          <a:p>
            <a:pPr indent="0" lvl="0" marL="0" rtl="0" algn="just">
              <a:lnSpc>
                <a:spcPct val="100000"/>
              </a:lnSpc>
              <a:spcBef>
                <a:spcPts val="1400"/>
              </a:spcBef>
              <a:spcAft>
                <a:spcPts val="0"/>
              </a:spcAft>
              <a:buClr>
                <a:srgbClr val="888888"/>
              </a:buClr>
              <a:buSzPts val="7000"/>
              <a:buNone/>
            </a:pPr>
            <a:r>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5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Ba Ngôi cũng một tính một phép, cho nên Ba Ngôi cũng một Chúa mà thôi.</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5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tin Ngôi Thứ Hai ra đời làm người, sinh bởi Bà Maria Đồng Trinh,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6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đặt tên là Giêsu, ở thế gian ba mươi ba năm, đoạn chịu chết trên cây Thánh giá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6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t/>
            </a:r>
            <a:endParaRPr b="1" sz="44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mà chuộc tội cho thiên hạ, đến ngày thứ ba Người sống lại; </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62"/>
          <p:cNvSpPr txBox="1"/>
          <p:nvPr>
            <p:ph idx="1" type="subTitle"/>
          </p:nvPr>
        </p:nvSpPr>
        <p:spPr>
          <a:xfrm>
            <a:off x="0" y="-164387"/>
            <a:ext cx="9144000" cy="5307887"/>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khỏi bốn mươi ngày lên trời; đủ mười ngày lại cho Đức Chúa Thánh Thần</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63"/>
          <p:cNvSpPr txBox="1"/>
          <p:nvPr>
            <p:ph idx="1" type="subTitle"/>
          </p:nvPr>
        </p:nvSpPr>
        <p:spPr>
          <a:xfrm>
            <a:off x="0" y="0"/>
            <a:ext cx="9226193"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xuống trên các thánh Tông đồ và Hội Thánh mới lập;</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6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ai chẳng thông công cùng Hội Thánh ấy thì chẳng đặng rỗi linh hồn;</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65"/>
          <p:cNvSpPr txBox="1"/>
          <p:nvPr>
            <p:ph idx="1" type="subTitle"/>
          </p:nvPr>
        </p:nvSpPr>
        <p:spPr>
          <a:xfrm>
            <a:off x="0" y="0"/>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mà linh hồn là giống thiêng liêng chẳng hề chết đặng; và đến ngày tận thế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6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xác loài người ta sẽ sống lại mà chịu phán xét;</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6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kẻ lành lên thiên đàng hưởng phước đời đời; kẻ dữ sa hỏa ngục chịu phạt vô cùng.</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6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Mà chúng con tin các sự ấy mà thôi thì chưa đủ cho đặng lên </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thiên đàng;</a:t>
            </a:r>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6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song phải giữ Mười điều răn Đức Chúa Trời cùng Năm luật điều Hội Thánh,</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7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làm những việc lành phước đức.</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Nhân vì sự ấy, chúng con hằng phải sợ hãi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7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trốn tránh các tội lỗi, nhất là bảy mối tội đầu, là căn nguyên mọi tội lỗi khác.</a:t>
            </a:r>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72"/>
          <p:cNvSpPr txBox="1"/>
          <p:nvPr>
            <p:ph idx="1" type="subTitle"/>
          </p:nvPr>
        </p:nvSpPr>
        <p:spPr>
          <a:xfrm>
            <a:off x="0" y="-246580"/>
            <a:ext cx="9144000" cy="539008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6800"/>
              <a:buNone/>
            </a:pPr>
            <a:r>
              <a:rPr b="1" lang="en-US" sz="6800">
                <a:solidFill>
                  <a:schemeClr val="lt1"/>
                </a:solidFill>
                <a:latin typeface="Times New Roman"/>
                <a:ea typeface="Times New Roman"/>
                <a:cs typeface="Times New Roman"/>
                <a:sym typeface="Times New Roman"/>
              </a:rPr>
              <a:t>Vậy chúng con phải ân cần lo lắng mà năng chịu các phép bí tích Đức</a:t>
            </a:r>
            <a:r>
              <a:rPr b="1" lang="en-US" sz="6000">
                <a:solidFill>
                  <a:schemeClr val="lt1"/>
                </a:solidFill>
                <a:latin typeface="Times New Roman"/>
                <a:ea typeface="Times New Roman"/>
                <a:cs typeface="Times New Roman"/>
                <a:sym typeface="Times New Roman"/>
              </a:rPr>
              <a:t> </a:t>
            </a:r>
            <a:r>
              <a:rPr b="1" lang="en-US" sz="6800">
                <a:solidFill>
                  <a:schemeClr val="lt1"/>
                </a:solidFill>
                <a:latin typeface="Times New Roman"/>
                <a:ea typeface="Times New Roman"/>
                <a:cs typeface="Times New Roman"/>
                <a:sym typeface="Times New Roman"/>
              </a:rPr>
              <a:t>Chúa</a:t>
            </a:r>
            <a:r>
              <a:rPr b="1" lang="en-US" sz="6000">
                <a:solidFill>
                  <a:schemeClr val="lt1"/>
                </a:solidFill>
                <a:latin typeface="Times New Roman"/>
                <a:ea typeface="Times New Roman"/>
                <a:cs typeface="Times New Roman"/>
                <a:sym typeface="Times New Roman"/>
              </a:rPr>
              <a:t> </a:t>
            </a:r>
            <a:r>
              <a:rPr b="1" lang="en-US" sz="6800">
                <a:solidFill>
                  <a:schemeClr val="lt1"/>
                </a:solidFill>
                <a:latin typeface="Times New Roman"/>
                <a:ea typeface="Times New Roman"/>
                <a:cs typeface="Times New Roman"/>
                <a:sym typeface="Times New Roman"/>
              </a:rPr>
              <a:t>Giêsu đã truyền,</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7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là những phương linh nghiệm cho chúng con đặng nên thánh.</a:t>
            </a:r>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7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Có bảy phép bí tích mà thôi, song phép Rửa tội, phép Mình Thánh Chúa,</a:t>
            </a:r>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7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cùng phép Giải tội, là ba phép cần kíp hơn cho chúng con đặng rỗi. </a:t>
            </a:r>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Ấy vậy chúng con hằng phải ra sức lo lắng thể nào mà chịu các phép trọng ấy cho nên, </a:t>
            </a:r>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7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cùng tin thật vững vàng mà giữ cẩn thận các điều trước này,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7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mới đặng hưởng  phúc thanh nhàn đời đời kiếp kiếp. Amen.</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79"/>
          <p:cNvSpPr txBox="1"/>
          <p:nvPr>
            <p:ph idx="1" type="subTitle"/>
          </p:nvPr>
        </p:nvSpPr>
        <p:spPr>
          <a:xfrm>
            <a:off x="0" y="-143838"/>
            <a:ext cx="9144000" cy="5287338"/>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Đạo Đức Chúa Trời có 10 điều răn:</a:t>
            </a:r>
            <a:endParaRPr/>
          </a:p>
          <a:p>
            <a:pPr indent="0" lvl="0" marL="0" rtl="0" algn="just">
              <a:lnSpc>
                <a:spcPct val="100000"/>
              </a:lnSpc>
              <a:spcBef>
                <a:spcPts val="144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Thờ phượng một Đức Chúa Trời và kính mến người trên hết mọi sự.</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8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hai: </a:t>
            </a:r>
            <a:r>
              <a:rPr b="1" lang="en-US" sz="7200">
                <a:solidFill>
                  <a:schemeClr val="lt1"/>
                </a:solidFill>
                <a:latin typeface="Times New Roman"/>
                <a:ea typeface="Times New Roman"/>
                <a:cs typeface="Times New Roman"/>
                <a:sym typeface="Times New Roman"/>
              </a:rPr>
              <a:t>Chớ kêu tên Đức Chúa Trời vô cớ.</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Giữ ngày Chúa Nhật.</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8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Thảo kính cha mẹ.</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Chớ giết người.</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8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Chớ làm sự dâm dục.</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Chớ lấy của người.</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tám: </a:t>
            </a:r>
            <a:r>
              <a:rPr b="1" lang="en-US" sz="7200">
                <a:solidFill>
                  <a:schemeClr val="lt1"/>
                </a:solidFill>
                <a:latin typeface="Times New Roman"/>
                <a:ea typeface="Times New Roman"/>
                <a:cs typeface="Times New Roman"/>
                <a:sym typeface="Times New Roman"/>
              </a:rPr>
              <a:t>Chớ làm chứng dối.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chín: </a:t>
            </a:r>
            <a:r>
              <a:rPr b="1" lang="en-US" sz="7200">
                <a:solidFill>
                  <a:schemeClr val="lt1"/>
                </a:solidFill>
                <a:latin typeface="Times New Roman"/>
                <a:ea typeface="Times New Roman"/>
                <a:cs typeface="Times New Roman"/>
                <a:sym typeface="Times New Roman"/>
              </a:rPr>
              <a:t>Chớ muốn vợ chồng người.</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8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mười: </a:t>
            </a:r>
            <a:r>
              <a:rPr b="1" lang="en-US" sz="7200">
                <a:solidFill>
                  <a:schemeClr val="lt1"/>
                </a:solidFill>
                <a:latin typeface="Times New Roman"/>
                <a:ea typeface="Times New Roman"/>
                <a:cs typeface="Times New Roman"/>
                <a:sym typeface="Times New Roman"/>
              </a:rPr>
              <a:t>Chớ tham </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của người.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Mười điều răn ấy tóm về hai này mà chớ:</a:t>
            </a:r>
            <a:endParaRPr b="1" i="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85"/>
          <p:cNvSpPr txBox="1"/>
          <p:nvPr>
            <p:ph idx="1" type="subTitle"/>
          </p:nvPr>
        </p:nvSpPr>
        <p:spPr>
          <a:xfrm>
            <a:off x="0" y="-226031"/>
            <a:ext cx="9144000" cy="5369531"/>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trước kính mến một Đức Chúa Trời trên hết mọi sự; sau lại yêu người như mình ta vậy. </a:t>
            </a:r>
            <a:r>
              <a:rPr b="1" i="1" lang="en-US" sz="7000">
                <a:solidFill>
                  <a:schemeClr val="lt1"/>
                </a:solidFill>
                <a:latin typeface="Times New Roman"/>
                <a:ea typeface="Times New Roman"/>
                <a:cs typeface="Times New Roman"/>
                <a:sym typeface="Times New Roman"/>
              </a:rPr>
              <a:t>Amen.</a:t>
            </a:r>
            <a:endParaRPr/>
          </a:p>
          <a:p>
            <a:pPr indent="0" lvl="0" marL="0" rtl="0" algn="just">
              <a:lnSpc>
                <a:spcPct val="100000"/>
              </a:lnSpc>
              <a:spcBef>
                <a:spcPts val="0"/>
              </a:spcBef>
              <a:spcAft>
                <a:spcPts val="0"/>
              </a:spcAft>
              <a:buClr>
                <a:srgbClr val="888888"/>
              </a:buClr>
              <a:buSzPts val="7000"/>
              <a:buNone/>
            </a:pPr>
            <a:r>
              <a:t/>
            </a:r>
            <a:endParaRPr b="1" i="1" sz="7000">
              <a:solidFill>
                <a:schemeClr val="lt1"/>
              </a:solidFill>
              <a:latin typeface="Times New Roman"/>
              <a:ea typeface="Times New Roman"/>
              <a:cs typeface="Times New Roman"/>
              <a:sym typeface="Times New Roman"/>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8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500"/>
              <a:buNone/>
            </a:pPr>
            <a:r>
              <a:rPr b="1" lang="en-US" sz="4500">
                <a:solidFill>
                  <a:schemeClr val="accent4"/>
                </a:solidFill>
                <a:latin typeface="Times New Roman"/>
                <a:ea typeface="Times New Roman"/>
                <a:cs typeface="Times New Roman"/>
                <a:sym typeface="Times New Roman"/>
              </a:rPr>
              <a:t>Hội Thánh có 5 điều răn: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nhất: </a:t>
            </a:r>
            <a:r>
              <a:rPr b="1" lang="en-US" sz="7200">
                <a:solidFill>
                  <a:schemeClr val="lt1"/>
                </a:solidFill>
                <a:latin typeface="Times New Roman"/>
                <a:ea typeface="Times New Roman"/>
                <a:cs typeface="Times New Roman"/>
                <a:sym typeface="Times New Roman"/>
              </a:rPr>
              <a:t>dự lễ và kiêng việc xác ngày Chúa Nhật cùng các ngày lễ buộc;</a:t>
            </a:r>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p87"/>
          <p:cNvSpPr txBox="1"/>
          <p:nvPr>
            <p:ph idx="1" type="subTitle"/>
          </p:nvPr>
        </p:nvSpPr>
        <p:spPr>
          <a:xfrm>
            <a:off x="0" y="-236306"/>
            <a:ext cx="9144000" cy="5379806"/>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hai: </a:t>
            </a:r>
            <a:r>
              <a:rPr b="1" lang="en-US" sz="6800">
                <a:solidFill>
                  <a:schemeClr val="lt1"/>
                </a:solidFill>
                <a:latin typeface="Times New Roman"/>
                <a:ea typeface="Times New Roman"/>
                <a:cs typeface="Times New Roman"/>
                <a:sym typeface="Times New Roman"/>
              </a:rPr>
              <a:t>xưng tội trong một năm ít là một lần;</a:t>
            </a:r>
            <a:endParaRPr b="1" sz="6800">
              <a:solidFill>
                <a:schemeClr val="lt1"/>
              </a:solidFill>
              <a:latin typeface="Times New Roman"/>
              <a:ea typeface="Times New Roman"/>
              <a:cs typeface="Times New Roman"/>
              <a:sym typeface="Times New Roman"/>
            </a:endParaRPr>
          </a:p>
          <a:p>
            <a:pPr indent="0" lvl="0" marL="0" rtl="0" algn="just">
              <a:lnSpc>
                <a:spcPct val="100000"/>
              </a:lnSpc>
              <a:spcBef>
                <a:spcPts val="136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ba: </a:t>
            </a:r>
            <a:r>
              <a:rPr b="1" lang="en-US" sz="6800">
                <a:solidFill>
                  <a:schemeClr val="lt1"/>
                </a:solidFill>
                <a:latin typeface="Times New Roman"/>
                <a:ea typeface="Times New Roman"/>
                <a:cs typeface="Times New Roman"/>
                <a:sym typeface="Times New Roman"/>
              </a:rPr>
              <a:t>rước Mình Thánh Chúa trong mùa Phục Sinh;</a:t>
            </a:r>
            <a:endParaRPr sz="6800">
              <a:solidFill>
                <a:schemeClr val="lt1"/>
              </a:solidFill>
              <a:latin typeface="Times New Roman"/>
              <a:ea typeface="Times New Roman"/>
              <a:cs typeface="Times New Roman"/>
              <a:sym typeface="Times New Roman"/>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p88"/>
          <p:cNvSpPr txBox="1"/>
          <p:nvPr>
            <p:ph idx="1" type="subTitle"/>
          </p:nvPr>
        </p:nvSpPr>
        <p:spPr>
          <a:xfrm>
            <a:off x="0" y="0"/>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giữ chay và kiêng thịt những ngày Hội Thánh buộc;</a:t>
            </a:r>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8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góp công góp của xây dựng Hội Thánh, tùy theo khả năng của mình.</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p9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85000" lnSpcReduction="10000"/>
          </a:bodyPr>
          <a:lstStyle/>
          <a:p>
            <a:pPr indent="0" lvl="0" marL="0" rtl="0" algn="ctr">
              <a:lnSpc>
                <a:spcPct val="100000"/>
              </a:lnSpc>
              <a:spcBef>
                <a:spcPts val="0"/>
              </a:spcBef>
              <a:spcAft>
                <a:spcPts val="0"/>
              </a:spcAft>
              <a:buClr>
                <a:schemeClr val="accent4"/>
              </a:buClr>
              <a:buSzPct val="100000"/>
              <a:buNone/>
            </a:pPr>
            <a:r>
              <a:rPr b="1" lang="en-US" sz="4800">
                <a:solidFill>
                  <a:schemeClr val="accent4"/>
                </a:solidFill>
                <a:latin typeface="Times New Roman"/>
                <a:ea typeface="Times New Roman"/>
                <a:cs typeface="Times New Roman"/>
                <a:sym typeface="Times New Roman"/>
              </a:rPr>
              <a:t>Đạo Đức Chúa Trời có 7 phép Bí tích:</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nhất: </a:t>
            </a:r>
            <a:r>
              <a:rPr b="1" lang="en-US" sz="8500">
                <a:solidFill>
                  <a:schemeClr val="lt1"/>
                </a:solidFill>
                <a:latin typeface="Times New Roman"/>
                <a:ea typeface="Times New Roman"/>
                <a:cs typeface="Times New Roman"/>
                <a:sym typeface="Times New Roman"/>
              </a:rPr>
              <a:t>là phép Rửa tội.</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hai: </a:t>
            </a:r>
            <a:r>
              <a:rPr b="1" lang="en-US" sz="8500">
                <a:solidFill>
                  <a:schemeClr val="lt1"/>
                </a:solidFill>
                <a:latin typeface="Times New Roman"/>
                <a:ea typeface="Times New Roman"/>
                <a:cs typeface="Times New Roman"/>
                <a:sym typeface="Times New Roman"/>
              </a:rPr>
              <a:t>là phép Thêm sức.</a:t>
            </a:r>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p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ba: </a:t>
            </a:r>
            <a:r>
              <a:rPr b="1" lang="en-US" sz="7200">
                <a:solidFill>
                  <a:schemeClr val="lt1"/>
                </a:solidFill>
                <a:latin typeface="Times New Roman"/>
                <a:ea typeface="Times New Roman"/>
                <a:cs typeface="Times New Roman"/>
                <a:sym typeface="Times New Roman"/>
              </a:rPr>
              <a:t>là phép Mình Thánh Chúa.</a:t>
            </a:r>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là phép Giải tội.</a:t>
            </a:r>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p9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là phép Xức dầu thánh.</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sáu: </a:t>
            </a:r>
            <a:r>
              <a:rPr b="1" lang="en-US" sz="7200">
                <a:solidFill>
                  <a:schemeClr val="lt1"/>
                </a:solidFill>
                <a:latin typeface="Times New Roman"/>
                <a:ea typeface="Times New Roman"/>
                <a:cs typeface="Times New Roman"/>
                <a:sym typeface="Times New Roman"/>
              </a:rPr>
              <a:t>là phép Truyền chức thánh.</a:t>
            </a:r>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p9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bảy: </a:t>
            </a:r>
            <a:r>
              <a:rPr b="1" lang="en-US" sz="7200">
                <a:solidFill>
                  <a:schemeClr val="lt1"/>
                </a:solidFill>
                <a:latin typeface="Times New Roman"/>
                <a:ea typeface="Times New Roman"/>
                <a:cs typeface="Times New Roman"/>
                <a:sym typeface="Times New Roman"/>
              </a:rPr>
              <a:t>là phép Hôn phối.</a:t>
            </a:r>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p9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1200"/>
              <a:buNone/>
            </a:pPr>
            <a:r>
              <a:t/>
            </a:r>
            <a:endParaRPr b="1" sz="1200">
              <a:solidFill>
                <a:schemeClr val="lt1"/>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Thương người có mười bốn mối</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i="1" lang="en-US" sz="4950">
                <a:solidFill>
                  <a:schemeClr val="accent4"/>
                </a:solidFill>
                <a:latin typeface="Times New Roman"/>
                <a:ea typeface="Times New Roman"/>
                <a:cs typeface="Times New Roman"/>
                <a:sym typeface="Times New Roman"/>
              </a:rPr>
              <a:t>Thương xác bảy mối:</a:t>
            </a:r>
            <a:endParaRPr b="1" i="1" sz="495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Cho kẻ đói ăn.</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p9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Cho kẻ khát uống.</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Cho kẻ rách rưới ăn mặc.</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p9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Viếng kẻ liệt cùng kẻ tù rạc.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Cho khách đỗ nhà.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9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Chuộc kẻ làm tôi.</a:t>
            </a:r>
            <a:endParaRPr b="1" sz="7200">
              <a:solidFill>
                <a:schemeClr val="lt1"/>
              </a:solidFill>
              <a:latin typeface="Times New Roman"/>
              <a:ea typeface="Times New Roman"/>
              <a:cs typeface="Times New Roman"/>
              <a:sym typeface="Times New Roman"/>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Chôn xác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p9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825"/>
              <a:buNone/>
            </a:pPr>
            <a:r>
              <a:t/>
            </a:r>
            <a:endParaRPr b="1" sz="825">
              <a:solidFill>
                <a:schemeClr val="lt1"/>
              </a:solidFill>
              <a:latin typeface="Times New Roman"/>
              <a:ea typeface="Times New Roman"/>
              <a:cs typeface="Times New Roman"/>
              <a:sym typeface="Times New Roman"/>
            </a:endParaRPr>
          </a:p>
          <a:p>
            <a:pPr indent="0" lvl="0" marL="0" rtl="0" algn="just">
              <a:lnSpc>
                <a:spcPct val="100000"/>
              </a:lnSpc>
              <a:spcBef>
                <a:spcPts val="1080"/>
              </a:spcBef>
              <a:spcAft>
                <a:spcPts val="0"/>
              </a:spcAft>
              <a:buClr>
                <a:schemeClr val="accent4"/>
              </a:buClr>
              <a:buSzPts val="5400"/>
              <a:buNone/>
            </a:pPr>
            <a:r>
              <a:rPr b="1" i="1" lang="en-US" sz="5400">
                <a:solidFill>
                  <a:schemeClr val="accent4"/>
                </a:solidFill>
                <a:latin typeface="Times New Roman"/>
                <a:ea typeface="Times New Roman"/>
                <a:cs typeface="Times New Roman"/>
                <a:sym typeface="Times New Roman"/>
              </a:rPr>
              <a:t>	Thương linh hồn bảy mối:</a:t>
            </a:r>
            <a:endParaRPr b="1" i="1" sz="5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Lấy lời lành khuyên người.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sp>
        <p:nvSpPr>
          <p:cNvPr id="578" name="Google Shape;578;p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Mở dạy kẻ mê muội.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An ủi kẻ âu lo.</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sp>
        <p:nvSpPr>
          <p:cNvPr id="583" name="Google Shape;583;p10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Răn bảo kẻ có tội.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Tha kẻ dể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sp>
        <p:nvSpPr>
          <p:cNvPr id="588" name="Google Shape;588;p10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Nhịn kẻ mất lòng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Cầu cho kẻ sống và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p10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	</a:t>
            </a:r>
            <a:r>
              <a:rPr b="1" lang="en-US" sz="4000">
                <a:solidFill>
                  <a:schemeClr val="accent4"/>
                </a:solidFill>
                <a:latin typeface="Times New Roman"/>
                <a:ea typeface="Times New Roman"/>
                <a:cs typeface="Times New Roman"/>
                <a:sym typeface="Times New Roman"/>
              </a:rPr>
              <a:t>CẢI TỘI BẢY MỐI CÓ BẢY ĐỨC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Khiêm nhượng, chớ kiêu ngạo.</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p10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hai: </a:t>
            </a:r>
            <a:r>
              <a:rPr b="1" lang="en-US" sz="7000">
                <a:solidFill>
                  <a:schemeClr val="lt1"/>
                </a:solidFill>
                <a:latin typeface="Times New Roman"/>
                <a:ea typeface="Times New Roman"/>
                <a:cs typeface="Times New Roman"/>
                <a:sym typeface="Times New Roman"/>
              </a:rPr>
              <a:t>Rộng rãi, chớ hà tiện.</a:t>
            </a:r>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ba: </a:t>
            </a:r>
            <a:r>
              <a:rPr b="1" lang="en-US" sz="7000">
                <a:solidFill>
                  <a:schemeClr val="lt1"/>
                </a:solidFill>
                <a:latin typeface="Times New Roman"/>
                <a:ea typeface="Times New Roman"/>
                <a:cs typeface="Times New Roman"/>
                <a:sym typeface="Times New Roman"/>
              </a:rPr>
              <a:t>Giữ mình sạch sẽ, chớ mê dâm dục.</a:t>
            </a:r>
            <a:endParaRPr/>
          </a:p>
          <a:p>
            <a:pPr indent="0" lvl="0" marL="0" rtl="0" algn="just">
              <a:lnSpc>
                <a:spcPct val="100000"/>
              </a:lnSpc>
              <a:spcBef>
                <a:spcPts val="1400"/>
              </a:spcBef>
              <a:spcAft>
                <a:spcPts val="0"/>
              </a:spcAft>
              <a:buClr>
                <a:srgbClr val="888888"/>
              </a:buClr>
              <a:buSzPts val="7000"/>
              <a:buNone/>
            </a:pPr>
            <a:r>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sp>
        <p:nvSpPr>
          <p:cNvPr id="603" name="Google Shape;603;p10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Hay nhịn, Chớ hờn giận.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Kiêng bớt, chớ mê ăn uống.</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7" name="Shape 607"/>
        <p:cNvGrpSpPr/>
        <p:nvPr/>
      </p:nvGrpSpPr>
      <p:grpSpPr>
        <a:xfrm>
          <a:off x="0" y="0"/>
          <a:ext cx="0" cy="0"/>
          <a:chOff x="0" y="0"/>
          <a:chExt cx="0" cy="0"/>
        </a:xfrm>
      </p:grpSpPr>
      <p:sp>
        <p:nvSpPr>
          <p:cNvPr id="608" name="Google Shape;608;p10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sáu: </a:t>
            </a:r>
            <a:r>
              <a:rPr b="1" lang="en-US" sz="7000">
                <a:solidFill>
                  <a:schemeClr val="lt1"/>
                </a:solidFill>
                <a:latin typeface="Times New Roman"/>
                <a:ea typeface="Times New Roman"/>
                <a:cs typeface="Times New Roman"/>
                <a:sym typeface="Times New Roman"/>
              </a:rPr>
              <a:t>Yêu người, chớ ghen ghét.</a:t>
            </a:r>
            <a:endParaRPr b="1" sz="7000">
              <a:solidFill>
                <a:schemeClr val="lt1"/>
              </a:solidFill>
              <a:latin typeface="Times New Roman"/>
              <a:ea typeface="Times New Roman"/>
              <a:cs typeface="Times New Roman"/>
              <a:sym typeface="Times New Roman"/>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bảy: </a:t>
            </a:r>
            <a:r>
              <a:rPr b="1" lang="en-US" sz="7000">
                <a:solidFill>
                  <a:schemeClr val="lt1"/>
                </a:solidFill>
                <a:latin typeface="Times New Roman"/>
                <a:ea typeface="Times New Roman"/>
                <a:cs typeface="Times New Roman"/>
                <a:sym typeface="Times New Roman"/>
              </a:rPr>
              <a:t>Siêng năng việc Đức Chúa Trời, chớ làm biếng.</a:t>
            </a:r>
            <a:endParaRPr b="1" sz="70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sp>
        <p:nvSpPr>
          <p:cNvPr id="613" name="Google Shape;613;p10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a:bodyPr>
          <a:lstStyle/>
          <a:p>
            <a:pPr indent="0" lvl="0" marL="0" rtl="0" algn="just">
              <a:lnSpc>
                <a:spcPct val="100000"/>
              </a:lnSpc>
              <a:spcBef>
                <a:spcPts val="0"/>
              </a:spcBef>
              <a:spcAft>
                <a:spcPts val="0"/>
              </a:spcAft>
              <a:buClr>
                <a:schemeClr val="accent4"/>
              </a:buClr>
              <a:buSzPct val="100000"/>
              <a:buNone/>
            </a:pPr>
            <a:r>
              <a:rPr b="1" lang="en-US" sz="4950">
                <a:solidFill>
                  <a:schemeClr val="accent4"/>
                </a:solidFill>
                <a:latin typeface="Times New Roman"/>
                <a:ea typeface="Times New Roman"/>
                <a:cs typeface="Times New Roman"/>
                <a:sym typeface="Times New Roman"/>
              </a:rPr>
              <a:t>		</a:t>
            </a:r>
            <a:r>
              <a:rPr b="1" lang="en-US" sz="4400">
                <a:solidFill>
                  <a:schemeClr val="accent4"/>
                </a:solidFill>
                <a:latin typeface="Times New Roman"/>
                <a:ea typeface="Times New Roman"/>
                <a:cs typeface="Times New Roman"/>
                <a:sym typeface="Times New Roman"/>
              </a:rPr>
              <a:t>PHƯỚC THẬT TÁM MỐI</a:t>
            </a:r>
            <a:endParaRPr/>
          </a:p>
          <a:p>
            <a:pPr indent="0" lvl="0" marL="0" rtl="0" algn="just">
              <a:lnSpc>
                <a:spcPct val="100000"/>
              </a:lnSpc>
              <a:spcBef>
                <a:spcPts val="1295"/>
              </a:spcBef>
              <a:spcAft>
                <a:spcPts val="0"/>
              </a:spcAft>
              <a:buClr>
                <a:schemeClr val="accent4"/>
              </a:buClr>
              <a:buSzPct val="100000"/>
              <a:buNone/>
            </a:pPr>
            <a:r>
              <a:rPr b="1" lang="en-US" sz="7000">
                <a:solidFill>
                  <a:schemeClr val="accent4"/>
                </a:solidFill>
                <a:latin typeface="Times New Roman"/>
                <a:ea typeface="Times New Roman"/>
                <a:cs typeface="Times New Roman"/>
                <a:sym typeface="Times New Roman"/>
              </a:rPr>
              <a:t>Thứ nhất:</a:t>
            </a:r>
            <a:r>
              <a:rPr b="1" lang="en-US" sz="7000">
                <a:solidFill>
                  <a:schemeClr val="lt1"/>
                </a:solidFill>
                <a:latin typeface="Times New Roman"/>
                <a:ea typeface="Times New Roman"/>
                <a:cs typeface="Times New Roman"/>
                <a:sym typeface="Times New Roman"/>
              </a:rPr>
              <a:t>	Ai có lòng khó khăn, ấy là phước thật, vì chưng nước Đức Chúa Trời là của mình vậy.</a:t>
            </a:r>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7" name="Shape 617"/>
        <p:cNvGrpSpPr/>
        <p:nvPr/>
      </p:nvGrpSpPr>
      <p:grpSpPr>
        <a:xfrm>
          <a:off x="0" y="0"/>
          <a:ext cx="0" cy="0"/>
          <a:chOff x="0" y="0"/>
          <a:chExt cx="0" cy="0"/>
        </a:xfrm>
      </p:grpSpPr>
      <p:sp>
        <p:nvSpPr>
          <p:cNvPr id="618" name="Google Shape;618;p10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Ai hiền lành, ấy là phước thật, vì chưng sẽ được đất Đức Chúa Trời làm của mình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2" name="Shape 622"/>
        <p:cNvGrpSpPr/>
        <p:nvPr/>
      </p:nvGrpSpPr>
      <p:grpSpPr>
        <a:xfrm>
          <a:off x="0" y="0"/>
          <a:ext cx="0" cy="0"/>
          <a:chOff x="0" y="0"/>
          <a:chExt cx="0" cy="0"/>
        </a:xfrm>
      </p:grpSpPr>
      <p:sp>
        <p:nvSpPr>
          <p:cNvPr id="623" name="Google Shape;623;p10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a:t>
            </a:r>
            <a:r>
              <a:rPr b="1" lang="en-US" sz="7200">
                <a:solidFill>
                  <a:schemeClr val="lt1"/>
                </a:solidFill>
                <a:latin typeface="Times New Roman"/>
                <a:ea typeface="Times New Roman"/>
                <a:cs typeface="Times New Roman"/>
                <a:sym typeface="Times New Roman"/>
              </a:rPr>
              <a:t>	Ai khóc lóc, ấy là phước thật, vì chưng sẽ được an ủi vậy.</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7" name="Shape 627"/>
        <p:cNvGrpSpPr/>
        <p:nvPr/>
      </p:nvGrpSpPr>
      <p:grpSpPr>
        <a:xfrm>
          <a:off x="0" y="0"/>
          <a:ext cx="0" cy="0"/>
          <a:chOff x="0" y="0"/>
          <a:chExt cx="0" cy="0"/>
        </a:xfrm>
      </p:grpSpPr>
      <p:sp>
        <p:nvSpPr>
          <p:cNvPr id="628" name="Google Shape;628;p10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a:t>
            </a:r>
            <a:r>
              <a:rPr b="1" lang="en-US" sz="7200">
                <a:solidFill>
                  <a:schemeClr val="lt1"/>
                </a:solidFill>
                <a:latin typeface="Times New Roman"/>
                <a:ea typeface="Times New Roman"/>
                <a:cs typeface="Times New Roman"/>
                <a:sym typeface="Times New Roman"/>
              </a:rPr>
              <a:t>	Ai khao khát nhân đức trọn lành, ấy là phước thật, vì chưng sẽ được no đủ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2" name="Shape 632"/>
        <p:cNvGrpSpPr/>
        <p:nvPr/>
      </p:nvGrpSpPr>
      <p:grpSpPr>
        <a:xfrm>
          <a:off x="0" y="0"/>
          <a:ext cx="0" cy="0"/>
          <a:chOff x="0" y="0"/>
          <a:chExt cx="0" cy="0"/>
        </a:xfrm>
      </p:grpSpPr>
      <p:sp>
        <p:nvSpPr>
          <p:cNvPr id="633" name="Google Shape;633;p11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20000"/>
          </a:bodyPr>
          <a:lstStyle/>
          <a:p>
            <a:pPr indent="0" lvl="0" marL="0" rtl="0" algn="just">
              <a:lnSpc>
                <a:spcPct val="100000"/>
              </a:lnSpc>
              <a:spcBef>
                <a:spcPts val="0"/>
              </a:spcBef>
              <a:spcAft>
                <a:spcPts val="0"/>
              </a:spcAft>
              <a:buClr>
                <a:schemeClr val="accent4"/>
              </a:buClr>
              <a:buSzPct val="100000"/>
              <a:buNone/>
            </a:pPr>
            <a:r>
              <a:rPr b="1" lang="en-US" sz="8000">
                <a:solidFill>
                  <a:schemeClr val="accent4"/>
                </a:solidFill>
                <a:latin typeface="Times New Roman"/>
                <a:ea typeface="Times New Roman"/>
                <a:cs typeface="Times New Roman"/>
                <a:sym typeface="Times New Roman"/>
              </a:rPr>
              <a:t>Thứ năm:</a:t>
            </a:r>
            <a:r>
              <a:rPr b="1" lang="en-US" sz="8000">
                <a:solidFill>
                  <a:schemeClr val="lt1"/>
                </a:solidFill>
                <a:latin typeface="Times New Roman"/>
                <a:ea typeface="Times New Roman"/>
                <a:cs typeface="Times New Roman"/>
                <a:sym typeface="Times New Roman"/>
              </a:rPr>
              <a:t>	Ai thương xót người, ấy là phước thật, vì chưng mình sẽ được thương xót vậy.</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7" name="Shape 637"/>
        <p:cNvGrpSpPr/>
        <p:nvPr/>
      </p:nvGrpSpPr>
      <p:grpSpPr>
        <a:xfrm>
          <a:off x="0" y="0"/>
          <a:ext cx="0" cy="0"/>
          <a:chOff x="0" y="0"/>
          <a:chExt cx="0" cy="0"/>
        </a:xfrm>
      </p:grpSpPr>
      <p:sp>
        <p:nvSpPr>
          <p:cNvPr id="638" name="Google Shape;638;p11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a:t>
            </a:r>
            <a:r>
              <a:rPr b="1" lang="en-US" sz="7200">
                <a:solidFill>
                  <a:schemeClr val="lt1"/>
                </a:solidFill>
                <a:latin typeface="Times New Roman"/>
                <a:ea typeface="Times New Roman"/>
                <a:cs typeface="Times New Roman"/>
                <a:sym typeface="Times New Roman"/>
              </a:rPr>
              <a:t>	Ai giữ lòng sạch sẽ, ấy là phước thật, vì chưng sẽ được thấy mặt Đức Chúa Trời vậy.</a:t>
            </a:r>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2" name="Shape 642"/>
        <p:cNvGrpSpPr/>
        <p:nvPr/>
      </p:nvGrpSpPr>
      <p:grpSpPr>
        <a:xfrm>
          <a:off x="0" y="0"/>
          <a:ext cx="0" cy="0"/>
          <a:chOff x="0" y="0"/>
          <a:chExt cx="0" cy="0"/>
        </a:xfrm>
      </p:grpSpPr>
      <p:sp>
        <p:nvSpPr>
          <p:cNvPr id="643" name="Google Shape;643;p1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bảy:</a:t>
            </a:r>
            <a:r>
              <a:rPr b="1" lang="en-US" sz="6600">
                <a:solidFill>
                  <a:schemeClr val="lt1"/>
                </a:solidFill>
                <a:latin typeface="Times New Roman"/>
                <a:ea typeface="Times New Roman"/>
                <a:cs typeface="Times New Roman"/>
                <a:sym typeface="Times New Roman"/>
              </a:rPr>
              <a:t>	Ai làm cho người hòa thuận, ấy là phước thật, vì chưng sẽ được gọi là con Đức Chúa Trời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7" name="Shape 647"/>
        <p:cNvGrpSpPr/>
        <p:nvPr/>
      </p:nvGrpSpPr>
      <p:grpSpPr>
        <a:xfrm>
          <a:off x="0" y="0"/>
          <a:ext cx="0" cy="0"/>
          <a:chOff x="0" y="0"/>
          <a:chExt cx="0" cy="0"/>
        </a:xfrm>
      </p:grpSpPr>
      <p:sp>
        <p:nvSpPr>
          <p:cNvPr id="648" name="Google Shape;648;p1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tám:</a:t>
            </a:r>
            <a:r>
              <a:rPr b="1" lang="en-US" sz="6600">
                <a:solidFill>
                  <a:schemeClr val="lt1"/>
                </a:solidFill>
                <a:latin typeface="Times New Roman"/>
                <a:ea typeface="Times New Roman"/>
                <a:cs typeface="Times New Roman"/>
                <a:sym typeface="Times New Roman"/>
              </a:rPr>
              <a:t>	Ai chịu khốn nạn vì đạo ngay, ấy là phước thật, vì chưng nước Đức Chúa Trời là của mình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2" name="Shape 652"/>
        <p:cNvGrpSpPr/>
        <p:nvPr/>
      </p:nvGrpSpPr>
      <p:grpSpPr>
        <a:xfrm>
          <a:off x="0" y="0"/>
          <a:ext cx="0" cy="0"/>
          <a:chOff x="0" y="0"/>
          <a:chExt cx="0" cy="0"/>
        </a:xfrm>
      </p:grpSpPr>
      <p:pic>
        <p:nvPicPr>
          <p:cNvPr id="653" name="Google Shape;653;h6ba7c7f0c6428fb5_1_169"/>
          <p:cNvPicPr preferRelativeResize="0"/>
          <p:nvPr/>
        </p:nvPicPr>
        <p:blipFill>
          <a:blip r:embed="rId3">
            <a:alphaModFix/>
          </a:blip>
          <a:stretch>
            <a:fillRect/>
          </a:stretch>
        </p:blipFill>
        <p:spPr>
          <a:xfrm>
            <a:off x="0" y="0"/>
            <a:ext cx="9144003" cy="5143490"/>
          </a:xfrm>
          <a:prstGeom prst="rect">
            <a:avLst/>
          </a:prstGeom>
          <a:noFill/>
          <a:ln>
            <a:noFill/>
          </a:ln>
        </p:spPr>
      </p:pic>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7" name="Shape 657"/>
        <p:cNvGrpSpPr/>
        <p:nvPr/>
      </p:nvGrpSpPr>
      <p:grpSpPr>
        <a:xfrm>
          <a:off x="0" y="0"/>
          <a:ext cx="0" cy="0"/>
          <a:chOff x="0" y="0"/>
          <a:chExt cx="0" cy="0"/>
        </a:xfrm>
      </p:grpSpPr>
      <p:sp>
        <p:nvSpPr>
          <p:cNvPr id="658" name="Google Shape;658;g3f69acae762_0_0"/>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NHẬP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CON BƯỚC VÀO </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ĐỀN THÁNH</a:t>
            </a:r>
            <a:br>
              <a:rPr b="1" i="0" lang="en-US" sz="4700">
                <a:latin typeface="Times New Roman"/>
                <a:ea typeface="Times New Roman"/>
                <a:cs typeface="Times New Roman"/>
                <a:sym typeface="Times New Roman"/>
              </a:rPr>
            </a:br>
            <a:r>
              <a:rPr b="1" i="1" lang="en-US" sz="3300">
                <a:solidFill>
                  <a:schemeClr val="accent4"/>
                </a:solidFill>
                <a:latin typeface="Times New Roman"/>
                <a:ea typeface="Times New Roman"/>
                <a:cs typeface="Times New Roman"/>
                <a:sym typeface="Times New Roman"/>
              </a:rPr>
              <a:t>(</a:t>
            </a:r>
            <a:r>
              <a:rPr b="1" i="1" lang="en-US" sz="3300">
                <a:solidFill>
                  <a:schemeClr val="accent4"/>
                </a:solidFill>
                <a:latin typeface="Times New Roman"/>
                <a:ea typeface="Times New Roman"/>
                <a:cs typeface="Times New Roman"/>
                <a:sym typeface="Times New Roman"/>
              </a:rPr>
              <a:t>Hải Nguyễn</a:t>
            </a:r>
            <a:r>
              <a:rPr b="1" i="1" lang="en-US" sz="3300">
                <a:solidFill>
                  <a:schemeClr val="accent4"/>
                </a:solidFill>
                <a:latin typeface="Times New Roman"/>
                <a:ea typeface="Times New Roman"/>
                <a:cs typeface="Times New Roman"/>
                <a:sym typeface="Times New Roman"/>
              </a:rPr>
              <a:t>)</a:t>
            </a:r>
            <a:endParaRPr b="1" sz="3300">
              <a:solidFill>
                <a:schemeClr val="accent4"/>
              </a:solidFill>
              <a:latin typeface="Times New Roman"/>
              <a:ea typeface="Times New Roman"/>
              <a:cs typeface="Times New Roman"/>
              <a:sym typeface="Times New Roman"/>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sp>
        <p:nvSpPr>
          <p:cNvPr id="663" name="Google Shape;663;g3f69acae762_0_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rgbClr val="FFFF00"/>
                </a:solidFill>
                <a:latin typeface="Times New Roman"/>
                <a:ea typeface="Times New Roman"/>
                <a:cs typeface="Times New Roman"/>
                <a:sym typeface="Times New Roman"/>
              </a:rPr>
              <a:t>ĐK:</a:t>
            </a:r>
            <a:r>
              <a:rPr b="1" lang="en-US" sz="7600">
                <a:solidFill>
                  <a:srgbClr val="FFFF00"/>
                </a:solidFill>
                <a:latin typeface="Times New Roman"/>
                <a:ea typeface="Times New Roman"/>
                <a:cs typeface="Times New Roman"/>
                <a:sym typeface="Times New Roman"/>
              </a:rPr>
              <a:t> </a:t>
            </a:r>
            <a:r>
              <a:rPr b="1" lang="en-US" sz="7600">
                <a:solidFill>
                  <a:schemeClr val="lt1"/>
                </a:solidFill>
                <a:latin typeface="Times New Roman"/>
                <a:ea typeface="Times New Roman"/>
                <a:cs typeface="Times New Roman"/>
                <a:sym typeface="Times New Roman"/>
              </a:rPr>
              <a:t>Con tiến vào đền thánh, Dâng lên lời ca ngọt ngào, </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7" name="Shape 667"/>
        <p:cNvGrpSpPr/>
        <p:nvPr/>
      </p:nvGrpSpPr>
      <p:grpSpPr>
        <a:xfrm>
          <a:off x="0" y="0"/>
          <a:ext cx="0" cy="0"/>
          <a:chOff x="0" y="0"/>
          <a:chExt cx="0" cy="0"/>
        </a:xfrm>
      </p:grpSpPr>
      <p:sp>
        <p:nvSpPr>
          <p:cNvPr id="668" name="Google Shape;668;g3f69acae762_0_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chemeClr val="lt1"/>
                </a:solidFill>
                <a:latin typeface="Times New Roman"/>
                <a:ea typeface="Times New Roman"/>
                <a:cs typeface="Times New Roman"/>
                <a:sym typeface="Times New Roman"/>
              </a:rPr>
              <a:t>Dâng lên lời thơ dạt dào, Với tấm lòng cảm mến xiết bao.</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sp>
        <p:nvSpPr>
          <p:cNvPr id="673" name="Google Shape;673;h6ba7c7f0c6428fb5_1_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chemeClr val="lt1"/>
                </a:solidFill>
                <a:latin typeface="Times New Roman"/>
                <a:ea typeface="Times New Roman"/>
                <a:cs typeface="Times New Roman"/>
                <a:sym typeface="Times New Roman"/>
              </a:rPr>
              <a:t>Con tiến vào đền thánh, Lòng con mừng vui hát ca,</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7" name="Shape 677"/>
        <p:cNvGrpSpPr/>
        <p:nvPr/>
      </p:nvGrpSpPr>
      <p:grpSpPr>
        <a:xfrm>
          <a:off x="0" y="0"/>
          <a:ext cx="0" cy="0"/>
          <a:chOff x="0" y="0"/>
          <a:chExt cx="0" cy="0"/>
        </a:xfrm>
      </p:grpSpPr>
      <p:sp>
        <p:nvSpPr>
          <p:cNvPr id="678" name="Google Shape;678;h6ba7c7f0c6428fb5_1_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Trong tình Cha thương đậm đà, Dâng trước nhan Ngài tình yêu thiết tha.</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2" name="Shape 682"/>
        <p:cNvGrpSpPr/>
        <p:nvPr/>
      </p:nvGrpSpPr>
      <p:grpSpPr>
        <a:xfrm>
          <a:off x="0" y="0"/>
          <a:ext cx="0" cy="0"/>
          <a:chOff x="0" y="0"/>
          <a:chExt cx="0" cy="0"/>
        </a:xfrm>
      </p:grpSpPr>
      <p:sp>
        <p:nvSpPr>
          <p:cNvPr id="683" name="Google Shape;683;h3b2cbe721dc07a79_0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rgbClr val="FFFF00"/>
                </a:solidFill>
                <a:latin typeface="Times New Roman"/>
                <a:ea typeface="Times New Roman"/>
                <a:cs typeface="Times New Roman"/>
                <a:sym typeface="Times New Roman"/>
              </a:rPr>
              <a:t>1.</a:t>
            </a:r>
            <a:r>
              <a:rPr b="1" lang="en-US" sz="7600">
                <a:solidFill>
                  <a:srgbClr val="FFFF00"/>
                </a:solidFill>
                <a:latin typeface="Times New Roman"/>
                <a:ea typeface="Times New Roman"/>
                <a:cs typeface="Times New Roman"/>
                <a:sym typeface="Times New Roman"/>
              </a:rPr>
              <a:t> </a:t>
            </a:r>
            <a:r>
              <a:rPr b="1" lang="en-US" sz="7600">
                <a:solidFill>
                  <a:schemeClr val="lt1"/>
                </a:solidFill>
                <a:latin typeface="Times New Roman"/>
                <a:ea typeface="Times New Roman"/>
                <a:cs typeface="Times New Roman"/>
                <a:sym typeface="Times New Roman"/>
              </a:rPr>
              <a:t>Con xin kết lời cùng sông núi, Xin kết lời cùng cỏ cây, </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7" name="Shape 687"/>
        <p:cNvGrpSpPr/>
        <p:nvPr/>
      </p:nvGrpSpPr>
      <p:grpSpPr>
        <a:xfrm>
          <a:off x="0" y="0"/>
          <a:ext cx="0" cy="0"/>
          <a:chOff x="0" y="0"/>
          <a:chExt cx="0" cy="0"/>
        </a:xfrm>
      </p:grpSpPr>
      <p:sp>
        <p:nvSpPr>
          <p:cNvPr id="688" name="Google Shape;688;h3b2cbe721dc07a79_0_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chemeClr val="lt1"/>
                </a:solidFill>
                <a:latin typeface="Times New Roman"/>
                <a:ea typeface="Times New Roman"/>
                <a:cs typeface="Times New Roman"/>
                <a:sym typeface="Times New Roman"/>
              </a:rPr>
              <a:t>Dâng về Thiên Chúa một tình yêu thiết tha.</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 name="Shape 692"/>
        <p:cNvGrpSpPr/>
        <p:nvPr/>
      </p:nvGrpSpPr>
      <p:grpSpPr>
        <a:xfrm>
          <a:off x="0" y="0"/>
          <a:ext cx="0" cy="0"/>
          <a:chOff x="0" y="0"/>
          <a:chExt cx="0" cy="0"/>
        </a:xfrm>
      </p:grpSpPr>
      <p:sp>
        <p:nvSpPr>
          <p:cNvPr id="693" name="Google Shape;693;h1f1bebaa2579bd84_0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chemeClr val="lt1"/>
                </a:solidFill>
                <a:latin typeface="Times New Roman"/>
                <a:ea typeface="Times New Roman"/>
                <a:cs typeface="Times New Roman"/>
                <a:sym typeface="Times New Roman"/>
              </a:rPr>
              <a:t>Vì Ngài là nguồn vui hiệp nhất, Ngài là nguồn muôn ân phúc, </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7" name="Shape 697"/>
        <p:cNvGrpSpPr/>
        <p:nvPr/>
      </p:nvGrpSpPr>
      <p:grpSpPr>
        <a:xfrm>
          <a:off x="0" y="0"/>
          <a:ext cx="0" cy="0"/>
          <a:chOff x="0" y="0"/>
          <a:chExt cx="0" cy="0"/>
        </a:xfrm>
      </p:grpSpPr>
      <p:sp>
        <p:nvSpPr>
          <p:cNvPr id="698" name="Google Shape;698;h1f1bebaa2579bd84_0_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chemeClr val="lt1"/>
                </a:solidFill>
                <a:latin typeface="Times New Roman"/>
                <a:ea typeface="Times New Roman"/>
                <a:cs typeface="Times New Roman"/>
                <a:sym typeface="Times New Roman"/>
              </a:rPr>
              <a:t>Trong cõi nhân sinh tay Ngài hằng đỡ nâng.</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2" name="Shape 702"/>
        <p:cNvGrpSpPr/>
        <p:nvPr/>
      </p:nvGrpSpPr>
      <p:grpSpPr>
        <a:xfrm>
          <a:off x="0" y="0"/>
          <a:ext cx="0" cy="0"/>
          <a:chOff x="0" y="0"/>
          <a:chExt cx="0" cy="0"/>
        </a:xfrm>
      </p:grpSpPr>
      <p:sp>
        <p:nvSpPr>
          <p:cNvPr id="703" name="Google Shape;703;h6ba7c7f0c6428fb5_1_1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rgbClr val="FFFF00"/>
                </a:solidFill>
                <a:latin typeface="Times New Roman"/>
                <a:ea typeface="Times New Roman"/>
                <a:cs typeface="Times New Roman"/>
                <a:sym typeface="Times New Roman"/>
              </a:rPr>
              <a:t>ĐK: </a:t>
            </a:r>
            <a:r>
              <a:rPr b="1" lang="en-US" sz="7600">
                <a:solidFill>
                  <a:schemeClr val="lt1"/>
                </a:solidFill>
                <a:latin typeface="Times New Roman"/>
                <a:ea typeface="Times New Roman"/>
                <a:cs typeface="Times New Roman"/>
                <a:sym typeface="Times New Roman"/>
              </a:rPr>
              <a:t>Con tiến vào đền thánh, Dâng lên lời ca ngọt ngào, </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7" name="Shape 707"/>
        <p:cNvGrpSpPr/>
        <p:nvPr/>
      </p:nvGrpSpPr>
      <p:grpSpPr>
        <a:xfrm>
          <a:off x="0" y="0"/>
          <a:ext cx="0" cy="0"/>
          <a:chOff x="0" y="0"/>
          <a:chExt cx="0" cy="0"/>
        </a:xfrm>
      </p:grpSpPr>
      <p:sp>
        <p:nvSpPr>
          <p:cNvPr id="708" name="Google Shape;708;h6ba7c7f0c6428fb5_1_2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chemeClr val="lt1"/>
                </a:solidFill>
                <a:latin typeface="Times New Roman"/>
                <a:ea typeface="Times New Roman"/>
                <a:cs typeface="Times New Roman"/>
                <a:sym typeface="Times New Roman"/>
              </a:rPr>
              <a:t>Dâng lên lời thơ dạt dào, Với tấm lòng cảm mến xiết bao.</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2" name="Shape 712"/>
        <p:cNvGrpSpPr/>
        <p:nvPr/>
      </p:nvGrpSpPr>
      <p:grpSpPr>
        <a:xfrm>
          <a:off x="0" y="0"/>
          <a:ext cx="0" cy="0"/>
          <a:chOff x="0" y="0"/>
          <a:chExt cx="0" cy="0"/>
        </a:xfrm>
      </p:grpSpPr>
      <p:sp>
        <p:nvSpPr>
          <p:cNvPr id="713" name="Google Shape;713;h6ba7c7f0c6428fb5_1_2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chemeClr val="lt1"/>
                </a:solidFill>
                <a:latin typeface="Times New Roman"/>
                <a:ea typeface="Times New Roman"/>
                <a:cs typeface="Times New Roman"/>
                <a:sym typeface="Times New Roman"/>
              </a:rPr>
              <a:t>Con tiến vào đền thánh, Lòng con mừng vui hát ca,</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7" name="Shape 717"/>
        <p:cNvGrpSpPr/>
        <p:nvPr/>
      </p:nvGrpSpPr>
      <p:grpSpPr>
        <a:xfrm>
          <a:off x="0" y="0"/>
          <a:ext cx="0" cy="0"/>
          <a:chOff x="0" y="0"/>
          <a:chExt cx="0" cy="0"/>
        </a:xfrm>
      </p:grpSpPr>
      <p:sp>
        <p:nvSpPr>
          <p:cNvPr id="718" name="Google Shape;718;h6ba7c7f0c6428fb5_1_3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Trong tình Cha thương đậm đà, Dâng trước nhan Ngài tình yêu thiết tha.</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2" name="Shape 722"/>
        <p:cNvGrpSpPr/>
        <p:nvPr/>
      </p:nvGrpSpPr>
      <p:grpSpPr>
        <a:xfrm>
          <a:off x="0" y="0"/>
          <a:ext cx="0" cy="0"/>
          <a:chOff x="0" y="0"/>
          <a:chExt cx="0" cy="0"/>
        </a:xfrm>
      </p:grpSpPr>
      <p:pic>
        <p:nvPicPr>
          <p:cNvPr id="723" name="Google Shape;723;h6ba7c7f0c6428fb5_1_173"/>
          <p:cNvPicPr preferRelativeResize="0"/>
          <p:nvPr/>
        </p:nvPicPr>
        <p:blipFill>
          <a:blip r:embed="rId3">
            <a:alphaModFix/>
          </a:blip>
          <a:stretch>
            <a:fillRect/>
          </a:stretch>
        </p:blipFill>
        <p:spPr>
          <a:xfrm>
            <a:off x="0" y="0"/>
            <a:ext cx="9144003" cy="5143490"/>
          </a:xfrm>
          <a:prstGeom prst="rect">
            <a:avLst/>
          </a:prstGeom>
          <a:noFill/>
          <a:ln>
            <a:noFill/>
          </a:ln>
        </p:spPr>
      </p:pic>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7" name="Shape 727"/>
        <p:cNvGrpSpPr/>
        <p:nvPr/>
      </p:nvGrpSpPr>
      <p:grpSpPr>
        <a:xfrm>
          <a:off x="0" y="0"/>
          <a:ext cx="0" cy="0"/>
          <a:chOff x="0" y="0"/>
          <a:chExt cx="0" cy="0"/>
        </a:xfrm>
      </p:grpSpPr>
      <p:sp>
        <p:nvSpPr>
          <p:cNvPr id="728" name="Google Shape;728;g3d90891dc36_0_0"/>
          <p:cNvSpPr txBox="1"/>
          <p:nvPr>
            <p:ph type="ctrTitle"/>
          </p:nvPr>
        </p:nvSpPr>
        <p:spPr>
          <a:xfrm>
            <a:off x="0" y="0"/>
            <a:ext cx="9144000" cy="595800"/>
          </a:xfrm>
          <a:prstGeom prst="rect">
            <a:avLst/>
          </a:prstGeom>
          <a:solidFill>
            <a:srgbClr val="002060"/>
          </a:solidFill>
          <a:ln>
            <a:noFill/>
          </a:ln>
        </p:spPr>
        <p:txBody>
          <a:bodyPr anchorCtr="0" anchor="b" bIns="0" lIns="91425" spcFirstLastPara="1" rIns="91425" wrap="square" tIns="0">
            <a:noAutofit/>
          </a:bodyPr>
          <a:lstStyle/>
          <a:p>
            <a:pPr indent="0" lvl="0" marL="0" rtl="0" algn="ctr">
              <a:lnSpc>
                <a:spcPct val="100000"/>
              </a:lnSpc>
              <a:spcBef>
                <a:spcPts val="0"/>
              </a:spcBef>
              <a:spcAft>
                <a:spcPts val="0"/>
              </a:spcAft>
              <a:buClr>
                <a:schemeClr val="accent4"/>
              </a:buClr>
              <a:buSzPts val="15840"/>
              <a:buFont typeface="Arial"/>
              <a:buNone/>
            </a:pPr>
            <a:r>
              <a:rPr b="1" lang="en-US" sz="4000">
                <a:solidFill>
                  <a:schemeClr val="accent4"/>
                </a:solidFill>
                <a:latin typeface="Times New Roman"/>
                <a:ea typeface="Times New Roman"/>
                <a:cs typeface="Times New Roman"/>
                <a:sym typeface="Times New Roman"/>
              </a:rPr>
              <a:t>KINH VINH DANH</a:t>
            </a:r>
            <a:endParaRPr b="1" sz="4000">
              <a:solidFill>
                <a:schemeClr val="accent2"/>
              </a:solidFill>
              <a:latin typeface="Times New Roman"/>
              <a:ea typeface="Times New Roman"/>
              <a:cs typeface="Times New Roman"/>
              <a:sym typeface="Times New Roman"/>
            </a:endParaRPr>
          </a:p>
        </p:txBody>
      </p:sp>
      <p:sp>
        <p:nvSpPr>
          <p:cNvPr id="729" name="Google Shape;729;g3d90891dc36_0_0"/>
          <p:cNvSpPr txBox="1"/>
          <p:nvPr/>
        </p:nvSpPr>
        <p:spPr>
          <a:xfrm>
            <a:off x="0" y="514350"/>
            <a:ext cx="9144000" cy="4629000"/>
          </a:xfrm>
          <a:prstGeom prst="rect">
            <a:avLst/>
          </a:prstGeom>
          <a:solidFill>
            <a:srgbClr val="002060"/>
          </a:solidFill>
          <a:ln>
            <a:noFill/>
          </a:ln>
        </p:spPr>
        <p:txBody>
          <a:bodyPr anchorCtr="0" anchor="ctr" bIns="0" lIns="91425" spcFirstLastPara="1" rIns="91425" wrap="square" tIns="0">
            <a:noAutofit/>
          </a:bodyPr>
          <a:lstStyle/>
          <a:p>
            <a:pPr indent="0" lvl="0" marL="0" marR="0" rtl="0" algn="just">
              <a:lnSpc>
                <a:spcPct val="100000"/>
              </a:lnSpc>
              <a:spcBef>
                <a:spcPts val="0"/>
              </a:spcBef>
              <a:spcAft>
                <a:spcPts val="0"/>
              </a:spcAft>
              <a:buClr>
                <a:srgbClr val="EE0000"/>
              </a:buClr>
              <a:buSzPts val="9600"/>
              <a:buFont typeface="Times"/>
              <a:buNone/>
            </a:pPr>
            <a:r>
              <a:rPr b="1" i="0" lang="en-US" sz="7600" u="none" cap="none" strike="noStrike">
                <a:solidFill>
                  <a:srgbClr val="FFFF00"/>
                </a:solidFill>
                <a:latin typeface="Times"/>
                <a:ea typeface="Times"/>
                <a:cs typeface="Times"/>
                <a:sym typeface="Times"/>
              </a:rPr>
              <a:t>CT:</a:t>
            </a:r>
            <a:r>
              <a:rPr b="1" i="1" lang="en-US" sz="7600" u="none" cap="none" strike="noStrike">
                <a:solidFill>
                  <a:srgbClr val="C00000"/>
                </a:solidFill>
                <a:latin typeface="Times"/>
                <a:ea typeface="Times"/>
                <a:cs typeface="Times"/>
                <a:sym typeface="Times"/>
              </a:rPr>
              <a:t> </a:t>
            </a:r>
            <a:r>
              <a:rPr b="1" i="0" lang="en-US" sz="7600" u="none" cap="none" strike="noStrike">
                <a:solidFill>
                  <a:schemeClr val="lt1"/>
                </a:solidFill>
                <a:latin typeface="Times"/>
                <a:ea typeface="Times"/>
                <a:cs typeface="Times"/>
                <a:sym typeface="Times"/>
              </a:rPr>
              <a:t>Vinh danh Thiên Chúa trên các tầng trời</a:t>
            </a:r>
            <a:endParaRPr b="1" i="0" sz="7600" u="none" cap="none" strike="noStrike">
              <a:solidFill>
                <a:schemeClr val="lt1"/>
              </a:solidFill>
              <a:latin typeface="Times"/>
              <a:ea typeface="Times"/>
              <a:cs typeface="Times"/>
              <a:sym typeface="Times"/>
            </a:endParaRPr>
          </a:p>
        </p:txBody>
      </p:sp>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4" name="Shape 734"/>
        <p:cNvGrpSpPr/>
        <p:nvPr/>
      </p:nvGrpSpPr>
      <p:grpSpPr>
        <a:xfrm>
          <a:off x="0" y="0"/>
          <a:ext cx="0" cy="0"/>
          <a:chOff x="0" y="0"/>
          <a:chExt cx="0" cy="0"/>
        </a:xfrm>
      </p:grpSpPr>
      <p:sp>
        <p:nvSpPr>
          <p:cNvPr id="735" name="Google Shape;735;g3ab13fdb44f_0_29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9600"/>
              <a:buFont typeface="Times"/>
              <a:buNone/>
            </a:pPr>
            <a:r>
              <a:rPr b="1" lang="en-US" sz="7600">
                <a:solidFill>
                  <a:srgbClr val="FF3399"/>
                </a:solidFill>
                <a:latin typeface="Times"/>
                <a:ea typeface="Times"/>
                <a:cs typeface="Times"/>
                <a:sym typeface="Times"/>
              </a:rPr>
              <a:t>A+B: </a:t>
            </a:r>
            <a:r>
              <a:rPr b="1" lang="en-US" sz="7600">
                <a:solidFill>
                  <a:schemeClr val="lt1"/>
                </a:solidFill>
                <a:latin typeface="Times"/>
                <a:ea typeface="Times"/>
                <a:cs typeface="Times"/>
                <a:sym typeface="Times"/>
              </a:rPr>
              <a:t>và bình an dưới thế cho người thiện tâm.</a:t>
            </a:r>
            <a:endParaRPr b="1" sz="7600">
              <a:solidFill>
                <a:schemeClr val="lt1"/>
              </a:solidFill>
              <a:latin typeface="Times"/>
              <a:ea typeface="Times"/>
              <a:cs typeface="Times"/>
              <a:sym typeface="Times"/>
            </a:endParaRPr>
          </a:p>
        </p:txBody>
      </p:sp>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40" name="Shape 740"/>
        <p:cNvGrpSpPr/>
        <p:nvPr/>
      </p:nvGrpSpPr>
      <p:grpSpPr>
        <a:xfrm>
          <a:off x="0" y="0"/>
          <a:ext cx="0" cy="0"/>
          <a:chOff x="0" y="0"/>
          <a:chExt cx="0" cy="0"/>
        </a:xfrm>
      </p:grpSpPr>
      <p:sp>
        <p:nvSpPr>
          <p:cNvPr id="741" name="Google Shape;741;g3ab13fdb44f_0_30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Chúng con ca ngợi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chúc tụng Chúa,</a:t>
            </a:r>
            <a:endParaRPr b="1" sz="7600">
              <a:solidFill>
                <a:schemeClr val="lt1"/>
              </a:solidFill>
              <a:latin typeface="Times"/>
              <a:ea typeface="Times"/>
              <a:cs typeface="Times"/>
              <a:sym typeface="Times"/>
            </a:endParaRPr>
          </a:p>
        </p:txBody>
      </p:sp>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6" name="Shape 746"/>
        <p:cNvGrpSpPr/>
        <p:nvPr/>
      </p:nvGrpSpPr>
      <p:grpSpPr>
        <a:xfrm>
          <a:off x="0" y="0"/>
          <a:ext cx="0" cy="0"/>
          <a:chOff x="0" y="0"/>
          <a:chExt cx="0" cy="0"/>
        </a:xfrm>
      </p:grpSpPr>
      <p:sp>
        <p:nvSpPr>
          <p:cNvPr id="747" name="Google Shape;747;g3ab13fdb44f_0_30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thờ lạy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chúng con tôn vinh Chúa,</a:t>
            </a:r>
            <a:endParaRPr b="1" sz="7600">
              <a:solidFill>
                <a:schemeClr val="lt1"/>
              </a:solidFill>
              <a:latin typeface="Times"/>
              <a:ea typeface="Times"/>
              <a:cs typeface="Times"/>
              <a:sym typeface="Times"/>
            </a:endParaRPr>
          </a:p>
        </p:txBody>
      </p:sp>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2" name="Shape 752"/>
        <p:cNvGrpSpPr/>
        <p:nvPr/>
      </p:nvGrpSpPr>
      <p:grpSpPr>
        <a:xfrm>
          <a:off x="0" y="0"/>
          <a:ext cx="0" cy="0"/>
          <a:chOff x="0" y="0"/>
          <a:chExt cx="0" cy="0"/>
        </a:xfrm>
      </p:grpSpPr>
      <p:sp>
        <p:nvSpPr>
          <p:cNvPr id="753" name="Google Shape;753;g3ab13fdb44f_0_31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cảm tạ Chúa vì vinh quang cao cả Chúa.</a:t>
            </a:r>
            <a:endParaRPr sz="7600">
              <a:solidFill>
                <a:schemeClr val="lt1"/>
              </a:solidFill>
            </a:endParaRPr>
          </a:p>
        </p:txBody>
      </p:sp>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8" name="Shape 758"/>
        <p:cNvGrpSpPr/>
        <p:nvPr/>
      </p:nvGrpSpPr>
      <p:grpSpPr>
        <a:xfrm>
          <a:off x="0" y="0"/>
          <a:ext cx="0" cy="0"/>
          <a:chOff x="0" y="0"/>
          <a:chExt cx="0" cy="0"/>
        </a:xfrm>
      </p:grpSpPr>
      <p:sp>
        <p:nvSpPr>
          <p:cNvPr id="759" name="Google Shape;759;g3ab13fdb44f_0_31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200"/>
              <a:buFont typeface="Times"/>
              <a:buNone/>
            </a:pP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Lạy Chúa là Thiên Chúa, là Vua trên trời, là Chúa Cha toàn năng.</a:t>
            </a:r>
            <a:endParaRPr b="1" sz="7600">
              <a:solidFill>
                <a:schemeClr val="lt1"/>
              </a:solidFill>
              <a:latin typeface="Times"/>
              <a:ea typeface="Times"/>
              <a:cs typeface="Times"/>
              <a:sym typeface="Times"/>
            </a:endParaRPr>
          </a:p>
        </p:txBody>
      </p:sp>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4" name="Shape 764"/>
        <p:cNvGrpSpPr/>
        <p:nvPr/>
      </p:nvGrpSpPr>
      <p:grpSpPr>
        <a:xfrm>
          <a:off x="0" y="0"/>
          <a:ext cx="0" cy="0"/>
          <a:chOff x="0" y="0"/>
          <a:chExt cx="0" cy="0"/>
        </a:xfrm>
      </p:grpSpPr>
      <p:sp>
        <p:nvSpPr>
          <p:cNvPr id="765" name="Google Shape;765;g3ab13fdb44f_0_32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80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Lạy Con Một Thiên Chúa, Chúa Giêsu Kitô</a:t>
            </a:r>
            <a:endParaRPr sz="7600">
              <a:solidFill>
                <a:schemeClr val="lt1"/>
              </a:solidFill>
            </a:endParaRPr>
          </a:p>
        </p:txBody>
      </p:sp>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0" name="Shape 770"/>
        <p:cNvGrpSpPr/>
        <p:nvPr/>
      </p:nvGrpSpPr>
      <p:grpSpPr>
        <a:xfrm>
          <a:off x="0" y="0"/>
          <a:ext cx="0" cy="0"/>
          <a:chOff x="0" y="0"/>
          <a:chExt cx="0" cy="0"/>
        </a:xfrm>
      </p:grpSpPr>
      <p:sp>
        <p:nvSpPr>
          <p:cNvPr id="771" name="Google Shape;771;g3ab13fdb44f_0_32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7200"/>
              <a:buFont typeface="Times"/>
              <a:buNone/>
            </a:pPr>
            <a:r>
              <a:rPr b="1" lang="en-US" sz="7600">
                <a:solidFill>
                  <a:srgbClr val="FFFF00"/>
                </a:solidFill>
                <a:latin typeface="Times"/>
                <a:ea typeface="Times"/>
                <a:cs typeface="Times"/>
                <a:sym typeface="Times"/>
              </a:rPr>
              <a:t>B:</a:t>
            </a:r>
            <a:r>
              <a:rPr b="1" lang="en-US" sz="7600">
                <a:solidFill>
                  <a:schemeClr val="lt1"/>
                </a:solidFill>
                <a:latin typeface="Times"/>
                <a:ea typeface="Times"/>
                <a:cs typeface="Times"/>
                <a:sym typeface="Times"/>
              </a:rPr>
              <a:t> Lạy Chúa là Thiên Chúa, là Chiên Thiên Chúa, là Con Ðức Chúa Cha,</a:t>
            </a:r>
            <a:endParaRPr sz="4800">
              <a:solidFill>
                <a:schemeClr val="lt1"/>
              </a:solidFill>
            </a:endParaRPr>
          </a:p>
        </p:txBody>
      </p:sp>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6" name="Shape 776"/>
        <p:cNvGrpSpPr/>
        <p:nvPr/>
      </p:nvGrpSpPr>
      <p:grpSpPr>
        <a:xfrm>
          <a:off x="0" y="0"/>
          <a:ext cx="0" cy="0"/>
          <a:chOff x="0" y="0"/>
          <a:chExt cx="0" cy="0"/>
        </a:xfrm>
      </p:grpSpPr>
      <p:sp>
        <p:nvSpPr>
          <p:cNvPr id="777" name="Google Shape;777;g3ab13fdb44f_0_33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xóa tội trần gian,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2" name="Shape 782"/>
        <p:cNvGrpSpPr/>
        <p:nvPr/>
      </p:nvGrpSpPr>
      <p:grpSpPr>
        <a:xfrm>
          <a:off x="0" y="0"/>
          <a:ext cx="0" cy="0"/>
          <a:chOff x="0" y="0"/>
          <a:chExt cx="0" cy="0"/>
        </a:xfrm>
      </p:grpSpPr>
      <p:sp>
        <p:nvSpPr>
          <p:cNvPr id="783" name="Google Shape;783;g3ab13fdb44f_0_33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0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Chúa xóa tội trần gian, xin nhậm lời chúng con cầu khẩn.</a:t>
            </a:r>
            <a:endParaRPr sz="7600">
              <a:solidFill>
                <a:schemeClr val="lt1"/>
              </a:solidFill>
            </a:endParaRPr>
          </a:p>
        </p:txBody>
      </p:sp>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8" name="Shape 788"/>
        <p:cNvGrpSpPr/>
        <p:nvPr/>
      </p:nvGrpSpPr>
      <p:grpSpPr>
        <a:xfrm>
          <a:off x="0" y="0"/>
          <a:ext cx="0" cy="0"/>
          <a:chOff x="0" y="0"/>
          <a:chExt cx="0" cy="0"/>
        </a:xfrm>
      </p:grpSpPr>
      <p:sp>
        <p:nvSpPr>
          <p:cNvPr id="789" name="Google Shape;789;g3ab13fdb44f_0_34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ngự bên hữu Ðức Chúa Cha,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4" name="Shape 794"/>
        <p:cNvGrpSpPr/>
        <p:nvPr/>
      </p:nvGrpSpPr>
      <p:grpSpPr>
        <a:xfrm>
          <a:off x="0" y="0"/>
          <a:ext cx="0" cy="0"/>
          <a:chOff x="0" y="0"/>
          <a:chExt cx="0" cy="0"/>
        </a:xfrm>
      </p:grpSpPr>
      <p:sp>
        <p:nvSpPr>
          <p:cNvPr id="795" name="Google Shape;795;g3ab13fdb44f_0_34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8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Vì lạy Chúa Giêsu Kitô, chỉ có Chúa là Ðấng Thánh,</a:t>
            </a:r>
            <a:endParaRPr sz="7600">
              <a:solidFill>
                <a:schemeClr val="lt1"/>
              </a:solidFill>
            </a:endParaRPr>
          </a:p>
        </p:txBody>
      </p:sp>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0" name="Shape 800"/>
        <p:cNvGrpSpPr/>
        <p:nvPr/>
      </p:nvGrpSpPr>
      <p:grpSpPr>
        <a:xfrm>
          <a:off x="0" y="0"/>
          <a:ext cx="0" cy="0"/>
          <a:chOff x="0" y="0"/>
          <a:chExt cx="0" cy="0"/>
        </a:xfrm>
      </p:grpSpPr>
      <p:sp>
        <p:nvSpPr>
          <p:cNvPr id="801" name="Google Shape;801;g3ab13fdb44f_0_35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dk1"/>
              </a:buClr>
              <a:buSzPts val="8000"/>
              <a:buFont typeface="Times"/>
              <a:buNone/>
            </a:pPr>
            <a:r>
              <a:rPr b="1" lang="en-US" sz="7600">
                <a:solidFill>
                  <a:schemeClr val="lt1"/>
                </a:solidFill>
                <a:latin typeface="Times"/>
                <a:ea typeface="Times"/>
                <a:cs typeface="Times"/>
                <a:sym typeface="Times"/>
              </a:rPr>
              <a:t>chỉ có Chúa là Chúa, chỉ có Chúa là Ðấng Tối Cao,</a:t>
            </a:r>
            <a:endParaRPr sz="7600">
              <a:solidFill>
                <a:schemeClr val="lt1"/>
              </a:solidFill>
            </a:endParaRPr>
          </a:p>
        </p:txBody>
      </p:sp>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6" name="Shape 806"/>
        <p:cNvGrpSpPr/>
        <p:nvPr/>
      </p:nvGrpSpPr>
      <p:grpSpPr>
        <a:xfrm>
          <a:off x="0" y="0"/>
          <a:ext cx="0" cy="0"/>
          <a:chOff x="0" y="0"/>
          <a:chExt cx="0" cy="0"/>
        </a:xfrm>
      </p:grpSpPr>
      <p:sp>
        <p:nvSpPr>
          <p:cNvPr id="807" name="Google Shape;807;g3ab13fdb44f_0_35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7200"/>
              <a:buFont typeface="Times"/>
              <a:buNone/>
            </a:pPr>
            <a:r>
              <a:rPr b="1" lang="en-US" sz="7200">
                <a:solidFill>
                  <a:srgbClr val="FF3399"/>
                </a:solidFill>
                <a:latin typeface="Times"/>
                <a:ea typeface="Times"/>
                <a:cs typeface="Times"/>
                <a:sym typeface="Times"/>
              </a:rPr>
              <a:t>A+B: </a:t>
            </a:r>
            <a:r>
              <a:rPr b="1" lang="en-US" sz="7200">
                <a:solidFill>
                  <a:schemeClr val="lt1"/>
                </a:solidFill>
                <a:latin typeface="Times"/>
                <a:ea typeface="Times"/>
                <a:cs typeface="Times"/>
                <a:sym typeface="Times"/>
              </a:rPr>
              <a:t>Cùng Ðức Chúa Thánh Thần trong vinh quang Ðức Chúa Cha.</a:t>
            </a:r>
            <a:r>
              <a:rPr b="1" lang="en-US" sz="7200">
                <a:latin typeface="Times"/>
                <a:ea typeface="Times"/>
                <a:cs typeface="Times"/>
                <a:sym typeface="Times"/>
              </a:rPr>
              <a:t> </a:t>
            </a:r>
            <a:r>
              <a:rPr b="1" lang="en-US" sz="7200">
                <a:solidFill>
                  <a:schemeClr val="lt1"/>
                </a:solidFill>
                <a:latin typeface="Times"/>
                <a:ea typeface="Times"/>
                <a:cs typeface="Times"/>
                <a:sym typeface="Times"/>
              </a:rPr>
              <a:t>Amen.</a:t>
            </a:r>
            <a:endParaRPr sz="7200">
              <a:solidFill>
                <a:schemeClr val="lt1"/>
              </a:solidFill>
            </a:endParaRPr>
          </a:p>
        </p:txBody>
      </p:sp>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1" name="Shape 811"/>
        <p:cNvGrpSpPr/>
        <p:nvPr/>
      </p:nvGrpSpPr>
      <p:grpSpPr>
        <a:xfrm>
          <a:off x="0" y="0"/>
          <a:ext cx="0" cy="0"/>
          <a:chOff x="0" y="0"/>
          <a:chExt cx="0" cy="0"/>
        </a:xfrm>
      </p:grpSpPr>
      <p:pic>
        <p:nvPicPr>
          <p:cNvPr id="812" name="Google Shape;812;h6ba7c7f0c6428fb5_1_177"/>
          <p:cNvPicPr preferRelativeResize="0"/>
          <p:nvPr/>
        </p:nvPicPr>
        <p:blipFill>
          <a:blip r:embed="rId3">
            <a:alphaModFix/>
          </a:blip>
          <a:stretch>
            <a:fillRect/>
          </a:stretch>
        </p:blipFill>
        <p:spPr>
          <a:xfrm>
            <a:off x="0" y="0"/>
            <a:ext cx="9144003" cy="5143490"/>
          </a:xfrm>
          <a:prstGeom prst="rect">
            <a:avLst/>
          </a:prstGeom>
          <a:noFill/>
          <a:ln>
            <a:noFill/>
          </a:ln>
        </p:spPr>
      </p:pic>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16" name="Shape 816"/>
        <p:cNvGrpSpPr/>
        <p:nvPr/>
      </p:nvGrpSpPr>
      <p:grpSpPr>
        <a:xfrm>
          <a:off x="0" y="0"/>
          <a:ext cx="0" cy="0"/>
          <a:chOff x="0" y="0"/>
          <a:chExt cx="0" cy="0"/>
        </a:xfrm>
      </p:grpSpPr>
      <p:sp>
        <p:nvSpPr>
          <p:cNvPr id="817" name="Google Shape;817;g3d48ab63a6f_0_9"/>
          <p:cNvSpPr/>
          <p:nvPr/>
        </p:nvSpPr>
        <p:spPr>
          <a:xfrm>
            <a:off x="1143" y="0"/>
            <a:ext cx="9141600"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818" name="Google Shape;818;g3d48ab63a6f_0_9"/>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2" name="Shape 822"/>
        <p:cNvGrpSpPr/>
        <p:nvPr/>
      </p:nvGrpSpPr>
      <p:grpSpPr>
        <a:xfrm>
          <a:off x="0" y="0"/>
          <a:ext cx="0" cy="0"/>
          <a:chOff x="0" y="0"/>
          <a:chExt cx="0" cy="0"/>
        </a:xfrm>
      </p:grpSpPr>
      <p:sp>
        <p:nvSpPr>
          <p:cNvPr id="823" name="Google Shape;823;g3e6e2da66e2_0_60"/>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ĐÁP CA</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THÁNH VỊNH 17</a:t>
            </a:r>
            <a:br>
              <a:rPr b="1" i="0" lang="en-US" sz="4700">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(Lm. Thái Nguyên)</a:t>
            </a:r>
            <a:br>
              <a:rPr b="1" i="1" lang="en-US" sz="4700">
                <a:solidFill>
                  <a:schemeClr val="accent4"/>
                </a:solidFill>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(03 câu)</a:t>
            </a:r>
            <a:endParaRPr b="1" sz="4700">
              <a:solidFill>
                <a:schemeClr val="accent4"/>
              </a:solidFill>
              <a:latin typeface="Times New Roman"/>
              <a:ea typeface="Times New Roman"/>
              <a:cs typeface="Times New Roman"/>
              <a:sym typeface="Times New Roman"/>
            </a:endParaRPr>
          </a:p>
        </p:txBody>
      </p:sp>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7" name="Shape 827"/>
        <p:cNvGrpSpPr/>
        <p:nvPr/>
      </p:nvGrpSpPr>
      <p:grpSpPr>
        <a:xfrm>
          <a:off x="0" y="0"/>
          <a:ext cx="0" cy="0"/>
          <a:chOff x="0" y="0"/>
          <a:chExt cx="0" cy="0"/>
        </a:xfrm>
      </p:grpSpPr>
      <p:sp>
        <p:nvSpPr>
          <p:cNvPr id="828" name="Google Shape;828;g3e6e2da66e2_0_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300">
                <a:solidFill>
                  <a:srgbClr val="FFFF00"/>
                </a:solidFill>
                <a:latin typeface="Times New Roman"/>
                <a:ea typeface="Times New Roman"/>
                <a:cs typeface="Times New Roman"/>
                <a:sym typeface="Times New Roman"/>
              </a:rPr>
              <a:t>1. </a:t>
            </a:r>
            <a:r>
              <a:rPr b="1" lang="en-US" sz="7300">
                <a:solidFill>
                  <a:schemeClr val="lt1"/>
                </a:solidFill>
                <a:latin typeface="Times New Roman"/>
                <a:ea typeface="Times New Roman"/>
                <a:cs typeface="Times New Roman"/>
                <a:sym typeface="Times New Roman"/>
              </a:rPr>
              <a:t>Lạy Chúa là sức mạnh đời con, lòng con yêu mến Ngài. </a:t>
            </a:r>
            <a:r>
              <a:rPr b="1" lang="en-US" sz="7300">
                <a:solidFill>
                  <a:schemeClr val="lt1"/>
                </a:solidFill>
                <a:latin typeface="Times New Roman"/>
                <a:ea typeface="Times New Roman"/>
                <a:cs typeface="Times New Roman"/>
                <a:sym typeface="Times New Roman"/>
              </a:rPr>
              <a:t> </a:t>
            </a:r>
            <a:endParaRPr b="1" sz="7300">
              <a:solidFill>
                <a:schemeClr val="lt1"/>
              </a:solidFill>
              <a:latin typeface="Times New Roman"/>
              <a:ea typeface="Times New Roman"/>
              <a:cs typeface="Times New Roman"/>
              <a:sym typeface="Times New Roman"/>
            </a:endParaRPr>
          </a:p>
        </p:txBody>
      </p:sp>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2" name="Shape 832"/>
        <p:cNvGrpSpPr/>
        <p:nvPr/>
      </p:nvGrpSpPr>
      <p:grpSpPr>
        <a:xfrm>
          <a:off x="0" y="0"/>
          <a:ext cx="0" cy="0"/>
          <a:chOff x="0" y="0"/>
          <a:chExt cx="0" cy="0"/>
        </a:xfrm>
      </p:grpSpPr>
      <p:sp>
        <p:nvSpPr>
          <p:cNvPr id="833" name="Google Shape;833;g3faf5860435_0_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300">
                <a:solidFill>
                  <a:schemeClr val="lt1"/>
                </a:solidFill>
                <a:latin typeface="Times New Roman"/>
                <a:ea typeface="Times New Roman"/>
                <a:cs typeface="Times New Roman"/>
                <a:sym typeface="Times New Roman"/>
              </a:rPr>
              <a:t>Thân lạy Chúa là núi đá chở che, là chiến lũy đời con. </a:t>
            </a:r>
            <a:endParaRPr b="1" sz="7300">
              <a:solidFill>
                <a:schemeClr val="lt1"/>
              </a:solidFill>
              <a:latin typeface="Times New Roman"/>
              <a:ea typeface="Times New Roman"/>
              <a:cs typeface="Times New Roman"/>
              <a:sym typeface="Times New Roman"/>
            </a:endParaRPr>
          </a:p>
        </p:txBody>
      </p:sp>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7" name="Shape 837"/>
        <p:cNvGrpSpPr/>
        <p:nvPr/>
      </p:nvGrpSpPr>
      <p:grpSpPr>
        <a:xfrm>
          <a:off x="0" y="0"/>
          <a:ext cx="0" cy="0"/>
          <a:chOff x="0" y="0"/>
          <a:chExt cx="0" cy="0"/>
        </a:xfrm>
      </p:grpSpPr>
      <p:sp>
        <p:nvSpPr>
          <p:cNvPr id="838" name="Google Shape;838;g3e26ec1f821_0_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Lạy Chúa là sức mạnh đời con, này lòng con hằng luôn yêu mến Ngài.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2" name="Shape 842"/>
        <p:cNvGrpSpPr/>
        <p:nvPr/>
      </p:nvGrpSpPr>
      <p:grpSpPr>
        <a:xfrm>
          <a:off x="0" y="0"/>
          <a:ext cx="0" cy="0"/>
          <a:chOff x="0" y="0"/>
          <a:chExt cx="0" cy="0"/>
        </a:xfrm>
      </p:grpSpPr>
      <p:sp>
        <p:nvSpPr>
          <p:cNvPr id="843" name="Google Shape;843;g3f282feffb0_0_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300">
                <a:solidFill>
                  <a:srgbClr val="FFFF00"/>
                </a:solidFill>
                <a:latin typeface="Times New Roman"/>
                <a:ea typeface="Times New Roman"/>
                <a:cs typeface="Times New Roman"/>
                <a:sym typeface="Times New Roman"/>
              </a:rPr>
              <a:t>2. </a:t>
            </a:r>
            <a:r>
              <a:rPr b="1" lang="en-US" sz="7300">
                <a:solidFill>
                  <a:schemeClr val="lt1"/>
                </a:solidFill>
                <a:latin typeface="Times New Roman"/>
                <a:ea typeface="Times New Roman"/>
                <a:cs typeface="Times New Roman"/>
                <a:sym typeface="Times New Roman"/>
              </a:rPr>
              <a:t>Lạy Chúa là sức hộ phù con, là nơi con nương mình.</a:t>
            </a:r>
            <a:endParaRPr b="1" sz="7300">
              <a:solidFill>
                <a:schemeClr val="lt1"/>
              </a:solidFill>
              <a:latin typeface="Times New Roman"/>
              <a:ea typeface="Times New Roman"/>
              <a:cs typeface="Times New Roman"/>
              <a:sym typeface="Times New Roman"/>
            </a:endParaRPr>
          </a:p>
        </p:txBody>
      </p:sp>
    </p:spTree>
  </p:cSld>
  <p:clrMapOvr>
    <a:masterClrMapping/>
  </p:clrMapOvr>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7" name="Shape 847"/>
        <p:cNvGrpSpPr/>
        <p:nvPr/>
      </p:nvGrpSpPr>
      <p:grpSpPr>
        <a:xfrm>
          <a:off x="0" y="0"/>
          <a:ext cx="0" cy="0"/>
          <a:chOff x="0" y="0"/>
          <a:chExt cx="0" cy="0"/>
        </a:xfrm>
      </p:grpSpPr>
      <p:sp>
        <p:nvSpPr>
          <p:cNvPr id="848" name="Google Shape;848;g3f282feffb0_0_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300">
                <a:solidFill>
                  <a:schemeClr val="lt1"/>
                </a:solidFill>
                <a:latin typeface="Times New Roman"/>
                <a:ea typeface="Times New Roman"/>
                <a:cs typeface="Times New Roman"/>
                <a:sym typeface="Times New Roman"/>
              </a:rPr>
              <a:t>Con nguyện sẽ ngợi khen Chúa quyền linh, Ngài cứu thoát đời con.</a:t>
            </a:r>
            <a:endParaRPr b="1" sz="7300">
              <a:solidFill>
                <a:schemeClr val="lt1"/>
              </a:solidFill>
              <a:latin typeface="Times New Roman"/>
              <a:ea typeface="Times New Roman"/>
              <a:cs typeface="Times New Roman"/>
              <a:sym typeface="Times New Roman"/>
            </a:endParaRPr>
          </a:p>
        </p:txBody>
      </p:sp>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2" name="Shape 852"/>
        <p:cNvGrpSpPr/>
        <p:nvPr/>
      </p:nvGrpSpPr>
      <p:grpSpPr>
        <a:xfrm>
          <a:off x="0" y="0"/>
          <a:ext cx="0" cy="0"/>
          <a:chOff x="0" y="0"/>
          <a:chExt cx="0" cy="0"/>
        </a:xfrm>
      </p:grpSpPr>
      <p:sp>
        <p:nvSpPr>
          <p:cNvPr id="853" name="Google Shape;853;h59ba3f73bed9378b_0_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Lạy Chúa là sức mạnh đời con, này lòng con hằng luôn yêu mến Ngài.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7" name="Shape 857"/>
        <p:cNvGrpSpPr/>
        <p:nvPr/>
      </p:nvGrpSpPr>
      <p:grpSpPr>
        <a:xfrm>
          <a:off x="0" y="0"/>
          <a:ext cx="0" cy="0"/>
          <a:chOff x="0" y="0"/>
          <a:chExt cx="0" cy="0"/>
        </a:xfrm>
      </p:grpSpPr>
      <p:sp>
        <p:nvSpPr>
          <p:cNvPr id="858" name="Google Shape;858;g3fb2dc0a37c_0_1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300">
                <a:solidFill>
                  <a:srgbClr val="FFFF00"/>
                </a:solidFill>
                <a:latin typeface="Times New Roman"/>
                <a:ea typeface="Times New Roman"/>
                <a:cs typeface="Times New Roman"/>
                <a:sym typeface="Times New Roman"/>
              </a:rPr>
              <a:t>3. </a:t>
            </a:r>
            <a:r>
              <a:rPr b="1" lang="en-US" sz="7300">
                <a:solidFill>
                  <a:schemeClr val="lt1"/>
                </a:solidFill>
                <a:latin typeface="Times New Roman"/>
                <a:ea typeface="Times New Roman"/>
                <a:cs typeface="Times New Roman"/>
                <a:sym typeface="Times New Roman"/>
              </a:rPr>
              <a:t>Vì Chúa hằng tỏ lòng từ bi, Ngài ban ơn cứu độ. </a:t>
            </a:r>
            <a:endParaRPr b="1" sz="7300">
              <a:solidFill>
                <a:schemeClr val="lt1"/>
              </a:solidFill>
              <a:latin typeface="Times New Roman"/>
              <a:ea typeface="Times New Roman"/>
              <a:cs typeface="Times New Roman"/>
              <a:sym typeface="Times New Roman"/>
            </a:endParaRPr>
          </a:p>
        </p:txBody>
      </p:sp>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2" name="Shape 862"/>
        <p:cNvGrpSpPr/>
        <p:nvPr/>
      </p:nvGrpSpPr>
      <p:grpSpPr>
        <a:xfrm>
          <a:off x="0" y="0"/>
          <a:ext cx="0" cy="0"/>
          <a:chOff x="0" y="0"/>
          <a:chExt cx="0" cy="0"/>
        </a:xfrm>
      </p:grpSpPr>
      <p:sp>
        <p:nvSpPr>
          <p:cNvPr id="863" name="Google Shape;863;g3fb2dc0a37c_0_1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300">
                <a:solidFill>
                  <a:schemeClr val="lt1"/>
                </a:solidFill>
                <a:latin typeface="Times New Roman"/>
                <a:ea typeface="Times New Roman"/>
                <a:cs typeface="Times New Roman"/>
                <a:sym typeface="Times New Roman"/>
              </a:rPr>
              <a:t>Chúa hằng sống là núi đá đời con, hồn con chúc tụng Ngài.</a:t>
            </a:r>
            <a:endParaRPr b="1" sz="7300">
              <a:solidFill>
                <a:schemeClr val="lt1"/>
              </a:solidFill>
              <a:latin typeface="Times New Roman"/>
              <a:ea typeface="Times New Roman"/>
              <a:cs typeface="Times New Roman"/>
              <a:sym typeface="Times New Roman"/>
            </a:endParaRPr>
          </a:p>
        </p:txBody>
      </p:sp>
    </p:spTree>
  </p:cSld>
  <p:clrMapOvr>
    <a:masterClrMapping/>
  </p:clrMapOvr>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7" name="Shape 867"/>
        <p:cNvGrpSpPr/>
        <p:nvPr/>
      </p:nvGrpSpPr>
      <p:grpSpPr>
        <a:xfrm>
          <a:off x="0" y="0"/>
          <a:ext cx="0" cy="0"/>
          <a:chOff x="0" y="0"/>
          <a:chExt cx="0" cy="0"/>
        </a:xfrm>
      </p:grpSpPr>
      <p:sp>
        <p:nvSpPr>
          <p:cNvPr id="868" name="Google Shape;868;h59ba3f73bed9378b_0_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Lạy Chúa là sức mạnh đời con, này lòng con hằng luôn yêu mến Ngài.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72" name="Shape 872"/>
        <p:cNvGrpSpPr/>
        <p:nvPr/>
      </p:nvGrpSpPr>
      <p:grpSpPr>
        <a:xfrm>
          <a:off x="0" y="0"/>
          <a:ext cx="0" cy="0"/>
          <a:chOff x="0" y="0"/>
          <a:chExt cx="0" cy="0"/>
        </a:xfrm>
      </p:grpSpPr>
      <p:sp>
        <p:nvSpPr>
          <p:cNvPr id="873" name="Google Shape;873;g3d89366497e_0_44"/>
          <p:cNvSpPr/>
          <p:nvPr/>
        </p:nvSpPr>
        <p:spPr>
          <a:xfrm>
            <a:off x="1143" y="0"/>
            <a:ext cx="9141600"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874" name="Google Shape;874;g3d89366497e_0_44"/>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9" name="Shape 879"/>
        <p:cNvGrpSpPr/>
        <p:nvPr/>
      </p:nvGrpSpPr>
      <p:grpSpPr>
        <a:xfrm>
          <a:off x="0" y="0"/>
          <a:ext cx="0" cy="0"/>
          <a:chOff x="0" y="0"/>
          <a:chExt cx="0" cy="0"/>
        </a:xfrm>
      </p:grpSpPr>
      <p:sp>
        <p:nvSpPr>
          <p:cNvPr id="880" name="Google Shape;880;p156"/>
          <p:cNvSpPr txBox="1"/>
          <p:nvPr>
            <p:ph type="ctrTitle"/>
          </p:nvPr>
        </p:nvSpPr>
        <p:spPr>
          <a:xfrm>
            <a:off x="0" y="497175"/>
            <a:ext cx="9144000" cy="46461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rgbClr val="EE0000"/>
              </a:buClr>
              <a:buSzPts val="8000"/>
              <a:buFont typeface="Times"/>
              <a:buNone/>
            </a:pPr>
            <a:r>
              <a:rPr b="1" i="1" lang="en-US" sz="7500">
                <a:solidFill>
                  <a:srgbClr val="FFFF00"/>
                </a:solidFill>
                <a:latin typeface="Times New Roman"/>
                <a:ea typeface="Times New Roman"/>
                <a:cs typeface="Times New Roman"/>
                <a:sym typeface="Times New Roman"/>
              </a:rPr>
              <a:t>All… All…</a:t>
            </a:r>
            <a:r>
              <a:rPr b="1" i="1" lang="en-US" sz="7500">
                <a:solidFill>
                  <a:srgbClr val="EE0000"/>
                </a:solidFill>
                <a:latin typeface="Times New Roman"/>
                <a:ea typeface="Times New Roman"/>
                <a:cs typeface="Times New Roman"/>
                <a:sym typeface="Times New Roman"/>
              </a:rPr>
              <a:t> </a:t>
            </a:r>
            <a:br>
              <a:rPr b="1" i="1" lang="en-US" sz="7500">
                <a:solidFill>
                  <a:srgbClr val="EE0000"/>
                </a:solidFill>
                <a:latin typeface="Times New Roman"/>
                <a:ea typeface="Times New Roman"/>
                <a:cs typeface="Times New Roman"/>
                <a:sym typeface="Times New Roman"/>
              </a:rPr>
            </a:br>
            <a:r>
              <a:rPr b="1" lang="en-US" sz="7500">
                <a:solidFill>
                  <a:schemeClr val="lt1"/>
                </a:solidFill>
                <a:latin typeface="Times New Roman"/>
                <a:ea typeface="Times New Roman"/>
                <a:cs typeface="Times New Roman"/>
                <a:sym typeface="Times New Roman"/>
              </a:rPr>
              <a:t>Chúa phán: “Nếu ai yêu mến Thầy thì sẽ giữ lời Thầy luôn,</a:t>
            </a:r>
            <a:endParaRPr b="1" sz="7500">
              <a:solidFill>
                <a:schemeClr val="lt1"/>
              </a:solidFill>
              <a:latin typeface="Times New Roman"/>
              <a:ea typeface="Times New Roman"/>
              <a:cs typeface="Times New Roman"/>
              <a:sym typeface="Times New Roman"/>
            </a:endParaRPr>
          </a:p>
        </p:txBody>
      </p:sp>
      <p:sp>
        <p:nvSpPr>
          <p:cNvPr id="881" name="Google Shape;881;p156"/>
          <p:cNvSpPr txBox="1"/>
          <p:nvPr/>
        </p:nvSpPr>
        <p:spPr>
          <a:xfrm>
            <a:off x="0" y="-50800"/>
            <a:ext cx="9144000" cy="635000"/>
          </a:xfrm>
          <a:prstGeom prst="rect">
            <a:avLst/>
          </a:prstGeom>
          <a:solidFill>
            <a:srgbClr val="002060"/>
          </a:solidFill>
          <a:ln>
            <a:noFill/>
          </a:ln>
        </p:spPr>
        <p:txBody>
          <a:bodyPr anchorCtr="0" anchor="ctr" bIns="45700" lIns="91425" spcFirstLastPara="1" rIns="91425" wrap="square" tIns="45700">
            <a:normAutofit/>
          </a:bodyPr>
          <a:lstStyle/>
          <a:p>
            <a:pPr indent="0" lvl="0" marL="0" marR="0" rtl="0" algn="ctr">
              <a:lnSpc>
                <a:spcPct val="100000"/>
              </a:lnSpc>
              <a:spcBef>
                <a:spcPts val="0"/>
              </a:spcBef>
              <a:spcAft>
                <a:spcPts val="0"/>
              </a:spcAft>
              <a:buClr>
                <a:srgbClr val="FF0000"/>
              </a:buClr>
              <a:buSzPts val="3200"/>
              <a:buFont typeface="Times New Roman"/>
              <a:buNone/>
            </a:pPr>
            <a:r>
              <a:rPr b="1" i="0" lang="en-US" sz="3200" u="none" cap="none" strike="noStrike">
                <a:solidFill>
                  <a:schemeClr val="accent2"/>
                </a:solidFill>
                <a:latin typeface="Times New Roman"/>
                <a:ea typeface="Times New Roman"/>
                <a:cs typeface="Times New Roman"/>
                <a:sym typeface="Times New Roman"/>
              </a:rPr>
              <a:t>TUNG HÔ TIN MỪNG</a:t>
            </a:r>
            <a:endParaRPr b="1" i="0" sz="3200" u="none" cap="none" strike="noStrike">
              <a:solidFill>
                <a:schemeClr val="accent2"/>
              </a:solidFill>
              <a:latin typeface="Times New Roman"/>
              <a:ea typeface="Times New Roman"/>
              <a:cs typeface="Times New Roman"/>
              <a:sym typeface="Times New Roman"/>
            </a:endParaRPr>
          </a:p>
        </p:txBody>
      </p:sp>
    </p:spTree>
  </p:cSld>
  <p:clrMapOvr>
    <a:masterClrMapping/>
  </p:clrMapOvr>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5" name="Shape 885"/>
        <p:cNvGrpSpPr/>
        <p:nvPr/>
      </p:nvGrpSpPr>
      <p:grpSpPr>
        <a:xfrm>
          <a:off x="0" y="0"/>
          <a:ext cx="0" cy="0"/>
          <a:chOff x="0" y="0"/>
          <a:chExt cx="0" cy="0"/>
        </a:xfrm>
      </p:grpSpPr>
      <p:sp>
        <p:nvSpPr>
          <p:cNvPr id="886" name="Google Shape;886;g3b224b7d20a_0_9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dk1"/>
              </a:buClr>
              <a:buSzPts val="8000"/>
              <a:buFont typeface="Times"/>
              <a:buNone/>
            </a:pPr>
            <a:r>
              <a:rPr b="1" lang="en-US" sz="7500">
                <a:solidFill>
                  <a:schemeClr val="lt1"/>
                </a:solidFill>
                <a:latin typeface="Times New Roman"/>
                <a:ea typeface="Times New Roman"/>
                <a:cs typeface="Times New Roman"/>
                <a:sym typeface="Times New Roman"/>
              </a:rPr>
              <a:t>và Cha Thầy sẽ yêu mến người ấy và Chúng Ta đến ở trong người ấy”.</a:t>
            </a:r>
            <a:r>
              <a:rPr b="1" lang="en-US" sz="7500">
                <a:solidFill>
                  <a:schemeClr val="lt1"/>
                </a:solidFill>
                <a:latin typeface="Times New Roman"/>
                <a:ea typeface="Times New Roman"/>
                <a:cs typeface="Times New Roman"/>
                <a:sym typeface="Times New Roman"/>
              </a:rPr>
              <a:t> </a:t>
            </a:r>
            <a:r>
              <a:rPr b="1" i="1" lang="en-US" sz="7500">
                <a:solidFill>
                  <a:srgbClr val="FFFF00"/>
                </a:solidFill>
                <a:latin typeface="Times New Roman"/>
                <a:ea typeface="Times New Roman"/>
                <a:cs typeface="Times New Roman"/>
                <a:sym typeface="Times New Roman"/>
              </a:rPr>
              <a:t>All..</a:t>
            </a:r>
            <a:endParaRPr b="1" sz="7500">
              <a:solidFill>
                <a:srgbClr val="FFFF00"/>
              </a:solidFill>
              <a:latin typeface="Times New Roman"/>
              <a:ea typeface="Times New Roman"/>
              <a:cs typeface="Times New Roman"/>
              <a:sym typeface="Times New Roman"/>
            </a:endParaRPr>
          </a:p>
        </p:txBody>
      </p:sp>
    </p:spTree>
  </p:cSld>
  <p:clrMapOvr>
    <a:masterClrMapping/>
  </p:clrMapOvr>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0" name="Shape 890"/>
        <p:cNvGrpSpPr/>
        <p:nvPr/>
      </p:nvGrpSpPr>
      <p:grpSpPr>
        <a:xfrm>
          <a:off x="0" y="0"/>
          <a:ext cx="0" cy="0"/>
          <a:chOff x="0" y="0"/>
          <a:chExt cx="0" cy="0"/>
        </a:xfrm>
      </p:grpSpPr>
      <p:pic>
        <p:nvPicPr>
          <p:cNvPr id="891" name="Google Shape;891;g3baa6357486_0_13"/>
          <p:cNvPicPr preferRelativeResize="0"/>
          <p:nvPr/>
        </p:nvPicPr>
        <p:blipFill>
          <a:blip r:embed="rId3">
            <a:alphaModFix/>
          </a:blip>
          <a:stretch>
            <a:fillRect/>
          </a:stretch>
        </p:blipFill>
        <p:spPr>
          <a:xfrm>
            <a:off x="0" y="0"/>
            <a:ext cx="9144000" cy="5143505"/>
          </a:xfrm>
          <a:prstGeom prst="rect">
            <a:avLst/>
          </a:prstGeom>
          <a:noFill/>
          <a:ln>
            <a:noFill/>
          </a:ln>
        </p:spPr>
      </p:pic>
    </p:spTree>
  </p:cSld>
  <p:clrMapOvr>
    <a:masterClrMapping/>
  </p:clrMapOvr>
</p:sld>
</file>

<file path=ppt/slides/slide1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5" name="Shape 895"/>
        <p:cNvGrpSpPr/>
        <p:nvPr/>
      </p:nvGrpSpPr>
      <p:grpSpPr>
        <a:xfrm>
          <a:off x="0" y="0"/>
          <a:ext cx="0" cy="0"/>
          <a:chOff x="0" y="0"/>
          <a:chExt cx="0" cy="0"/>
        </a:xfrm>
      </p:grpSpPr>
      <p:pic>
        <p:nvPicPr>
          <p:cNvPr id="896" name="Google Shape;896;h6ba7c7f0c6428fb5_1_181"/>
          <p:cNvPicPr preferRelativeResize="0"/>
          <p:nvPr/>
        </p:nvPicPr>
        <p:blipFill>
          <a:blip r:embed="rId3">
            <a:alphaModFix/>
          </a:blip>
          <a:stretch>
            <a:fillRect/>
          </a:stretch>
        </p:blipFill>
        <p:spPr>
          <a:xfrm>
            <a:off x="0" y="0"/>
            <a:ext cx="9144003" cy="5143490"/>
          </a:xfrm>
          <a:prstGeom prst="rect">
            <a:avLst/>
          </a:prstGeom>
          <a:noFill/>
          <a:ln>
            <a:noFill/>
          </a:ln>
        </p:spPr>
      </p:pic>
    </p:spTree>
  </p:cSld>
  <p:clrMapOvr>
    <a:masterClrMapping/>
  </p:clrMapOvr>
</p:sld>
</file>

<file path=ppt/slides/slide1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0" name="Shape 900"/>
        <p:cNvGrpSpPr/>
        <p:nvPr/>
      </p:nvGrpSpPr>
      <p:grpSpPr>
        <a:xfrm>
          <a:off x="0" y="0"/>
          <a:ext cx="0" cy="0"/>
          <a:chOff x="0" y="0"/>
          <a:chExt cx="0" cy="0"/>
        </a:xfrm>
      </p:grpSpPr>
      <p:sp>
        <p:nvSpPr>
          <p:cNvPr id="901" name="Google Shape;901;p159"/>
          <p:cNvSpPr txBox="1"/>
          <p:nvPr>
            <p:ph type="ctrTitle"/>
          </p:nvPr>
        </p:nvSpPr>
        <p:spPr>
          <a:xfrm>
            <a:off x="0" y="514351"/>
            <a:ext cx="9144000" cy="4629148"/>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7200"/>
              <a:buFont typeface="Times"/>
              <a:buNone/>
            </a:pPr>
            <a:r>
              <a:rPr b="1" lang="en-US" sz="7200">
                <a:solidFill>
                  <a:schemeClr val="accent4"/>
                </a:solidFill>
                <a:latin typeface="Times"/>
                <a:ea typeface="Times"/>
                <a:cs typeface="Times"/>
                <a:sym typeface="Times"/>
              </a:rPr>
              <a:t>CT: </a:t>
            </a:r>
            <a:r>
              <a:rPr b="1" lang="en-US" sz="7200">
                <a:solidFill>
                  <a:schemeClr val="lt1"/>
                </a:solidFill>
                <a:latin typeface="Times"/>
                <a:ea typeface="Times"/>
                <a:cs typeface="Times"/>
                <a:sym typeface="Times"/>
              </a:rPr>
              <a:t>Tôi tin kính một Thiên Chúa là Cha toàn năng.</a:t>
            </a:r>
            <a:endParaRPr/>
          </a:p>
        </p:txBody>
      </p:sp>
      <p:sp>
        <p:nvSpPr>
          <p:cNvPr id="902" name="Google Shape;902;p159"/>
          <p:cNvSpPr txBox="1"/>
          <p:nvPr/>
        </p:nvSpPr>
        <p:spPr>
          <a:xfrm>
            <a:off x="0" y="0"/>
            <a:ext cx="9144000" cy="738100"/>
          </a:xfrm>
          <a:prstGeom prst="rect">
            <a:avLst/>
          </a:prstGeom>
          <a:solidFill>
            <a:srgbClr val="00206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accent4"/>
              </a:buClr>
              <a:buSzPts val="3600"/>
              <a:buFont typeface="Times New Roman"/>
              <a:buNone/>
            </a:pPr>
            <a:r>
              <a:rPr b="1" i="0" lang="en-US" sz="3600" u="none" cap="none" strike="noStrike">
                <a:solidFill>
                  <a:schemeClr val="accent4"/>
                </a:solidFill>
                <a:latin typeface="Times New Roman"/>
                <a:ea typeface="Times New Roman"/>
                <a:cs typeface="Times New Roman"/>
                <a:sym typeface="Times New Roman"/>
              </a:rPr>
              <a:t>KINH TIN KÍNH</a:t>
            </a:r>
            <a:endParaRPr b="1" i="0" sz="3600" u="none" cap="none" strike="noStrike">
              <a:solidFill>
                <a:schemeClr val="accent4"/>
              </a:solidFill>
              <a:latin typeface="Times New Roman"/>
              <a:ea typeface="Times New Roman"/>
              <a:cs typeface="Times New Roman"/>
              <a:sym typeface="Times New Roman"/>
            </a:endParaRPr>
          </a:p>
        </p:txBody>
      </p:sp>
    </p:spTree>
  </p:cSld>
  <p:clrMapOvr>
    <a:masterClrMapping/>
  </p:clrMapOvr>
</p:sld>
</file>

<file path=ppt/slides/slide1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6" name="Shape 906"/>
        <p:cNvGrpSpPr/>
        <p:nvPr/>
      </p:nvGrpSpPr>
      <p:grpSpPr>
        <a:xfrm>
          <a:off x="0" y="0"/>
          <a:ext cx="0" cy="0"/>
          <a:chOff x="0" y="0"/>
          <a:chExt cx="0" cy="0"/>
        </a:xfrm>
      </p:grpSpPr>
      <p:sp>
        <p:nvSpPr>
          <p:cNvPr id="907" name="Google Shape;907;p16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Đấng tạo thành trời đất muôn vật hữu hình và vô hình.</a:t>
            </a:r>
            <a:endParaRPr>
              <a:latin typeface="Times New Roman"/>
              <a:ea typeface="Times New Roman"/>
              <a:cs typeface="Times New Roman"/>
              <a:sym typeface="Times New Roman"/>
            </a:endParaRPr>
          </a:p>
        </p:txBody>
      </p:sp>
    </p:spTree>
  </p:cSld>
  <p:clrMapOvr>
    <a:masterClrMapping/>
  </p:clrMapOvr>
</p:sld>
</file>

<file path=ppt/slides/slide1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1" name="Shape 911"/>
        <p:cNvGrpSpPr/>
        <p:nvPr/>
      </p:nvGrpSpPr>
      <p:grpSpPr>
        <a:xfrm>
          <a:off x="0" y="0"/>
          <a:ext cx="0" cy="0"/>
          <a:chOff x="0" y="0"/>
          <a:chExt cx="0" cy="0"/>
        </a:xfrm>
      </p:grpSpPr>
      <p:sp>
        <p:nvSpPr>
          <p:cNvPr id="912" name="Google Shape;912;p16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 kính một Chúa Giê-su Ki-tô Con Một Thiên Chúa,</a:t>
            </a:r>
            <a:endParaRPr>
              <a:latin typeface="Times New Roman"/>
              <a:ea typeface="Times New Roman"/>
              <a:cs typeface="Times New Roman"/>
              <a:sym typeface="Times New Roman"/>
            </a:endParaRPr>
          </a:p>
        </p:txBody>
      </p:sp>
    </p:spTree>
  </p:cSld>
  <p:clrMapOvr>
    <a:masterClrMapping/>
  </p:clrMapOvr>
</p:sld>
</file>

<file path=ppt/slides/slide1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6" name="Shape 916"/>
        <p:cNvGrpSpPr/>
        <p:nvPr/>
      </p:nvGrpSpPr>
      <p:grpSpPr>
        <a:xfrm>
          <a:off x="0" y="0"/>
          <a:ext cx="0" cy="0"/>
          <a:chOff x="0" y="0"/>
          <a:chExt cx="0" cy="0"/>
        </a:xfrm>
      </p:grpSpPr>
      <p:sp>
        <p:nvSpPr>
          <p:cNvPr id="917" name="Google Shape;917;p16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sinh bởi Đức Chúa Cha từ trước muôn đời.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1" name="Shape 921"/>
        <p:cNvGrpSpPr/>
        <p:nvPr/>
      </p:nvGrpSpPr>
      <p:grpSpPr>
        <a:xfrm>
          <a:off x="0" y="0"/>
          <a:ext cx="0" cy="0"/>
          <a:chOff x="0" y="0"/>
          <a:chExt cx="0" cy="0"/>
        </a:xfrm>
      </p:grpSpPr>
      <p:sp>
        <p:nvSpPr>
          <p:cNvPr id="922" name="Google Shape;922;p16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là Thiên Chúa bởi Thiên Chúa, Ánh Sáng bởi Ánh Sáng,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6" name="Shape 926"/>
        <p:cNvGrpSpPr/>
        <p:nvPr/>
      </p:nvGrpSpPr>
      <p:grpSpPr>
        <a:xfrm>
          <a:off x="0" y="0"/>
          <a:ext cx="0" cy="0"/>
          <a:chOff x="0" y="0"/>
          <a:chExt cx="0" cy="0"/>
        </a:xfrm>
      </p:grpSpPr>
      <p:sp>
        <p:nvSpPr>
          <p:cNvPr id="927" name="Google Shape;927;p16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Thiên Chúa thật bởi Thiên Chúa Thật Được sinh ra mà không phải được tạo thành,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1" name="Shape 931"/>
        <p:cNvGrpSpPr/>
        <p:nvPr/>
      </p:nvGrpSpPr>
      <p:grpSpPr>
        <a:xfrm>
          <a:off x="0" y="0"/>
          <a:ext cx="0" cy="0"/>
          <a:chOff x="0" y="0"/>
          <a:chExt cx="0" cy="0"/>
        </a:xfrm>
      </p:grpSpPr>
      <p:sp>
        <p:nvSpPr>
          <p:cNvPr id="932" name="Google Shape;932;p16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đồng bản thể với Đức Chúa Cha: nhờ Người mà muôn vật được tạo thành.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6" name="Shape 936"/>
        <p:cNvGrpSpPr/>
        <p:nvPr/>
      </p:nvGrpSpPr>
      <p:grpSpPr>
        <a:xfrm>
          <a:off x="0" y="0"/>
          <a:ext cx="0" cy="0"/>
          <a:chOff x="0" y="0"/>
          <a:chExt cx="0" cy="0"/>
        </a:xfrm>
      </p:grpSpPr>
      <p:sp>
        <p:nvSpPr>
          <p:cNvPr id="937" name="Google Shape;937;p16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Vì loài người chúng ta và để cứu độ chúng ta, Người đã từ trời xuống thế.</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1" name="Shape 941"/>
        <p:cNvGrpSpPr/>
        <p:nvPr/>
      </p:nvGrpSpPr>
      <p:grpSpPr>
        <a:xfrm>
          <a:off x="0" y="0"/>
          <a:ext cx="0" cy="0"/>
          <a:chOff x="0" y="0"/>
          <a:chExt cx="0" cy="0"/>
        </a:xfrm>
      </p:grpSpPr>
      <p:sp>
        <p:nvSpPr>
          <p:cNvPr id="942" name="Google Shape;942;p16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6800">
                <a:solidFill>
                  <a:schemeClr val="lt1"/>
                </a:solidFill>
                <a:latin typeface="Times New Roman"/>
                <a:ea typeface="Times New Roman"/>
                <a:cs typeface="Times New Roman"/>
                <a:sym typeface="Times New Roman"/>
              </a:rPr>
              <a:t>Bởi phép Đức Chúa Thánh Thần Người đã nhập thể trong lòng Trinh Nữ Maria, và đã làm người.</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6" name="Shape 946"/>
        <p:cNvGrpSpPr/>
        <p:nvPr/>
      </p:nvGrpSpPr>
      <p:grpSpPr>
        <a:xfrm>
          <a:off x="0" y="0"/>
          <a:ext cx="0" cy="0"/>
          <a:chOff x="0" y="0"/>
          <a:chExt cx="0" cy="0"/>
        </a:xfrm>
      </p:grpSpPr>
      <p:sp>
        <p:nvSpPr>
          <p:cNvPr id="947" name="Google Shape;947;p16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chịu đóng đinh vào thập giá vì chúng ta, Thời quan Phong-xi-ô Phi-la-tô;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1" name="Shape 951"/>
        <p:cNvGrpSpPr/>
        <p:nvPr/>
      </p:nvGrpSpPr>
      <p:grpSpPr>
        <a:xfrm>
          <a:off x="0" y="0"/>
          <a:ext cx="0" cy="0"/>
          <a:chOff x="0" y="0"/>
          <a:chExt cx="0" cy="0"/>
        </a:xfrm>
      </p:grpSpPr>
      <p:sp>
        <p:nvSpPr>
          <p:cNvPr id="952" name="Google Shape;952;p169"/>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chịu khổ hình và mai táng, ngày thứ ba Người sống lại như lời Thánh Kinh.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6" name="Shape 956"/>
        <p:cNvGrpSpPr/>
        <p:nvPr/>
      </p:nvGrpSpPr>
      <p:grpSpPr>
        <a:xfrm>
          <a:off x="0" y="0"/>
          <a:ext cx="0" cy="0"/>
          <a:chOff x="0" y="0"/>
          <a:chExt cx="0" cy="0"/>
        </a:xfrm>
      </p:grpSpPr>
      <p:sp>
        <p:nvSpPr>
          <p:cNvPr id="957" name="Google Shape;957;p17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Người lên trời, ngự bên hữu Đức Chúa Cha, và Người sẽ lại đến trong vinh quang</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1" name="Shape 961"/>
        <p:cNvGrpSpPr/>
        <p:nvPr/>
      </p:nvGrpSpPr>
      <p:grpSpPr>
        <a:xfrm>
          <a:off x="0" y="0"/>
          <a:ext cx="0" cy="0"/>
          <a:chOff x="0" y="0"/>
          <a:chExt cx="0" cy="0"/>
        </a:xfrm>
      </p:grpSpPr>
      <p:sp>
        <p:nvSpPr>
          <p:cNvPr id="962" name="Google Shape;962;p17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để phán xét kẻ sống và kẻ chết, Nước Người sẽ không bao giờ cùng.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6" name="Shape 966"/>
        <p:cNvGrpSpPr/>
        <p:nvPr/>
      </p:nvGrpSpPr>
      <p:grpSpPr>
        <a:xfrm>
          <a:off x="0" y="0"/>
          <a:ext cx="0" cy="0"/>
          <a:chOff x="0" y="0"/>
          <a:chExt cx="0" cy="0"/>
        </a:xfrm>
      </p:grpSpPr>
      <p:sp>
        <p:nvSpPr>
          <p:cNvPr id="967" name="Google Shape;967;p17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 kính Đức Chúa Thánh Thần là Thiên Chúa và là Đấng ban sự sống,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1" name="Shape 971"/>
        <p:cNvGrpSpPr/>
        <p:nvPr/>
      </p:nvGrpSpPr>
      <p:grpSpPr>
        <a:xfrm>
          <a:off x="0" y="0"/>
          <a:ext cx="0" cy="0"/>
          <a:chOff x="0" y="0"/>
          <a:chExt cx="0" cy="0"/>
        </a:xfrm>
      </p:grpSpPr>
      <p:sp>
        <p:nvSpPr>
          <p:cNvPr id="972" name="Google Shape;972;p17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bởi Đức Chúa Cha và Đức Chúa Con mà ra.</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6" name="Shape 976"/>
        <p:cNvGrpSpPr/>
        <p:nvPr/>
      </p:nvGrpSpPr>
      <p:grpSpPr>
        <a:xfrm>
          <a:off x="0" y="0"/>
          <a:ext cx="0" cy="0"/>
          <a:chOff x="0" y="0"/>
          <a:chExt cx="0" cy="0"/>
        </a:xfrm>
      </p:grpSpPr>
      <p:sp>
        <p:nvSpPr>
          <p:cNvPr id="977" name="Google Shape;977;p174"/>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được phụng thờ và tôn vinh cùng với Đức Chúa Cha và Đức Chúa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1" name="Shape 981"/>
        <p:cNvGrpSpPr/>
        <p:nvPr/>
      </p:nvGrpSpPr>
      <p:grpSpPr>
        <a:xfrm>
          <a:off x="0" y="0"/>
          <a:ext cx="0" cy="0"/>
          <a:chOff x="0" y="0"/>
          <a:chExt cx="0" cy="0"/>
        </a:xfrm>
      </p:grpSpPr>
      <p:sp>
        <p:nvSpPr>
          <p:cNvPr id="982" name="Google Shape;982;p17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đã dùng các Tiên tri mà phán dạy.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6" name="Shape 986"/>
        <p:cNvGrpSpPr/>
        <p:nvPr/>
      </p:nvGrpSpPr>
      <p:grpSpPr>
        <a:xfrm>
          <a:off x="0" y="0"/>
          <a:ext cx="0" cy="0"/>
          <a:chOff x="0" y="0"/>
          <a:chExt cx="0" cy="0"/>
        </a:xfrm>
      </p:grpSpPr>
      <p:sp>
        <p:nvSpPr>
          <p:cNvPr id="987" name="Google Shape;987;p17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 Hội Thánh duy nhất, thánh thiện, công giáo và tông truyền.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1" name="Shape 991"/>
        <p:cNvGrpSpPr/>
        <p:nvPr/>
      </p:nvGrpSpPr>
      <p:grpSpPr>
        <a:xfrm>
          <a:off x="0" y="0"/>
          <a:ext cx="0" cy="0"/>
          <a:chOff x="0" y="0"/>
          <a:chExt cx="0" cy="0"/>
        </a:xfrm>
      </p:grpSpPr>
      <p:sp>
        <p:nvSpPr>
          <p:cNvPr id="992" name="Google Shape;992;p17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tuyên xưng có một Phép Rửa để tha tội.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6" name="Shape 996"/>
        <p:cNvGrpSpPr/>
        <p:nvPr/>
      </p:nvGrpSpPr>
      <p:grpSpPr>
        <a:xfrm>
          <a:off x="0" y="0"/>
          <a:ext cx="0" cy="0"/>
          <a:chOff x="0" y="0"/>
          <a:chExt cx="0" cy="0"/>
        </a:xfrm>
      </p:grpSpPr>
      <p:sp>
        <p:nvSpPr>
          <p:cNvPr id="997" name="Google Shape;997;p17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trông đợi kẻ chết sống lại và sự sống đời sau.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1" name="Shape 1001"/>
        <p:cNvGrpSpPr/>
        <p:nvPr/>
      </p:nvGrpSpPr>
      <p:grpSpPr>
        <a:xfrm>
          <a:off x="0" y="0"/>
          <a:ext cx="0" cy="0"/>
          <a:chOff x="0" y="0"/>
          <a:chExt cx="0" cy="0"/>
        </a:xfrm>
      </p:grpSpPr>
      <p:pic>
        <p:nvPicPr>
          <p:cNvPr id="1002" name="Google Shape;1002;h6ba7c7f0c6428fb5_1_185"/>
          <p:cNvPicPr preferRelativeResize="0"/>
          <p:nvPr/>
        </p:nvPicPr>
        <p:blipFill>
          <a:blip r:embed="rId3">
            <a:alphaModFix/>
          </a:blip>
          <a:stretch>
            <a:fillRect/>
          </a:stretch>
        </p:blipFill>
        <p:spPr>
          <a:xfrm>
            <a:off x="0" y="0"/>
            <a:ext cx="9144003" cy="5143490"/>
          </a:xfrm>
          <a:prstGeom prst="rect">
            <a:avLst/>
          </a:prstGeom>
          <a:noFill/>
          <a:ln>
            <a:noFill/>
          </a:ln>
        </p:spPr>
      </p:pic>
    </p:spTree>
  </p:cSld>
  <p:clrMapOvr>
    <a:masterClrMapping/>
  </p:clrMapOvr>
</p:sld>
</file>

<file path=ppt/slides/slide1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6" name="Shape 1006"/>
        <p:cNvGrpSpPr/>
        <p:nvPr/>
      </p:nvGrpSpPr>
      <p:grpSpPr>
        <a:xfrm>
          <a:off x="0" y="0"/>
          <a:ext cx="0" cy="0"/>
          <a:chOff x="0" y="0"/>
          <a:chExt cx="0" cy="0"/>
        </a:xfrm>
      </p:grpSpPr>
      <p:sp>
        <p:nvSpPr>
          <p:cNvPr id="1007" name="Google Shape;1007;h59ba3f73bed9378b_0_17"/>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DÂNG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CỦA LỄ HIẾN DÂNG</a:t>
            </a:r>
            <a:endParaRPr b="1" sz="6700">
              <a:solidFill>
                <a:srgbClr val="FFFF00"/>
              </a:solidFill>
              <a:latin typeface="Times New Roman"/>
              <a:ea typeface="Times New Roman"/>
              <a:cs typeface="Times New Roman"/>
              <a:sym typeface="Times New Roman"/>
            </a:endParaRPr>
          </a:p>
          <a:p>
            <a:pPr indent="0" lvl="0" marL="0" rtl="0" algn="ctr">
              <a:lnSpc>
                <a:spcPct val="90000"/>
              </a:lnSpc>
              <a:spcBef>
                <a:spcPts val="0"/>
              </a:spcBef>
              <a:spcAft>
                <a:spcPts val="0"/>
              </a:spcAft>
              <a:buClr>
                <a:schemeClr val="dk1"/>
              </a:buClr>
              <a:buSzPts val="4700"/>
              <a:buFont typeface="Times New Roman"/>
              <a:buNone/>
            </a:pPr>
            <a:r>
              <a:rPr b="1" i="1" lang="en-US" sz="4700">
                <a:solidFill>
                  <a:schemeClr val="accent4"/>
                </a:solidFill>
                <a:latin typeface="Times New Roman"/>
                <a:ea typeface="Times New Roman"/>
                <a:cs typeface="Times New Roman"/>
                <a:sym typeface="Times New Roman"/>
              </a:rPr>
              <a:t>(</a:t>
            </a:r>
            <a:r>
              <a:rPr b="1" i="1" lang="en-US" sz="4700">
                <a:solidFill>
                  <a:schemeClr val="accent4"/>
                </a:solidFill>
                <a:latin typeface="Times New Roman"/>
                <a:ea typeface="Times New Roman"/>
                <a:cs typeface="Times New Roman"/>
                <a:sym typeface="Times New Roman"/>
              </a:rPr>
              <a:t>Thái Nguyên</a:t>
            </a:r>
            <a:r>
              <a:rPr b="1" i="1" lang="en-US" sz="4700">
                <a:solidFill>
                  <a:schemeClr val="accent4"/>
                </a:solidFill>
                <a:latin typeface="Times New Roman"/>
                <a:ea typeface="Times New Roman"/>
                <a:cs typeface="Times New Roman"/>
                <a:sym typeface="Times New Roman"/>
              </a:rPr>
              <a:t>)</a:t>
            </a:r>
            <a:endParaRPr b="1" sz="6700">
              <a:solidFill>
                <a:srgbClr val="FFFF00"/>
              </a:solidFill>
              <a:latin typeface="Times New Roman"/>
              <a:ea typeface="Times New Roman"/>
              <a:cs typeface="Times New Roman"/>
              <a:sym typeface="Times New Roman"/>
            </a:endParaRPr>
          </a:p>
        </p:txBody>
      </p:sp>
    </p:spTree>
  </p:cSld>
  <p:clrMapOvr>
    <a:masterClrMapping/>
  </p:clrMapOvr>
</p:sld>
</file>

<file path=ppt/slides/slide1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1" name="Shape 1011"/>
        <p:cNvGrpSpPr/>
        <p:nvPr/>
      </p:nvGrpSpPr>
      <p:grpSpPr>
        <a:xfrm>
          <a:off x="0" y="0"/>
          <a:ext cx="0" cy="0"/>
          <a:chOff x="0" y="0"/>
          <a:chExt cx="0" cy="0"/>
        </a:xfrm>
      </p:grpSpPr>
      <p:sp>
        <p:nvSpPr>
          <p:cNvPr id="1012" name="Google Shape;1012;h59ba3f73bed9378b_0_2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 </a:t>
            </a:r>
            <a:r>
              <a:rPr b="1" lang="en-US" sz="7500">
                <a:solidFill>
                  <a:schemeClr val="lt1"/>
                </a:solidFill>
                <a:latin typeface="Times New Roman"/>
                <a:ea typeface="Times New Roman"/>
                <a:cs typeface="Times New Roman"/>
                <a:sym typeface="Times New Roman"/>
              </a:rPr>
              <a:t>Này là của lễ đời con, Dâng về Thiên Chúa huyền siêu.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6" name="Shape 1016"/>
        <p:cNvGrpSpPr/>
        <p:nvPr/>
      </p:nvGrpSpPr>
      <p:grpSpPr>
        <a:xfrm>
          <a:off x="0" y="0"/>
          <a:ext cx="0" cy="0"/>
          <a:chOff x="0" y="0"/>
          <a:chExt cx="0" cy="0"/>
        </a:xfrm>
      </p:grpSpPr>
      <p:sp>
        <p:nvSpPr>
          <p:cNvPr id="1017" name="Google Shape;1017;h59ba3f73bed9378b_0_2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Này đời con có bao nhiêu, Dù cho bao điều vẫn thiếu.</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1" name="Shape 1021"/>
        <p:cNvGrpSpPr/>
        <p:nvPr/>
      </p:nvGrpSpPr>
      <p:grpSpPr>
        <a:xfrm>
          <a:off x="0" y="0"/>
          <a:ext cx="0" cy="0"/>
          <a:chOff x="0" y="0"/>
          <a:chExt cx="0" cy="0"/>
        </a:xfrm>
      </p:grpSpPr>
      <p:sp>
        <p:nvSpPr>
          <p:cNvPr id="1022" name="Google Shape;1022;h59ba3f73bed9378b_0_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Cậy nhờ hy lễ toàn thiêu, Chúa đã dâng hiến một chiều,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6" name="Shape 1026"/>
        <p:cNvGrpSpPr/>
        <p:nvPr/>
      </p:nvGrpSpPr>
      <p:grpSpPr>
        <a:xfrm>
          <a:off x="0" y="0"/>
          <a:ext cx="0" cy="0"/>
          <a:chOff x="0" y="0"/>
          <a:chExt cx="0" cy="0"/>
        </a:xfrm>
      </p:grpSpPr>
      <p:sp>
        <p:nvSpPr>
          <p:cNvPr id="1027" name="Google Shape;1027;h59ba3f73bed9378b_0_3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Trên đồi thập giá cô liêu, đ</a:t>
            </a:r>
            <a:r>
              <a:rPr b="1" lang="en-US" sz="7500">
                <a:solidFill>
                  <a:schemeClr val="lt1"/>
                </a:solidFill>
                <a:latin typeface="Times New Roman"/>
                <a:ea typeface="Times New Roman"/>
                <a:cs typeface="Times New Roman"/>
                <a:sym typeface="Times New Roman"/>
              </a:rPr>
              <a:t>ể cho nhân thế tình yêu.</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1" name="Shape 1031"/>
        <p:cNvGrpSpPr/>
        <p:nvPr/>
      </p:nvGrpSpPr>
      <p:grpSpPr>
        <a:xfrm>
          <a:off x="0" y="0"/>
          <a:ext cx="0" cy="0"/>
          <a:chOff x="0" y="0"/>
          <a:chExt cx="0" cy="0"/>
        </a:xfrm>
      </p:grpSpPr>
      <p:sp>
        <p:nvSpPr>
          <p:cNvPr id="1032" name="Google Shape;1032;h59ba3f73bed9378b_0_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Này đây lễ vật tình tuyền,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6" name="Shape 1036"/>
        <p:cNvGrpSpPr/>
        <p:nvPr/>
      </p:nvGrpSpPr>
      <p:grpSpPr>
        <a:xfrm>
          <a:off x="0" y="0"/>
          <a:ext cx="0" cy="0"/>
          <a:chOff x="0" y="0"/>
          <a:chExt cx="0" cy="0"/>
        </a:xfrm>
      </p:grpSpPr>
      <p:sp>
        <p:nvSpPr>
          <p:cNvPr id="1037" name="Google Shape;1037;h59ba3f73bed9378b_0_4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300">
                <a:solidFill>
                  <a:schemeClr val="lt1"/>
                </a:solidFill>
                <a:latin typeface="Times New Roman"/>
                <a:ea typeface="Times New Roman"/>
                <a:cs typeface="Times New Roman"/>
                <a:sym typeface="Times New Roman"/>
              </a:rPr>
              <a:t>Cầu mong công ơn Chúa Con cứu đời lầm than </a:t>
            </a:r>
            <a:r>
              <a:rPr b="1" lang="en-US" sz="7300">
                <a:solidFill>
                  <a:schemeClr val="lt1"/>
                </a:solidFill>
                <a:latin typeface="Times New Roman"/>
                <a:ea typeface="Times New Roman"/>
                <a:cs typeface="Times New Roman"/>
                <a:sym typeface="Times New Roman"/>
              </a:rPr>
              <a:t>héo hon. Này đây lễ vật thanh khiết, </a:t>
            </a:r>
            <a:endParaRPr b="1" sz="7300">
              <a:solidFill>
                <a:schemeClr val="lt1"/>
              </a:solidFill>
              <a:latin typeface="Times New Roman"/>
              <a:ea typeface="Times New Roman"/>
              <a:cs typeface="Times New Roman"/>
              <a:sym typeface="Times New Roman"/>
            </a:endParaRPr>
          </a:p>
        </p:txBody>
      </p:sp>
    </p:spTree>
  </p:cSld>
  <p:clrMapOvr>
    <a:masterClrMapping/>
  </p:clrMapOvr>
</p:sld>
</file>

<file path=ppt/slides/slide1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1" name="Shape 1041"/>
        <p:cNvGrpSpPr/>
        <p:nvPr/>
      </p:nvGrpSpPr>
      <p:grpSpPr>
        <a:xfrm>
          <a:off x="0" y="0"/>
          <a:ext cx="0" cy="0"/>
          <a:chOff x="0" y="0"/>
          <a:chExt cx="0" cy="0"/>
        </a:xfrm>
      </p:grpSpPr>
      <p:sp>
        <p:nvSpPr>
          <p:cNvPr id="1042" name="Google Shape;1042;h59ba3f73bed9378b_0_4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Chúa ơi thương tình đoái nhận, Ban phần sự sống muôn đời.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6" name="Shape 1046"/>
        <p:cNvGrpSpPr/>
        <p:nvPr/>
      </p:nvGrpSpPr>
      <p:grpSpPr>
        <a:xfrm>
          <a:off x="0" y="0"/>
          <a:ext cx="0" cy="0"/>
          <a:chOff x="0" y="0"/>
          <a:chExt cx="0" cy="0"/>
        </a:xfrm>
      </p:grpSpPr>
      <p:sp>
        <p:nvSpPr>
          <p:cNvPr id="1047" name="Google Shape;1047;h6ba7c7f0c6428fb5_1_4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2</a:t>
            </a:r>
            <a:r>
              <a:rPr b="1" lang="en-US" sz="7500">
                <a:solidFill>
                  <a:srgbClr val="FFFF00"/>
                </a:solidFill>
                <a:latin typeface="Times New Roman"/>
                <a:ea typeface="Times New Roman"/>
                <a:cs typeface="Times New Roman"/>
                <a:sym typeface="Times New Roman"/>
              </a:rPr>
              <a:t>. </a:t>
            </a:r>
            <a:r>
              <a:rPr b="1" lang="en-US" sz="7500">
                <a:solidFill>
                  <a:schemeClr val="lt1"/>
                </a:solidFill>
                <a:latin typeface="Times New Roman"/>
                <a:ea typeface="Times New Roman"/>
                <a:cs typeface="Times New Roman"/>
                <a:sym typeface="Times New Roman"/>
              </a:rPr>
              <a:t>Này là tình mến gửi trao, Giữa ngàn nguy khó chẳng nao.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1" name="Shape 1051"/>
        <p:cNvGrpSpPr/>
        <p:nvPr/>
      </p:nvGrpSpPr>
      <p:grpSpPr>
        <a:xfrm>
          <a:off x="0" y="0"/>
          <a:ext cx="0" cy="0"/>
          <a:chOff x="0" y="0"/>
          <a:chExt cx="0" cy="0"/>
        </a:xfrm>
      </p:grpSpPr>
      <p:sp>
        <p:nvSpPr>
          <p:cNvPr id="1052" name="Google Shape;1052;h6ba7c7f0c6428fb5_1_4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Ngày dài năm tháng qua mau, Đời con bên Ngài nương náu.</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6" name="Shape 1056"/>
        <p:cNvGrpSpPr/>
        <p:nvPr/>
      </p:nvGrpSpPr>
      <p:grpSpPr>
        <a:xfrm>
          <a:off x="0" y="0"/>
          <a:ext cx="0" cy="0"/>
          <a:chOff x="0" y="0"/>
          <a:chExt cx="0" cy="0"/>
        </a:xfrm>
      </p:grpSpPr>
      <p:sp>
        <p:nvSpPr>
          <p:cNvPr id="1057" name="Google Shape;1057;h6ba7c7f0c6428fb5_1_5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Lễ vật chẳng có là bao, Nhưng lòng yêu mến dâng trao.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1" name="Shape 1061"/>
        <p:cNvGrpSpPr/>
        <p:nvPr/>
      </p:nvGrpSpPr>
      <p:grpSpPr>
        <a:xfrm>
          <a:off x="0" y="0"/>
          <a:ext cx="0" cy="0"/>
          <a:chOff x="0" y="0"/>
          <a:chExt cx="0" cy="0"/>
        </a:xfrm>
      </p:grpSpPr>
      <p:sp>
        <p:nvSpPr>
          <p:cNvPr id="1062" name="Google Shape;1062;h6ba7c7f0c6428fb5_1_5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Xin nguồn ơn thánh trên cao, Hồng ân ban xuống dạt dào.</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6" name="Shape 1066"/>
        <p:cNvGrpSpPr/>
        <p:nvPr/>
      </p:nvGrpSpPr>
      <p:grpSpPr>
        <a:xfrm>
          <a:off x="0" y="0"/>
          <a:ext cx="0" cy="0"/>
          <a:chOff x="0" y="0"/>
          <a:chExt cx="0" cy="0"/>
        </a:xfrm>
      </p:grpSpPr>
      <p:sp>
        <p:nvSpPr>
          <p:cNvPr id="1067" name="Google Shape;1067;h6ba7c7f0c6428fb5_1_6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Này đây lễ vật tình tuyền,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1" name="Shape 1071"/>
        <p:cNvGrpSpPr/>
        <p:nvPr/>
      </p:nvGrpSpPr>
      <p:grpSpPr>
        <a:xfrm>
          <a:off x="0" y="0"/>
          <a:ext cx="0" cy="0"/>
          <a:chOff x="0" y="0"/>
          <a:chExt cx="0" cy="0"/>
        </a:xfrm>
      </p:grpSpPr>
      <p:sp>
        <p:nvSpPr>
          <p:cNvPr id="1072" name="Google Shape;1072;h6ba7c7f0c6428fb5_1_6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300">
                <a:solidFill>
                  <a:schemeClr val="lt1"/>
                </a:solidFill>
                <a:latin typeface="Times New Roman"/>
                <a:ea typeface="Times New Roman"/>
                <a:cs typeface="Times New Roman"/>
                <a:sym typeface="Times New Roman"/>
              </a:rPr>
              <a:t>Cầu mong công ơn Chúa Con cứu đời lầm than héo hon. Này đây lễ vật thanh khiết, </a:t>
            </a:r>
            <a:endParaRPr b="1" sz="7300">
              <a:solidFill>
                <a:schemeClr val="lt1"/>
              </a:solidFill>
              <a:latin typeface="Times New Roman"/>
              <a:ea typeface="Times New Roman"/>
              <a:cs typeface="Times New Roman"/>
              <a:sym typeface="Times New Roman"/>
            </a:endParaRPr>
          </a:p>
        </p:txBody>
      </p:sp>
    </p:spTree>
  </p:cSld>
  <p:clrMapOvr>
    <a:masterClrMapping/>
  </p:clrMapOvr>
</p:sld>
</file>

<file path=ppt/slides/slide1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6" name="Shape 1076"/>
        <p:cNvGrpSpPr/>
        <p:nvPr/>
      </p:nvGrpSpPr>
      <p:grpSpPr>
        <a:xfrm>
          <a:off x="0" y="0"/>
          <a:ext cx="0" cy="0"/>
          <a:chOff x="0" y="0"/>
          <a:chExt cx="0" cy="0"/>
        </a:xfrm>
      </p:grpSpPr>
      <p:sp>
        <p:nvSpPr>
          <p:cNvPr id="1077" name="Google Shape;1077;h6ba7c7f0c6428fb5_1_7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Chúa ơi thương tình đoái nhận, Ban phần sự sống muôn đời.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1" name="Shape 1081"/>
        <p:cNvGrpSpPr/>
        <p:nvPr/>
      </p:nvGrpSpPr>
      <p:grpSpPr>
        <a:xfrm>
          <a:off x="0" y="0"/>
          <a:ext cx="0" cy="0"/>
          <a:chOff x="0" y="0"/>
          <a:chExt cx="0" cy="0"/>
        </a:xfrm>
      </p:grpSpPr>
      <p:pic>
        <p:nvPicPr>
          <p:cNvPr id="1082" name="Google Shape;1082;g3e5a0c7ab5b_0_256"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6" name="Shape 1086"/>
        <p:cNvGrpSpPr/>
        <p:nvPr/>
      </p:nvGrpSpPr>
      <p:grpSpPr>
        <a:xfrm>
          <a:off x="0" y="0"/>
          <a:ext cx="0" cy="0"/>
          <a:chOff x="0" y="0"/>
          <a:chExt cx="0" cy="0"/>
        </a:xfrm>
      </p:grpSpPr>
      <p:sp>
        <p:nvSpPr>
          <p:cNvPr id="1087" name="Google Shape;1087;p202"/>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a:ea typeface="Times"/>
                <a:cs typeface="Times"/>
                <a:sym typeface="Times"/>
              </a:rPr>
            </a:br>
            <a:r>
              <a:rPr b="1" lang="en-US" sz="4000">
                <a:solidFill>
                  <a:schemeClr val="accent4"/>
                </a:solidFill>
                <a:latin typeface="Times"/>
                <a:ea typeface="Times"/>
                <a:cs typeface="Times"/>
                <a:sym typeface="Times"/>
              </a:rPr>
              <a:t>KINH THÁNH, THÁNH</a:t>
            </a:r>
            <a:br>
              <a:rPr b="1" lang="en-US" sz="4000">
                <a:solidFill>
                  <a:schemeClr val="accent4"/>
                </a:solidFill>
                <a:latin typeface="Times"/>
                <a:ea typeface="Times"/>
                <a:cs typeface="Times"/>
                <a:sym typeface="Times"/>
              </a:rPr>
            </a:br>
            <a:r>
              <a:rPr b="1" lang="en-US" sz="7200">
                <a:solidFill>
                  <a:schemeClr val="lt1"/>
                </a:solidFill>
                <a:latin typeface="Times"/>
                <a:ea typeface="Times"/>
                <a:cs typeface="Times"/>
                <a:sym typeface="Times"/>
              </a:rPr>
              <a:t>Thánh, Thánh, Thánh. Chúa là Thiên Chúa các đạo binh</a:t>
            </a:r>
            <a:br>
              <a:rPr b="1" lang="en-US" sz="7200">
                <a:solidFill>
                  <a:schemeClr val="lt1"/>
                </a:solidFill>
                <a:latin typeface="Times"/>
                <a:ea typeface="Times"/>
                <a:cs typeface="Times"/>
                <a:sym typeface="Times"/>
              </a:rPr>
            </a:br>
            <a:endParaRPr b="1" sz="7200">
              <a:solidFill>
                <a:schemeClr val="lt1"/>
              </a:solidFill>
              <a:latin typeface="Times"/>
              <a:ea typeface="Times"/>
              <a:cs typeface="Times"/>
              <a:sym typeface="Times"/>
            </a:endParaRPr>
          </a:p>
        </p:txBody>
      </p:sp>
    </p:spTree>
  </p:cSld>
  <p:clrMapOvr>
    <a:masterClrMapping/>
  </p:clrMapOvr>
</p:sld>
</file>

<file path=ppt/slides/slide1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1" name="Shape 1091"/>
        <p:cNvGrpSpPr/>
        <p:nvPr/>
      </p:nvGrpSpPr>
      <p:grpSpPr>
        <a:xfrm>
          <a:off x="0" y="0"/>
          <a:ext cx="0" cy="0"/>
          <a:chOff x="0" y="0"/>
          <a:chExt cx="0" cy="0"/>
        </a:xfrm>
      </p:grpSpPr>
      <p:sp>
        <p:nvSpPr>
          <p:cNvPr id="1092" name="Google Shape;1092;p203"/>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Trời đất đầy vinh quang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1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6" name="Shape 1096"/>
        <p:cNvGrpSpPr/>
        <p:nvPr/>
      </p:nvGrpSpPr>
      <p:grpSpPr>
        <a:xfrm>
          <a:off x="0" y="0"/>
          <a:ext cx="0" cy="0"/>
          <a:chOff x="0" y="0"/>
          <a:chExt cx="0" cy="0"/>
        </a:xfrm>
      </p:grpSpPr>
      <p:sp>
        <p:nvSpPr>
          <p:cNvPr id="1097" name="Google Shape;1097;p20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Chúc tụng Đấng ngự đến nhân danh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2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1" name="Shape 1101"/>
        <p:cNvGrpSpPr/>
        <p:nvPr/>
      </p:nvGrpSpPr>
      <p:grpSpPr>
        <a:xfrm>
          <a:off x="0" y="0"/>
          <a:ext cx="0" cy="0"/>
          <a:chOff x="0" y="0"/>
          <a:chExt cx="0" cy="0"/>
        </a:xfrm>
      </p:grpSpPr>
      <p:pic>
        <p:nvPicPr>
          <p:cNvPr id="1102" name="Google Shape;1102;g3e5a0c7ab5b_0_335"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2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6" name="Shape 1106"/>
        <p:cNvGrpSpPr/>
        <p:nvPr/>
      </p:nvGrpSpPr>
      <p:grpSpPr>
        <a:xfrm>
          <a:off x="0" y="0"/>
          <a:ext cx="0" cy="0"/>
          <a:chOff x="0" y="0"/>
          <a:chExt cx="0" cy="0"/>
        </a:xfrm>
      </p:grpSpPr>
      <p:sp>
        <p:nvSpPr>
          <p:cNvPr id="1107" name="Google Shape;1107;g3a42a8b53c1_2_26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New Roman"/>
                <a:ea typeface="Times New Roman"/>
                <a:cs typeface="Times New Roman"/>
                <a:sym typeface="Times New Roman"/>
              </a:rPr>
            </a:br>
            <a:r>
              <a:rPr b="1" lang="en-US" sz="4000">
                <a:solidFill>
                  <a:schemeClr val="accent4"/>
                </a:solidFill>
                <a:latin typeface="Times New Roman"/>
                <a:ea typeface="Times New Roman"/>
                <a:cs typeface="Times New Roman"/>
                <a:sym typeface="Times New Roman"/>
              </a:rPr>
              <a:t>CHIÊN THIÊN CHÚA</a:t>
            </a:r>
            <a:endParaRPr b="1" sz="4000">
              <a:solidFill>
                <a:schemeClr val="accent4"/>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accent4"/>
              </a:buClr>
              <a:buSzPts val="4000"/>
              <a:buFont typeface="Times"/>
              <a:buNone/>
            </a:pPr>
            <a:r>
              <a:rPr b="1" lang="en-US" sz="6600">
                <a:solidFill>
                  <a:schemeClr val="lt1"/>
                </a:solidFill>
                <a:latin typeface="Times New Roman"/>
                <a:ea typeface="Times New Roman"/>
                <a:cs typeface="Times New Roman"/>
                <a:sym typeface="Times New Roman"/>
              </a:rPr>
              <a:t>Lạy Chiên Thiên Chúa, Đấng xóa tội trần gian, xin thương xót chúng con.</a:t>
            </a:r>
            <a:br>
              <a:rPr b="1" lang="en-US" sz="7200">
                <a:solidFill>
                  <a:schemeClr val="lt1"/>
                </a:solidFill>
                <a:latin typeface="Times New Roman"/>
                <a:ea typeface="Times New Roman"/>
                <a:cs typeface="Times New Roman"/>
                <a:sym typeface="Times New Roman"/>
              </a:rPr>
            </a:b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1" name="Shape 1111"/>
        <p:cNvGrpSpPr/>
        <p:nvPr/>
      </p:nvGrpSpPr>
      <p:grpSpPr>
        <a:xfrm>
          <a:off x="0" y="0"/>
          <a:ext cx="0" cy="0"/>
          <a:chOff x="0" y="0"/>
          <a:chExt cx="0" cy="0"/>
        </a:xfrm>
      </p:grpSpPr>
      <p:sp>
        <p:nvSpPr>
          <p:cNvPr id="1112" name="Google Shape;1112;p207"/>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Lạy Chiên Thiên Chúa, Đấng xóa tội trần gian: xin thương xót chúng con.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2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6" name="Shape 1116"/>
        <p:cNvGrpSpPr/>
        <p:nvPr/>
      </p:nvGrpSpPr>
      <p:grpSpPr>
        <a:xfrm>
          <a:off x="0" y="0"/>
          <a:ext cx="0" cy="0"/>
          <a:chOff x="0" y="0"/>
          <a:chExt cx="0" cy="0"/>
        </a:xfrm>
      </p:grpSpPr>
      <p:sp>
        <p:nvSpPr>
          <p:cNvPr id="1117" name="Google Shape;1117;p20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Lạy Chiên Thiên Chúa, Đấng xóa tội trần gian: xin ban bình an cho chúng con.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2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1" name="Shape 1121"/>
        <p:cNvGrpSpPr/>
        <p:nvPr/>
      </p:nvGrpSpPr>
      <p:grpSpPr>
        <a:xfrm>
          <a:off x="0" y="0"/>
          <a:ext cx="0" cy="0"/>
          <a:chOff x="0" y="0"/>
          <a:chExt cx="0" cy="0"/>
        </a:xfrm>
      </p:grpSpPr>
      <p:pic>
        <p:nvPicPr>
          <p:cNvPr id="1122" name="Google Shape;1122;g3e5a0c7ab5b_0_339"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2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6" name="Shape 1126"/>
        <p:cNvGrpSpPr/>
        <p:nvPr/>
      </p:nvGrpSpPr>
      <p:grpSpPr>
        <a:xfrm>
          <a:off x="0" y="0"/>
          <a:ext cx="0" cy="0"/>
          <a:chOff x="0" y="0"/>
          <a:chExt cx="0" cy="0"/>
        </a:xfrm>
      </p:grpSpPr>
      <p:sp>
        <p:nvSpPr>
          <p:cNvPr id="1127" name="Google Shape;1127;h1e0a2a2b9c0b50a8_0_79"/>
          <p:cNvSpPr txBox="1"/>
          <p:nvPr>
            <p:ph type="ctrTitle"/>
          </p:nvPr>
        </p:nvSpPr>
        <p:spPr>
          <a:xfrm>
            <a:off x="0" y="680400"/>
            <a:ext cx="9144000" cy="44631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4"/>
              </a:buClr>
              <a:buSzPts val="4000"/>
              <a:buFont typeface="Times"/>
              <a:buNone/>
            </a:pPr>
            <a:r>
              <a:rPr b="1" lang="en-US" sz="7000">
                <a:solidFill>
                  <a:schemeClr val="lt1"/>
                </a:solidFill>
                <a:latin typeface="Times New Roman"/>
                <a:ea typeface="Times New Roman"/>
                <a:cs typeface="Times New Roman"/>
                <a:sym typeface="Times New Roman"/>
              </a:rPr>
              <a:t>Xin cho chúng tôi được hân hoan mừng Chúa chiến thắng, và nhân danh Thiên Chúa,</a:t>
            </a:r>
            <a:endParaRPr b="1" sz="7000">
              <a:solidFill>
                <a:schemeClr val="lt1"/>
              </a:solidFill>
              <a:latin typeface="Times New Roman"/>
              <a:ea typeface="Times New Roman"/>
              <a:cs typeface="Times New Roman"/>
              <a:sym typeface="Times New Roman"/>
            </a:endParaRPr>
          </a:p>
        </p:txBody>
      </p:sp>
      <p:sp>
        <p:nvSpPr>
          <p:cNvPr id="1128" name="Google Shape;1128;h1e0a2a2b9c0b50a8_0_79"/>
          <p:cNvSpPr txBox="1"/>
          <p:nvPr/>
        </p:nvSpPr>
        <p:spPr>
          <a:xfrm>
            <a:off x="0" y="0"/>
            <a:ext cx="9144000" cy="800400"/>
          </a:xfrm>
          <a:prstGeom prst="rect">
            <a:avLst/>
          </a:prstGeom>
          <a:solidFill>
            <a:srgbClr val="002060"/>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accent4"/>
                </a:solidFill>
                <a:latin typeface="Times"/>
                <a:ea typeface="Times"/>
                <a:cs typeface="Times"/>
                <a:sym typeface="Times"/>
              </a:rPr>
              <a:t>CA HIỆP LỄ</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2" name="Shape 1132"/>
        <p:cNvGrpSpPr/>
        <p:nvPr/>
      </p:nvGrpSpPr>
      <p:grpSpPr>
        <a:xfrm>
          <a:off x="0" y="0"/>
          <a:ext cx="0" cy="0"/>
          <a:chOff x="0" y="0"/>
          <a:chExt cx="0" cy="0"/>
        </a:xfrm>
      </p:grpSpPr>
      <p:sp>
        <p:nvSpPr>
          <p:cNvPr id="1133" name="Google Shape;1133;h1e0a2a2b9c0b50a8_0_84"/>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4"/>
              </a:buClr>
              <a:buSzPts val="4000"/>
              <a:buFont typeface="Times"/>
              <a:buNone/>
            </a:pPr>
            <a:r>
              <a:rPr b="1" lang="en-US" sz="7000">
                <a:solidFill>
                  <a:schemeClr val="lt1"/>
                </a:solidFill>
                <a:latin typeface="Times New Roman"/>
                <a:ea typeface="Times New Roman"/>
                <a:cs typeface="Times New Roman"/>
                <a:sym typeface="Times New Roman"/>
              </a:rPr>
              <a:t>chúng tôi nâng cao ngọn cờ.</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2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7" name="Shape 1137"/>
        <p:cNvGrpSpPr/>
        <p:nvPr/>
      </p:nvGrpSpPr>
      <p:grpSpPr>
        <a:xfrm>
          <a:off x="0" y="0"/>
          <a:ext cx="0" cy="0"/>
          <a:chOff x="0" y="0"/>
          <a:chExt cx="0" cy="0"/>
        </a:xfrm>
      </p:grpSpPr>
      <p:pic>
        <p:nvPicPr>
          <p:cNvPr id="1138" name="Google Shape;1138;g3e5a0c7ab5b_0_343"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2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2" name="Shape 1142"/>
        <p:cNvGrpSpPr/>
        <p:nvPr/>
      </p:nvGrpSpPr>
      <p:grpSpPr>
        <a:xfrm>
          <a:off x="0" y="0"/>
          <a:ext cx="0" cy="0"/>
          <a:chOff x="0" y="0"/>
          <a:chExt cx="0" cy="0"/>
        </a:xfrm>
      </p:grpSpPr>
      <p:sp>
        <p:nvSpPr>
          <p:cNvPr id="1143" name="Google Shape;1143;h1d72e0b711e8a63f_0_80"/>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HIỆP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CON GẶP CHÚA</a:t>
            </a:r>
            <a:br>
              <a:rPr b="1" i="0" lang="en-US" sz="4700">
                <a:latin typeface="Times New Roman"/>
                <a:ea typeface="Times New Roman"/>
                <a:cs typeface="Times New Roman"/>
                <a:sym typeface="Times New Roman"/>
              </a:rPr>
            </a:br>
            <a:r>
              <a:rPr b="1" i="1" lang="en-US" sz="4000">
                <a:solidFill>
                  <a:schemeClr val="accent4"/>
                </a:solidFill>
                <a:latin typeface="Times New Roman"/>
                <a:ea typeface="Times New Roman"/>
                <a:cs typeface="Times New Roman"/>
                <a:sym typeface="Times New Roman"/>
              </a:rPr>
              <a:t>(</a:t>
            </a:r>
            <a:r>
              <a:rPr b="1" i="1" lang="en-US" sz="4000">
                <a:solidFill>
                  <a:schemeClr val="accent4"/>
                </a:solidFill>
                <a:latin typeface="Times New Roman"/>
                <a:ea typeface="Times New Roman"/>
                <a:cs typeface="Times New Roman"/>
                <a:sym typeface="Times New Roman"/>
              </a:rPr>
              <a:t>Phạm Quang</a:t>
            </a:r>
            <a:r>
              <a:rPr b="1" i="1" lang="en-US" sz="4000">
                <a:solidFill>
                  <a:schemeClr val="accent4"/>
                </a:solidFill>
                <a:latin typeface="Times New Roman"/>
                <a:ea typeface="Times New Roman"/>
                <a:cs typeface="Times New Roman"/>
                <a:sym typeface="Times New Roman"/>
              </a:rPr>
              <a:t>)</a:t>
            </a:r>
            <a:endParaRPr b="1" sz="4000">
              <a:solidFill>
                <a:schemeClr val="accent4"/>
              </a:solidFill>
              <a:latin typeface="Times New Roman"/>
              <a:ea typeface="Times New Roman"/>
              <a:cs typeface="Times New Roman"/>
              <a:sym typeface="Times New Roman"/>
            </a:endParaRPr>
          </a:p>
        </p:txBody>
      </p:sp>
    </p:spTree>
  </p:cSld>
  <p:clrMapOvr>
    <a:masterClrMapping/>
  </p:clrMapOvr>
</p:sld>
</file>

<file path=ppt/slides/slide2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7" name="Shape 1147"/>
        <p:cNvGrpSpPr/>
        <p:nvPr/>
      </p:nvGrpSpPr>
      <p:grpSpPr>
        <a:xfrm>
          <a:off x="0" y="0"/>
          <a:ext cx="0" cy="0"/>
          <a:chOff x="0" y="0"/>
          <a:chExt cx="0" cy="0"/>
        </a:xfrm>
      </p:grpSpPr>
      <p:sp>
        <p:nvSpPr>
          <p:cNvPr id="1148" name="Google Shape;1148;h1d72e0b711e8a63f_0_84"/>
          <p:cNvSpPr txBox="1"/>
          <p:nvPr>
            <p:ph idx="1" type="subTitle"/>
          </p:nvPr>
        </p:nvSpPr>
        <p:spPr>
          <a:xfrm>
            <a:off x="7999"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rgbClr val="FFFF00"/>
                </a:solidFill>
                <a:latin typeface="Times New Roman"/>
                <a:ea typeface="Times New Roman"/>
                <a:cs typeface="Times New Roman"/>
                <a:sym typeface="Times New Roman"/>
              </a:rPr>
              <a:t>1. </a:t>
            </a:r>
            <a:r>
              <a:rPr b="1" lang="en-US" sz="6800">
                <a:solidFill>
                  <a:schemeClr val="lt1"/>
                </a:solidFill>
                <a:latin typeface="Times New Roman"/>
                <a:ea typeface="Times New Roman"/>
                <a:cs typeface="Times New Roman"/>
                <a:sym typeface="Times New Roman"/>
              </a:rPr>
              <a:t>Hằng ngày con gặp được Chúa, Trong những anh em. Trong những tha nhân cùng con đồng hành.</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2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2" name="Shape 1152"/>
        <p:cNvGrpSpPr/>
        <p:nvPr/>
      </p:nvGrpSpPr>
      <p:grpSpPr>
        <a:xfrm>
          <a:off x="0" y="0"/>
          <a:ext cx="0" cy="0"/>
          <a:chOff x="0" y="0"/>
          <a:chExt cx="0" cy="0"/>
        </a:xfrm>
      </p:grpSpPr>
      <p:sp>
        <p:nvSpPr>
          <p:cNvPr id="1153" name="Google Shape;1153;h1d72e0b711e8a63f_0_9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Hằng ngày con gặp được Chúa, Trên các vỉa hè, Trên đường phố </a:t>
            </a:r>
            <a:r>
              <a:rPr b="1" lang="en-US" sz="6800">
                <a:solidFill>
                  <a:schemeClr val="lt1"/>
                </a:solidFill>
                <a:latin typeface="Times New Roman"/>
                <a:ea typeface="Times New Roman"/>
                <a:cs typeface="Times New Roman"/>
                <a:sym typeface="Times New Roman"/>
              </a:rPr>
              <a:t>trưa trong quán cơm chiều.</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2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7" name="Shape 1157"/>
        <p:cNvGrpSpPr/>
        <p:nvPr/>
      </p:nvGrpSpPr>
      <p:grpSpPr>
        <a:xfrm>
          <a:off x="0" y="0"/>
          <a:ext cx="0" cy="0"/>
          <a:chOff x="0" y="0"/>
          <a:chExt cx="0" cy="0"/>
        </a:xfrm>
      </p:grpSpPr>
      <p:sp>
        <p:nvSpPr>
          <p:cNvPr id="1158" name="Google Shape;1158;h6ba7c7f0c6428fb5_1_8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Hằng ngày con gặp được Chúa, Con thấy vui hơn, Con thấy vui hơn, Đời không lạc loài.</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2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2" name="Shape 1162"/>
        <p:cNvGrpSpPr/>
        <p:nvPr/>
      </p:nvGrpSpPr>
      <p:grpSpPr>
        <a:xfrm>
          <a:off x="0" y="0"/>
          <a:ext cx="0" cy="0"/>
          <a:chOff x="0" y="0"/>
          <a:chExt cx="0" cy="0"/>
        </a:xfrm>
      </p:grpSpPr>
      <p:sp>
        <p:nvSpPr>
          <p:cNvPr id="1163" name="Google Shape;1163;h6ba7c7f0c6428fb5_1_8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Hằng ngày con tìm gặp Chúa, Chia sớt ngọt bùi, San sẻ áo cơm sưởi ấm lòng người.</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2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7" name="Shape 1167"/>
        <p:cNvGrpSpPr/>
        <p:nvPr/>
      </p:nvGrpSpPr>
      <p:grpSpPr>
        <a:xfrm>
          <a:off x="0" y="0"/>
          <a:ext cx="0" cy="0"/>
          <a:chOff x="0" y="0"/>
          <a:chExt cx="0" cy="0"/>
        </a:xfrm>
      </p:grpSpPr>
      <p:sp>
        <p:nvSpPr>
          <p:cNvPr id="1168" name="Google Shape;1168;h6ba7c7f0c6428fb5_1_91"/>
          <p:cNvSpPr txBox="1"/>
          <p:nvPr>
            <p:ph idx="1" type="subTitle"/>
          </p:nvPr>
        </p:nvSpPr>
        <p:spPr>
          <a:xfrm>
            <a:off x="7999"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rgbClr val="FFFF00"/>
                </a:solidFill>
                <a:latin typeface="Times New Roman"/>
                <a:ea typeface="Times New Roman"/>
                <a:cs typeface="Times New Roman"/>
                <a:sym typeface="Times New Roman"/>
              </a:rPr>
              <a:t>ĐK: </a:t>
            </a:r>
            <a:r>
              <a:rPr b="1" lang="en-US" sz="6800">
                <a:solidFill>
                  <a:schemeClr val="lt1"/>
                </a:solidFill>
                <a:latin typeface="Times New Roman"/>
                <a:ea typeface="Times New Roman"/>
                <a:cs typeface="Times New Roman"/>
                <a:sym typeface="Times New Roman"/>
              </a:rPr>
              <a:t>Lời Ngài con vẫn nhớ luôn, Ai yêu tha nhân là chính yêu Ngài.</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2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2" name="Shape 1172"/>
        <p:cNvGrpSpPr/>
        <p:nvPr/>
      </p:nvGrpSpPr>
      <p:grpSpPr>
        <a:xfrm>
          <a:off x="0" y="0"/>
          <a:ext cx="0" cy="0"/>
          <a:chOff x="0" y="0"/>
          <a:chExt cx="0" cy="0"/>
        </a:xfrm>
      </p:grpSpPr>
      <p:sp>
        <p:nvSpPr>
          <p:cNvPr id="1173" name="Google Shape;1173;h6ba7c7f0c6428fb5_1_9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Lời Ngài con đâu dám quên, Yêu Ngài là yêu anh em.</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2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7" name="Shape 1177"/>
        <p:cNvGrpSpPr/>
        <p:nvPr/>
      </p:nvGrpSpPr>
      <p:grpSpPr>
        <a:xfrm>
          <a:off x="0" y="0"/>
          <a:ext cx="0" cy="0"/>
          <a:chOff x="0" y="0"/>
          <a:chExt cx="0" cy="0"/>
        </a:xfrm>
      </p:grpSpPr>
      <p:sp>
        <p:nvSpPr>
          <p:cNvPr id="1178" name="Google Shape;1178;h6ba7c7f0c6428fb5_1_109"/>
          <p:cNvSpPr txBox="1"/>
          <p:nvPr>
            <p:ph idx="1" type="subTitle"/>
          </p:nvPr>
        </p:nvSpPr>
        <p:spPr>
          <a:xfrm>
            <a:off x="7999"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rgbClr val="FFFF00"/>
                </a:solidFill>
                <a:latin typeface="Times New Roman"/>
                <a:ea typeface="Times New Roman"/>
                <a:cs typeface="Times New Roman"/>
                <a:sym typeface="Times New Roman"/>
              </a:rPr>
              <a:t>2</a:t>
            </a:r>
            <a:r>
              <a:rPr b="1" lang="en-US" sz="6800">
                <a:solidFill>
                  <a:srgbClr val="FFFF00"/>
                </a:solidFill>
                <a:latin typeface="Times New Roman"/>
                <a:ea typeface="Times New Roman"/>
                <a:cs typeface="Times New Roman"/>
                <a:sym typeface="Times New Roman"/>
              </a:rPr>
              <a:t>. </a:t>
            </a:r>
            <a:r>
              <a:rPr b="1" lang="en-US" sz="6800">
                <a:solidFill>
                  <a:schemeClr val="lt1"/>
                </a:solidFill>
                <a:latin typeface="Times New Roman"/>
                <a:ea typeface="Times New Roman"/>
                <a:cs typeface="Times New Roman"/>
                <a:sym typeface="Times New Roman"/>
              </a:rPr>
              <a:t>Hằng ngày con gặp được Chúa, Nơi bác công nhân, Trong bác nông dân, Ngày đêm miệt mài.</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2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2" name="Shape 1182"/>
        <p:cNvGrpSpPr/>
        <p:nvPr/>
      </p:nvGrpSpPr>
      <p:grpSpPr>
        <a:xfrm>
          <a:off x="0" y="0"/>
          <a:ext cx="0" cy="0"/>
          <a:chOff x="0" y="0"/>
          <a:chExt cx="0" cy="0"/>
        </a:xfrm>
      </p:grpSpPr>
      <p:sp>
        <p:nvSpPr>
          <p:cNvPr id="1183" name="Google Shape;1183;h6ba7c7f0c6428fb5_1_1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Hằng ngày con gặp được Chúa, Trên các nẻo đường, Ông bà mến thương, Em bé đến mời.</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2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7" name="Shape 1187"/>
        <p:cNvGrpSpPr/>
        <p:nvPr/>
      </p:nvGrpSpPr>
      <p:grpSpPr>
        <a:xfrm>
          <a:off x="0" y="0"/>
          <a:ext cx="0" cy="0"/>
          <a:chOff x="0" y="0"/>
          <a:chExt cx="0" cy="0"/>
        </a:xfrm>
      </p:grpSpPr>
      <p:sp>
        <p:nvSpPr>
          <p:cNvPr id="1188" name="Google Shape;1188;h6ba7c7f0c6428fb5_1_11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Hằng ngày con gặp được Chúa, Khi đám tang qua, Em bé sinh ra, Buồn vui dập dồn.</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2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2" name="Shape 1192"/>
        <p:cNvGrpSpPr/>
        <p:nvPr/>
      </p:nvGrpSpPr>
      <p:grpSpPr>
        <a:xfrm>
          <a:off x="0" y="0"/>
          <a:ext cx="0" cy="0"/>
          <a:chOff x="0" y="0"/>
          <a:chExt cx="0" cy="0"/>
        </a:xfrm>
      </p:grpSpPr>
      <p:sp>
        <p:nvSpPr>
          <p:cNvPr id="1193" name="Google Shape;1193;h6ba7c7f0c6428fb5_1_12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Hằng ngày con gặp được Chúa, Trong xóm nhà nghèo, Tiêu điều xác xơ, Bình an phận người.</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2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7" name="Shape 1197"/>
        <p:cNvGrpSpPr/>
        <p:nvPr/>
      </p:nvGrpSpPr>
      <p:grpSpPr>
        <a:xfrm>
          <a:off x="0" y="0"/>
          <a:ext cx="0" cy="0"/>
          <a:chOff x="0" y="0"/>
          <a:chExt cx="0" cy="0"/>
        </a:xfrm>
      </p:grpSpPr>
      <p:sp>
        <p:nvSpPr>
          <p:cNvPr id="1198" name="Google Shape;1198;h6ba7c7f0c6428fb5_1_125"/>
          <p:cNvSpPr txBox="1"/>
          <p:nvPr>
            <p:ph idx="1" type="subTitle"/>
          </p:nvPr>
        </p:nvSpPr>
        <p:spPr>
          <a:xfrm>
            <a:off x="7999"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rgbClr val="FFFF00"/>
                </a:solidFill>
                <a:latin typeface="Times New Roman"/>
                <a:ea typeface="Times New Roman"/>
                <a:cs typeface="Times New Roman"/>
                <a:sym typeface="Times New Roman"/>
              </a:rPr>
              <a:t>ĐK: </a:t>
            </a:r>
            <a:r>
              <a:rPr b="1" lang="en-US" sz="6800">
                <a:solidFill>
                  <a:schemeClr val="lt1"/>
                </a:solidFill>
                <a:latin typeface="Times New Roman"/>
                <a:ea typeface="Times New Roman"/>
                <a:cs typeface="Times New Roman"/>
                <a:sym typeface="Times New Roman"/>
              </a:rPr>
              <a:t>Lời Ngài con vẫn nhớ luôn, Ai yêu tha nhân là chính yêu Ngài.</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2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2" name="Shape 1202"/>
        <p:cNvGrpSpPr/>
        <p:nvPr/>
      </p:nvGrpSpPr>
      <p:grpSpPr>
        <a:xfrm>
          <a:off x="0" y="0"/>
          <a:ext cx="0" cy="0"/>
          <a:chOff x="0" y="0"/>
          <a:chExt cx="0" cy="0"/>
        </a:xfrm>
      </p:grpSpPr>
      <p:sp>
        <p:nvSpPr>
          <p:cNvPr id="1203" name="Google Shape;1203;h6ba7c7f0c6428fb5_1_1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Lời Ngài con đâu dám quên, Yêu Ngài là yêu anh em.</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2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7" name="Shape 1207"/>
        <p:cNvGrpSpPr/>
        <p:nvPr/>
      </p:nvGrpSpPr>
      <p:grpSpPr>
        <a:xfrm>
          <a:off x="0" y="0"/>
          <a:ext cx="0" cy="0"/>
          <a:chOff x="0" y="0"/>
          <a:chExt cx="0" cy="0"/>
        </a:xfrm>
      </p:grpSpPr>
      <p:pic>
        <p:nvPicPr>
          <p:cNvPr id="1208" name="Google Shape;1208;h6ba7c7f0c6428fb5_1_189"/>
          <p:cNvPicPr preferRelativeResize="0"/>
          <p:nvPr/>
        </p:nvPicPr>
        <p:blipFill>
          <a:blip r:embed="rId3">
            <a:alphaModFix/>
          </a:blip>
          <a:stretch>
            <a:fillRect/>
          </a:stretch>
        </p:blipFill>
        <p:spPr>
          <a:xfrm>
            <a:off x="0" y="0"/>
            <a:ext cx="9144003" cy="5143490"/>
          </a:xfrm>
          <a:prstGeom prst="rect">
            <a:avLst/>
          </a:prstGeom>
          <a:noFill/>
          <a:ln>
            <a:noFill/>
          </a:ln>
        </p:spPr>
      </p:pic>
    </p:spTree>
  </p:cSld>
  <p:clrMapOvr>
    <a:masterClrMapping/>
  </p:clrMapOvr>
</p:sld>
</file>

<file path=ppt/slides/slide2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2" name="Shape 1212"/>
        <p:cNvGrpSpPr/>
        <p:nvPr/>
      </p:nvGrpSpPr>
      <p:grpSpPr>
        <a:xfrm>
          <a:off x="0" y="0"/>
          <a:ext cx="0" cy="0"/>
          <a:chOff x="0" y="0"/>
          <a:chExt cx="0" cy="0"/>
        </a:xfrm>
      </p:grpSpPr>
      <p:sp>
        <p:nvSpPr>
          <p:cNvPr id="1213" name="Google Shape;1213;g3fb3359abd2_0_140"/>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KẾT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ĐỀN TẠ </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TRÁI TIM MẸ</a:t>
            </a:r>
            <a:br>
              <a:rPr b="1" lang="en-US" sz="6700">
                <a:solidFill>
                  <a:srgbClr val="FFFF00"/>
                </a:solidFill>
                <a:latin typeface="Times New Roman"/>
                <a:ea typeface="Times New Roman"/>
                <a:cs typeface="Times New Roman"/>
                <a:sym typeface="Times New Roman"/>
              </a:rPr>
            </a:br>
            <a:r>
              <a:rPr b="1" i="1" lang="en-US" sz="4700">
                <a:solidFill>
                  <a:srgbClr val="FFD966"/>
                </a:solidFill>
                <a:latin typeface="Times New Roman"/>
                <a:ea typeface="Times New Roman"/>
                <a:cs typeface="Times New Roman"/>
                <a:sym typeface="Times New Roman"/>
              </a:rPr>
              <a:t>(</a:t>
            </a:r>
            <a:r>
              <a:rPr b="1" i="1" lang="en-US" sz="4700">
                <a:solidFill>
                  <a:srgbClr val="FFD966"/>
                </a:solidFill>
                <a:latin typeface="Times New Roman"/>
                <a:ea typeface="Times New Roman"/>
                <a:cs typeface="Times New Roman"/>
                <a:sym typeface="Times New Roman"/>
              </a:rPr>
              <a:t>Nguyễn Khắc Tuần</a:t>
            </a:r>
            <a:r>
              <a:rPr b="1" i="1" lang="en-US" sz="4700">
                <a:solidFill>
                  <a:srgbClr val="FFD966"/>
                </a:solidFill>
                <a:latin typeface="Times New Roman"/>
                <a:ea typeface="Times New Roman"/>
                <a:cs typeface="Times New Roman"/>
                <a:sym typeface="Times New Roman"/>
              </a:rPr>
              <a:t>)</a:t>
            </a:r>
            <a:endParaRPr b="1" sz="4700">
              <a:solidFill>
                <a:srgbClr val="FFD966"/>
              </a:solidFill>
              <a:latin typeface="Times New Roman"/>
              <a:ea typeface="Times New Roman"/>
              <a:cs typeface="Times New Roman"/>
              <a:sym typeface="Times New Roman"/>
            </a:endParaRPr>
          </a:p>
        </p:txBody>
      </p:sp>
    </p:spTree>
  </p:cSld>
  <p:clrMapOvr>
    <a:masterClrMapping/>
  </p:clrMapOvr>
</p:sld>
</file>

<file path=ppt/slides/slide2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7" name="Shape 1217"/>
        <p:cNvGrpSpPr/>
        <p:nvPr/>
      </p:nvGrpSpPr>
      <p:grpSpPr>
        <a:xfrm>
          <a:off x="0" y="0"/>
          <a:ext cx="0" cy="0"/>
          <a:chOff x="0" y="0"/>
          <a:chExt cx="0" cy="0"/>
        </a:xfrm>
      </p:grpSpPr>
      <p:sp>
        <p:nvSpPr>
          <p:cNvPr id="1218" name="Google Shape;1218;g3fb3359abd2_0_14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rgbClr val="FFFF00"/>
                </a:solidFill>
                <a:latin typeface="Times New Roman"/>
                <a:ea typeface="Times New Roman"/>
                <a:cs typeface="Times New Roman"/>
                <a:sym typeface="Times New Roman"/>
              </a:rPr>
              <a:t>ĐK:</a:t>
            </a:r>
            <a:r>
              <a:rPr b="1" lang="en-US" sz="6800">
                <a:solidFill>
                  <a:schemeClr val="lt1"/>
                </a:solidFill>
                <a:latin typeface="Times New Roman"/>
                <a:ea typeface="Times New Roman"/>
                <a:cs typeface="Times New Roman"/>
                <a:sym typeface="Times New Roman"/>
              </a:rPr>
              <a:t> Lạy Mẹ Fa-ti-ma, Mẹ nỉ non bao lần. Tội gian trần để phiền cho trái tim Mẹ.</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2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2" name="Shape 1222"/>
        <p:cNvGrpSpPr/>
        <p:nvPr/>
      </p:nvGrpSpPr>
      <p:grpSpPr>
        <a:xfrm>
          <a:off x="0" y="0"/>
          <a:ext cx="0" cy="0"/>
          <a:chOff x="0" y="0"/>
          <a:chExt cx="0" cy="0"/>
        </a:xfrm>
      </p:grpSpPr>
      <p:sp>
        <p:nvSpPr>
          <p:cNvPr id="1223" name="Google Shape;1223;g3fb3359abd2_0_1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Lòng Mẹ thương bao la, tình ủi an vô ngần. Con dâng mình đền thay tội lỗi muôn dân.</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2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7" name="Shape 1227"/>
        <p:cNvGrpSpPr/>
        <p:nvPr/>
      </p:nvGrpSpPr>
      <p:grpSpPr>
        <a:xfrm>
          <a:off x="0" y="0"/>
          <a:ext cx="0" cy="0"/>
          <a:chOff x="0" y="0"/>
          <a:chExt cx="0" cy="0"/>
        </a:xfrm>
      </p:grpSpPr>
      <p:sp>
        <p:nvSpPr>
          <p:cNvPr id="1228" name="Google Shape;1228;h6ba7c7f0c6428fb5_1_14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rgbClr val="FFFF00"/>
                </a:solidFill>
                <a:latin typeface="Times New Roman"/>
                <a:ea typeface="Times New Roman"/>
                <a:cs typeface="Times New Roman"/>
                <a:sym typeface="Times New Roman"/>
              </a:rPr>
              <a:t>1.</a:t>
            </a:r>
            <a:r>
              <a:rPr b="1" lang="en-US" sz="6800">
                <a:solidFill>
                  <a:schemeClr val="lt1"/>
                </a:solidFill>
                <a:latin typeface="Times New Roman"/>
                <a:ea typeface="Times New Roman"/>
                <a:cs typeface="Times New Roman"/>
                <a:sym typeface="Times New Roman"/>
              </a:rPr>
              <a:t> </a:t>
            </a:r>
            <a:r>
              <a:rPr b="1" lang="en-US" sz="6800">
                <a:solidFill>
                  <a:schemeClr val="lt1"/>
                </a:solidFill>
                <a:latin typeface="Times New Roman"/>
                <a:ea typeface="Times New Roman"/>
                <a:cs typeface="Times New Roman"/>
                <a:sym typeface="Times New Roman"/>
              </a:rPr>
              <a:t>Từ nay lòng con nhớ lời Mẹ tha thiết, xá gì dầu nguy biến, thề chết có Mẹ, vui có Mẹ.</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2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2" name="Shape 1232"/>
        <p:cNvGrpSpPr/>
        <p:nvPr/>
      </p:nvGrpSpPr>
      <p:grpSpPr>
        <a:xfrm>
          <a:off x="0" y="0"/>
          <a:ext cx="0" cy="0"/>
          <a:chOff x="0" y="0"/>
          <a:chExt cx="0" cy="0"/>
        </a:xfrm>
      </p:grpSpPr>
      <p:sp>
        <p:nvSpPr>
          <p:cNvPr id="1233" name="Google Shape;1233;h6ba7c7f0c6428fb5_1_14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Dù rằng bao sóng gió, Con lo gì, con lo gì. Chết bên Mẹ con sợ chi, Con sợ chi, Mẹ ơi!</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2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7" name="Shape 1237"/>
        <p:cNvGrpSpPr/>
        <p:nvPr/>
      </p:nvGrpSpPr>
      <p:grpSpPr>
        <a:xfrm>
          <a:off x="0" y="0"/>
          <a:ext cx="0" cy="0"/>
          <a:chOff x="0" y="0"/>
          <a:chExt cx="0" cy="0"/>
        </a:xfrm>
      </p:grpSpPr>
      <p:sp>
        <p:nvSpPr>
          <p:cNvPr id="1238" name="Google Shape;1238;h6ba7c7f0c6428fb5_1_15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rgbClr val="FFFF00"/>
                </a:solidFill>
                <a:latin typeface="Times New Roman"/>
                <a:ea typeface="Times New Roman"/>
                <a:cs typeface="Times New Roman"/>
                <a:sym typeface="Times New Roman"/>
              </a:rPr>
              <a:t>ĐK:</a:t>
            </a:r>
            <a:r>
              <a:rPr b="1" lang="en-US" sz="6800">
                <a:solidFill>
                  <a:schemeClr val="lt1"/>
                </a:solidFill>
                <a:latin typeface="Times New Roman"/>
                <a:ea typeface="Times New Roman"/>
                <a:cs typeface="Times New Roman"/>
                <a:sym typeface="Times New Roman"/>
              </a:rPr>
              <a:t> Lạy Mẹ Fa-ti-ma, Mẹ nỉ non bao lần. Tội gian trần để phiền cho trái tim Mẹ.</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2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2" name="Shape 1242"/>
        <p:cNvGrpSpPr/>
        <p:nvPr/>
      </p:nvGrpSpPr>
      <p:grpSpPr>
        <a:xfrm>
          <a:off x="0" y="0"/>
          <a:ext cx="0" cy="0"/>
          <a:chOff x="0" y="0"/>
          <a:chExt cx="0" cy="0"/>
        </a:xfrm>
      </p:grpSpPr>
      <p:sp>
        <p:nvSpPr>
          <p:cNvPr id="1243" name="Google Shape;1243;h6ba7c7f0c6428fb5_1_16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Lòng Mẹ thương bao la, tình ủi an vô ngần. Con dâng mình đền thay tội lỗi muôn dân.</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2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7" name="Shape 1247"/>
        <p:cNvGrpSpPr/>
        <p:nvPr/>
      </p:nvGrpSpPr>
      <p:grpSpPr>
        <a:xfrm>
          <a:off x="0" y="0"/>
          <a:ext cx="0" cy="0"/>
          <a:chOff x="0" y="0"/>
          <a:chExt cx="0" cy="0"/>
        </a:xfrm>
      </p:grpSpPr>
      <p:pic>
        <p:nvPicPr>
          <p:cNvPr id="1248" name="Google Shape;1248;h1e0a2a2b9c0b50a8_0_0" title="Ảnh ChatGPT 10_40_47 3 thg 10, 2026.png"/>
          <p:cNvPicPr preferRelativeResize="0"/>
          <p:nvPr/>
        </p:nvPicPr>
        <p:blipFill rotWithShape="1">
          <a:blip r:embed="rId3">
            <a:alphaModFix/>
          </a:blip>
          <a:srcRect b="0" l="0" r="0" t="0"/>
          <a:stretch/>
        </p:blipFill>
        <p:spPr>
          <a:xfrm>
            <a:off x="0" y="0"/>
            <a:ext cx="9144001" cy="5146242"/>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2013 - 202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2023-01-29T22:00:16Z</dcterms:created>
</cp:coreProperties>
</file>