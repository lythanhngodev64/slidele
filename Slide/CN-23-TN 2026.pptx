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222.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06.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13.xml"/>
  <Override ContentType="application/vnd.openxmlformats-officedocument.presentationml.notesSlide+xml" PartName="/ppt/notesSlides/notesSlide22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218.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224.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22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11.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22.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219.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20.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3.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22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 id="465" r:id="rId215"/>
    <p:sldId id="466" r:id="rId216"/>
    <p:sldId id="467" r:id="rId217"/>
    <p:sldId id="468" r:id="rId218"/>
    <p:sldId id="469" r:id="rId219"/>
    <p:sldId id="470" r:id="rId220"/>
    <p:sldId id="471" r:id="rId221"/>
    <p:sldId id="472" r:id="rId222"/>
    <p:sldId id="473" r:id="rId223"/>
    <p:sldId id="474" r:id="rId224"/>
    <p:sldId id="475" r:id="rId225"/>
    <p:sldId id="476" r:id="rId226"/>
    <p:sldId id="477" r:id="rId227"/>
    <p:sldId id="478" r:id="rId228"/>
    <p:sldId id="479" r:id="rId229"/>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30" roundtripDataSignature="AMtx7mgB5eNM7m6G2pbGhq+1k49Bo8Xsq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228" Type="http://schemas.openxmlformats.org/officeDocument/2006/relationships/slide" Target="slides/slide223.xml"/><Relationship Id="rId106" Type="http://schemas.openxmlformats.org/officeDocument/2006/relationships/slide" Target="slides/slide101.xml"/><Relationship Id="rId227" Type="http://schemas.openxmlformats.org/officeDocument/2006/relationships/slide" Target="slides/slide222.xml"/><Relationship Id="rId105" Type="http://schemas.openxmlformats.org/officeDocument/2006/relationships/slide" Target="slides/slide100.xml"/><Relationship Id="rId226" Type="http://schemas.openxmlformats.org/officeDocument/2006/relationships/slide" Target="slides/slide221.xml"/><Relationship Id="rId104" Type="http://schemas.openxmlformats.org/officeDocument/2006/relationships/slide" Target="slides/slide99.xml"/><Relationship Id="rId225" Type="http://schemas.openxmlformats.org/officeDocument/2006/relationships/slide" Target="slides/slide220.xml"/><Relationship Id="rId109" Type="http://schemas.openxmlformats.org/officeDocument/2006/relationships/slide" Target="slides/slide104.xml"/><Relationship Id="rId108" Type="http://schemas.openxmlformats.org/officeDocument/2006/relationships/slide" Target="slides/slide103.xml"/><Relationship Id="rId229" Type="http://schemas.openxmlformats.org/officeDocument/2006/relationships/slide" Target="slides/slide224.xml"/><Relationship Id="rId220" Type="http://schemas.openxmlformats.org/officeDocument/2006/relationships/slide" Target="slides/slide215.xml"/><Relationship Id="rId103" Type="http://schemas.openxmlformats.org/officeDocument/2006/relationships/slide" Target="slides/slide98.xml"/><Relationship Id="rId224" Type="http://schemas.openxmlformats.org/officeDocument/2006/relationships/slide" Target="slides/slide219.xml"/><Relationship Id="rId102" Type="http://schemas.openxmlformats.org/officeDocument/2006/relationships/slide" Target="slides/slide97.xml"/><Relationship Id="rId223" Type="http://schemas.openxmlformats.org/officeDocument/2006/relationships/slide" Target="slides/slide218.xml"/><Relationship Id="rId101" Type="http://schemas.openxmlformats.org/officeDocument/2006/relationships/slide" Target="slides/slide96.xml"/><Relationship Id="rId222" Type="http://schemas.openxmlformats.org/officeDocument/2006/relationships/slide" Target="slides/slide217.xml"/><Relationship Id="rId100" Type="http://schemas.openxmlformats.org/officeDocument/2006/relationships/slide" Target="slides/slide95.xml"/><Relationship Id="rId221" Type="http://schemas.openxmlformats.org/officeDocument/2006/relationships/slide" Target="slides/slide216.xml"/><Relationship Id="rId217" Type="http://schemas.openxmlformats.org/officeDocument/2006/relationships/slide" Target="slides/slide212.xml"/><Relationship Id="rId216" Type="http://schemas.openxmlformats.org/officeDocument/2006/relationships/slide" Target="slides/slide211.xml"/><Relationship Id="rId215" Type="http://schemas.openxmlformats.org/officeDocument/2006/relationships/slide" Target="slides/slide210.xml"/><Relationship Id="rId214" Type="http://schemas.openxmlformats.org/officeDocument/2006/relationships/slide" Target="slides/slide209.xml"/><Relationship Id="rId219" Type="http://schemas.openxmlformats.org/officeDocument/2006/relationships/slide" Target="slides/slide214.xml"/><Relationship Id="rId218" Type="http://schemas.openxmlformats.org/officeDocument/2006/relationships/slide" Target="slides/slide213.xml"/><Relationship Id="rId213" Type="http://schemas.openxmlformats.org/officeDocument/2006/relationships/slide" Target="slides/slide208.xml"/><Relationship Id="rId212" Type="http://schemas.openxmlformats.org/officeDocument/2006/relationships/slide" Target="slides/slide207.xml"/><Relationship Id="rId211" Type="http://schemas.openxmlformats.org/officeDocument/2006/relationships/slide" Target="slides/slide206.xml"/><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230" Type="http://customschemas.google.com/relationships/presentationmetadata" Target="metadata"/><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faf5860435_0_2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faf5860435_0_26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e5a0c7ab5b_0_3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g3e5a0c7ab5b_0_3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5a0c7ab5b_0_3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e5a0c7ab5b_0_3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5a0c7ab5b_0_3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g3e5a0c7ab5b_0_3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5a0c7ab5b_0_3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g3e5a0c7ab5b_0_3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5a0c7ab5b_0_3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g3e5a0c7ab5b_0_3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5a0c7ab5b_0_3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3e5a0c7ab5b_0_3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5a0c7ab5b_0_4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g3e5a0c7ab5b_0_4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5a0c7ab5b_0_4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g3e5a0c7ab5b_0_4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5a0c7ab5b_0_4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g3e5a0c7ab5b_0_4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e5a0c7ab5b_0_4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g3e5a0c7ab5b_0_4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5a0c7ab5b_0_4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g3e5a0c7ab5b_0_4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5a0c7ab5b_0_4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g3e5a0c7ab5b_0_4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e5a0c7ab5b_0_4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g3e5a0c7ab5b_0_4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5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5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5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5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5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5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5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6" name="Google Shape;57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6" name="Google Shape;58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1" name="Google Shape;59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6" name="Google Shape;59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1" name="Google Shape;60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6" name="Google Shape;60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1" name="Google Shape;61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6" name="Google Shape;61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1" name="Google Shape;62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6" name="Google Shape;62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1" name="Google Shape;63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6" name="Google Shape;63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1" name="Google Shape;64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6" name="Google Shape;64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fb2dc0a37c_0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1" name="Google Shape;651;g3fb2dc0a37c_0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f69acae762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g3f69acae762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f69acae762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g3f69acae762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f69acae762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g3f69acae762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f7156d7ccb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g3f7156d7ccb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fb2dc0a37c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g3fb2dc0a37c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faf5860435_0_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g3faf5860435_0_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faf5860435_0_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g3faf5860435_0_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fb2dc0a37c_0_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g3fb2dc0a37c_0_8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d90891dc36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d90891dc36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2" name="Google Shape;702;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03" name="Google Shape;703;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8" name="Google Shape;708;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709" name="Google Shape;709;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4" name="Google Shape;714;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15" name="Google Shape;715;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0" name="Google Shape;720;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21" name="Google Shape;721;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6" name="Google Shape;726;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27" name="Google Shape;727;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2" name="Google Shape;732;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33" name="Google Shape;733;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8" name="Google Shape;738;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39" name="Google Shape;739;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4" name="Google Shape;744;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45" name="Google Shape;745;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0" name="Google Shape;750;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1" name="Google Shape;751;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6" name="Google Shape;756;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7" name="Google Shape;757;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2" name="Google Shape;762;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3" name="Google Shape;763;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8" name="Google Shape;768;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9" name="Google Shape;769;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4" name="Google Shape;774;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75" name="Google Shape;775;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g3fb2dc0a37c_0_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0" name="Google Shape;780;g3fb2dc0a37c_0_9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5" name="Google Shape;785;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g3e6e2da66e2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1" name="Google Shape;791;g3e6e2da66e2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3e6e2da66e2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6" name="Google Shape;796;g3e6e2da66e2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3faf5860435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1" name="Google Shape;801;g3faf5860435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g3e26ec1f821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6" name="Google Shape;806;g3e26ec1f821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3f282feffb0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1" name="Google Shape;811;g3f282feffb0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g3f282feffb0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6" name="Google Shape;816;g3f282feffb0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g3fb2dc0a37c_0_1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1" name="Google Shape;821;g3fb2dc0a37c_0_1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g3fb2dc0a37c_0_1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6" name="Google Shape;826;g3fb2dc0a37c_0_1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3fb2dc0a37c_0_1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1" name="Google Shape;831;g3fb2dc0a37c_0_1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3fb2dc0a37c_0_1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6" name="Google Shape;836;g3fb2dc0a37c_0_1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3d89366497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1" name="Google Shape;841;g3d89366497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7" name="Google Shape;847;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8" name="Google Shape;848;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4" name="Google Shape;854;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9" name="Google Shape;859;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g3fb2dc0a37c_0_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4" name="Google Shape;864;g3fb2dc0a37c_0_9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9" name="Google Shape;869;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5" name="Google Shape;875;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0" name="Google Shape;880;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5" name="Google Shape;885;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0" name="Google Shape;890;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5" name="Google Shape;895;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0" name="Google Shape;900;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5" name="Google Shape;905;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0" name="Google Shape;910;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5" name="Google Shape;915;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5" name="Google Shape;945;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0" name="Google Shape;950;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5" name="Google Shape;955;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0" name="Google Shape;960;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5" name="Google Shape;965;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g3fb2dc0a37c_0_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0" name="Google Shape;970;g3fb2dc0a37c_0_10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g3f95afb83fa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5" name="Google Shape;975;g3f95afb83fa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g3f69acae762_0_1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0" name="Google Shape;980;g3f69acae762_0_1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g3f69acae762_0_1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5" name="Google Shape;985;g3f69acae762_0_1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g3fb2dc0a37c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0" name="Google Shape;990;g3fb2dc0a37c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g3fac4c6c2fc_0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5" name="Google Shape;995;g3fac4c6c2fc_0_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g3fac4c6c2fc_0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0" name="Google Shape;1000;g3fac4c6c2fc_0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g3fb2dc0a37c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5" name="Google Shape;1005;g3fb2dc0a37c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g3fb2dc0a37c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0" name="Google Shape;1010;g3fb2dc0a37c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g3fb2dc0a37c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5" name="Google Shape;1015;g3fb2dc0a37c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g3fb2dc0a37c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0" name="Google Shape;1020;g3fb2dc0a37c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g3fb2dc0a37c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5" name="Google Shape;1025;g3fb2dc0a37c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g3fb2dc0a37c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0" name="Google Shape;1030;g3fb2dc0a37c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g3fb2dc0a37c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5" name="Google Shape;1035;g3fb2dc0a37c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g3fb2dc0a37c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0" name="Google Shape;1040;g3fb2dc0a37c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g3fb2dc0a37c_0_1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5" name="Google Shape;1045;g3fb2dc0a37c_0_1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g3fb2dc0a37c_0_1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0" name="Google Shape;1050;g3fb2dc0a37c_0_1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g3e5a0c7ab5b_0_2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5" name="Google Shape;1055;g3e5a0c7ab5b_0_2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0" name="Google Shape;1060;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5" name="Google Shape;1065;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0" name="Google Shape;1070;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g3e5a0c7ab5b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5" name="Google Shape;1075;g3e5a0c7ab5b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0" name="Google Shape;1080;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5" name="Google Shape;1085;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0" name="Google Shape;1090;p2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3" name="Shape 1093"/>
        <p:cNvGrpSpPr/>
        <p:nvPr/>
      </p:nvGrpSpPr>
      <p:grpSpPr>
        <a:xfrm>
          <a:off x="0" y="0"/>
          <a:ext cx="0" cy="0"/>
          <a:chOff x="0" y="0"/>
          <a:chExt cx="0" cy="0"/>
        </a:xfrm>
      </p:grpSpPr>
      <p:sp>
        <p:nvSpPr>
          <p:cNvPr id="1094" name="Google Shape;1094;g3e5a0c7ab5b_0_3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5" name="Google Shape;1095;g3e5a0c7ab5b_0_3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g3e9ce9eb37a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0" name="Google Shape;1100;g3e9ce9eb37a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g3fac4c6c2fc_0_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6" name="Google Shape;1106;g3fac4c6c2fc_0_9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g3e5a0c7ab5b_0_3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1" name="Google Shape;1111;g3e5a0c7ab5b_0_34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g3f491e64396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6" name="Google Shape;1116;g3f491e64396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9" name="Shape 1119"/>
        <p:cNvGrpSpPr/>
        <p:nvPr/>
      </p:nvGrpSpPr>
      <p:grpSpPr>
        <a:xfrm>
          <a:off x="0" y="0"/>
          <a:ext cx="0" cy="0"/>
          <a:chOff x="0" y="0"/>
          <a:chExt cx="0" cy="0"/>
        </a:xfrm>
      </p:grpSpPr>
      <p:sp>
        <p:nvSpPr>
          <p:cNvPr id="1120" name="Google Shape;1120;g3f491e64396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1" name="Google Shape;1121;g3f491e64396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g3f491e64396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6" name="Google Shape;1126;g3f491e64396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g3f95afb83fa_0_1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1" name="Google Shape;1131;g3f95afb83fa_0_14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g3f54ad4d3bd_0_1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6" name="Google Shape;1136;g3f54ad4d3bd_0_1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9" name="Shape 1139"/>
        <p:cNvGrpSpPr/>
        <p:nvPr/>
      </p:nvGrpSpPr>
      <p:grpSpPr>
        <a:xfrm>
          <a:off x="0" y="0"/>
          <a:ext cx="0" cy="0"/>
          <a:chOff x="0" y="0"/>
          <a:chExt cx="0" cy="0"/>
        </a:xfrm>
      </p:grpSpPr>
      <p:sp>
        <p:nvSpPr>
          <p:cNvPr id="1140" name="Google Shape;1140;g3faf5860435_0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1" name="Google Shape;1141;g3faf5860435_0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4" name="Shape 1144"/>
        <p:cNvGrpSpPr/>
        <p:nvPr/>
      </p:nvGrpSpPr>
      <p:grpSpPr>
        <a:xfrm>
          <a:off x="0" y="0"/>
          <a:ext cx="0" cy="0"/>
          <a:chOff x="0" y="0"/>
          <a:chExt cx="0" cy="0"/>
        </a:xfrm>
      </p:grpSpPr>
      <p:sp>
        <p:nvSpPr>
          <p:cNvPr id="1145" name="Google Shape;1145;g3fb2dc0a37c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6" name="Google Shape;1146;g3fb2dc0a37c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g3fb2dc0a37c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1" name="Google Shape;1151;g3fb2dc0a37c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g3fb2dc0a37c_0_1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6" name="Google Shape;1156;g3fb2dc0a37c_0_1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g3fb2dc0a37c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1" name="Google Shape;1161;g3fb2dc0a37c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g3fb2dc0a37c_0_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6" name="Google Shape;1166;g3fb2dc0a37c_0_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g3fb2dc0a37c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1" name="Google Shape;1171;g3fb2dc0a37c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g3fb2dc0a37c_0_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6" name="Google Shape;1176;g3fb2dc0a37c_0_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9" name="Shape 1179"/>
        <p:cNvGrpSpPr/>
        <p:nvPr/>
      </p:nvGrpSpPr>
      <p:grpSpPr>
        <a:xfrm>
          <a:off x="0" y="0"/>
          <a:ext cx="0" cy="0"/>
          <a:chOff x="0" y="0"/>
          <a:chExt cx="0" cy="0"/>
        </a:xfrm>
      </p:grpSpPr>
      <p:sp>
        <p:nvSpPr>
          <p:cNvPr id="1180" name="Google Shape;1180;g3fb2dc0a37c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1" name="Google Shape;1181;g3fb2dc0a37c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g3fb2dc0a37c_0_1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6" name="Google Shape;1186;g3fb2dc0a37c_0_1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9" name="Shape 1189"/>
        <p:cNvGrpSpPr/>
        <p:nvPr/>
      </p:nvGrpSpPr>
      <p:grpSpPr>
        <a:xfrm>
          <a:off x="0" y="0"/>
          <a:ext cx="0" cy="0"/>
          <a:chOff x="0" y="0"/>
          <a:chExt cx="0" cy="0"/>
        </a:xfrm>
      </p:grpSpPr>
      <p:sp>
        <p:nvSpPr>
          <p:cNvPr id="1190" name="Google Shape;1190;g3fb2dc0a37c_0_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1" name="Google Shape;1191;g3fb2dc0a37c_0_1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4" name="Shape 1194"/>
        <p:cNvGrpSpPr/>
        <p:nvPr/>
      </p:nvGrpSpPr>
      <p:grpSpPr>
        <a:xfrm>
          <a:off x="0" y="0"/>
          <a:ext cx="0" cy="0"/>
          <a:chOff x="0" y="0"/>
          <a:chExt cx="0" cy="0"/>
        </a:xfrm>
      </p:grpSpPr>
      <p:sp>
        <p:nvSpPr>
          <p:cNvPr id="1195" name="Google Shape;1195;g3faf5860435_0_1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6" name="Google Shape;1196;g3faf5860435_0_1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g3faf5860435_0_1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1" name="Google Shape;1201;g3faf5860435_0_1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g3faf5860435_0_2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6" name="Google Shape;1206;g3faf5860435_0_2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g3faf5860435_0_2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1" name="Google Shape;1211;g3faf5860435_0_2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4" name="Shape 1214"/>
        <p:cNvGrpSpPr/>
        <p:nvPr/>
      </p:nvGrpSpPr>
      <p:grpSpPr>
        <a:xfrm>
          <a:off x="0" y="0"/>
          <a:ext cx="0" cy="0"/>
          <a:chOff x="0" y="0"/>
          <a:chExt cx="0" cy="0"/>
        </a:xfrm>
      </p:grpSpPr>
      <p:sp>
        <p:nvSpPr>
          <p:cNvPr id="1215" name="Google Shape;1215;g3faf5860435_0_2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6" name="Google Shape;1216;g3faf5860435_0_2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9" name="Shape 1219"/>
        <p:cNvGrpSpPr/>
        <p:nvPr/>
      </p:nvGrpSpPr>
      <p:grpSpPr>
        <a:xfrm>
          <a:off x="0" y="0"/>
          <a:ext cx="0" cy="0"/>
          <a:chOff x="0" y="0"/>
          <a:chExt cx="0" cy="0"/>
        </a:xfrm>
      </p:grpSpPr>
      <p:sp>
        <p:nvSpPr>
          <p:cNvPr id="1220" name="Google Shape;1220;g3fb2dc0a37c_0_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1" name="Google Shape;1221;g3fb2dc0a37c_0_10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 Id="rId3" Type="http://schemas.openxmlformats.org/officeDocument/2006/relationships/image" Target="../media/image6.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 Id="rId3" Type="http://schemas.openxmlformats.org/officeDocument/2006/relationships/image" Target="../media/image6.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 Id="rId3" Type="http://schemas.openxmlformats.org/officeDocument/2006/relationships/image" Target="../media/image6.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 Id="rId3" Type="http://schemas.openxmlformats.org/officeDocument/2006/relationships/image" Target="../media/image4.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 Id="rId3" Type="http://schemas.openxmlformats.org/officeDocument/2006/relationships/image" Target="../media/image3.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 Id="rId3" Type="http://schemas.openxmlformats.org/officeDocument/2006/relationships/image" Target="../media/image5.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 Id="rId3" Type="http://schemas.openxmlformats.org/officeDocument/2006/relationships/image" Target="../media/image6.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6.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1.jp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1.jp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1.jp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 Id="rId3" Type="http://schemas.openxmlformats.org/officeDocument/2006/relationships/image" Target="../media/image1.jp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8.xml"/><Relationship Id="rId3" Type="http://schemas.openxmlformats.org/officeDocument/2006/relationships/image" Target="../media/image6.png"/></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4.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faf5860435_0_266"/>
          <p:cNvPicPr preferRelativeResize="0"/>
          <p:nvPr/>
        </p:nvPicPr>
        <p:blipFill>
          <a:blip r:embed="rId3">
            <a:alphaModFix/>
          </a:blip>
          <a:stretch>
            <a:fillRect/>
          </a:stretch>
        </p:blipFill>
        <p:spPr>
          <a:xfrm>
            <a:off x="0" y="0"/>
            <a:ext cx="9144018" cy="51434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e5a0c7ab5b_0_3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1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e5a0c7ab5b_0_3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e5a0c7ab5b_0_3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e5a0c7ab5b_0_3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e5a0c7ab5b_0_3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e5a0c7ab5b_0_3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e5a0c7ab5b_0_4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e5a0c7ab5b_0_4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e5a0c7ab5b_0_4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e5a0c7ab5b_0_4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e5a0c7ab5b_0_4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e5a0c7ab5b_0_4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e5a0c7ab5b_0_4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NGHĨA ĐỨC TIN</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Ngày Chúa Nhật hôm nay, chúng con hợp nhau kính lạy thờ phượng Chúa, </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khong khen cảm tạ ơn Chúa về mọi ơn lành Chúa đã ban cho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phạt tạ Chúa vì những tội lỗi chúng con đã phạm mất lòng Chúa:</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4"/>
          <p:cNvSpPr txBox="1"/>
          <p:nvPr>
            <p:ph idx="1" type="subTitle"/>
          </p:nvPr>
        </p:nvSpPr>
        <p:spPr>
          <a:xfrm>
            <a:off x="92467" y="-205483"/>
            <a:ext cx="9051533" cy="5348983"/>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thì chúng con dám xin Chúa hãy khứng ban những ơn cần kíp cho chúng con được rỗi linh hồn.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300"/>
              <a:buNone/>
            </a:pPr>
            <a:r>
              <a:rPr b="1" lang="en-US" sz="7300">
                <a:solidFill>
                  <a:schemeClr val="lt1"/>
                </a:solidFill>
                <a:latin typeface="Times New Roman"/>
                <a:ea typeface="Times New Roman"/>
                <a:cs typeface="Times New Roman"/>
                <a:sym typeface="Times New Roman"/>
              </a:rPr>
              <a:t>Nên chúng con cả lòng tin vững vàng mọi điều đạo thánh Chúa dạy,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nhất là những điều cần kíp này là có một Đức Chúa Trời phép tắc vô cùng dựng nên trời đất,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7"/>
          <p:cNvSpPr txBox="1"/>
          <p:nvPr>
            <p:ph idx="1" type="subTitle"/>
          </p:nvPr>
        </p:nvSpPr>
        <p:spPr>
          <a:xfrm>
            <a:off x="0" y="-308225"/>
            <a:ext cx="9144000" cy="5451725"/>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mà Người có Ba Ngôi. Ngôi Thứ Nhất là Cha, Ngôi Thứ Hai là Con, Ngôi Thứ Ba là Thánh Thần; </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Ba Ngôi cũng một tính một phép, cho nên Ba Ngôi cũng một Chúa mà thôi.</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tin Ngôi Thứ Hai ra đời làm người, sinh bởi Bà Maria Đồng Trinh,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đặt tên là Giêsu, ở thế gian ba mươi ba năm, đoạn chịu chết trên cây Thánh giá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chuộc tội cho thiên hạ, đến ngày thứ ba Người sống lại;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2"/>
          <p:cNvSpPr txBox="1"/>
          <p:nvPr>
            <p:ph idx="1" type="subTitle"/>
          </p:nvPr>
        </p:nvSpPr>
        <p:spPr>
          <a:xfrm>
            <a:off x="0" y="-164387"/>
            <a:ext cx="9144000" cy="5307887"/>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khỏi bốn mươi ngày lên trời; đủ mười ngày lại cho Đức Chúa Thánh Thần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3"/>
          <p:cNvSpPr txBox="1"/>
          <p:nvPr>
            <p:ph idx="1" type="subTitle"/>
          </p:nvPr>
        </p:nvSpPr>
        <p:spPr>
          <a:xfrm>
            <a:off x="0" y="0"/>
            <a:ext cx="9226193"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xuống trên các thánh Tông đồ và Hội Thánh mới lập;</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ai chẳng thông công cùng Hội Thánh ấy thì chẳng đặng rỗi linh hồn;</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5"/>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linh hồn là giống thiêng liêng chẳng hề chết đặng; và đến ngày tận thế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xác loài người ta sẽ sống lại mà chịu phán xét;</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kẻ lành lên thiên đàng hưởng phước đời đời; kẻ dữ sa hỏa ngục chịu phạt vô cùng.</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chúng con tin các sự ấy mà thôi thì chưa đủ cho đặng lên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thiên đàng;</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song phải giữ Mười điều răn Đức Chúa Trời cùng Năm luật điều Hội Thánh,</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làm những việc lành phước đức.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Nhân vì sự ấy, chúng con hằng phải sợ hãi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trốn tránh các tội lỗi, nhất là bảy mối tội đầu, là căn nguyên mọi tội lỗi khác.</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72"/>
          <p:cNvSpPr txBox="1"/>
          <p:nvPr>
            <p:ph idx="1" type="subTitle"/>
          </p:nvPr>
        </p:nvSpPr>
        <p:spPr>
          <a:xfrm>
            <a:off x="0" y="-246580"/>
            <a:ext cx="9144000" cy="539008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6800"/>
              <a:buNone/>
            </a:pPr>
            <a:r>
              <a:rPr b="1" lang="en-US" sz="6800">
                <a:solidFill>
                  <a:schemeClr val="lt1"/>
                </a:solidFill>
                <a:latin typeface="Times New Roman"/>
                <a:ea typeface="Times New Roman"/>
                <a:cs typeface="Times New Roman"/>
                <a:sym typeface="Times New Roman"/>
              </a:rPr>
              <a:t>Vậy chúng con phải ân cần lo lắng mà năng chịu các phép bí tích Đức</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Chúa</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Giêsu đã truyền,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những phương linh nghiệm cho chúng con đặng nên thánh.</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7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Có bảy phép bí tích mà thôi, song phép Rửa tội, phép Mình Thánh Chúa,</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phép Giải tội, là ba phép cần kíp hơn cho chúng con đặng rỗi. </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Ấy vậy chúng con hằng phải ra sức lo lắng thể nào mà chịu các phép trọng ấy cho nên,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tin thật vững vàng mà giữ cẩn thận các điều trước này,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7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mới đặng hưởng  phúc thanh nhàn đời đời kiếp kiếp. Amen.</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pic>
        <p:nvPicPr>
          <p:cNvPr id="653" name="Google Shape;653;g3fb2dc0a37c_0_85"/>
          <p:cNvPicPr preferRelativeResize="0"/>
          <p:nvPr/>
        </p:nvPicPr>
        <p:blipFill>
          <a:blip r:embed="rId3">
            <a:alphaModFix/>
          </a:blip>
          <a:stretch>
            <a:fillRect/>
          </a:stretch>
        </p:blipFill>
        <p:spPr>
          <a:xfrm>
            <a:off x="0" y="0"/>
            <a:ext cx="9144018" cy="5143499"/>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g3f69acae762_0_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ĐI VỀ NHÀ CHA</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a:t>
            </a:r>
            <a:r>
              <a:rPr b="1" i="1" lang="en-US" sz="3300">
                <a:solidFill>
                  <a:schemeClr val="accent4"/>
                </a:solidFill>
                <a:latin typeface="Times New Roman"/>
                <a:ea typeface="Times New Roman"/>
                <a:cs typeface="Times New Roman"/>
                <a:sym typeface="Times New Roman"/>
              </a:rPr>
              <a:t>Thái Nguyên</a:t>
            </a:r>
            <a:r>
              <a:rPr b="1" i="1" lang="en-US" sz="3300">
                <a:solidFill>
                  <a:schemeClr val="accent4"/>
                </a:solidFill>
                <a:latin typeface="Times New Roman"/>
                <a:ea typeface="Times New Roman"/>
                <a:cs typeface="Times New Roman"/>
                <a:sym typeface="Times New Roman"/>
              </a:rPr>
              <a:t>)</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g3f69acae762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Đoàn con bao hân hoan bước về nhà Cha trong tình yêu mến.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f69acae762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Nguyện dâng lên muôn câu ca cảm tạ tình Cha thiết tha.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g3f7156d7ccb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Lòng Chúa ôi tình thương chất chứa, lòng con ngập tràn bao say sưa.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g3fb2dc0a37c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Tình Chúa dâng tràn bao sức sống. Tình mến con còn mãi khát mong.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g3faf5860435_0_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Lạy Chúa qua bao thế hệ, tình thương Chúa luôn tràn trề,</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g3faf5860435_0_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Ngài là nơi con náu nương, sống trong tình Chúa thương muôn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pic>
        <p:nvPicPr>
          <p:cNvPr id="693" name="Google Shape;693;g3fb2dc0a37c_0_89"/>
          <p:cNvPicPr preferRelativeResize="0"/>
          <p:nvPr/>
        </p:nvPicPr>
        <p:blipFill>
          <a:blip r:embed="rId3">
            <a:alphaModFix/>
          </a:blip>
          <a:stretch>
            <a:fillRect/>
          </a:stretch>
        </p:blipFill>
        <p:spPr>
          <a:xfrm>
            <a:off x="0" y="0"/>
            <a:ext cx="9144018" cy="5143499"/>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g3d90891dc36_0_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699" name="Google Shape;699;g3d90891dc36_0_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10" name="Shape 710"/>
        <p:cNvGrpSpPr/>
        <p:nvPr/>
      </p:nvGrpSpPr>
      <p:grpSpPr>
        <a:xfrm>
          <a:off x="0" y="0"/>
          <a:ext cx="0" cy="0"/>
          <a:chOff x="0" y="0"/>
          <a:chExt cx="0" cy="0"/>
        </a:xfrm>
      </p:grpSpPr>
      <p:sp>
        <p:nvSpPr>
          <p:cNvPr id="711" name="Google Shape;711;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pic>
        <p:nvPicPr>
          <p:cNvPr id="782" name="Google Shape;782;g3fb2dc0a37c_0_93"/>
          <p:cNvPicPr preferRelativeResize="0"/>
          <p:nvPr/>
        </p:nvPicPr>
        <p:blipFill>
          <a:blip r:embed="rId3">
            <a:alphaModFix/>
          </a:blip>
          <a:stretch>
            <a:fillRect/>
          </a:stretch>
        </p:blipFill>
        <p:spPr>
          <a:xfrm>
            <a:off x="0" y="0"/>
            <a:ext cx="9144018" cy="5143499"/>
          </a:xfrm>
          <a:prstGeom prst="rect">
            <a:avLst/>
          </a:prstGeom>
          <a:noFill/>
          <a:ln>
            <a:noFill/>
          </a:ln>
        </p:spPr>
      </p:pic>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86" name="Shape 786"/>
        <p:cNvGrpSpPr/>
        <p:nvPr/>
      </p:nvGrpSpPr>
      <p:grpSpPr>
        <a:xfrm>
          <a:off x="0" y="0"/>
          <a:ext cx="0" cy="0"/>
          <a:chOff x="0" y="0"/>
          <a:chExt cx="0" cy="0"/>
        </a:xfrm>
      </p:grpSpPr>
      <p:sp>
        <p:nvSpPr>
          <p:cNvPr id="787" name="Google Shape;787;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88" name="Google Shape;788;g3d48ab63a6f_0_9"/>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sp>
        <p:nvSpPr>
          <p:cNvPr id="793" name="Google Shape;793;g3e6e2da66e2_0_6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94</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g3e6e2da66e2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1. </a:t>
            </a:r>
            <a:r>
              <a:rPr b="1" lang="en-US" sz="7000">
                <a:solidFill>
                  <a:schemeClr val="lt1"/>
                </a:solidFill>
                <a:latin typeface="Times New Roman"/>
                <a:ea typeface="Times New Roman"/>
                <a:cs typeface="Times New Roman"/>
                <a:sym typeface="Times New Roman"/>
              </a:rPr>
              <a:t>Hãy đến đây ta reo hò mừng Chúa, tung hô Ngài Núi Đá độ trì ta.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g3faf5860435_0_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Vào trước Thiên Nhan ta dâng lời cảm mến, cùng tung hô theo muôn tiếng đàn ca.</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g3e26ec1f821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Hôm nay ước gì anh em nghe tiếng Chúa. Ngài phán: “Các ngươi đừng cứng lòng”.</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g3f282feffb0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2. </a:t>
            </a:r>
            <a:r>
              <a:rPr b="1" lang="en-US" sz="7000">
                <a:solidFill>
                  <a:schemeClr val="lt1"/>
                </a:solidFill>
                <a:latin typeface="Times New Roman"/>
                <a:ea typeface="Times New Roman"/>
                <a:cs typeface="Times New Roman"/>
                <a:sym typeface="Times New Roman"/>
              </a:rPr>
              <a:t>Hãy tiến lên ta chung thờ lạy Chúa, hãy bái quì trước Đấng tạo thành ta.</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g3f282feffb0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Là Đức Chúa ta, ta nay thuộc dân Chúa. Ngài trông coi như chăm sóc đoàn chiên. </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sp>
        <p:nvSpPr>
          <p:cNvPr id="823" name="Google Shape;823;g3fb2dc0a37c_0_1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Hôm nay ước gì anh em nghe tiếng Chúa. Ngài phán: “Các ngươi đừng cứng lòng”.</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g3fb2dc0a37c_0_1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3</a:t>
            </a:r>
            <a:r>
              <a:rPr b="1" lang="en-US" sz="7000">
                <a:solidFill>
                  <a:srgbClr val="FFFF00"/>
                </a:solidFill>
                <a:latin typeface="Times New Roman"/>
                <a:ea typeface="Times New Roman"/>
                <a:cs typeface="Times New Roman"/>
                <a:sym typeface="Times New Roman"/>
              </a:rPr>
              <a:t>. </a:t>
            </a:r>
            <a:r>
              <a:rPr b="1" lang="en-US" sz="7000">
                <a:solidFill>
                  <a:schemeClr val="lt1"/>
                </a:solidFill>
                <a:latin typeface="Times New Roman"/>
                <a:ea typeface="Times New Roman"/>
                <a:cs typeface="Times New Roman"/>
                <a:sym typeface="Times New Roman"/>
              </a:rPr>
              <a:t>Hãy chú tâm hôm nay lời Chúa phán, chớ cứng lòng giống ở rừng Mas-sa.</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g3fb2dc0a37c_0_1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Tại Mê-ri-ba cha ông đã thử thách, dù xem Ta qua bao những kỳ công.</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g3fb2dc0a37c_0_1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Hôm nay ước gì anh em nghe tiếng Chúa. Ngài phán: “Các ngươi đừng cứng lòng”.</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2" name="Shape 842"/>
        <p:cNvGrpSpPr/>
        <p:nvPr/>
      </p:nvGrpSpPr>
      <p:grpSpPr>
        <a:xfrm>
          <a:off x="0" y="0"/>
          <a:ext cx="0" cy="0"/>
          <a:chOff x="0" y="0"/>
          <a:chExt cx="0" cy="0"/>
        </a:xfrm>
      </p:grpSpPr>
      <p:sp>
        <p:nvSpPr>
          <p:cNvPr id="843" name="Google Shape;843;g3d89366497e_0_44"/>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844" name="Google Shape;844;g3d89366497e_0_44"/>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sp>
        <p:nvSpPr>
          <p:cNvPr id="850" name="Google Shape;850;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5700">
                <a:solidFill>
                  <a:srgbClr val="FFFF00"/>
                </a:solidFill>
                <a:latin typeface="Times New Roman"/>
                <a:ea typeface="Times New Roman"/>
                <a:cs typeface="Times New Roman"/>
                <a:sym typeface="Times New Roman"/>
              </a:rPr>
              <a:t>All… All…</a:t>
            </a:r>
            <a:r>
              <a:rPr b="1" i="1" lang="en-US" sz="7200">
                <a:solidFill>
                  <a:srgbClr val="EE0000"/>
                </a:solidFill>
                <a:latin typeface="Times New Roman"/>
                <a:ea typeface="Times New Roman"/>
                <a:cs typeface="Times New Roman"/>
                <a:sym typeface="Times New Roman"/>
              </a:rPr>
              <a:t> </a:t>
            </a:r>
            <a:br>
              <a:rPr b="1" i="1" lang="en-US" sz="7400">
                <a:solidFill>
                  <a:srgbClr val="EE0000"/>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Chúa phán: “Thầy gọi các con là bạn hữu,</a:t>
            </a:r>
            <a:endParaRPr b="1" i="1" sz="7200">
              <a:solidFill>
                <a:schemeClr val="lt1"/>
              </a:solidFill>
              <a:latin typeface="Times New Roman"/>
              <a:ea typeface="Times New Roman"/>
              <a:cs typeface="Times New Roman"/>
              <a:sym typeface="Times New Roman"/>
            </a:endParaRPr>
          </a:p>
        </p:txBody>
      </p:sp>
      <p:sp>
        <p:nvSpPr>
          <p:cNvPr id="851" name="Google Shape;851;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sp>
        <p:nvSpPr>
          <p:cNvPr id="856" name="Google Shape;856;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6800">
                <a:solidFill>
                  <a:schemeClr val="lt1"/>
                </a:solidFill>
                <a:latin typeface="Times New Roman"/>
                <a:ea typeface="Times New Roman"/>
                <a:cs typeface="Times New Roman"/>
                <a:sym typeface="Times New Roman"/>
              </a:rPr>
              <a:t>vì tất cả những gì Thầy đã nghe biết ở nơi Cha Thầy, thì Thầy đã cho các con được biết”. </a:t>
            </a:r>
            <a:r>
              <a:rPr b="1" i="1" lang="en-US" sz="6800">
                <a:solidFill>
                  <a:srgbClr val="FFFF00"/>
                </a:solidFill>
                <a:latin typeface="Times New Roman"/>
                <a:ea typeface="Times New Roman"/>
                <a:cs typeface="Times New Roman"/>
                <a:sym typeface="Times New Roman"/>
              </a:rPr>
              <a:t>All..</a:t>
            </a:r>
            <a:endParaRPr b="1" sz="6800">
              <a:solidFill>
                <a:srgbClr val="FFFF00"/>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 name="Shape 860"/>
        <p:cNvGrpSpPr/>
        <p:nvPr/>
      </p:nvGrpSpPr>
      <p:grpSpPr>
        <a:xfrm>
          <a:off x="0" y="0"/>
          <a:ext cx="0" cy="0"/>
          <a:chOff x="0" y="0"/>
          <a:chExt cx="0" cy="0"/>
        </a:xfrm>
      </p:grpSpPr>
      <p:pic>
        <p:nvPicPr>
          <p:cNvPr id="861" name="Google Shape;861;g3baa6357486_0_13"/>
          <p:cNvPicPr preferRelativeResize="0"/>
          <p:nvPr/>
        </p:nvPicPr>
        <p:blipFill>
          <a:blip r:embed="rId3">
            <a:alphaModFix/>
          </a:blip>
          <a:stretch>
            <a:fillRect/>
          </a:stretch>
        </p:blipFill>
        <p:spPr>
          <a:xfrm>
            <a:off x="0" y="0"/>
            <a:ext cx="9196848" cy="5173224"/>
          </a:xfrm>
          <a:prstGeom prst="rect">
            <a:avLst/>
          </a:prstGeom>
          <a:noFill/>
          <a:ln>
            <a:noFill/>
          </a:ln>
        </p:spPr>
      </p:pic>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pic>
        <p:nvPicPr>
          <p:cNvPr id="866" name="Google Shape;866;g3fb2dc0a37c_0_97"/>
          <p:cNvPicPr preferRelativeResize="0"/>
          <p:nvPr/>
        </p:nvPicPr>
        <p:blipFill>
          <a:blip r:embed="rId3">
            <a:alphaModFix/>
          </a:blip>
          <a:stretch>
            <a:fillRect/>
          </a:stretch>
        </p:blipFill>
        <p:spPr>
          <a:xfrm>
            <a:off x="0" y="0"/>
            <a:ext cx="9144018" cy="5143499"/>
          </a:xfrm>
          <a:prstGeom prst="rect">
            <a:avLst/>
          </a:prstGeom>
          <a:noFill/>
          <a:ln>
            <a:noFill/>
          </a:ln>
        </p:spPr>
      </p:pic>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0" name="Shape 870"/>
        <p:cNvGrpSpPr/>
        <p:nvPr/>
      </p:nvGrpSpPr>
      <p:grpSpPr>
        <a:xfrm>
          <a:off x="0" y="0"/>
          <a:ext cx="0" cy="0"/>
          <a:chOff x="0" y="0"/>
          <a:chExt cx="0" cy="0"/>
        </a:xfrm>
      </p:grpSpPr>
      <p:sp>
        <p:nvSpPr>
          <p:cNvPr id="871" name="Google Shape;871;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872" name="Google Shape;872;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Đấng tạo thành trời đất muôn vật hữu hình và vô hình.</a:t>
            </a:r>
            <a:endParaRPr>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một Chúa Giê-su Ki-tô Con Một Thiên Chúa,</a:t>
            </a:r>
            <a:endParaRPr>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sinh bởi Đức Chúa Cha từ trước muôn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là Thiên Chúa bởi Thiên Chúa, Ánh Sáng bởi Ánh Sáng,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Thiên Chúa thật bởi Thiên Chúa Thật Được sinh ra mà không phải được tạo thành,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đồng bản thể với Đức Chúa Cha: nhờ Người mà muôn vật được tạo thành.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Vì loài người chúng ta và để cứu độ chúng ta, Người đã từ trời xuống thế.</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New Roman"/>
                <a:ea typeface="Times New Roman"/>
                <a:cs typeface="Times New Roman"/>
                <a:sym typeface="Times New Roman"/>
              </a:rPr>
              <a:t>Bởi phép Đức Chúa Thánh Thần Người đã nhập thể trong lòng Trinh Nữ Maria, và đã làm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đóng đinh vào thập giá vì chúng ta, Thời quan Phong-xi-ô Phi-la-tô;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khổ hình và mai táng, ngày thứ ba Người sống lại như lời Thánh Kinh.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Người lên trời, ngự bên hữu Đức Chúa Cha, và Người sẽ lại đến trong vinh quang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để phán xét kẻ sống và kẻ chết, Nước Người sẽ không bao giờ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Đức Chúa Thánh Thần là Thiên Chúa và là Đấng ban sự sống,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bởi Đức Chúa Cha và Đức Chúa Con mà ra.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được phụng thờ và tôn vinh cùng với Đức Chúa Cha và Đức Chúa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đã dùng các Tiên tri mà phán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Hội Thánh duy nhất, thánh thiện, công giáo và tông truyền.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tuyên xưng có một Phép Rửa để tha tội.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trông đợi kẻ chết sống lại và sự sống đời sau.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pic>
        <p:nvPicPr>
          <p:cNvPr id="972" name="Google Shape;972;g3fb2dc0a37c_0_101"/>
          <p:cNvPicPr preferRelativeResize="0"/>
          <p:nvPr/>
        </p:nvPicPr>
        <p:blipFill>
          <a:blip r:embed="rId3">
            <a:alphaModFix/>
          </a:blip>
          <a:stretch>
            <a:fillRect/>
          </a:stretch>
        </p:blipFill>
        <p:spPr>
          <a:xfrm>
            <a:off x="0" y="0"/>
            <a:ext cx="9144018" cy="5143499"/>
          </a:xfrm>
          <a:prstGeom prst="rect">
            <a:avLst/>
          </a:prstGeom>
          <a:noFill/>
          <a:ln>
            <a:noFill/>
          </a:ln>
        </p:spPr>
      </p:pic>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g3f95afb83fa_0_24"/>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TẤM LÒNG</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a:t>
            </a:r>
            <a:r>
              <a:rPr b="1" i="1" lang="en-US" sz="4700">
                <a:solidFill>
                  <a:schemeClr val="accent4"/>
                </a:solidFill>
                <a:latin typeface="Times New Roman"/>
                <a:ea typeface="Times New Roman"/>
                <a:cs typeface="Times New Roman"/>
                <a:sym typeface="Times New Roman"/>
              </a:rPr>
              <a:t>Phanxicô</a:t>
            </a:r>
            <a:r>
              <a:rPr b="1" i="1" lang="en-US" sz="4700">
                <a:solidFill>
                  <a:schemeClr val="accent4"/>
                </a:solidFill>
                <a:latin typeface="Times New Roman"/>
                <a:ea typeface="Times New Roman"/>
                <a:cs typeface="Times New Roman"/>
                <a:sym typeface="Times New Roman"/>
              </a:rPr>
              <a:t>)</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g3f69acae762_0_1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Xin dâng Người đôi bàn tay này, ngày mưa nắng kiếp nhân sinh.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g3f69acae762_0_1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dâng Người nặng gánh đôi vai cho đàn em bé nhỏ môi cười.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g3fb2dc0a37c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Tìm thấy trong đời niềm hạnh phúc cho ngày mai.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g3fac4c6c2fc_0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Tấm bánh này chứa chan nỗi niềm, là của lễ cuộc đời con dâng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g3fac4c6c2fc_0_8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Chén thánh này chất cả tâm tư, tuy đơn nghèo nhưng mang trọn tình yêu.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sp>
        <p:nvSpPr>
          <p:cNvPr id="1007" name="Google Shape;1007;g3fb2dc0a37c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Xin dâng Người những ngày qua rồi, niềm vui lẫn với thương đau.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g3fb2dc0a37c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dâng Người mộng ước tương lai, mong ngày mai sẽ thắm tươi màu.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g3fb2dc0a37c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Và xin dâng Người từng giây phút trong đời con.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g3fb2dc0a37c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Tấm bánh này chứa chan nỗi niềm, là của lễ cuộc đời con dâng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g3fb2dc0a37c_0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Chén thánh này chất cả tâm tư, tuy đơn nghèo nhưng mang trọn tình yêu.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sp>
        <p:nvSpPr>
          <p:cNvPr id="1032" name="Google Shape;1032;g3fb2dc0a37c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3</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Xin dâng Người tâm hồn bé nhỏ, hằng mơ ước cõi vô biên.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g3fb2dc0a37c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dâng Người từng bước chân đi, trong niềm tin thoáng bỗng nghi ngờ.</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g3fb2dc0a37c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Con xin đi hoài và đi mãi đi về Cha.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g3fb2dc0a37c_0_1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Tấm bánh này chứa chan nỗi niềm, là của lễ cuộc đời con dâng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g3fb2dc0a37c_0_1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Chén thánh này chất cả tâm tư, tuy đơn nghèo nhưng mang trọn tình yêu.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pic>
        <p:nvPicPr>
          <p:cNvPr id="1057" name="Google Shape;1057;g3e5a0c7ab5b_0_256"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6" name="Shape 1076"/>
        <p:cNvGrpSpPr/>
        <p:nvPr/>
      </p:nvGrpSpPr>
      <p:grpSpPr>
        <a:xfrm>
          <a:off x="0" y="0"/>
          <a:ext cx="0" cy="0"/>
          <a:chOff x="0" y="0"/>
          <a:chExt cx="0" cy="0"/>
        </a:xfrm>
      </p:grpSpPr>
      <p:pic>
        <p:nvPicPr>
          <p:cNvPr id="1077" name="Google Shape;1077;g3e5a0c7ab5b_0_335"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sp>
        <p:nvSpPr>
          <p:cNvPr id="1082" name="Google Shape;1082;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New Roman"/>
                <a:ea typeface="Times New Roman"/>
                <a:cs typeface="Times New Roman"/>
                <a:sym typeface="Times New Roman"/>
              </a:rPr>
            </a:br>
            <a:r>
              <a:rPr b="1" lang="en-US" sz="4000">
                <a:solidFill>
                  <a:schemeClr val="accent4"/>
                </a:solidFill>
                <a:latin typeface="Times New Roman"/>
                <a:ea typeface="Times New Roman"/>
                <a:cs typeface="Times New Roman"/>
                <a:sym typeface="Times New Roman"/>
              </a:rPr>
              <a:t>CHIÊN THIÊN CHÚA</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New Roman"/>
                <a:ea typeface="Times New Roman"/>
                <a:cs typeface="Times New Roman"/>
                <a:sym typeface="Times New Roman"/>
              </a:rPr>
              <a:t>Lạy Chiên Thiên Chúa, Đấng xóa tội trần gian, xin thương xót chúng con.</a:t>
            </a:r>
            <a:br>
              <a:rPr b="1" lang="en-US" sz="7200">
                <a:solidFill>
                  <a:schemeClr val="lt1"/>
                </a:solidFill>
                <a:latin typeface="Times New Roman"/>
                <a:ea typeface="Times New Roman"/>
                <a:cs typeface="Times New Roman"/>
                <a:sym typeface="Times New Roman"/>
              </a:rPr>
            </a:b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thương xót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p20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ban bình an cho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6" name="Shape 1096"/>
        <p:cNvGrpSpPr/>
        <p:nvPr/>
      </p:nvGrpSpPr>
      <p:grpSpPr>
        <a:xfrm>
          <a:off x="0" y="0"/>
          <a:ext cx="0" cy="0"/>
          <a:chOff x="0" y="0"/>
          <a:chExt cx="0" cy="0"/>
        </a:xfrm>
      </p:grpSpPr>
      <p:pic>
        <p:nvPicPr>
          <p:cNvPr id="1097" name="Google Shape;1097;g3e5a0c7ab5b_0_339"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sp>
        <p:nvSpPr>
          <p:cNvPr id="1102" name="Google Shape;1102;g3e9ce9eb37a_0_183"/>
          <p:cNvSpPr txBox="1"/>
          <p:nvPr>
            <p:ph type="ctrTitle"/>
          </p:nvPr>
        </p:nvSpPr>
        <p:spPr>
          <a:xfrm>
            <a:off x="0" y="680400"/>
            <a:ext cx="9144000" cy="44631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8000">
                <a:solidFill>
                  <a:schemeClr val="lt1"/>
                </a:solidFill>
                <a:latin typeface="Times New Roman"/>
                <a:ea typeface="Times New Roman"/>
                <a:cs typeface="Times New Roman"/>
                <a:sym typeface="Times New Roman"/>
              </a:rPr>
              <a:t>Như nai rừng khát mong nguồn nước, hồn tôi khát Chúa, </a:t>
            </a:r>
            <a:endParaRPr b="1" sz="8000">
              <a:solidFill>
                <a:schemeClr val="lt1"/>
              </a:solidFill>
              <a:latin typeface="Times New Roman"/>
              <a:ea typeface="Times New Roman"/>
              <a:cs typeface="Times New Roman"/>
              <a:sym typeface="Times New Roman"/>
            </a:endParaRPr>
          </a:p>
        </p:txBody>
      </p:sp>
      <p:sp>
        <p:nvSpPr>
          <p:cNvPr id="1103" name="Google Shape;1103;g3e9ce9eb37a_0_183"/>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sp>
        <p:nvSpPr>
          <p:cNvPr id="1108" name="Google Shape;1108;g3fac4c6c2fc_0_97"/>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8000">
                <a:solidFill>
                  <a:schemeClr val="lt1"/>
                </a:solidFill>
                <a:latin typeface="Times New Roman"/>
                <a:ea typeface="Times New Roman"/>
                <a:cs typeface="Times New Roman"/>
                <a:sym typeface="Times New Roman"/>
              </a:rPr>
              <a:t>Chúa trời ôi, hồn tôi khát Chúa Trời, Chúa trời hằng sống.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pic>
        <p:nvPicPr>
          <p:cNvPr id="1113" name="Google Shape;1113;g3e5a0c7ab5b_0_343"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
        <p:nvSpPr>
          <p:cNvPr id="1118" name="Google Shape;1118;g3f491e64396_0_4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TÌNH CHÚA CAO VỜI</a:t>
            </a:r>
            <a:br>
              <a:rPr b="1" lang="en-US" sz="6700">
                <a:solidFill>
                  <a:srgbClr val="FFFF00"/>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a:t>
            </a:r>
            <a:r>
              <a:rPr b="1" i="1" lang="en-US" sz="4700">
                <a:solidFill>
                  <a:schemeClr val="accent4"/>
                </a:solidFill>
                <a:latin typeface="Times New Roman"/>
                <a:ea typeface="Times New Roman"/>
                <a:cs typeface="Times New Roman"/>
                <a:sym typeface="Times New Roman"/>
              </a:rPr>
              <a:t>Duy Thiên</a:t>
            </a:r>
            <a:r>
              <a:rPr b="1" i="1" lang="en-US" sz="4700">
                <a:solidFill>
                  <a:schemeClr val="accent4"/>
                </a:solidFill>
                <a:latin typeface="Times New Roman"/>
                <a:ea typeface="Times New Roman"/>
                <a:cs typeface="Times New Roman"/>
                <a:sym typeface="Times New Roman"/>
              </a:rPr>
              <a:t>)</a:t>
            </a:r>
            <a:endParaRPr b="1" sz="6700">
              <a:solidFill>
                <a:schemeClr val="accent4"/>
              </a:solidFill>
              <a:latin typeface="Times New Roman"/>
              <a:ea typeface="Times New Roman"/>
              <a:cs typeface="Times New Roman"/>
              <a:sym typeface="Times New Roman"/>
            </a:endParaRP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2" name="Shape 1122"/>
        <p:cNvGrpSpPr/>
        <p:nvPr/>
      </p:nvGrpSpPr>
      <p:grpSpPr>
        <a:xfrm>
          <a:off x="0" y="0"/>
          <a:ext cx="0" cy="0"/>
          <a:chOff x="0" y="0"/>
          <a:chExt cx="0" cy="0"/>
        </a:xfrm>
      </p:grpSpPr>
      <p:sp>
        <p:nvSpPr>
          <p:cNvPr id="1123" name="Google Shape;1123;g3f491e64396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Tình yêu Chúa cao vời biết bao, nào con biết đáp đền thế nào,</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sp>
        <p:nvSpPr>
          <p:cNvPr id="1128" name="Google Shape;1128;g3f491e64396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để cho cân xứng Chúa ơi! Để cho cân xứng Chúa 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sp>
        <p:nvSpPr>
          <p:cNvPr id="1133" name="Google Shape;1133;g3f95afb83fa_0_1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Ôi tình yêu thương Chúa cao vời, tình yêu thương Chúa muôn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g3f54ad4d3bd_0_1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Người yêu con từ ngàn xưa.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2" name="Shape 1142"/>
        <p:cNvGrpSpPr/>
        <p:nvPr/>
      </p:nvGrpSpPr>
      <p:grpSpPr>
        <a:xfrm>
          <a:off x="0" y="0"/>
          <a:ext cx="0" cy="0"/>
          <a:chOff x="0" y="0"/>
          <a:chExt cx="0" cy="0"/>
        </a:xfrm>
      </p:grpSpPr>
      <p:sp>
        <p:nvSpPr>
          <p:cNvPr id="1143" name="Google Shape;1143;g3faf5860435_0_8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Từ khi chưa có đồi non từ khi chưa có trời cao chưa có vầng trăng với ngàn sao,</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7" name="Shape 1147"/>
        <p:cNvGrpSpPr/>
        <p:nvPr/>
      </p:nvGrpSpPr>
      <p:grpSpPr>
        <a:xfrm>
          <a:off x="0" y="0"/>
          <a:ext cx="0" cy="0"/>
          <a:chOff x="0" y="0"/>
          <a:chExt cx="0" cy="0"/>
        </a:xfrm>
      </p:grpSpPr>
      <p:sp>
        <p:nvSpPr>
          <p:cNvPr id="1148" name="Google Shape;1148;g3fb2dc0a37c_0_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gọi con giữa muôn muôn người, tìm con giữa nơi bùn nhơ.</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2" name="Shape 1152"/>
        <p:cNvGrpSpPr/>
        <p:nvPr/>
      </p:nvGrpSpPr>
      <p:grpSpPr>
        <a:xfrm>
          <a:off x="0" y="0"/>
          <a:ext cx="0" cy="0"/>
          <a:chOff x="0" y="0"/>
          <a:chExt cx="0" cy="0"/>
        </a:xfrm>
      </p:grpSpPr>
      <p:sp>
        <p:nvSpPr>
          <p:cNvPr id="1153" name="Google Shape;1153;g3fb2dc0a37c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Tình yêu Chúa cao vời biết bao, nào con biết đáp đền thế nào,</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7" name="Shape 1157"/>
        <p:cNvGrpSpPr/>
        <p:nvPr/>
      </p:nvGrpSpPr>
      <p:grpSpPr>
        <a:xfrm>
          <a:off x="0" y="0"/>
          <a:ext cx="0" cy="0"/>
          <a:chOff x="0" y="0"/>
          <a:chExt cx="0" cy="0"/>
        </a:xfrm>
      </p:grpSpPr>
      <p:sp>
        <p:nvSpPr>
          <p:cNvPr id="1158" name="Google Shape;1158;g3fb2dc0a37c_0_1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để cho cân xứng Chúa ơi! Để cho cân xứng Chúa 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sp>
        <p:nvSpPr>
          <p:cNvPr id="1163" name="Google Shape;1163;g3fb2dc0a37c_0_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Ôi vì thương con Chúa quên mình vì yêu nên hiến thân mình,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sp>
        <p:nvSpPr>
          <p:cNvPr id="1168" name="Google Shape;1168;g3fb2dc0a37c_0_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gọi con nên bạn tình Cha.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sp>
        <p:nvSpPr>
          <p:cNvPr id="1173" name="Google Shape;1173;g3fb2dc0a37c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Dù bao sóng gió hiểm nguy dìu con đi giữa trần gian ơn Chúa ngày đêm ấp ủ con,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7" name="Shape 1177"/>
        <p:cNvGrpSpPr/>
        <p:nvPr/>
      </p:nvGrpSpPr>
      <p:grpSpPr>
        <a:xfrm>
          <a:off x="0" y="0"/>
          <a:ext cx="0" cy="0"/>
          <a:chOff x="0" y="0"/>
          <a:chExt cx="0" cy="0"/>
        </a:xfrm>
      </p:grpSpPr>
      <p:sp>
        <p:nvSpPr>
          <p:cNvPr id="1178" name="Google Shape;1178;g3fb2dc0a37c_0_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vì con Chúa quên thân mình, đời con dám mơ gì hơn.</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2" name="Shape 1182"/>
        <p:cNvGrpSpPr/>
        <p:nvPr/>
      </p:nvGrpSpPr>
      <p:grpSpPr>
        <a:xfrm>
          <a:off x="0" y="0"/>
          <a:ext cx="0" cy="0"/>
          <a:chOff x="0" y="0"/>
          <a:chExt cx="0" cy="0"/>
        </a:xfrm>
      </p:grpSpPr>
      <p:sp>
        <p:nvSpPr>
          <p:cNvPr id="1183" name="Google Shape;1183;g3fb2dc0a37c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Tình yêu Chúa cao vời biết bao, nào con biết đáp đền thế nào,</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sp>
        <p:nvSpPr>
          <p:cNvPr id="1188" name="Google Shape;1188;g3fb2dc0a37c_0_1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để cho cân xứng Chúa ơi! Để cho cân xứng Chúa 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2" name="Shape 1192"/>
        <p:cNvGrpSpPr/>
        <p:nvPr/>
      </p:nvGrpSpPr>
      <p:grpSpPr>
        <a:xfrm>
          <a:off x="0" y="0"/>
          <a:ext cx="0" cy="0"/>
          <a:chOff x="0" y="0"/>
          <a:chExt cx="0" cy="0"/>
        </a:xfrm>
      </p:grpSpPr>
      <p:pic>
        <p:nvPicPr>
          <p:cNvPr id="1193" name="Google Shape;1193;g3fb2dc0a37c_0_105"/>
          <p:cNvPicPr preferRelativeResize="0"/>
          <p:nvPr/>
        </p:nvPicPr>
        <p:blipFill>
          <a:blip r:embed="rId3">
            <a:alphaModFix/>
          </a:blip>
          <a:stretch>
            <a:fillRect/>
          </a:stretch>
        </p:blipFill>
        <p:spPr>
          <a:xfrm>
            <a:off x="0" y="0"/>
            <a:ext cx="9144018" cy="5143499"/>
          </a:xfrm>
          <a:prstGeom prst="rect">
            <a:avLst/>
          </a:prstGeom>
          <a:noFill/>
          <a:ln>
            <a:noFill/>
          </a:ln>
        </p:spPr>
      </p:pic>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7" name="Shape 1197"/>
        <p:cNvGrpSpPr/>
        <p:nvPr/>
      </p:nvGrpSpPr>
      <p:grpSpPr>
        <a:xfrm>
          <a:off x="0" y="0"/>
          <a:ext cx="0" cy="0"/>
          <a:chOff x="0" y="0"/>
          <a:chExt cx="0" cy="0"/>
        </a:xfrm>
      </p:grpSpPr>
      <p:sp>
        <p:nvSpPr>
          <p:cNvPr id="1198" name="Google Shape;1198;g3faf5860435_0_12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XIN VÂNG NHƯ MẸ</a:t>
            </a:r>
            <a:br>
              <a:rPr b="1" lang="en-US" sz="6700">
                <a:solidFill>
                  <a:srgbClr val="FFFF00"/>
                </a:solidFill>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a:t>
            </a:r>
            <a:r>
              <a:rPr b="1" i="1" lang="en-US" sz="4700">
                <a:solidFill>
                  <a:srgbClr val="FFD966"/>
                </a:solidFill>
                <a:latin typeface="Times New Roman"/>
                <a:ea typeface="Times New Roman"/>
                <a:cs typeface="Times New Roman"/>
                <a:sym typeface="Times New Roman"/>
              </a:rPr>
              <a:t>Thái Nguyên</a:t>
            </a:r>
            <a:r>
              <a:rPr b="1" i="1" lang="en-US" sz="4700">
                <a:solidFill>
                  <a:srgbClr val="FFD966"/>
                </a:solidFill>
                <a:latin typeface="Times New Roman"/>
                <a:ea typeface="Times New Roman"/>
                <a:cs typeface="Times New Roman"/>
                <a:sym typeface="Times New Roman"/>
              </a:rPr>
              <a:t>)</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2" name="Shape 1202"/>
        <p:cNvGrpSpPr/>
        <p:nvPr/>
      </p:nvGrpSpPr>
      <p:grpSpPr>
        <a:xfrm>
          <a:off x="0" y="0"/>
          <a:ext cx="0" cy="0"/>
          <a:chOff x="0" y="0"/>
          <a:chExt cx="0" cy="0"/>
        </a:xfrm>
      </p:grpSpPr>
      <p:sp>
        <p:nvSpPr>
          <p:cNvPr id="1203" name="Google Shape;1203;g3faf5860435_0_1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00"/>
                </a:solidFill>
                <a:latin typeface="Times New Roman"/>
                <a:ea typeface="Times New Roman"/>
                <a:cs typeface="Times New Roman"/>
                <a:sym typeface="Times New Roman"/>
              </a:rPr>
              <a:t>1.</a:t>
            </a:r>
            <a:r>
              <a:rPr b="1" lang="en-US" sz="7500">
                <a:solidFill>
                  <a:srgbClr val="FFFFFF"/>
                </a:solidFill>
                <a:latin typeface="Times New Roman"/>
                <a:ea typeface="Times New Roman"/>
                <a:cs typeface="Times New Roman"/>
                <a:sym typeface="Times New Roman"/>
              </a:rPr>
              <a:t> </a:t>
            </a:r>
            <a:r>
              <a:rPr b="1" lang="en-US" sz="7500">
                <a:solidFill>
                  <a:srgbClr val="FFFFFF"/>
                </a:solidFill>
                <a:latin typeface="Times New Roman"/>
                <a:ea typeface="Times New Roman"/>
                <a:cs typeface="Times New Roman"/>
                <a:sym typeface="Times New Roman"/>
              </a:rPr>
              <a:t>Xin vâng như Mẹ một lần, dù đau thương không hề vương vấn.</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7" name="Shape 1207"/>
        <p:cNvGrpSpPr/>
        <p:nvPr/>
      </p:nvGrpSpPr>
      <p:grpSpPr>
        <a:xfrm>
          <a:off x="0" y="0"/>
          <a:ext cx="0" cy="0"/>
          <a:chOff x="0" y="0"/>
          <a:chExt cx="0" cy="0"/>
        </a:xfrm>
      </p:grpSpPr>
      <p:sp>
        <p:nvSpPr>
          <p:cNvPr id="1208" name="Google Shape;1208;g3faf5860435_0_2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FF"/>
                </a:solidFill>
                <a:latin typeface="Times New Roman"/>
                <a:ea typeface="Times New Roman"/>
                <a:cs typeface="Times New Roman"/>
                <a:sym typeface="Times New Roman"/>
              </a:rPr>
              <a:t>Xin vâng như Mẹ khi xưa, dù đường đời dong duổi nắng mưa.</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2" name="Shape 1212"/>
        <p:cNvGrpSpPr/>
        <p:nvPr/>
      </p:nvGrpSpPr>
      <p:grpSpPr>
        <a:xfrm>
          <a:off x="0" y="0"/>
          <a:ext cx="0" cy="0"/>
          <a:chOff x="0" y="0"/>
          <a:chExt cx="0" cy="0"/>
        </a:xfrm>
      </p:grpSpPr>
      <p:sp>
        <p:nvSpPr>
          <p:cNvPr id="1213" name="Google Shape;1213;g3faf5860435_0_2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00"/>
                </a:solidFill>
                <a:latin typeface="Times New Roman"/>
                <a:ea typeface="Times New Roman"/>
                <a:cs typeface="Times New Roman"/>
                <a:sym typeface="Times New Roman"/>
              </a:rPr>
              <a:t>ĐK.</a:t>
            </a:r>
            <a:r>
              <a:rPr b="1" lang="en-US" sz="7500">
                <a:solidFill>
                  <a:srgbClr val="FFFFFF"/>
                </a:solidFill>
                <a:latin typeface="Times New Roman"/>
                <a:ea typeface="Times New Roman"/>
                <a:cs typeface="Times New Roman"/>
                <a:sym typeface="Times New Roman"/>
              </a:rPr>
              <a:t> </a:t>
            </a:r>
            <a:r>
              <a:rPr b="1" lang="en-US" sz="7500">
                <a:solidFill>
                  <a:srgbClr val="FFFFFF"/>
                </a:solidFill>
                <a:latin typeface="Times New Roman"/>
                <a:ea typeface="Times New Roman"/>
                <a:cs typeface="Times New Roman"/>
                <a:sym typeface="Times New Roman"/>
              </a:rPr>
              <a:t>Xin vâng cho trọn tình yêu. Xin vâng cho trọn chữ hiếu.</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7" name="Shape 1217"/>
        <p:cNvGrpSpPr/>
        <p:nvPr/>
      </p:nvGrpSpPr>
      <p:grpSpPr>
        <a:xfrm>
          <a:off x="0" y="0"/>
          <a:ext cx="0" cy="0"/>
          <a:chOff x="0" y="0"/>
          <a:chExt cx="0" cy="0"/>
        </a:xfrm>
      </p:grpSpPr>
      <p:sp>
        <p:nvSpPr>
          <p:cNvPr id="1218" name="Google Shape;1218;g3faf5860435_0_2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FF"/>
                </a:solidFill>
                <a:latin typeface="Times New Roman"/>
                <a:ea typeface="Times New Roman"/>
                <a:cs typeface="Times New Roman"/>
                <a:sym typeface="Times New Roman"/>
              </a:rPr>
              <a:t>Dẫu cho đường đời đau thương nhiều, với Mẹ yêu con đâu sợ cô liêu.</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2" name="Shape 1222"/>
        <p:cNvGrpSpPr/>
        <p:nvPr/>
      </p:nvGrpSpPr>
      <p:grpSpPr>
        <a:xfrm>
          <a:off x="0" y="0"/>
          <a:ext cx="0" cy="0"/>
          <a:chOff x="0" y="0"/>
          <a:chExt cx="0" cy="0"/>
        </a:xfrm>
      </p:grpSpPr>
      <p:pic>
        <p:nvPicPr>
          <p:cNvPr id="1223" name="Google Shape;1223;g3fb2dc0a37c_0_109"/>
          <p:cNvPicPr preferRelativeResize="0"/>
          <p:nvPr/>
        </p:nvPicPr>
        <p:blipFill rotWithShape="1">
          <a:blip r:embed="rId3">
            <a:alphaModFix/>
          </a:blip>
          <a:srcRect b="0" l="0" r="0" t="0"/>
          <a:stretch/>
        </p:blipFill>
        <p:spPr>
          <a:xfrm>
            <a:off x="0" y="0"/>
            <a:ext cx="9192401" cy="51434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