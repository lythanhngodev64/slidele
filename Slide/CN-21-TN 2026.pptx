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8" roundtripDataSignature="AMtx7mgirvYR2h3bQ3l4zpOc4web/VeD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customschemas.google.com/relationships/presentationmetadata" Target="metadata"/><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7156d7ccb_0_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7156d7ccb_0_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ac4c6c2fc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ac4c6c2fc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c4c6c2f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c4c6c2f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ac4c6c2f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ac4c6c2f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ac4c6c2f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ac4c6c2f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ac4c6c2f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ac4c6c2f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ac4c6c2f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ac4c6c2f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ac4c6c2fc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ac4c6c2fc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ac4c6c2f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ac4c6c2f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ac4c6c2f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ac4c6c2f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ac4c6c2fc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ac4c6c2fc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ac4c6c2fc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ac4c6c2fc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39" name="Google Shape;73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1" name="Google Shape;78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7" name="Google Shape;78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3" name="Google Shape;79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9" name="Google Shape;79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5" name="Google Shape;80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fac4c6c2fc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g3fac4c6c2fc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ac4c6c2fc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ac4c6c2fc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fac4c6c2f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fac4c6c2f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f69acae762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f69acae762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ac4c6c2fc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ac4c6c2fc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ac4c6c2fc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ac4c6c2fc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ac4c6c2fc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ac4c6c2fc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ac4c6c2fc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ac4c6c2fc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ac4c6c2fc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ac4c6c2fc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ac4c6c2fc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ac4c6c2fc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ac4c6c2f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ac4c6c2f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ac4c6c2fc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ac4c6c2fc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ac4c6c2fc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ac4c6c2fc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ac4c6c2fc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ac4c6c2fc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ac4c6c2fc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ac4c6c2fc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ac4c6c2fc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ac4c6c2fc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ac4c6c2fc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ac4c6c2fc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ac4c6c2fc_0_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ac4c6c2fc_0_1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ac4c6c2fc_0_1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ac4c6c2fc_0_1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ac4c6c2fc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ac4c6c2fc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69acae76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69acae76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69acae762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69acae762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69acae762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69acae762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7156d7ccb_0_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7156d7ccb_0_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5.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4.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4.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4.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7156d7ccb_0_27"/>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ac4c6c2fc_0_15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VÀO NHÀ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Minh Tâm</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Hân hoan bước vào nhà Chúa, hân hoan bước vào nhà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một niềm tin son sắt không ngơi, tình thân thương hiệp nhất muôn lòng với bao hy vọng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Này đây cung điện nhà Chúa, này đây cung điện nhà Chúa,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c4c6c2f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vang lên bao tiếng ca lời mừng, tôn vinh Thiên Chúa Vua cửu trùng,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ac4c6c2f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đầy vinh quang chan chứa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ac4c6c2f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Với ước vọng kiếm tìm khẩn cầu tháng năm, luôn cư ngụ nhà Chúa trong suốt cuộc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ac4c6c2f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Để suy ơn lành Ngài ban, nhìn ngắm Chúa thật cao sang, ngự giữa thánh cung huy hoàng.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ac4c6c2f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Hân hoan bước vào nhà Chúa, hân hoan bước vào nhà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ac4c6c2fc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một niềm tin son sắt không ngơi, tình thân thương hiệp nhất muôn lòng với bao hy vọng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ac4c6c2f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Này đây cung điện nhà Chúa, này đây cung điện nhà Chúa,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ac4c6c2f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vang lên bao tiếng ca lời mừng, tôn vinh Thiên Chúa Vua cửu trùng,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ac4c6c2fc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đầy vinh quang chan chứa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pic>
        <p:nvPicPr>
          <p:cNvPr id="723" name="Google Shape;723;g3fac4c6c2fc_0_159"/>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29" name="Google Shape;72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0" name="Shape 740"/>
        <p:cNvGrpSpPr/>
        <p:nvPr/>
      </p:nvGrpSpPr>
      <p:grpSpPr>
        <a:xfrm>
          <a:off x="0" y="0"/>
          <a:ext cx="0" cy="0"/>
          <a:chOff x="0" y="0"/>
          <a:chExt cx="0" cy="0"/>
        </a:xfrm>
      </p:grpSpPr>
      <p:sp>
        <p:nvSpPr>
          <p:cNvPr id="741" name="Google Shape;74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id="812" name="Google Shape;812;g3fac4c6c2fc_0_163"/>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6" name="Shape 816"/>
        <p:cNvGrpSpPr/>
        <p:nvPr/>
      </p:nvGrpSpPr>
      <p:grpSpPr>
        <a:xfrm>
          <a:off x="0" y="0"/>
          <a:ext cx="0" cy="0"/>
          <a:chOff x="0" y="0"/>
          <a:chExt cx="0" cy="0"/>
        </a:xfrm>
      </p:grpSpPr>
      <p:sp>
        <p:nvSpPr>
          <p:cNvPr id="817" name="Google Shape;81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18" name="Google Shape;81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137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Con xin hết lòng cảm tạ Chúa, vì Ngài đã nghe tiếng con kêu.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Đàn ca kính Chúa giữa chư vị thiên thần, hướng về Đền Thánh con phủ phục kính thờ.</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Muôn ngàn đời Chúa vẫn í trọn tình thương, xin đừng bỏ dở dang công trình tay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2. </a:t>
            </a:r>
            <a:r>
              <a:rPr b="1" lang="en-US" sz="7000">
                <a:solidFill>
                  <a:schemeClr val="lt1"/>
                </a:solidFill>
                <a:latin typeface="Times New Roman"/>
                <a:ea typeface="Times New Roman"/>
                <a:cs typeface="Times New Roman"/>
                <a:sym typeface="Times New Roman"/>
              </a:rPr>
              <a:t>Con sẽ ca tụng hiển danh Chúa, một lòng thành tín mãi yêu thương.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Ngày con kêu khấn Chúa thương tình đáp lời, hỗ trợ hồn con Chúa tăng cường sức mạnh.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ac4c6c2fc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Muôn ngàn đời Chúa vẫn í trọn tình thương, xin đừng bỏ dở dang công trình tay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3. </a:t>
            </a:r>
            <a:r>
              <a:rPr b="1" lang="en-US" sz="7000">
                <a:solidFill>
                  <a:schemeClr val="lt1"/>
                </a:solidFill>
                <a:latin typeface="Times New Roman"/>
                <a:ea typeface="Times New Roman"/>
                <a:cs typeface="Times New Roman"/>
                <a:sym typeface="Times New Roman"/>
              </a:rPr>
              <a:t>Cao quang Chúa nhìn kẻ hèn yếu, còn bọn tự kiêu Chúa coi khinh.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Tình thương của Chúa đến muôn đời vững bền, xin đừng bỏ rơi những công việc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fac4c6c2f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Muôn ngàn đời Chúa vẫn í trọn tình thương, xin đừng bỏ dở dang công trình tay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2" name="Shape 872"/>
        <p:cNvGrpSpPr/>
        <p:nvPr/>
      </p:nvGrpSpPr>
      <p:grpSpPr>
        <a:xfrm>
          <a:off x="0" y="0"/>
          <a:ext cx="0" cy="0"/>
          <a:chOff x="0" y="0"/>
          <a:chExt cx="0" cy="0"/>
        </a:xfrm>
      </p:grpSpPr>
      <p:sp>
        <p:nvSpPr>
          <p:cNvPr id="873" name="Google Shape;87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4" name="Google Shape;87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i="1" lang="en-US" sz="7400">
                <a:solidFill>
                  <a:schemeClr val="lt1"/>
                </a:solidFill>
                <a:latin typeface="Times New Roman"/>
                <a:ea typeface="Times New Roman"/>
                <a:cs typeface="Times New Roman"/>
                <a:sym typeface="Times New Roman"/>
              </a:rPr>
              <a:t>Chúa phán:</a:t>
            </a:r>
            <a:r>
              <a:rPr b="1" i="1" lang="en-US" sz="7400">
                <a:solidFill>
                  <a:srgbClr val="EE0000"/>
                </a:solidFill>
                <a:latin typeface="Times New Roman"/>
                <a:ea typeface="Times New Roman"/>
                <a:cs typeface="Times New Roman"/>
                <a:sym typeface="Times New Roman"/>
              </a:rPr>
              <a:t> </a:t>
            </a:r>
            <a:r>
              <a:rPr b="1" i="1" lang="en-US" sz="7400">
                <a:solidFill>
                  <a:schemeClr val="lt1"/>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Thầy là đường là sự thật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và là sự sống, </a:t>
            </a:r>
            <a:endParaRPr b="1" sz="7200">
              <a:solidFill>
                <a:schemeClr val="lt1"/>
              </a:solidFill>
              <a:latin typeface="Times New Roman"/>
              <a:ea typeface="Times New Roman"/>
              <a:cs typeface="Times New Roman"/>
              <a:sym typeface="Times New Roman"/>
            </a:endParaRPr>
          </a:p>
        </p:txBody>
      </p:sp>
      <p:sp>
        <p:nvSpPr>
          <p:cNvPr id="881" name="Google Shape;88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không ai đến được </a:t>
            </a:r>
            <a:br>
              <a:rPr b="1" lang="en-US" sz="6700">
                <a:solidFill>
                  <a:schemeClr val="lt1"/>
                </a:solidFill>
                <a:latin typeface="Times New Roman"/>
                <a:ea typeface="Times New Roman"/>
                <a:cs typeface="Times New Roman"/>
                <a:sym typeface="Times New Roman"/>
              </a:rPr>
            </a:br>
            <a:r>
              <a:rPr b="1" lang="en-US" sz="6700">
                <a:solidFill>
                  <a:schemeClr val="lt1"/>
                </a:solidFill>
                <a:latin typeface="Times New Roman"/>
                <a:ea typeface="Times New Roman"/>
                <a:cs typeface="Times New Roman"/>
                <a:sym typeface="Times New Roman"/>
              </a:rPr>
              <a:t>với Cha mà lại </a:t>
            </a:r>
            <a:br>
              <a:rPr b="1" lang="en-US" sz="6700">
                <a:solidFill>
                  <a:schemeClr val="lt1"/>
                </a:solidFill>
                <a:latin typeface="Times New Roman"/>
                <a:ea typeface="Times New Roman"/>
                <a:cs typeface="Times New Roman"/>
                <a:sym typeface="Times New Roman"/>
              </a:rPr>
            </a:br>
            <a:r>
              <a:rPr b="1" lang="en-US" sz="6700">
                <a:solidFill>
                  <a:schemeClr val="lt1"/>
                </a:solidFill>
                <a:latin typeface="Times New Roman"/>
                <a:ea typeface="Times New Roman"/>
                <a:cs typeface="Times New Roman"/>
                <a:sym typeface="Times New Roman"/>
              </a:rPr>
              <a:t>không qua Thầy”</a:t>
            </a:r>
            <a:br>
              <a:rPr b="1" lang="en-US" sz="5600">
                <a:solidFill>
                  <a:schemeClr val="lt1"/>
                </a:solidFill>
                <a:latin typeface="Times New Roman"/>
                <a:ea typeface="Times New Roman"/>
                <a:cs typeface="Times New Roman"/>
                <a:sym typeface="Times New Roman"/>
              </a:rPr>
            </a:br>
            <a:r>
              <a:rPr b="1" i="1" lang="en-US" sz="5600">
                <a:solidFill>
                  <a:srgbClr val="FFFF00"/>
                </a:solidFill>
                <a:latin typeface="Times New Roman"/>
                <a:ea typeface="Times New Roman"/>
                <a:cs typeface="Times New Roman"/>
                <a:sym typeface="Times New Roman"/>
              </a:rPr>
              <a:t>All..</a:t>
            </a:r>
            <a:endParaRPr b="1" sz="5600">
              <a:solidFill>
                <a:srgbClr val="FFFF00"/>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g3f69acae762_0_19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2" name="Google Shape;90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id="1002" name="Google Shape;1002;g3fac4c6c2fc_0_167"/>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ĐỜI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THƯƠNG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Việt Khôi</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Nguyện dâng lên Chúa trái tim thắm hồng. Cùng bao ước mơ sáng đời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Ngày từng ngày lòng con ngóng trông. Đêm từng đêm lại thêm ước mong.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Mong hạt lúa trĩu bông, mong quả nho chín hồng.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ac4c6c2fc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Cùng hiệp dâng lên Chúa tâm tình con chan chứa bốn mùa ngát tỏa tình yêu. Tiến dâng Ngài lễ vật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Nguyện dâng lên Chúa trái tim thắm hồng. Cùng bao ước mơ sáng đời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ac4c6c2fc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Bao đổi thay tựa cơn lốc xoay. Vào cuộc đời đầy muôn đắng cay.</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ac4c6c2fc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lòng mến chứa chan, hương tình yêu ngút ngàn.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ac4c6c2fc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Lòng thủy chung sau trước, đường tình yêu con bước, ước nguyện sống vì anh em. Tháng năm dài suốt cả đời con.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ac4c6c2fc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Nguyện dâng lên Chúa trái tim thắm hồng. Cùng bao ước mơ sáng đời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phán: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“Ai ăn thịt Ta và uống máu Ta, </a:t>
            </a:r>
            <a:endParaRPr b="1" sz="8000">
              <a:solidFill>
                <a:schemeClr val="lt1"/>
              </a:solidFill>
              <a:latin typeface="Times New Roman"/>
              <a:ea typeface="Times New Roman"/>
              <a:cs typeface="Times New Roman"/>
              <a:sym typeface="Times New Roman"/>
            </a:endParaRPr>
          </a:p>
        </p:txBody>
      </p:sp>
      <p:sp>
        <p:nvSpPr>
          <p:cNvPr id="1103" name="Google Shape;110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ac4c6c2fc_0_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thì sẽ được sống đời đời, và Ta sẽ cho kẻ ấy sống lại trong ngày sau hết”.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id="1113" name="Google Shape;111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CUỘC ĐỜI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CÒN DÀI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Nguyễn Duy</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Cuộc đời còn dài mà đời con sao mãi gian truân, sao đời con cứ mãi khổ tâm?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Đến khi nao lòng con hiểu tình Ngài thương vẫn hằng đỡ nâng.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Con tin Ngài ơi! Niềm tin yêu mang theo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Ngài ơi! Chính Ngài biết rõ con rồi.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ac4c6c2fc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và con biết: Chúa chính là hồng ân cứu rỗi,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ac4c6c2fc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chan chứa mến thương mà thôi phù giúp những ai tin Ngài.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ac4c6c2fc_0_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Đường đời nhiệm mầu nào được ai đi hết bao lâu như ngày mai, ai đã biết đâu?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ac4c6c2fc_0_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suy tư nặng bao mái đầu còn chờ trông tiếng Ngài thẳm sâu.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ac4c6c2fc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Con tin Ngài ơi! Niềm tin yêu mang theo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ac4c6c2fc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Ngài ơi! Chính Ngài biết rõ con rồi.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ac4c6c2fc_0_1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và con biết: Chúa chính là hồng ân cứu rỗi,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ac4c6c2fc_0_1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chan chứa mến thương mà thôi phù giúp những ai tin Ngài.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pic>
        <p:nvPicPr>
          <p:cNvPr id="1183" name="Google Shape;1183;g3fac4c6c2fc_0_17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TỪ BI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(Minh Trần)</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1.</a:t>
            </a:r>
            <a:r>
              <a:rPr b="1" lang="en-US" sz="6800">
                <a:solidFill>
                  <a:srgbClr val="FFFFFF"/>
                </a:solidFill>
                <a:latin typeface="Times New Roman"/>
                <a:ea typeface="Times New Roman"/>
                <a:cs typeface="Times New Roman"/>
                <a:sym typeface="Times New Roman"/>
              </a:rPr>
              <a:t> </a:t>
            </a:r>
            <a:r>
              <a:rPr b="1" lang="en-US" sz="6800">
                <a:solidFill>
                  <a:srgbClr val="FFFFFF"/>
                </a:solidFill>
                <a:latin typeface="Times New Roman"/>
                <a:ea typeface="Times New Roman"/>
                <a:cs typeface="Times New Roman"/>
                <a:sym typeface="Times New Roman"/>
              </a:rPr>
              <a:t>Mẹ từ bi! Ngày nay con đến nép thân dưới áo Mẹ lành che khuất bao u buồn nơi khóc than.</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69acae76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Đời con đang sống giữa ba đào trăm nguy biến, xin Mẹ dắt dìu con qua khỏi nơi nguy nàn.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69acae762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a:t>
            </a:r>
            <a:r>
              <a:rPr b="1" lang="en-US" sz="6800">
                <a:solidFill>
                  <a:srgbClr val="FFFFFF"/>
                </a:solidFill>
                <a:latin typeface="Times New Roman"/>
                <a:ea typeface="Times New Roman"/>
                <a:cs typeface="Times New Roman"/>
                <a:sym typeface="Times New Roman"/>
              </a:rPr>
              <a:t>Ôi Ma-ri-a! Ôi Mẹ từ bi lân tuất không sợ ba thù con nép dưới áo Mẹ từ nhân.</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69acae762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FF"/>
                </a:solidFill>
                <a:latin typeface="Times New Roman"/>
                <a:ea typeface="Times New Roman"/>
                <a:cs typeface="Times New Roman"/>
                <a:sym typeface="Times New Roman"/>
              </a:rPr>
              <a:t>Mẹ coi con khỏi chước ba thù đang khuấy khuất, đưa về Thiên đàng cùng Mẹ hưởng phúc thanh nhàn.</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pic>
        <p:nvPicPr>
          <p:cNvPr id="1213" name="Google Shape;1213;g3f7156d7ccb_0_9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