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1" roundtripDataSignature="AMtx7mjlr569gugTBOcK3S9yTxiBo277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customschemas.google.com/relationships/presentationmetadata" Target="metadata"/><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3b2cbe721dc07a79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3b2cbe721dc07a79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3b2cbe721dc07a79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3b2cbe721dc07a79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8" name="Google Shape;7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4" name="Google Shape;7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0" name="Google Shape;7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6" name="Google Shape;7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2" name="Google Shape;7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4" name="Google Shape;7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h3b2cbe721dc07a79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h3b2cbe721dc07a79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h3b2cbe721dc07a7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h3b2cbe721dc07a7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3b2cbe721dc07a7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h3b2cbe721dc07a7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h3b2cbe721dc07a79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h3b2cbe721dc07a79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h3b2cbe721dc07a79_0_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h3b2cbe721dc07a79_0_2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3b2cbe721dc07a79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3b2cbe721dc07a79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3b2cbe721dc07a79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3b2cbe721dc07a79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3b2cbe721dc07a79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3b2cbe721dc07a79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3b2cbe721dc07a79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3b2cbe721dc07a79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3b2cbe721dc07a79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3b2cbe721dc07a79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3b2cbe721dc07a79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3b2cbe721dc07a79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h3b2cbe721dc07a79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h3b2cbe721dc07a79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h3b2cbe721dc07a79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h3b2cbe721dc07a79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h3b2cbe721dc07a79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h3b2cbe721dc07a79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b2cbe721dc07a79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3b2cbe721dc07a79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3b2cbe721dc07a79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3b2cbe721dc07a79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h3b2cbe721dc07a79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h3b2cbe721dc07a79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h3b2cbe721dc07a79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h3b2cbe721dc07a79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3b2cbe721dc07a79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3b2cbe721dc07a79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3b2cbe721dc07a79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3b2cbe721dc07a79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3b2cbe721dc07a79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3b2cbe721dc07a79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3b2cbe721dc07a79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3b2cbe721dc07a79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3b2cbe721dc07a79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3b2cbe721dc07a79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3b2cbe721dc07a79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3b2cbe721dc07a79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3b2cbe721dc07a79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3b2cbe721dc07a79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3b2cbe721dc07a79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3b2cbe721dc07a79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3b2cbe721dc07a79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3b2cbe721dc07a79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3b2cbe721dc07a79_0_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3b2cbe721dc07a79_0_2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h3b2cbe721dc07a79_0_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h3b2cbe721dc07a79_0_2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3.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3b2cbe721dc07a79_0_20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Đây lễ vật hy sinh, Con Chúa Trời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mình trên thánh giá, nay tiến dâng trên muôn bàn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bánh thơm, đây ly rượu nồng, lễ vật vẹn sạch tinh trong.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h3b2cbe721dc07a79_0_21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4" name="Google Shape;70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h3b2cbe721dc07a79_0_21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3" name="Google Shape;79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Xin chỉ dạy con biết đường lối Chúa, và dẫn con theo chân lý của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Vì Ngài là Thần Linh tế độ cho con. Ngày đêm con vững tin lòng thương xót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Xin dủ lòng thương nhớ tình nghĩa cũ Ngài đã ban qua muôn thuở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Tội tình của tuổi thơ Chúa đừng ghi tâm. Ngài ơi! Xin nhớ con vì ân nghĩa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h3b2cbe721dc07a7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Xin chỉ đường cho những kẻ lỡ bước, vì Chúa đây luôn nhân ái chính trực.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Dìu người lòng khiêm cung lối đường công minh.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Dạy con luôn vững tâm tìm theo lối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h3b2cbe721dc07a7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7" name="Shape 847"/>
        <p:cNvGrpSpPr/>
        <p:nvPr/>
      </p:nvGrpSpPr>
      <p:grpSpPr>
        <a:xfrm>
          <a:off x="0" y="0"/>
          <a:ext cx="0" cy="0"/>
          <a:chOff x="0" y="0"/>
          <a:chExt cx="0" cy="0"/>
        </a:xfrm>
      </p:grpSpPr>
      <p:sp>
        <p:nvSpPr>
          <p:cNvPr id="848" name="Google Shape;84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9" name="Google Shape;84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“Nếu ai yêu mến Thầy thì sẽ giữ lời Thầy luôn,</a:t>
            </a:r>
            <a:endParaRPr b="1" i="1" sz="7200">
              <a:solidFill>
                <a:schemeClr val="lt1"/>
              </a:solidFill>
              <a:latin typeface="Times New Roman"/>
              <a:ea typeface="Times New Roman"/>
              <a:cs typeface="Times New Roman"/>
              <a:sym typeface="Times New Roman"/>
            </a:endParaRPr>
          </a:p>
        </p:txBody>
      </p:sp>
      <p:sp>
        <p:nvSpPr>
          <p:cNvPr id="856" name="Google Shape;85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Cha Thầy sẽ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yêu mến người ấy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Chúng Ta đến ở trong người ấy”.</a:t>
            </a:r>
            <a:r>
              <a:rPr b="1" lang="en-US" sz="6800">
                <a:solidFill>
                  <a:schemeClr val="lt1"/>
                </a:solidFill>
                <a:latin typeface="Times New Roman"/>
                <a:ea typeface="Times New Roman"/>
                <a:cs typeface="Times New Roman"/>
                <a:sym typeface="Times New Roman"/>
              </a:rPr>
              <a: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h3b2cbe721dc07a79_0_22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7" name="Google Shape;87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h3b2cbe721dc07a79_0_22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BÁNH THƠM,</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RƯỢU NỒNG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Giang Ân</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Ngài này bánh thơm với ly rượu nồng, là lễ dâng con dâng lòng thành.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góp về từ ruộng nương, từ đôi tay vun xới tháng ngày,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nắng mưa bao nhiêu nhọc nhằn,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giọt mồ hôi đổ trên nương đồng.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muôn người, cùng hát vang câu ca rộn ràng, lời chúc khen tri ân nồng nàn.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3b2cbe721dc07a79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tiến Ngài, tựa trầm hương, ngào ngạt bay hương thơm ngất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3b2cbe721dc07a79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nắm tay chung xây cuộc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lên lễ tặng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3b2cbe721dc07a79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3b2cbe721dc07a79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3b2cbe721dc07a79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Chúa phán: Ta là mục tử tốt lành, ta biết các chiên Ta và các chiên Ta biết Ta.</a:t>
            </a:r>
            <a:endParaRPr b="1" sz="7300">
              <a:solidFill>
                <a:schemeClr val="lt1"/>
              </a:solidFill>
              <a:latin typeface="Times New Roman"/>
              <a:ea typeface="Times New Roman"/>
              <a:cs typeface="Times New Roman"/>
              <a:sym typeface="Times New Roman"/>
            </a:endParaRPr>
          </a:p>
        </p:txBody>
      </p:sp>
      <p:sp>
        <p:nvSpPr>
          <p:cNvPr id="1093" name="Google Shape;109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id="1098" name="Google Shape;109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3b2cbe721dc07a79_0_5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h3b2cbe721dc07a79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Bao la tình Chúa yêu con, mênh mông như biển Thái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h3b2cbe721dc07a79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dạt dào như ngàn con sóng, vỗ về năm tháng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h3b2cbe721dc07a79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như mưa đỉnh núi, suốt đời tuôn đổ dạt dào.</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h3b2cbe721dc07a79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tình yêu vô biên, một tình yêu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3b2cbe721dc07a79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h3b2cbe721dc07a79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h3b2cbe721dc07a79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3b2cbe721dc07a79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3b2cbe721dc07a79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Xa xôi ngày tháng êm trôi, yêu thương như nước xuôi dòng,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3b2cbe721dc07a79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mặn nồng như từng hơi ấm, đổ đầy mưa nắng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3b2cbe721dc07a79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gì như ân tình Chúa, dắt dìu con bước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3b2cbe721dc07a79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nhịp chân yêu thương, từng nhịp chân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3b2cbe721dc07a79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3b2cbe721dc07a79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3b2cbe721dc07a79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3b2cbe721dc07a79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pic>
        <p:nvPicPr>
          <p:cNvPr id="1188" name="Google Shape;1188;h3b2cbe721dc07a79_0_22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CẦU CHO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HỌ ĐẠO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Văn Chi</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ơi, xứ đạo con đây, nguyện xin dâng hiến Mẹ từ bi.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Mẹ luôn đỡ nâng phù trì và thương dẫn dắt trên đường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Ma-ri-a xin thương đến xứ đạo đạo con đây.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nguồn an bình, hiệp nhất,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luôn thăm viếng, giúp đỡ mãi xứ đạo con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h3b2cbe721dc07a79_0_2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tình yêu Mẹ liên kết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pic>
        <p:nvPicPr>
          <p:cNvPr id="1228" name="Google Shape;122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