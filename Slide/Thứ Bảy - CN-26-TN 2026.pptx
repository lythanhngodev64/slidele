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3" roundtripDataSignature="AMtx7mjAz5hD7IWlf3cS7PBYcKx1DmTX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233" Type="http://customschemas.google.com/relationships/presentationmetadata" Target="metadata"/><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h3b2cbe721dc07a79_0_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h3b2cbe721dc07a79_0_2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af586043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af586043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af5860435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af5860435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hf002f62f5ca6d5c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hf002f62f5ca6d5c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h3b2cbe721dc07a7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h3b2cbe721dc07a7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3b2cbe721dc07a7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h3b2cbe721dc07a7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h3b2cbe721dc07a79_0_2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h3b2cbe721dc07a79_0_2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8" name="Google Shape;70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14" name="Google Shape;71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0" name="Google Shape;72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6" name="Google Shape;72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2" name="Google Shape;73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8" name="Google Shape;73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4" name="Google Shape;74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0" name="Google Shape;75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6" name="Google Shape;75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2" name="Google Shape;76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8" name="Google Shape;76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4" name="Google Shape;77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0" name="Google Shape;78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h3b2cbe721dc07a79_0_2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h3b2cbe721dc07a79_0_2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h3b2cbe721dc07a79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h3b2cbe721dc07a79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h3b2cbe721dc07a79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h3b2cbe721dc07a79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h3b2cbe721dc07a79_0_2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h3b2cbe721dc07a79_0_2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h3b2cbe721dc07a79_0_2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h3b2cbe721dc07a79_0_2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h3b2cbe721dc07a79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h3b2cbe721dc07a79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hf002f62f5ca6d5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hf002f62f5ca6d5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h3b2cbe721dc07a79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h3b2cbe721dc07a79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h3b2cbe721dc07a79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h3b2cbe721dc07a79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h3b2cbe721dc07a79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h3b2cbe721dc07a79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h3b2cbe721dc07a79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h3b2cbe721dc07a79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h3b2cbe721dc07a79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h3b2cbe721dc07a79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h3b2cbe721dc07a79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h3b2cbe721dc07a79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h3b2cbe721dc07a79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h3b2cbe721dc07a79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h3144bb33f4ab648f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h3144bb33f4ab648f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h3144bb33f4ab648f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h3144bb33f4ab648f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h3144bb33f4ab648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h3144bb33f4ab648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h3b2cbe721dc07a79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h3b2cbe721dc07a79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h3b2cbe721dc07a79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h3b2cbe721dc07a79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h3b2cbe721dc07a79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h3b2cbe721dc07a79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h3b2cbe721dc07a79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h3b2cbe721dc07a79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h3b2cbe721dc07a79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h3b2cbe721dc07a79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h3b2cbe721dc07a79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h3b2cbe721dc07a79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h3b2cbe721dc07a79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h3b2cbe721dc07a79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h3b2cbe721dc07a79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h3b2cbe721dc07a79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h3b2cbe721dc07a79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h3b2cbe721dc07a79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h3b2cbe721dc07a79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h3b2cbe721dc07a79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h3b2cbe721dc07a79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h3b2cbe721dc07a79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h3b2cbe721dc07a79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h3b2cbe721dc07a79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h3b2cbe721dc07a79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h3b2cbe721dc07a79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h3b2cbe721dc07a79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h3b2cbe721dc07a79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h3b2cbe721dc07a79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h3b2cbe721dc07a79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h3b2cbe721dc07a79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h3b2cbe721dc07a79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h3b2cbe721dc07a79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h3b2cbe721dc07a79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h3b2cbe721dc07a79_0_2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h3b2cbe721dc07a79_0_2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fb3359abd2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fb3359abd2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fb3359abd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fb3359abd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h3b2cbe721dc07a79_0_2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h3b2cbe721dc07a79_0_2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h3b2cbe721dc07a79_0_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h3b2cbe721dc07a79_0_2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3.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5.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5.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5.jp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5.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3" Type="http://schemas.openxmlformats.org/officeDocument/2006/relationships/image" Target="../media/image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h3b2cbe721dc07a79_0_209"/>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BƯỚC LÊN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Con bước lên bàn thờ Chúa. Gần bên Chúa, tâm hồn con sướng vui thảnh thơi,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nơi danh Chúa toàn năng tác sinh đất trời, tràn ân phúc cứu độ muôn người.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af5860435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Đây lễ vật hy sinh, Con Chúa Trời uy linh.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af5860435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mình trên thánh giá, nay tiến dâng trên muôn bàn thờ,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hf002f62f5ca6d5c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bánh thơm, đây ly rượu nồng, lễ vật vẹn sạch tinh trong.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h3b2cbe721dc07a79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Con bước lên bàn thờ Chúa. Gần bên Chúa, tâm hồn con sướng vui thảnh thơi,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h3b2cbe721dc07a7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nơi danh Chúa toàn năng tác sinh đất trời, tràn ân phúc cứu độ muôn người.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pic>
        <p:nvPicPr>
          <p:cNvPr id="698" name="Google Shape;698;h3b2cbe721dc07a79_0_213"/>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04" name="Google Shape;70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5" name="Shape 715"/>
        <p:cNvGrpSpPr/>
        <p:nvPr/>
      </p:nvGrpSpPr>
      <p:grpSpPr>
        <a:xfrm>
          <a:off x="0" y="0"/>
          <a:ext cx="0" cy="0"/>
          <a:chOff x="0" y="0"/>
          <a:chExt cx="0" cy="0"/>
        </a:xfrm>
      </p:grpSpPr>
      <p:sp>
        <p:nvSpPr>
          <p:cNvPr id="716" name="Google Shape;71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pic>
        <p:nvPicPr>
          <p:cNvPr id="787" name="Google Shape;787;h3b2cbe721dc07a79_0_217"/>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1" name="Shape 791"/>
        <p:cNvGrpSpPr/>
        <p:nvPr/>
      </p:nvGrpSpPr>
      <p:grpSpPr>
        <a:xfrm>
          <a:off x="0" y="0"/>
          <a:ext cx="0" cy="0"/>
          <a:chOff x="0" y="0"/>
          <a:chExt cx="0" cy="0"/>
        </a:xfrm>
      </p:grpSpPr>
      <p:sp>
        <p:nvSpPr>
          <p:cNvPr id="792" name="Google Shape;79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93" name="Google Shape;793;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24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Xin chỉ dạy con biết đường lối Chúa, và dẫn con theo chân lý của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Vì Ngài là Thần Linh tế độ cho con. Ngày đêm con vững tin lòng thương xót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xin nhớ lại, nhớ lại lòng từ bi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2. </a:t>
            </a:r>
            <a:r>
              <a:rPr b="1" lang="en-US" sz="7100">
                <a:solidFill>
                  <a:schemeClr val="lt1"/>
                </a:solidFill>
                <a:latin typeface="Times New Roman"/>
                <a:ea typeface="Times New Roman"/>
                <a:cs typeface="Times New Roman"/>
                <a:sym typeface="Times New Roman"/>
              </a:rPr>
              <a:t>Xin dủ lòng thương nhớ tình nghĩa cũ Ngài đã ban qua muôn thuở muôn đời.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Tội tình của tuổi thơ Chúa đừng ghi tâm. Ngài ơi! Xin nhớ con vì ân nghĩa Ngài.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h3b2cbe721dc07a79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xin nhớ lại, nhớ lại lòng từ bi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3. </a:t>
            </a:r>
            <a:r>
              <a:rPr b="1" lang="en-US" sz="6900">
                <a:solidFill>
                  <a:schemeClr val="lt1"/>
                </a:solidFill>
                <a:latin typeface="Times New Roman"/>
                <a:ea typeface="Times New Roman"/>
                <a:cs typeface="Times New Roman"/>
                <a:sym typeface="Times New Roman"/>
              </a:rPr>
              <a:t>Xin chỉ đường cho những kẻ lỡ bước, vì Chúa đây luôn nhân ái chính trực. </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Dìu người lòng khiêm cung lối đường công minh. </a:t>
            </a:r>
            <a:endParaRPr b="1" sz="67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Dạy con luôn vững tâm tìm theo lối Ngài.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h3b2cbe721dc07a79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xin nhớ lại, nhớ lại lòng từ bi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7" name="Shape 847"/>
        <p:cNvGrpSpPr/>
        <p:nvPr/>
      </p:nvGrpSpPr>
      <p:grpSpPr>
        <a:xfrm>
          <a:off x="0" y="0"/>
          <a:ext cx="0" cy="0"/>
          <a:chOff x="0" y="0"/>
          <a:chExt cx="0" cy="0"/>
        </a:xfrm>
      </p:grpSpPr>
      <p:sp>
        <p:nvSpPr>
          <p:cNvPr id="848" name="Google Shape;84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49" name="Google Shape;84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Chúa phán: “Nếu ai yêu mến Thầy thì sẽ giữ lời Thầy luôn,</a:t>
            </a:r>
            <a:endParaRPr b="1" i="1" sz="7200">
              <a:solidFill>
                <a:schemeClr val="lt1"/>
              </a:solidFill>
              <a:latin typeface="Times New Roman"/>
              <a:ea typeface="Times New Roman"/>
              <a:cs typeface="Times New Roman"/>
              <a:sym typeface="Times New Roman"/>
            </a:endParaRPr>
          </a:p>
        </p:txBody>
      </p:sp>
      <p:sp>
        <p:nvSpPr>
          <p:cNvPr id="856" name="Google Shape;85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và Cha Thầy sẽ </a:t>
            </a:r>
            <a:endParaRPr b="1" sz="68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yêu mến người ấy </a:t>
            </a:r>
            <a:endParaRPr b="1" sz="68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và Chúng Ta đến ở trong người ấy”. </a:t>
            </a:r>
            <a:r>
              <a:rPr b="1" i="1" lang="en-US" sz="6800">
                <a:solidFill>
                  <a:srgbClr val="FFFF00"/>
                </a:solidFill>
                <a:latin typeface="Times New Roman"/>
                <a:ea typeface="Times New Roman"/>
                <a:cs typeface="Times New Roman"/>
                <a:sym typeface="Times New Roman"/>
              </a:rPr>
              <a:t>All..</a:t>
            </a:r>
            <a:endParaRPr b="1" sz="6800">
              <a:solidFill>
                <a:srgbClr val="FFFF00"/>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pic>
        <p:nvPicPr>
          <p:cNvPr id="866" name="Google Shape;866;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pic>
        <p:nvPicPr>
          <p:cNvPr id="871" name="Google Shape;871;h3b2cbe721dc07a79_0_221"/>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77" name="Google Shape;87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h3b2cbe721dc07a79_0_22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BÁNH THƠM,</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RƯỢU NỒNG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(Giang Ân)</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Dâng lên Ngài này bánh thơm với ly rượu nồng, là lễ dâng con dâng lòng thành.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góp về từ ruộng nương, từ đôi tay vun xới tháng ngày,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h3b2cbe721dc07a79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nắng mưa bao nhiêu nhọc nhằn,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giọt mồ hôi đổ trên nương đồng.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Ôi, Chúa toàn năng, Chúa ngự trên cao,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hf002f62f5ca6d5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trên các vì sao, lòng Chúa yêu thương con vời vợi, mà con biết lấy chi đáp đền!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h3b2cbe721dc07a79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Xin, xin nguyện dâng Ngài cuộc đời con làm lễ dâng toàn thiêu, với bao tình yêu.</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h3b2cbe721dc07a79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Đây muôn người, cùng hát vang câu ca rộn ràng, lời chúc khen tri ân nồng nàn.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h3b2cbe721dc07a79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tiến Ngài, tựa trầm hương, ngào ngạt bay hương thơm ngất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h3b2cbe721dc07a79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nắm tay chung xây cuộc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lên lễ tặng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h3b2cbe721dc07a79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Ôi, Chúa toàn năng, Chúa ngự trên cao,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h3b2cbe721dc07a79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trên các vì sao, lòng Chúa yêu thương con vời vợi, mà con biết lấy chi đáp đền!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h3b2cbe721dc07a79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Xin, xin nguyện dâng Ngài cuộc đời con làm lễ dâng toàn thiêu, với bao tình yêu.</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pic>
        <p:nvPicPr>
          <p:cNvPr id="1047" name="Google Shape;104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pic>
        <p:nvPicPr>
          <p:cNvPr id="1067" name="Google Shape;106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pic>
        <p:nvPicPr>
          <p:cNvPr id="1087" name="Google Shape;108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h3144bb33f4ab648f_0_0"/>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New Roman"/>
                <a:ea typeface="Times New Roman"/>
                <a:cs typeface="Times New Roman"/>
                <a:sym typeface="Times New Roman"/>
              </a:rPr>
              <a:t>Do điều này mà chúng ta đã biết tình yêu của Thiên Chúa, </a:t>
            </a:r>
            <a:endParaRPr b="1" sz="7500">
              <a:solidFill>
                <a:schemeClr val="lt1"/>
              </a:solidFill>
              <a:latin typeface="Times New Roman"/>
              <a:ea typeface="Times New Roman"/>
              <a:cs typeface="Times New Roman"/>
              <a:sym typeface="Times New Roman"/>
            </a:endParaRPr>
          </a:p>
        </p:txBody>
      </p:sp>
      <p:sp>
        <p:nvSpPr>
          <p:cNvPr id="1093" name="Google Shape;1093;h3144bb33f4ab648f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h3144bb33f4ab648f_0_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New Roman"/>
                <a:ea typeface="Times New Roman"/>
                <a:cs typeface="Times New Roman"/>
                <a:sym typeface="Times New Roman"/>
              </a:rPr>
              <a:t>là chính Người đã thí mạng sống mình vì chúng ta,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h3144bb33f4ab648f_0_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New Roman"/>
                <a:ea typeface="Times New Roman"/>
                <a:cs typeface="Times New Roman"/>
                <a:sym typeface="Times New Roman"/>
              </a:rPr>
              <a:t>nên chúng ta cũng phải thí mạng sống mình vì anh em.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pic>
        <p:nvPicPr>
          <p:cNvPr id="1108" name="Google Shape;110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h3b2cbe721dc07a79_0_5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BAO LA</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TÌNH CHÚA</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(Giang Ân)</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h3b2cbe721dc07a79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Bao la tình Chúa yêu con, mênh mông như biển Thái Bình,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h3b2cbe721dc07a79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dạt dào như ngàn con sóng, vỗ về năm tháng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h3b2cbe721dc07a79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Ngài như mưa đỉnh núi, suốt đời tuôn đổ dạt dào.</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h3b2cbe721dc07a79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Một tình yêu vô biên, một tình yêu vô biên.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h3b2cbe721dc07a79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Hồng ân Chúa như mưa như mưa, rơi xuống đời con miên man miên man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h3b2cbe721dc07a79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nâng đỡ tình con trong tay trong tay, vòng tay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h3b2cbe721dc07a79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Đời có Chúa êm trôi êm trôi, Chúa dắt dìu con luôn luôn không thôi,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h3b2cbe721dc07a79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có Chúa cùng đi con không đơn côi, ôi tình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h3b2cbe721dc07a79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Xa xôi ngày tháng êm trôi, yêu thương như nước xuôi dòng,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h3b2cbe721dc07a79_0_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mặn nồng như từng hơi ấm, đổ đầy mưa nắng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h3b2cbe721dc07a79_0_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Còn gì như ân tình Chúa, dắt dìu con bước trong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h3b2cbe721dc07a79_0_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Từng nhịp chân yêu thương, từng nhịp chân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h3b2cbe721dc07a79_0_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Hồng ân Chúa như mưa như mưa, rơi xuống đời con miên man miên man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h3b2cbe721dc07a79_0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nâng đỡ tình con trong tay trong tay, vòng tay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h3b2cbe721dc07a79_0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Đời có Chúa êm trôi êm trôi, Chúa dắt dìu con luôn luôn không thôi,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h3b2cbe721dc07a79_0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có Chúa cùng đi con không đơn côi, ôi tình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pic>
        <p:nvPicPr>
          <p:cNvPr id="1198" name="Google Shape;1198;h3b2cbe721dc07a79_0_229"/>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LỜI CẦU CHO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HỌ ĐẠO</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(Văn Chi)</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Mẹ ơi, xứ đạo con đây, nguyện xin dâng hiến Mẹ từ bi.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Mẹ luôn đỡ nâng phù trì và thương dẫn dắt trên đường đi.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fb3359abd2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Mẹ Ma-ri-a xin thương đến xứ đạo đạo con đây.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fb3359abd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Ban nguồn an bình, hiệp nhất, yêu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h3b2cbe721dc07a79_0_2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luôn thăm viếng, giúp đỡ mãi xứ đạo con đây.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h3b2cbe721dc07a79_0_2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Trong tình yêu Mẹ liên kết muôn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pic>
        <p:nvPicPr>
          <p:cNvPr id="1238" name="Google Shape;1238;g3fb2dc0a37c_0_109"/>
          <p:cNvPicPr preferRelativeResize="0"/>
          <p:nvPr/>
        </p:nvPicPr>
        <p:blipFill rotWithShape="1">
          <a:blip r:embed="rId3">
            <a:alphaModFix/>
          </a:blip>
          <a:srcRect b="0" l="0" r="0" t="0"/>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