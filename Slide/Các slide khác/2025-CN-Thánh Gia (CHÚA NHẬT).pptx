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168.xml"/>
  <Override ContentType="application/vnd.openxmlformats-officedocument.presentationml.notesSlide+xml" PartName="/ppt/notesSlides/notesSlide222.xml"/>
  <Override ContentType="application/vnd.openxmlformats-officedocument.presentationml.notesSlide+xml" PartName="/ppt/notesSlides/notesSlide257.xml"/>
  <Override ContentType="application/vnd.openxmlformats-officedocument.presentationml.notesSlide+xml" PartName="/ppt/notesSlides/notesSlide125.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249.xml"/>
  <Override ContentType="application/vnd.openxmlformats-officedocument.presentationml.notesSlide+xml" PartName="/ppt/notesSlides/notesSlide206.xml"/>
  <Override ContentType="application/vnd.openxmlformats-officedocument.presentationml.notesSlide+xml" PartName="/ppt/notesSlides/notesSlide230.xml"/>
  <Override ContentType="application/vnd.openxmlformats-officedocument.presentationml.notesSlide+xml" PartName="/ppt/notesSlides/notesSlide91.xml"/>
  <Override ContentType="application/vnd.openxmlformats-officedocument.presentationml.notesSlide+xml" PartName="/ppt/notesSlides/notesSlide133.xml"/>
  <Override ContentType="application/vnd.openxmlformats-officedocument.presentationml.notesSlide+xml" PartName="/ppt/notesSlides/notesSlide176.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16.xml"/>
  <Override ContentType="application/vnd.openxmlformats-officedocument.presentationml.notesSlide+xml" PartName="/ppt/notesSlides/notesSlide214.xml"/>
  <Override ContentType="application/vnd.openxmlformats-officedocument.presentationml.notesSlide+xml" PartName="/ppt/notesSlides/notesSlide1.xml"/>
  <Override ContentType="application/vnd.openxmlformats-officedocument.presentationml.notesSlide+xml" PartName="/ppt/notesSlides/notesSlide196.xml"/>
  <Override ContentType="application/vnd.openxmlformats-officedocument.presentationml.notesSlide+xml" PartName="/ppt/notesSlides/notesSlide250.xml"/>
  <Override ContentType="application/vnd.openxmlformats-officedocument.presentationml.notesSlide+xml" PartName="/ppt/notesSlides/notesSlide105.xml"/>
  <Override ContentType="application/vnd.openxmlformats-officedocument.presentationml.notesSlide+xml" PartName="/ppt/notesSlides/notesSlide148.xml"/>
  <Override ContentType="application/vnd.openxmlformats-officedocument.presentationml.notesSlide+xml" PartName="/ppt/notesSlides/notesSlide202.xml"/>
  <Override ContentType="application/vnd.openxmlformats-officedocument.presentationml.notesSlide+xml" PartName="/ppt/notesSlides/notesSlide39.xml"/>
  <Override ContentType="application/vnd.openxmlformats-officedocument.presentationml.notesSlide+xml" PartName="/ppt/notesSlides/notesSlide137.xml"/>
  <Override ContentType="application/vnd.openxmlformats-officedocument.presentationml.notesSlide+xml" PartName="/ppt/notesSlides/notesSlide87.xml"/>
  <Override ContentType="application/vnd.openxmlformats-officedocument.presentationml.notesSlide+xml" PartName="/ppt/notesSlides/notesSlide44.xml"/>
  <Override ContentType="application/vnd.openxmlformats-officedocument.presentationml.notesSlide+xml" PartName="/ppt/notesSlides/notesSlide234.xml"/>
  <Override ContentType="application/vnd.openxmlformats-officedocument.presentationml.notesSlide+xml" PartName="/ppt/notesSlides/notesSlide141.xml"/>
  <Override ContentType="application/vnd.openxmlformats-officedocument.presentationml.notesSlide+xml" PartName="/ppt/notesSlides/notesSlide153.xml"/>
  <Override ContentType="application/vnd.openxmlformats-officedocument.presentationml.notesSlide+xml" PartName="/ppt/notesSlides/notesSlide110.xml"/>
  <Override ContentType="application/vnd.openxmlformats-officedocument.presentationml.notesSlide+xml" PartName="/ppt/notesSlides/notesSlide184.xml"/>
  <Override ContentType="application/vnd.openxmlformats-officedocument.presentationml.notesSlide+xml" PartName="/ppt/notesSlides/notesSlide75.xml"/>
  <Override ContentType="application/vnd.openxmlformats-officedocument.presentationml.notesSlide+xml" PartName="/ppt/notesSlides/notesSlide229.xml"/>
  <Override ContentType="application/vnd.openxmlformats-officedocument.presentationml.notesSlide+xml" PartName="/ppt/notesSlides/notesSlide180.xml"/>
  <Override ContentType="application/vnd.openxmlformats-officedocument.presentationml.notesSlide+xml" PartName="/ppt/notesSlides/notesSlide172.xml"/>
  <Override ContentType="application/vnd.openxmlformats-officedocument.presentationml.notesSlide+xml" PartName="/ppt/notesSlides/notesSlide261.xml"/>
  <Override ContentType="application/vnd.openxmlformats-officedocument.presentationml.notesSlide+xml" PartName="/ppt/notesSlides/notesSlide9.xml"/>
  <Override ContentType="application/vnd.openxmlformats-officedocument.presentationml.notesSlide+xml" PartName="/ppt/notesSlides/notesSlide63.xml"/>
  <Override ContentType="application/vnd.openxmlformats-officedocument.presentationml.notesSlide+xml" PartName="/ppt/notesSlides/notesSlide20.xml"/>
  <Override ContentType="application/vnd.openxmlformats-officedocument.presentationml.notesSlide+xml" PartName="/ppt/notesSlides/notesSlide210.xml"/>
  <Override ContentType="application/vnd.openxmlformats-officedocument.presentationml.notesSlide+xml" PartName="/ppt/notesSlides/notesSlide129.xml"/>
  <Override ContentType="application/vnd.openxmlformats-officedocument.presentationml.notesSlide+xml" PartName="/ppt/notesSlides/notesSlide60.xml"/>
  <Override ContentType="application/vnd.openxmlformats-officedocument.presentationml.notesSlide+xml" PartName="/ppt/notesSlides/notesSlide253.xml"/>
  <Override ContentType="application/vnd.openxmlformats-officedocument.presentationml.notesSlide+xml" PartName="/ppt/notesSlides/notesSlide144.xml"/>
  <Override ContentType="application/vnd.openxmlformats-officedocument.presentationml.notesSlide+xml" PartName="/ppt/notesSlides/notesSlide48.xml"/>
  <Override ContentType="application/vnd.openxmlformats-officedocument.presentationml.notesSlide+xml" PartName="/ppt/notesSlides/notesSlide238.xml"/>
  <Override ContentType="application/vnd.openxmlformats-officedocument.presentationml.notesSlide+xml" PartName="/ppt/notesSlides/notesSlide157.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52.xml"/>
  <Override ContentType="application/vnd.openxmlformats-officedocument.presentationml.notesSlide+xml" PartName="/ppt/notesSlides/notesSlide35.xml"/>
  <Override ContentType="application/vnd.openxmlformats-officedocument.presentationml.notesSlide+xml" PartName="/ppt/notesSlides/notesSlide161.xml"/>
  <Override ContentType="application/vnd.openxmlformats-officedocument.presentationml.notesSlide+xml" PartName="/ppt/notesSlides/notesSlide5.xml"/>
  <Override ContentType="application/vnd.openxmlformats-officedocument.presentationml.notesSlide+xml" PartName="/ppt/notesSlides/notesSlide187.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225.xml"/>
  <Override ContentType="application/vnd.openxmlformats-officedocument.presentationml.notesSlide+xml" PartName="/ppt/notesSlides/notesSlide242.xml"/>
  <Override ContentType="application/vnd.openxmlformats-officedocument.presentationml.notesSlide+xml" PartName="/ppt/notesSlides/notesSlide84.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24.xml"/>
  <Override ContentType="application/vnd.openxmlformats-officedocument.presentationml.notesSlide+xml" PartName="/ppt/notesSlides/notesSlide256.xml"/>
  <Override ContentType="application/vnd.openxmlformats-officedocument.presentationml.notesSlide+xml" PartName="/ppt/notesSlides/notesSlide213.xml"/>
  <Override ContentType="application/vnd.openxmlformats-officedocument.presentationml.notesSlide+xml" PartName="/ppt/notesSlides/notesSlide223.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177.xml"/>
  <Override ContentType="application/vnd.openxmlformats-officedocument.presentationml.notesSlide+xml" PartName="/ppt/notesSlides/notesSlide231.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90.xml"/>
  <Override ContentType="application/vnd.openxmlformats-officedocument.presentationml.notesSlide+xml" PartName="/ppt/notesSlides/notesSlide134.xml"/>
  <Override ContentType="application/vnd.openxmlformats-officedocument.presentationml.notesSlide+xml" PartName="/ppt/notesSlides/notesSlide4.xml"/>
  <Override ContentType="application/vnd.openxmlformats-officedocument.presentationml.notesSlide+xml" PartName="/ppt/notesSlides/notesSlide203.xml"/>
  <Override ContentType="application/vnd.openxmlformats-officedocument.presentationml.notesSlide+xml" PartName="/ppt/notesSlides/notesSlide13.xml"/>
  <Override ContentType="application/vnd.openxmlformats-officedocument.presentationml.notesSlide+xml" PartName="/ppt/notesSlides/notesSlide246.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152.xml"/>
  <Override ContentType="application/vnd.openxmlformats-officedocument.presentationml.notesSlide+xml" PartName="/ppt/notesSlides/notesSlide195.xml"/>
  <Override ContentType="application/vnd.openxmlformats-officedocument.presentationml.notesSlide+xml" PartName="/ppt/notesSlides/notesSlide183.xml"/>
  <Override ContentType="application/vnd.openxmlformats-officedocument.presentationml.notesSlide+xml" PartName="/ppt/notesSlides/notesSlide217.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167.xml"/>
  <Override ContentType="application/vnd.openxmlformats-officedocument.presentationml.notesSlide+xml" PartName="/ppt/notesSlides/notesSlide140.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251.xml"/>
  <Override ContentType="application/vnd.openxmlformats-officedocument.presentationml.notesSlide+xml" PartName="/ppt/notesSlides/notesSlide149.xml"/>
  <Override ContentType="application/vnd.openxmlformats-officedocument.presentationml.notesSlide+xml" PartName="/ppt/notesSlides/notesSlide252.xml"/>
  <Override ContentType="application/vnd.openxmlformats-officedocument.presentationml.notesSlide+xml" PartName="/ppt/notesSlides/notesSlide62.xml"/>
  <Override ContentType="application/vnd.openxmlformats-officedocument.presentationml.notesSlide+xml" PartName="/ppt/notesSlides/notesSlide235.xml"/>
  <Override ContentType="application/vnd.openxmlformats-officedocument.presentationml.notesSlide+xml" PartName="/ppt/notesSlides/notesSlide45.xml"/>
  <Override ContentType="application/vnd.openxmlformats-officedocument.presentationml.notesSlide+xml" PartName="/ppt/notesSlides/notesSlide28.xml"/>
  <Override ContentType="application/vnd.openxmlformats-officedocument.presentationml.notesSlide+xml" PartName="/ppt/notesSlides/notesSlide139.xml"/>
  <Override ContentType="application/vnd.openxmlformats-officedocument.presentationml.notesSlide+xml" PartName="/ppt/notesSlides/notesSlide228.xml"/>
  <Override ContentType="application/vnd.openxmlformats-officedocument.presentationml.notesSlide+xml" PartName="/ppt/notesSlides/notesSlide55.xml"/>
  <Override ContentType="application/vnd.openxmlformats-officedocument.presentationml.notesSlide+xml" PartName="/ppt/notesSlides/notesSlide156.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199.xml"/>
  <Override ContentType="application/vnd.openxmlformats-officedocument.presentationml.notesSlide+xml" PartName="/ppt/notesSlides/notesSlide245.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90.xml"/>
  <Override ContentType="application/vnd.openxmlformats-officedocument.presentationml.notesSlide+xml" PartName="/ppt/notesSlides/notesSlide218.xml"/>
  <Override ContentType="application/vnd.openxmlformats-officedocument.presentationml.notesSlide+xml" PartName="/ppt/notesSlides/notesSlide262.xml"/>
  <Override ContentType="application/vnd.openxmlformats-officedocument.presentationml.notesSlide+xml" PartName="/ppt/notesSlides/notesSlide8.xml"/>
  <Override ContentType="application/vnd.openxmlformats-officedocument.presentationml.notesSlide+xml" PartName="/ppt/notesSlides/notesSlide130.xml"/>
  <Override ContentType="application/vnd.openxmlformats-officedocument.presentationml.notesSlide+xml" PartName="/ppt/notesSlides/notesSlide38.xml"/>
  <Override ContentType="application/vnd.openxmlformats-officedocument.presentationml.notesSlide+xml" PartName="/ppt/notesSlides/notesSlide173.xml"/>
  <Override ContentType="application/vnd.openxmlformats-officedocument.presentationml.notesSlide+xml" PartName="/ppt/notesSlides/notesSlide128.xml"/>
  <Override ContentType="application/vnd.openxmlformats-officedocument.presentationml.notesSlide+xml" PartName="/ppt/notesSlides/notesSlide224.xml"/>
  <Override ContentType="application/vnd.openxmlformats-officedocument.presentationml.notesSlide+xml" PartName="/ppt/notesSlides/notesSlide241.xml"/>
  <Override ContentType="application/vnd.openxmlformats-officedocument.presentationml.notesSlide+xml" PartName="/ppt/notesSlides/notesSlide162.xml"/>
  <Override ContentType="application/vnd.openxmlformats-officedocument.presentationml.notesSlide+xml" PartName="/ppt/notesSlides/notesSlide49.xml"/>
  <Override ContentType="application/vnd.openxmlformats-officedocument.presentationml.notesSlide+xml" PartName="/ppt/notesSlides/notesSlide145.xml"/>
  <Override ContentType="application/vnd.openxmlformats-officedocument.presentationml.notesSlide+xml" PartName="/ppt/notesSlides/notesSlide207.xml"/>
  <Override ContentType="application/vnd.openxmlformats-officedocument.presentationml.notesSlide+xml" PartName="/ppt/notesSlides/notesSlide102.xml"/>
  <Override ContentType="application/vnd.openxmlformats-officedocument.presentationml.notesSlide+xml" PartName="/ppt/notesSlides/notesSlide8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88.xml"/>
  <Override ContentType="application/vnd.openxmlformats-officedocument.presentationml.notesSlide+xml" PartName="/ppt/notesSlides/notesSlide3.xml"/>
  <Override ContentType="application/vnd.openxmlformats-officedocument.presentationml.notesSlide+xml" PartName="/ppt/notesSlides/notesSlide50.xml"/>
  <Override ContentType="application/vnd.openxmlformats-officedocument.presentationml.notesSlide+xml" PartName="/ppt/notesSlides/notesSlide239.xml"/>
  <Override ContentType="application/vnd.openxmlformats-officedocument.presentationml.notesSlide+xml" PartName="/ppt/notesSlides/notesSlide240.xml"/>
  <Override ContentType="application/vnd.openxmlformats-officedocument.presentationml.notesSlide+xml" PartName="/ppt/notesSlides/notesSlide107.xml"/>
  <Override ContentType="application/vnd.openxmlformats-officedocument.presentationml.notesSlide+xml" PartName="/ppt/notesSlides/notesSlide186.xml"/>
  <Override ContentType="application/vnd.openxmlformats-officedocument.presentationml.notesSlide+xml" PartName="/ppt/notesSlides/notesSlide143.xml"/>
  <Override ContentType="application/vnd.openxmlformats-officedocument.presentationml.notesSlide+xml" PartName="/ppt/notesSlides/notesSlide151.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232.xml"/>
  <Override ContentType="application/vnd.openxmlformats-officedocument.presentationml.notesSlide+xml" PartName="/ppt/notesSlides/notesSlide85.xml"/>
  <Override ContentType="application/vnd.openxmlformats-officedocument.presentationml.notesSlide+xml" PartName="/ppt/notesSlides/notesSlide194.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259.xml"/>
  <Override ContentType="application/vnd.openxmlformats-officedocument.presentationml.notesSlide+xml" PartName="/ppt/notesSlides/notesSlide81.xml"/>
  <Override ContentType="application/vnd.openxmlformats-officedocument.presentationml.notesSlide+xml" PartName="/ppt/notesSlides/notesSlide166.xml"/>
  <Override ContentType="application/vnd.openxmlformats-officedocument.presentationml.notesSlide+xml" PartName="/ppt/notesSlides/notesSlide182.xml"/>
  <Override ContentType="application/vnd.openxmlformats-officedocument.presentationml.notesSlide+xml" PartName="/ppt/notesSlides/notesSlide30.xml"/>
  <Override ContentType="application/vnd.openxmlformats-officedocument.presentationml.notesSlide+xml" PartName="/ppt/notesSlides/notesSlide220.xml"/>
  <Override ContentType="application/vnd.openxmlformats-officedocument.presentationml.notesSlide+xml" PartName="/ppt/notesSlides/notesSlide69.xml"/>
  <Override ContentType="application/vnd.openxmlformats-officedocument.presentationml.notesSlide+xml" PartName="/ppt/notesSlides/notesSlide178.xml"/>
  <Override ContentType="application/vnd.openxmlformats-officedocument.presentationml.notesSlide+xml" PartName="/ppt/notesSlides/notesSlide26.xml"/>
  <Override ContentType="application/vnd.openxmlformats-officedocument.presentationml.notesSlide+xml" PartName="/ppt/notesSlides/notesSlide135.xml"/>
  <Override ContentType="application/vnd.openxmlformats-officedocument.presentationml.notesSlide+xml" PartName="/ppt/notesSlides/notesSlide93.xml"/>
  <Override ContentType="application/vnd.openxmlformats-officedocument.presentationml.notesSlide+xml" PartName="/ppt/notesSlides/notesSlide204.xml"/>
  <Override ContentType="application/vnd.openxmlformats-officedocument.presentationml.notesSlide+xml" PartName="/ppt/notesSlides/notesSlide247.xml"/>
  <Override ContentType="application/vnd.openxmlformats-officedocument.presentationml.notesSlide+xml" PartName="/ppt/notesSlides/notesSlide57.xml"/>
  <Override ContentType="application/vnd.openxmlformats-officedocument.presentationml.notesSlide+xml" PartName="/ppt/notesSlides/notesSlide123.xml"/>
  <Override ContentType="application/vnd.openxmlformats-officedocument.presentationml.notesSlide+xml" PartName="/ppt/notesSlides/notesSlide171.xml"/>
  <Override ContentType="application/vnd.openxmlformats-officedocument.presentationml.notesSlide+xml" PartName="/ppt/notesSlides/notesSlide14.xml"/>
  <Override ContentType="application/vnd.openxmlformats-officedocument.presentationml.notesSlide+xml" PartName="/ppt/notesSlides/notesSlide216.xml"/>
  <Override ContentType="application/vnd.openxmlformats-officedocument.presentationml.notesSlide+xml" PartName="/ppt/notesSlides/notesSlide227.xml"/>
  <Override ContentType="application/vnd.openxmlformats-officedocument.presentationml.notesSlide+xml" PartName="/ppt/notesSlides/notesSlide37.xml"/>
  <Override ContentType="application/vnd.openxmlformats-officedocument.presentationml.notesSlide+xml" PartName="/ppt/notesSlides/notesSlide138.xml"/>
  <Override ContentType="application/vnd.openxmlformats-officedocument.presentationml.notesSlide+xml" PartName="/ppt/notesSlides/notesSlide163.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98.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155.xml"/>
  <Override ContentType="application/vnd.openxmlformats-officedocument.presentationml.notesSlide+xml" PartName="/ppt/notesSlides/notesSlide189.xml"/>
  <Override ContentType="application/vnd.openxmlformats-officedocument.presentationml.notesSlide+xml" PartName="/ppt/notesSlides/notesSlide46.xml"/>
  <Override ContentType="application/vnd.openxmlformats-officedocument.presentationml.notesSlide+xml" PartName="/ppt/notesSlides/notesSlide89.xml"/>
  <Override ContentType="application/vnd.openxmlformats-officedocument.presentationml.notesSlide+xml" PartName="/ppt/notesSlides/notesSlide146.xml"/>
  <Override ContentType="application/vnd.openxmlformats-officedocument.presentationml.notesSlide+xml" PartName="/ppt/notesSlides/notesSlide219.xml"/>
  <Override ContentType="application/vnd.openxmlformats-officedocument.presentationml.notesSlide+xml" PartName="/ppt/notesSlides/notesSlide11.xml"/>
  <Override ContentType="application/vnd.openxmlformats-officedocument.presentationml.notesSlide+xml" PartName="/ppt/notesSlides/notesSlide120.xml"/>
  <Override ContentType="application/vnd.openxmlformats-officedocument.presentationml.notesSlide+xml" PartName="/ppt/notesSlides/notesSlide236.xml"/>
  <Override ContentType="application/vnd.openxmlformats-officedocument.presentationml.notesSlide+xml" PartName="/ppt/notesSlides/notesSlide244.xml"/>
  <Override ContentType="application/vnd.openxmlformats-officedocument.presentationml.notesSlide+xml" PartName="/ppt/notesSlides/notesSlide201.xml"/>
  <Override ContentType="application/vnd.openxmlformats-officedocument.presentationml.notesSlide+xml" PartName="/ppt/notesSlides/notesSlide18.xml"/>
  <Override ContentType="application/vnd.openxmlformats-officedocument.presentationml.notesSlide+xml" PartName="/ppt/notesSlides/notesSlide131.xml"/>
  <Override ContentType="application/vnd.openxmlformats-officedocument.presentationml.notesSlide+xml" PartName="/ppt/notesSlides/notesSlide127.xml"/>
  <Override ContentType="application/vnd.openxmlformats-officedocument.presentationml.notesSlide+xml" PartName="/ppt/notesSlides/notesSlide191.xml"/>
  <Override ContentType="application/vnd.openxmlformats-officedocument.presentationml.notesSlide+xml" PartName="/ppt/notesSlides/notesSlide20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65.xml"/>
  <Override ContentType="application/vnd.openxmlformats-officedocument.presentationml.notesSlide+xml" PartName="/ppt/notesSlides/notesSlide174.xml"/>
  <Override ContentType="application/vnd.openxmlformats-officedocument.presentationml.notesSlide+xml" PartName="/ppt/notesSlides/notesSlide255.xml"/>
  <Override ContentType="application/vnd.openxmlformats-officedocument.presentationml.notesSlide+xml" PartName="/ppt/notesSlides/notesSlide212.xml"/>
  <Override ContentType="application/vnd.openxmlformats-officedocument.presentationml.notesSlide+xml" PartName="/ppt/notesSlides/notesSlide92.xml"/>
  <Override ContentType="application/vnd.openxmlformats-officedocument.presentationml.notesSlide+xml" PartName="/ppt/notesSlides/notesSlide193.xml"/>
  <Override ContentType="application/vnd.openxmlformats-officedocument.presentationml.notesSlide+xml" PartName="/ppt/notesSlides/notesSlide150.xml"/>
  <Override ContentType="application/vnd.openxmlformats-officedocument.presentationml.notesSlide+xml" PartName="/ppt/notesSlides/notesSlide142.xml"/>
  <Override ContentType="application/vnd.openxmlformats-officedocument.presentationml.notesSlide+xml" PartName="/ppt/notesSlides/notesSlide248.xml"/>
  <Override ContentType="application/vnd.openxmlformats-officedocument.presentationml.notesSlide+xml" PartName="/ppt/notesSlides/notesSlide116.xml"/>
  <Override ContentType="application/vnd.openxmlformats-officedocument.presentationml.notesSlide+xml" PartName="/ppt/notesSlides/notesSlide15.xml"/>
  <Override ContentType="application/vnd.openxmlformats-officedocument.presentationml.notesSlide+xml" PartName="/ppt/notesSlides/notesSlide159.xml"/>
  <Override ContentType="application/vnd.openxmlformats-officedocument.presentationml.notesSlide+xml" PartName="/ppt/notesSlides/notesSlide185.xml"/>
  <Override ContentType="application/vnd.openxmlformats-officedocument.presentationml.notesSlide+xml" PartName="/ppt/notesSlides/notesSlide215.xml"/>
  <Override ContentType="application/vnd.openxmlformats-officedocument.presentationml.notesSlide+xml" PartName="/ppt/notesSlides/notesSlide126.xml"/>
  <Override ContentType="application/vnd.openxmlformats-officedocument.presentationml.notesSlide+xml" PartName="/ppt/notesSlides/notesSlide68.xml"/>
  <Override ContentType="application/vnd.openxmlformats-officedocument.presentationml.notesSlide+xml" PartName="/ppt/notesSlides/notesSlide258.xml"/>
  <Override ContentType="application/vnd.openxmlformats-officedocument.presentationml.notesSlide+xml" PartName="/ppt/notesSlides/notesSlide169.xml"/>
  <Override ContentType="application/vnd.openxmlformats-officedocument.presentationml.notesSlide+xml" PartName="/ppt/notesSlides/notesSlide205.xml"/>
  <Override ContentType="application/vnd.openxmlformats-officedocument.presentationml.notesSlide+xml" PartName="/ppt/notesSlides/notesSlide108.xml"/>
  <Override ContentType="application/vnd.openxmlformats-officedocument.presentationml.notesSlide+xml" PartName="/ppt/notesSlides/notesSlide25.xml"/>
  <Override ContentType="application/vnd.openxmlformats-officedocument.presentationml.notesSlide+xml" PartName="/ppt/notesSlides/notesSlide160.xml"/>
  <Override ContentType="application/vnd.openxmlformats-officedocument.presentationml.notesSlide+xml" PartName="/ppt/notesSlides/notesSlide43.xml"/>
  <Override ContentType="application/vnd.openxmlformats-officedocument.presentationml.notesSlide+xml" PartName="/ppt/notesSlides/notesSlide86.xml"/>
  <Override ContentType="application/vnd.openxmlformats-officedocument.presentationml.notesSlide+xml" PartName="/ppt/notesSlides/notesSlide179.xml"/>
  <Override ContentType="application/vnd.openxmlformats-officedocument.presentationml.notesSlide+xml" PartName="/ppt/notesSlides/notesSlide233.xml"/>
  <Override ContentType="application/vnd.openxmlformats-officedocument.presentationml.notesSlide+xml" PartName="/ppt/notesSlides/notesSlide165.xml"/>
  <Override ContentType="application/vnd.openxmlformats-officedocument.presentationml.notesSlide+xml" PartName="/ppt/notesSlides/notesSlide122.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74.xml"/>
  <Override ContentType="application/vnd.openxmlformats-officedocument.presentationml.notesSlide+xml" PartName="/ppt/notesSlides/notesSlide170.xml"/>
  <Override ContentType="application/vnd.openxmlformats-officedocument.presentationml.notesSlide+xml" PartName="/ppt/notesSlides/notesSlide197.xml"/>
  <Override ContentType="application/vnd.openxmlformats-officedocument.presentationml.notesSlide+xml" PartName="/ppt/notesSlides/notesSlide221.xml"/>
  <Override ContentType="application/vnd.openxmlformats-officedocument.presentationml.notesSlide+xml" PartName="/ppt/notesSlides/notesSlide58.xml"/>
  <Override ContentType="application/vnd.openxmlformats-officedocument.presentationml.notesSlide+xml" PartName="/ppt/notesSlides/notesSlide154.xml"/>
  <Override ContentType="application/vnd.openxmlformats-officedocument.presentationml.notesSlide+xml" PartName="/ppt/notesSlides/notesSlide136.xml"/>
  <Override ContentType="application/vnd.openxmlformats-officedocument.presentationml.notesSlide+xml" PartName="/ppt/notesSlides/notesSlide2.xml"/>
  <Override ContentType="application/vnd.openxmlformats-officedocument.presentationml.notesSlide+xml" PartName="/ppt/notesSlides/notesSlide260.xml"/>
  <Override ContentType="application/vnd.openxmlformats-officedocument.presentationml.notesSlide+xml" PartName="/ppt/notesSlides/notesSlide70.xml"/>
  <Override ContentType="application/vnd.openxmlformats-officedocument.presentationml.notesSlide+xml" PartName="/ppt/notesSlides/notesSlide243.xml"/>
  <Override ContentType="application/vnd.openxmlformats-officedocument.presentationml.notesSlide+xml" PartName="/ppt/notesSlides/notesSlide111.xml"/>
  <Override ContentType="application/vnd.openxmlformats-officedocument.presentationml.notesSlide+xml" PartName="/ppt/notesSlides/notesSlide226.xml"/>
  <Override ContentType="application/vnd.openxmlformats-officedocument.presentationml.notesSlide+xml" PartName="/ppt/notesSlides/notesSlide200.xml"/>
  <Override ContentType="application/vnd.openxmlformats-officedocument.presentationml.notesSlide+xml" PartName="/ppt/notesSlides/notesSlide181.xml"/>
  <Override ContentType="application/vnd.openxmlformats-officedocument.presentationml.notesSlide+xml" PartName="/ppt/notesSlides/notesSlide47.xml"/>
  <Override ContentType="application/vnd.openxmlformats-officedocument.presentationml.notesSlide+xml" PartName="/ppt/notesSlides/notesSlide209.xml"/>
  <Override ContentType="application/vnd.openxmlformats-officedocument.presentationml.notesSlide+xml" PartName="/ppt/notesSlides/notesSlide104.xml"/>
  <Override ContentType="application/vnd.openxmlformats-officedocument.presentationml.notesSlide+xml" PartName="/ppt/notesSlides/notesSlide147.xml"/>
  <Override ContentType="application/vnd.openxmlformats-officedocument.presentationml.notesSlide+xml" PartName="/ppt/notesSlides/notesSlide21.xml"/>
  <Override ContentType="application/vnd.openxmlformats-officedocument.presentationml.notesSlide+xml" PartName="/ppt/notesSlides/notesSlide164.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6.xml"/>
  <Override ContentType="application/vnd.openxmlformats-officedocument.presentationml.notesSlide+xml" PartName="/ppt/notesSlides/notesSlide237.xml"/>
  <Override ContentType="application/vnd.openxmlformats-officedocument.presentationml.notesSlide+xml" PartName="/ppt/notesSlides/notesSlide211.xml"/>
  <Override ContentType="application/vnd.openxmlformats-officedocument.presentationml.notesSlide+xml" PartName="/ppt/notesSlides/notesSlide254.xml"/>
  <Override ContentType="application/vnd.openxmlformats-officedocument.presentationml.notesSlide+xml" PartName="/ppt/notesSlides/notesSlide79.xml"/>
  <Override ContentType="application/vnd.openxmlformats-officedocument.presentationml.notesSlide+xml" PartName="/ppt/notesSlides/notesSlide132.xml"/>
  <Override ContentType="application/vnd.openxmlformats-officedocument.presentationml.notesSlide+xml" PartName="/ppt/notesSlides/notesSlide36.xml"/>
  <Override ContentType="application/vnd.openxmlformats-officedocument.presentationml.notesSlide+xml" PartName="/ppt/notesSlides/notesSlide96.xml"/>
  <Override ContentType="application/vnd.openxmlformats-officedocument.presentationml.notesSlide+xml" PartName="/ppt/notesSlides/notesSlide192.xml"/>
  <Override ContentType="application/vnd.openxmlformats-officedocument.presentationml.notesSlide+xml" PartName="/ppt/notesSlides/notesSlide19.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158.xml"/>
  <Override ContentType="application/vnd.openxmlformats-officedocument.presentationml.notesSlide+xml" PartName="/ppt/notesSlides/notesSlide175.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1.xml"/>
  <Override ContentType="application/vnd.openxmlformats-officedocument.presentationml.slide+xml" PartName="/ppt/slides/slide164.xml"/>
  <Override ContentType="application/vnd.openxmlformats-officedocument.presentationml.slide+xml" PartName="/ppt/slides/slide253.xml"/>
  <Override ContentType="application/vnd.openxmlformats-officedocument.presentationml.slide+xml" PartName="/ppt/slides/slide43.xml"/>
  <Override ContentType="application/vnd.openxmlformats-officedocument.presentationml.slide+xml" PartName="/ppt/slides/slide199.xml"/>
  <Override ContentType="application/vnd.openxmlformats-officedocument.presentationml.slide+xml" PartName="/ppt/slides/slide210.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202.xml"/>
  <Override ContentType="application/vnd.openxmlformats-officedocument.presentationml.slide+xml" PartName="/ppt/slides/slide105.xml"/>
  <Override ContentType="application/vnd.openxmlformats-officedocument.presentationml.slide+xml" PartName="/ppt/slides/slide148.xml"/>
  <Override ContentType="application/vnd.openxmlformats-officedocument.presentationml.slide+xml" PartName="/ppt/slides/slide172.xml"/>
  <Override ContentType="application/vnd.openxmlformats-officedocument.presentationml.slide+xml" PartName="/ppt/slides/slide19.xml"/>
  <Override ContentType="application/vnd.openxmlformats-officedocument.presentationml.slide+xml" PartName="/ppt/slides/slide5.xml"/>
  <Override ContentType="application/vnd.openxmlformats-officedocument.presentationml.slide+xml" PartName="/ppt/slides/slide237.xml"/>
  <Override ContentType="application/vnd.openxmlformats-officedocument.presentationml.slide+xml" PartName="/ppt/slides/slide261.xml"/>
  <Override ContentType="application/vnd.openxmlformats-officedocument.presentationml.slide+xml" PartName="/ppt/slides/slide51.xml"/>
  <Override ContentType="application/vnd.openxmlformats-officedocument.presentationml.slide+xml" PartName="/ppt/slides/slide245.xml"/>
  <Override ContentType="application/vnd.openxmlformats-officedocument.presentationml.slide+xml" PartName="/ppt/slides/slide113.xml"/>
  <Override ContentType="application/vnd.openxmlformats-officedocument.presentationml.slide+xml" PartName="/ppt/slides/slide94.xml"/>
  <Override ContentType="application/vnd.openxmlformats-officedocument.presentationml.slide+xml" PartName="/ppt/slides/slide156.xml"/>
  <Override ContentType="application/vnd.openxmlformats-officedocument.presentationml.slide+xml" PartName="/ppt/slides/slide217.xml"/>
  <Override ContentType="application/vnd.openxmlformats-officedocument.presentationml.slide+xml" PartName="/ppt/slides/slide71.xml"/>
  <Override ContentType="application/vnd.openxmlformats-officedocument.presentationml.slide+xml" PartName="/ppt/slides/slide179.xml"/>
  <Override ContentType="application/vnd.openxmlformats-officedocument.presentationml.slide+xml" PartName="/ppt/slides/slide233.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229.xml"/>
  <Override ContentType="application/vnd.openxmlformats-officedocument.presentationml.slide+xml" PartName="/ppt/slides/slide136.xml"/>
  <Override ContentType="application/vnd.openxmlformats-officedocument.presentationml.slide+xml" PartName="/ppt/slides/slide184.xml"/>
  <Override ContentType="application/vnd.openxmlformats-officedocument.presentationml.slide+xml" PartName="/ppt/slides/slide141.xml"/>
  <Override ContentType="application/vnd.openxmlformats-officedocument.presentationml.slide+xml" PartName="/ppt/slides/slide82.xml"/>
  <Override ContentType="application/vnd.openxmlformats-officedocument.presentationml.slide+xml" PartName="/ppt/slides/slide9.xml"/>
  <Override ContentType="application/vnd.openxmlformats-officedocument.presentationml.slide+xml" PartName="/ppt/slides/slide168.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187.xml"/>
  <Override ContentType="application/vnd.openxmlformats-officedocument.presentationml.slide+xml" PartName="/ppt/slides/slide98.xml"/>
  <Override ContentType="application/vnd.openxmlformats-officedocument.presentationml.slide+xml" PartName="/ppt/slides/slide152.xml"/>
  <Override ContentType="application/vnd.openxmlformats-officedocument.presentationml.slide+xml" PartName="/ppt/slides/slide125.xml"/>
  <Override ContentType="application/vnd.openxmlformats-officedocument.presentationml.slide+xml" PartName="/ppt/slides/slide257.xml"/>
  <Override ContentType="application/vnd.openxmlformats-officedocument.presentationml.slide+xml" PartName="/ppt/slides/slide20.xml"/>
  <Override ContentType="application/vnd.openxmlformats-officedocument.presentationml.slide+xml" PartName="/ppt/slides/slide161.xml"/>
  <Override ContentType="application/vnd.openxmlformats-officedocument.presentationml.slide+xml" PartName="/ppt/slides/slide214.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206.xml"/>
  <Override ContentType="application/vnd.openxmlformats-officedocument.presentationml.slide+xml" PartName="/ppt/slides/slide55.xml"/>
  <Override ContentType="application/vnd.openxmlformats-officedocument.presentationml.slide+xml" PartName="/ppt/slides/slide249.xml"/>
  <Override ContentType="application/vnd.openxmlformats-officedocument.presentationml.slide+xml" PartName="/ppt/slides/slide195.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242.xml"/>
  <Override ContentType="application/vnd.openxmlformats-officedocument.presentationml.slide+xml" PartName="/ppt/slides/slide129.xml"/>
  <Override ContentType="application/vnd.openxmlformats-officedocument.presentationml.slide+xml" PartName="/ppt/slides/slide63.xml"/>
  <Override ContentType="application/vnd.openxmlformats-officedocument.presentationml.slide+xml" PartName="/ppt/slides/slide159.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144.xml"/>
  <Override ContentType="application/vnd.openxmlformats-officedocument.presentationml.slide+xml" PartName="/ppt/slides/slide133.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176.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225.xml"/>
  <Override ContentType="application/vnd.openxmlformats-officedocument.presentationml.slide+xml" PartName="/ppt/slides/slide180.xml"/>
  <Override ContentType="application/vnd.openxmlformats-officedocument.presentationml.slide+xml" PartName="/ppt/slides/slide18.xml"/>
  <Override ContentType="application/vnd.openxmlformats-officedocument.presentationml.slide+xml" PartName="/ppt/slides/slide201.xml"/>
  <Override ContentType="application/vnd.openxmlformats-officedocument.presentationml.slide+xml" PartName="/ppt/slides/slide244.xml"/>
  <Override ContentType="application/vnd.openxmlformats-officedocument.presentationml.slide+xml" PartName="/ppt/slides/slide52.xml"/>
  <Override ContentType="application/vnd.openxmlformats-officedocument.presentationml.slide+xml" PartName="/ppt/slides/slide95.xml"/>
  <Override ContentType="application/vnd.openxmlformats-officedocument.presentationml.slide+xml" PartName="/ppt/slides/slide181.xml"/>
  <Override ContentType="application/vnd.openxmlformats-officedocument.presentationml.slide+xml" PartName="/ppt/slides/slide157.xml"/>
  <Override ContentType="application/vnd.openxmlformats-officedocument.presentationml.slide+xml" PartName="/ppt/slides/slide211.xml"/>
  <Override ContentType="application/vnd.openxmlformats-officedocument.presentationml.slide+xml" PartName="/ppt/slides/slide77.xml"/>
  <Override ContentType="application/vnd.openxmlformats-officedocument.presentationml.slide+xml" PartName="/ppt/slides/slide165.xml"/>
  <Override ContentType="application/vnd.openxmlformats-officedocument.presentationml.slide+xml" PartName="/ppt/slides/slide34.xml"/>
  <Override ContentType="application/vnd.openxmlformats-officedocument.presentationml.slide+xml" PartName="/ppt/slides/slide254.xml"/>
  <Override ContentType="application/vnd.openxmlformats-officedocument.presentationml.slide+xml" PartName="/ppt/slides/slide122.xml"/>
  <Override ContentType="application/vnd.openxmlformats-officedocument.presentationml.slide+xml" PartName="/ppt/slides/slide147.xml"/>
  <Override ContentType="application/vnd.openxmlformats-officedocument.presentationml.slide+xml" PartName="/ppt/slides/slide191.xml"/>
  <Override ContentType="application/vnd.openxmlformats-officedocument.presentationml.slide+xml" PartName="/ppt/slides/slide236.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137.xml"/>
  <Override ContentType="application/vnd.openxmlformats-officedocument.presentationml.slide+xml" PartName="/ppt/slides/slide110.xml"/>
  <Override ContentType="application/vnd.openxmlformats-officedocument.presentationml.slide+xml" PartName="/ppt/slides/slide250.xml"/>
  <Override ContentType="application/vnd.openxmlformats-officedocument.presentationml.slide+xml" PartName="/ppt/slides/slide153.xml"/>
  <Override ContentType="application/vnd.openxmlformats-officedocument.presentationml.slide+xml" PartName="/ppt/slides/slide248.xml"/>
  <Override ContentType="application/vnd.openxmlformats-officedocument.presentationml.slide+xml" PartName="/ppt/slides/slide67.xml"/>
  <Override ContentType="application/vnd.openxmlformats-officedocument.presentationml.slide+xml" PartName="/ppt/slides/slide196.xml"/>
  <Override ContentType="application/vnd.openxmlformats-officedocument.presentationml.slide+xml" PartName="/ppt/slides/slide171.xml"/>
  <Override ContentType="application/vnd.openxmlformats-officedocument.presentationml.slide+xml" PartName="/ppt/slides/slide259.xml"/>
  <Override ContentType="application/vnd.openxmlformats-officedocument.presentationml.slide+xml" PartName="/ppt/slides/slide49.xml"/>
  <Override ContentType="application/vnd.openxmlformats-officedocument.presentationml.slide+xml" PartName="/ppt/slides/slide216.xml"/>
  <Override ContentType="application/vnd.openxmlformats-officedocument.presentationml.slide+xml" PartName="/ppt/slides/slide83.xml"/>
  <Override ContentType="application/vnd.openxmlformats-officedocument.presentationml.slide+xml" PartName="/ppt/slides/slide6.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221.xml"/>
  <Override ContentType="application/vnd.openxmlformats-officedocument.presentationml.slide+xml" PartName="/ppt/slides/slide73.xml"/>
  <Override ContentType="application/vnd.openxmlformats-officedocument.presentationml.slide+xml" PartName="/ppt/slides/slide169.xml"/>
  <Override ContentType="application/vnd.openxmlformats-officedocument.presentationml.slide+xml" PartName="/ppt/slides/slide258.xml"/>
  <Override ContentType="application/vnd.openxmlformats-officedocument.presentationml.slide+xml" PartName="/ppt/slides/slide30.xml"/>
  <Override ContentType="application/vnd.openxmlformats-officedocument.presentationml.slide+xml" PartName="/ppt/slides/slide126.xml"/>
  <Override ContentType="application/vnd.openxmlformats-officedocument.presentationml.slide+xml" PartName="/ppt/slides/slide186.xml"/>
  <Override ContentType="application/vnd.openxmlformats-officedocument.presentationml.slide+xml" PartName="/ppt/slides/slide215.xml"/>
  <Override ContentType="application/vnd.openxmlformats-officedocument.presentationml.slide+xml" PartName="/ppt/slides/slide109.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222.xml"/>
  <Override ContentType="application/vnd.openxmlformats-officedocument.presentationml.slide+xml" PartName="/ppt/slides/slide205.xml"/>
  <Override ContentType="application/vnd.openxmlformats-officedocument.presentationml.slide+xml" PartName="/ppt/slides/slide160.xml"/>
  <Override ContentType="application/vnd.openxmlformats-officedocument.presentationml.slide+xml" PartName="/ppt/slides/slide232.xml"/>
  <Override ContentType="application/vnd.openxmlformats-officedocument.presentationml.slide+xml" PartName="/ppt/slides/slide100.xml"/>
  <Override ContentType="application/vnd.openxmlformats-officedocument.presentationml.slide+xml" PartName="/ppt/slides/slide90.xml"/>
  <Override ContentType="application/vnd.openxmlformats-officedocument.presentationml.slide+xml" PartName="/ppt/slides/slide143.xml"/>
  <Override ContentType="application/vnd.openxmlformats-officedocument.presentationml.slide+xml" PartName="/ppt/slides/slide132.xml"/>
  <Override ContentType="application/vnd.openxmlformats-officedocument.presentationml.slide+xml" PartName="/ppt/slides/slide62.xml"/>
  <Override ContentType="application/vnd.openxmlformats-officedocument.presentationml.slide+xml" PartName="/ppt/slides/slide175.xml"/>
  <Override ContentType="application/vnd.openxmlformats-officedocument.presentationml.slide+xml" PartName="/ppt/slides/slide1.xml"/>
  <Override ContentType="application/vnd.openxmlformats-officedocument.presentationml.slide+xml" PartName="/ppt/slides/slide192.xml"/>
  <Override ContentType="application/vnd.openxmlformats-officedocument.presentationml.slide+xml" PartName="/ppt/slides/slide45.xml"/>
  <Override ContentType="application/vnd.openxmlformats-officedocument.presentationml.slide+xml" PartName="/ppt/slides/slide226.xml"/>
  <Override ContentType="application/vnd.openxmlformats-officedocument.presentationml.slide+xml" PartName="/ppt/slides/slide28.xml"/>
  <Override ContentType="application/vnd.openxmlformats-officedocument.presentationml.slide+xml" PartName="/ppt/slides/slide209.xml"/>
  <Override ContentType="application/vnd.openxmlformats-officedocument.presentationml.slide+xml" PartName="/ppt/slides/slide200.xml"/>
  <Override ContentType="application/vnd.openxmlformats-officedocument.presentationml.slide+xml" PartName="/ppt/slides/slide243.xml"/>
  <Override ContentType="application/vnd.openxmlformats-officedocument.presentationml.slide+xml" PartName="/ppt/slides/slide88.xml"/>
  <Override ContentType="application/vnd.openxmlformats-officedocument.presentationml.slide+xml" PartName="/ppt/slides/slide158.xml"/>
  <Override ContentType="application/vnd.openxmlformats-officedocument.presentationml.slide+xml" PartName="/ppt/slides/slide115.xml"/>
  <Override ContentType="application/vnd.openxmlformats-officedocument.presentationml.slide+xml" PartName="/ppt/slides/slide260.xml"/>
  <Override ContentType="application/vnd.openxmlformats-officedocument.presentationml.slide+xml" PartName="/ppt/slides/slide3.xml"/>
  <Override ContentType="application/vnd.openxmlformats-officedocument.presentationml.slide+xml" PartName="/ppt/slides/slide182.xml"/>
  <Override ContentType="application/vnd.openxmlformats-officedocument.presentationml.slide+xml" PartName="/ppt/slides/slide17.xml"/>
  <Override ContentType="application/vnd.openxmlformats-officedocument.presentationml.slide+xml" PartName="/ppt/slides/slide138.xml"/>
  <Override ContentType="application/vnd.openxmlformats-officedocument.presentationml.slide+xml" PartName="/ppt/slides/slide25.xml"/>
  <Override ContentType="application/vnd.openxmlformats-officedocument.presentationml.slide+xml" PartName="/ppt/slides/slide174.xml"/>
  <Override ContentType="application/vnd.openxmlformats-officedocument.presentationml.slide+xml" PartName="/ppt/slides/slide190.xml"/>
  <Override ContentType="application/vnd.openxmlformats-officedocument.presentationml.slide+xml" PartName="/ppt/slides/slide227.xml"/>
  <Override ContentType="application/vnd.openxmlformats-officedocument.presentationml.slide+xml" PartName="/ppt/slides/slide33.xml"/>
  <Override ContentType="application/vnd.openxmlformats-officedocument.presentationml.slide+xml" PartName="/ppt/slides/slide219.xml"/>
  <Override ContentType="application/vnd.openxmlformats-officedocument.presentationml.slide+xml" PartName="/ppt/slides/slide68.xml"/>
  <Override ContentType="application/vnd.openxmlformats-officedocument.presentationml.slide+xml" PartName="/ppt/slides/slide170.xml"/>
  <Override ContentType="application/vnd.openxmlformats-officedocument.presentationml.slide+xml" PartName="/ppt/slides/slide204.xml"/>
  <Override ContentType="application/vnd.openxmlformats-officedocument.presentationml.slide+xml" PartName="/ppt/slides/slide247.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123.xml"/>
  <Override ContentType="application/vnd.openxmlformats-officedocument.presentationml.slide+xml" PartName="/ppt/slides/slide220.xml"/>
  <Override ContentType="application/vnd.openxmlformats-officedocument.presentationml.slide+xml" PartName="/ppt/slides/slide166.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235.xml"/>
  <Override ContentType="application/vnd.openxmlformats-officedocument.presentationml.slide+xml" PartName="/ppt/slides/slide154.xml"/>
  <Override ContentType="application/vnd.openxmlformats-officedocument.presentationml.slide+xml" PartName="/ppt/slides/slide197.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251.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3.xml"/>
  <Override ContentType="application/vnd.openxmlformats-officedocument.presentationml.slide+xml" PartName="/ppt/slides/slide240.xml"/>
  <Override ContentType="application/vnd.openxmlformats-officedocument.presentationml.slide+xml" PartName="/ppt/slides/slide22.xml"/>
  <Override ContentType="application/vnd.openxmlformats-officedocument.presentationml.slide+xml" PartName="/ppt/slides/slide185.xml"/>
  <Override ContentType="application/vnd.openxmlformats-officedocument.presentationml.slide+xml" PartName="/ppt/slides/slide231.xml"/>
  <Override ContentType="application/vnd.openxmlformats-officedocument.presentationml.slide+xml" PartName="/ppt/slides/slide65.xml"/>
  <Override ContentType="application/vnd.openxmlformats-officedocument.presentationml.slide+xml" PartName="/ppt/slides/slide118.xml"/>
  <Override ContentType="application/vnd.openxmlformats-officedocument.presentationml.slide+xml" PartName="/ppt/slides/slide142.xml"/>
  <Override ContentType="application/vnd.openxmlformats-officedocument.presentationml.slide+xml" PartName="/ppt/slides/slide72.xml"/>
  <Override ContentType="application/vnd.openxmlformats-officedocument.presentationml.slide+xml" PartName="/ppt/slides/slide135.xml"/>
  <Override ContentType="application/vnd.openxmlformats-officedocument.presentationml.slide+xml" PartName="/ppt/slides/slide178.xml"/>
  <Override ContentType="application/vnd.openxmlformats-officedocument.presentationml.slide+xml" PartName="/ppt/slides/slide29.xml"/>
  <Override ContentType="application/vnd.openxmlformats-officedocument.presentationml.slide+xml" PartName="/ppt/slides/slide212.xml"/>
  <Override ContentType="application/vnd.openxmlformats-officedocument.presentationml.slide+xml" PartName="/ppt/slides/slide255.xml"/>
  <Override ContentType="application/vnd.openxmlformats-officedocument.presentationml.slide+xml" PartName="/ppt/slides/slide76.xml"/>
  <Override ContentType="application/vnd.openxmlformats-officedocument.presentationml.slide+xml" PartName="/ppt/slides/slide131.xml"/>
  <Override ContentType="application/vnd.openxmlformats-officedocument.presentationml.slide+xml" PartName="/ppt/slides/slide93.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114.xml"/>
  <Override ContentType="application/vnd.openxmlformats-officedocument.presentationml.slide+xml" PartName="/ppt/slides/slide163.xml"/>
  <Override ContentType="application/vnd.openxmlformats-officedocument.presentationml.slide+xml" PartName="/ppt/slides/slide127.xml"/>
  <Override ContentType="application/vnd.openxmlformats-officedocument.presentationml.slide+xml" PartName="/ppt/slides/slide146.xml"/>
  <Override ContentType="application/vnd.openxmlformats-officedocument.presentationml.slide+xml" PartName="/ppt/slides/slide150.xml"/>
  <Override ContentType="application/vnd.openxmlformats-officedocument.presentationml.slide+xml" PartName="/ppt/slides/slide189.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57.xml"/>
  <Override ContentType="application/vnd.openxmlformats-officedocument.presentationml.slide+xml" PartName="/ppt/slides/slide238.xml"/>
  <Override ContentType="application/vnd.openxmlformats-officedocument.presentationml.slide+xml" PartName="/ppt/slides/slide44.xml"/>
  <Override ContentType="application/vnd.openxmlformats-officedocument.presentationml.slide+xml" PartName="/ppt/slides/slide193.xml"/>
  <Override ContentType="application/vnd.openxmlformats-officedocument.presentationml.slide+xml" PartName="/ppt/slides/slide208.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228.xml"/>
  <Override ContentType="application/vnd.openxmlformats-officedocument.presentationml.slide+xml" PartName="/ppt/slides/slide139.xml"/>
  <Override ContentType="application/vnd.openxmlformats-officedocument.presentationml.slide+xml" PartName="/ppt/slides/slide60.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198.xml"/>
  <Override ContentType="application/vnd.openxmlformats-officedocument.presentationml.slide+xml" PartName="/ppt/slides/slide15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218.xml"/>
  <Override ContentType="application/vnd.openxmlformats-officedocument.presentationml.slide+xml" PartName="/ppt/slides/slide130.xml"/>
  <Override ContentType="application/vnd.openxmlformats-officedocument.presentationml.slide+xml" PartName="/ppt/slides/slide173.xml"/>
  <Override ContentType="application/vnd.openxmlformats-officedocument.presentationml.slide+xml" PartName="/ppt/slides/slide16.xml"/>
  <Override ContentType="application/vnd.openxmlformats-officedocument.presentationml.slide+xml" PartName="/ppt/slides/slide262.xml"/>
  <Override ContentType="application/vnd.openxmlformats-officedocument.presentationml.slide+xml" PartName="/ppt/slides/slide97.xml"/>
  <Override ContentType="application/vnd.openxmlformats-officedocument.presentationml.slide+xml" PartName="/ppt/slides/slide140.xml"/>
  <Override ContentType="application/vnd.openxmlformats-officedocument.presentationml.slide+xml" PartName="/ppt/slides/slide11.xml"/>
  <Override ContentType="application/vnd.openxmlformats-officedocument.presentationml.slide+xml" PartName="/ppt/slides/slide183.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246.xml"/>
  <Override ContentType="application/vnd.openxmlformats-officedocument.presentationml.slide+xml" PartName="/ppt/slides/slide149.xml"/>
  <Override ContentType="application/vnd.openxmlformats-officedocument.presentationml.slide+xml" PartName="/ppt/slides/slide203.xml"/>
  <Override ContentType="application/vnd.openxmlformats-officedocument.presentationml.slide+xml" PartName="/ppt/slides/slide252.xml"/>
  <Override ContentType="application/vnd.openxmlformats-officedocument.presentationml.slide+xml" PartName="/ppt/slides/slide124.xml"/>
  <Override ContentType="application/vnd.openxmlformats-officedocument.presentationml.slide+xml" PartName="/ppt/slides/slide106.xml"/>
  <Override ContentType="application/vnd.openxmlformats-officedocument.presentationml.slide+xml" PartName="/ppt/slides/slide167.xml"/>
  <Override ContentType="application/vnd.openxmlformats-officedocument.presentationml.slide+xml" PartName="/ppt/slides/slide70.xml"/>
  <Override ContentType="application/vnd.openxmlformats-officedocument.presentationml.slide+xml" PartName="/ppt/slides/slide234.xml"/>
  <Override ContentType="application/vnd.openxmlformats-officedocument.presentationml.slide+xml" PartName="/ppt/slides/slide194.xml"/>
  <Override ContentType="application/vnd.openxmlformats-officedocument.presentationml.slide+xml" PartName="/ppt/slides/slide151.xml"/>
  <Override ContentType="application/vnd.openxmlformats-officedocument.presentationml.slide+xml" PartName="/ppt/slides/slide177.xml"/>
  <Override ContentType="application/vnd.openxmlformats-officedocument.presentationml.slide+xml" PartName="/ppt/slides/slide134.xml"/>
  <Override ContentType="application/vnd.openxmlformats-officedocument.presentationml.slide+xml" PartName="/ppt/slides/slide207.xml"/>
  <Override ContentType="application/vnd.openxmlformats-officedocument.presentationml.slide+xml" PartName="/ppt/slides/slide224.xml"/>
  <Override ContentType="application/vnd.openxmlformats-officedocument.presentationml.slide+xml" PartName="/ppt/slides/slide47.xml"/>
  <Override ContentType="application/vnd.openxmlformats-officedocument.presentationml.slide+xml" PartName="/ppt/slides/slide241.xml"/>
  <Override ContentType="application/vnd.openxmlformats-officedocument.presentationml.slide+xml" PartName="/ppt/slides/slide21.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8.xml"/>
  <Override ContentType="application/vnd.openxmlformats-officedocument.presentationml.slide+xml" PartName="/ppt/slides/slide117.xml"/>
  <Override ContentType="application/vnd.openxmlformats-officedocument.presentationml.slide+xml" PartName="/ppt/slides/slide145.xml"/>
  <Override ContentType="application/vnd.openxmlformats-officedocument.presentationml.slide+xml" PartName="/ppt/slides/slide188.xml"/>
  <Override ContentType="application/vnd.openxmlformats-officedocument.presentationml.slide+xml" PartName="/ppt/slides/slide162.xml"/>
  <Override ContentType="application/vnd.openxmlformats-officedocument.presentationml.slide+xml" PartName="/ppt/slides/slide32.xml"/>
  <Override ContentType="application/vnd.openxmlformats-officedocument.presentationml.slide+xml" PartName="/ppt/slides/slide75.xml"/>
  <Override ContentType="application/vnd.openxmlformats-officedocument.presentationml.slide+xml" PartName="/ppt/slides/slide213.xml"/>
  <Override ContentType="application/vnd.openxmlformats-officedocument.presentationml.slide+xml" PartName="/ppt/slides/slide58.xml"/>
  <Override ContentType="application/vnd.openxmlformats-officedocument.presentationml.slide+xml" PartName="/ppt/slides/slide239.xml"/>
  <Override ContentType="application/vnd.openxmlformats-officedocument.presentationml.slide+xml" PartName="/ppt/slides/slide15.xml"/>
  <Override ContentType="application/vnd.openxmlformats-officedocument.presentationml.slide+xml" PartName="/ppt/slides/slide230.xml"/>
  <Override ContentType="application/vnd.openxmlformats-officedocument.presentationml.slide+xml" PartName="/ppt/slides/slide256.xml"/>
  <Override ContentType="application/vnd.openxmlformats-officedocument.presentationml.slide+xml" PartName="/ppt/slides/slide128.xml"/>
  <Override ContentType="application/vnd.openxmlformats-officedocument.presentationml.slide+xml" PartName="/ppt/slides/slide92.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 id="347" r:id="rId97"/>
    <p:sldId id="348" r:id="rId98"/>
    <p:sldId id="349" r:id="rId99"/>
    <p:sldId id="350" r:id="rId100"/>
    <p:sldId id="351" r:id="rId101"/>
    <p:sldId id="352" r:id="rId102"/>
    <p:sldId id="353" r:id="rId103"/>
    <p:sldId id="354" r:id="rId104"/>
    <p:sldId id="355" r:id="rId105"/>
    <p:sldId id="356" r:id="rId106"/>
    <p:sldId id="357" r:id="rId107"/>
    <p:sldId id="358" r:id="rId108"/>
    <p:sldId id="359" r:id="rId109"/>
    <p:sldId id="360" r:id="rId110"/>
    <p:sldId id="361" r:id="rId111"/>
    <p:sldId id="362" r:id="rId112"/>
    <p:sldId id="363" r:id="rId113"/>
    <p:sldId id="364" r:id="rId114"/>
    <p:sldId id="365" r:id="rId115"/>
    <p:sldId id="366" r:id="rId116"/>
    <p:sldId id="367" r:id="rId117"/>
    <p:sldId id="368" r:id="rId118"/>
    <p:sldId id="369" r:id="rId119"/>
    <p:sldId id="370" r:id="rId120"/>
    <p:sldId id="371" r:id="rId121"/>
    <p:sldId id="372" r:id="rId122"/>
    <p:sldId id="373" r:id="rId123"/>
    <p:sldId id="374" r:id="rId124"/>
    <p:sldId id="375" r:id="rId125"/>
    <p:sldId id="376" r:id="rId126"/>
    <p:sldId id="377" r:id="rId127"/>
    <p:sldId id="378" r:id="rId128"/>
    <p:sldId id="379" r:id="rId129"/>
    <p:sldId id="380" r:id="rId130"/>
    <p:sldId id="381" r:id="rId131"/>
    <p:sldId id="382" r:id="rId132"/>
    <p:sldId id="383" r:id="rId133"/>
    <p:sldId id="384" r:id="rId134"/>
    <p:sldId id="385" r:id="rId135"/>
    <p:sldId id="386" r:id="rId136"/>
    <p:sldId id="387" r:id="rId137"/>
    <p:sldId id="388" r:id="rId138"/>
    <p:sldId id="389" r:id="rId139"/>
    <p:sldId id="390" r:id="rId140"/>
    <p:sldId id="391" r:id="rId141"/>
    <p:sldId id="392" r:id="rId142"/>
    <p:sldId id="393" r:id="rId143"/>
    <p:sldId id="394" r:id="rId144"/>
    <p:sldId id="395" r:id="rId145"/>
    <p:sldId id="396" r:id="rId146"/>
    <p:sldId id="397" r:id="rId147"/>
    <p:sldId id="398" r:id="rId148"/>
    <p:sldId id="399" r:id="rId149"/>
    <p:sldId id="400" r:id="rId150"/>
    <p:sldId id="401" r:id="rId151"/>
    <p:sldId id="402" r:id="rId152"/>
    <p:sldId id="403" r:id="rId153"/>
    <p:sldId id="404" r:id="rId154"/>
    <p:sldId id="405" r:id="rId155"/>
    <p:sldId id="406" r:id="rId156"/>
    <p:sldId id="407" r:id="rId157"/>
    <p:sldId id="408" r:id="rId158"/>
    <p:sldId id="409" r:id="rId159"/>
    <p:sldId id="410" r:id="rId160"/>
    <p:sldId id="411" r:id="rId161"/>
    <p:sldId id="412" r:id="rId162"/>
    <p:sldId id="413" r:id="rId163"/>
    <p:sldId id="414" r:id="rId164"/>
    <p:sldId id="415" r:id="rId165"/>
    <p:sldId id="416" r:id="rId166"/>
    <p:sldId id="417" r:id="rId167"/>
    <p:sldId id="418" r:id="rId168"/>
    <p:sldId id="419" r:id="rId169"/>
    <p:sldId id="420" r:id="rId170"/>
    <p:sldId id="421" r:id="rId171"/>
    <p:sldId id="422" r:id="rId172"/>
    <p:sldId id="423" r:id="rId173"/>
    <p:sldId id="424" r:id="rId174"/>
    <p:sldId id="425" r:id="rId175"/>
    <p:sldId id="426" r:id="rId176"/>
    <p:sldId id="427" r:id="rId177"/>
    <p:sldId id="428" r:id="rId178"/>
    <p:sldId id="429" r:id="rId179"/>
    <p:sldId id="430" r:id="rId180"/>
    <p:sldId id="431" r:id="rId181"/>
    <p:sldId id="432" r:id="rId182"/>
    <p:sldId id="433" r:id="rId183"/>
    <p:sldId id="434" r:id="rId184"/>
    <p:sldId id="435" r:id="rId185"/>
    <p:sldId id="436" r:id="rId186"/>
    <p:sldId id="437" r:id="rId187"/>
    <p:sldId id="438" r:id="rId188"/>
    <p:sldId id="439" r:id="rId189"/>
    <p:sldId id="440" r:id="rId190"/>
    <p:sldId id="441" r:id="rId191"/>
    <p:sldId id="442" r:id="rId192"/>
    <p:sldId id="443" r:id="rId193"/>
    <p:sldId id="444" r:id="rId194"/>
    <p:sldId id="445" r:id="rId195"/>
    <p:sldId id="446" r:id="rId196"/>
    <p:sldId id="447" r:id="rId197"/>
    <p:sldId id="448" r:id="rId198"/>
    <p:sldId id="449" r:id="rId199"/>
    <p:sldId id="450" r:id="rId200"/>
    <p:sldId id="451" r:id="rId201"/>
    <p:sldId id="452" r:id="rId202"/>
    <p:sldId id="453" r:id="rId203"/>
    <p:sldId id="454" r:id="rId204"/>
    <p:sldId id="455" r:id="rId205"/>
    <p:sldId id="456" r:id="rId206"/>
    <p:sldId id="457" r:id="rId207"/>
    <p:sldId id="458" r:id="rId208"/>
    <p:sldId id="459" r:id="rId209"/>
    <p:sldId id="460" r:id="rId210"/>
    <p:sldId id="461" r:id="rId211"/>
    <p:sldId id="462" r:id="rId212"/>
    <p:sldId id="463" r:id="rId213"/>
    <p:sldId id="464" r:id="rId214"/>
    <p:sldId id="465" r:id="rId215"/>
    <p:sldId id="466" r:id="rId216"/>
    <p:sldId id="467" r:id="rId217"/>
    <p:sldId id="468" r:id="rId218"/>
    <p:sldId id="469" r:id="rId219"/>
    <p:sldId id="470" r:id="rId220"/>
    <p:sldId id="471" r:id="rId221"/>
    <p:sldId id="472" r:id="rId222"/>
    <p:sldId id="473" r:id="rId223"/>
    <p:sldId id="474" r:id="rId224"/>
    <p:sldId id="475" r:id="rId225"/>
    <p:sldId id="476" r:id="rId226"/>
    <p:sldId id="477" r:id="rId227"/>
    <p:sldId id="478" r:id="rId228"/>
    <p:sldId id="479" r:id="rId229"/>
    <p:sldId id="480" r:id="rId230"/>
    <p:sldId id="481" r:id="rId231"/>
    <p:sldId id="482" r:id="rId232"/>
    <p:sldId id="483" r:id="rId233"/>
    <p:sldId id="484" r:id="rId234"/>
    <p:sldId id="485" r:id="rId235"/>
    <p:sldId id="486" r:id="rId236"/>
    <p:sldId id="487" r:id="rId237"/>
    <p:sldId id="488" r:id="rId238"/>
    <p:sldId id="489" r:id="rId239"/>
    <p:sldId id="490" r:id="rId240"/>
    <p:sldId id="491" r:id="rId241"/>
    <p:sldId id="492" r:id="rId242"/>
    <p:sldId id="493" r:id="rId243"/>
    <p:sldId id="494" r:id="rId244"/>
    <p:sldId id="495" r:id="rId245"/>
    <p:sldId id="496" r:id="rId246"/>
    <p:sldId id="497" r:id="rId247"/>
    <p:sldId id="498" r:id="rId248"/>
    <p:sldId id="499" r:id="rId249"/>
    <p:sldId id="500" r:id="rId250"/>
    <p:sldId id="501" r:id="rId251"/>
    <p:sldId id="502" r:id="rId252"/>
    <p:sldId id="503" r:id="rId253"/>
    <p:sldId id="504" r:id="rId254"/>
    <p:sldId id="505" r:id="rId255"/>
    <p:sldId id="506" r:id="rId256"/>
    <p:sldId id="507" r:id="rId257"/>
    <p:sldId id="508" r:id="rId258"/>
    <p:sldId id="509" r:id="rId259"/>
    <p:sldId id="510" r:id="rId260"/>
    <p:sldId id="511" r:id="rId261"/>
    <p:sldId id="512" r:id="rId262"/>
    <p:sldId id="513" r:id="rId263"/>
    <p:sldId id="514" r:id="rId264"/>
    <p:sldId id="515" r:id="rId265"/>
    <p:sldId id="516" r:id="rId266"/>
    <p:sldId id="517" r:id="rId267"/>
  </p:sldIdLst>
  <p:sldSz cy="5143500" cx="9144000"/>
  <p:notesSz cx="9144000" cy="6858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268" roundtripDataSignature="AMtx7mgxLcYIvCLxzWBI9vQFq5yFdbX58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190" Type="http://schemas.openxmlformats.org/officeDocument/2006/relationships/slide" Target="slides/slide18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194" Type="http://schemas.openxmlformats.org/officeDocument/2006/relationships/slide" Target="slides/slide189.xml"/><Relationship Id="rId43" Type="http://schemas.openxmlformats.org/officeDocument/2006/relationships/slide" Target="slides/slide38.xml"/><Relationship Id="rId193" Type="http://schemas.openxmlformats.org/officeDocument/2006/relationships/slide" Target="slides/slide188.xml"/><Relationship Id="rId46" Type="http://schemas.openxmlformats.org/officeDocument/2006/relationships/slide" Target="slides/slide41.xml"/><Relationship Id="rId192" Type="http://schemas.openxmlformats.org/officeDocument/2006/relationships/slide" Target="slides/slide187.xml"/><Relationship Id="rId45" Type="http://schemas.openxmlformats.org/officeDocument/2006/relationships/slide" Target="slides/slide40.xml"/><Relationship Id="rId191" Type="http://schemas.openxmlformats.org/officeDocument/2006/relationships/slide" Target="slides/slide186.xml"/><Relationship Id="rId48" Type="http://schemas.openxmlformats.org/officeDocument/2006/relationships/slide" Target="slides/slide43.xml"/><Relationship Id="rId187" Type="http://schemas.openxmlformats.org/officeDocument/2006/relationships/slide" Target="slides/slide182.xml"/><Relationship Id="rId47" Type="http://schemas.openxmlformats.org/officeDocument/2006/relationships/slide" Target="slides/slide42.xml"/><Relationship Id="rId186" Type="http://schemas.openxmlformats.org/officeDocument/2006/relationships/slide" Target="slides/slide181.xml"/><Relationship Id="rId185" Type="http://schemas.openxmlformats.org/officeDocument/2006/relationships/slide" Target="slides/slide180.xml"/><Relationship Id="rId49" Type="http://schemas.openxmlformats.org/officeDocument/2006/relationships/slide" Target="slides/slide44.xml"/><Relationship Id="rId184" Type="http://schemas.openxmlformats.org/officeDocument/2006/relationships/slide" Target="slides/slide179.xml"/><Relationship Id="rId189" Type="http://schemas.openxmlformats.org/officeDocument/2006/relationships/slide" Target="slides/slide184.xml"/><Relationship Id="rId188" Type="http://schemas.openxmlformats.org/officeDocument/2006/relationships/slide" Target="slides/slide18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183" Type="http://schemas.openxmlformats.org/officeDocument/2006/relationships/slide" Target="slides/slide178.xml"/><Relationship Id="rId32" Type="http://schemas.openxmlformats.org/officeDocument/2006/relationships/slide" Target="slides/slide27.xml"/><Relationship Id="rId182" Type="http://schemas.openxmlformats.org/officeDocument/2006/relationships/slide" Target="slides/slide177.xml"/><Relationship Id="rId35" Type="http://schemas.openxmlformats.org/officeDocument/2006/relationships/slide" Target="slides/slide30.xml"/><Relationship Id="rId181" Type="http://schemas.openxmlformats.org/officeDocument/2006/relationships/slide" Target="slides/slide176.xml"/><Relationship Id="rId34" Type="http://schemas.openxmlformats.org/officeDocument/2006/relationships/slide" Target="slides/slide29.xml"/><Relationship Id="rId180" Type="http://schemas.openxmlformats.org/officeDocument/2006/relationships/slide" Target="slides/slide175.xml"/><Relationship Id="rId37" Type="http://schemas.openxmlformats.org/officeDocument/2006/relationships/slide" Target="slides/slide32.xml"/><Relationship Id="rId176" Type="http://schemas.openxmlformats.org/officeDocument/2006/relationships/slide" Target="slides/slide171.xml"/><Relationship Id="rId36" Type="http://schemas.openxmlformats.org/officeDocument/2006/relationships/slide" Target="slides/slide31.xml"/><Relationship Id="rId175" Type="http://schemas.openxmlformats.org/officeDocument/2006/relationships/slide" Target="slides/slide170.xml"/><Relationship Id="rId39" Type="http://schemas.openxmlformats.org/officeDocument/2006/relationships/slide" Target="slides/slide34.xml"/><Relationship Id="rId174" Type="http://schemas.openxmlformats.org/officeDocument/2006/relationships/slide" Target="slides/slide169.xml"/><Relationship Id="rId38" Type="http://schemas.openxmlformats.org/officeDocument/2006/relationships/slide" Target="slides/slide33.xml"/><Relationship Id="rId173" Type="http://schemas.openxmlformats.org/officeDocument/2006/relationships/slide" Target="slides/slide168.xml"/><Relationship Id="rId179" Type="http://schemas.openxmlformats.org/officeDocument/2006/relationships/slide" Target="slides/slide174.xml"/><Relationship Id="rId178" Type="http://schemas.openxmlformats.org/officeDocument/2006/relationships/slide" Target="slides/slide173.xml"/><Relationship Id="rId177" Type="http://schemas.openxmlformats.org/officeDocument/2006/relationships/slide" Target="slides/slide172.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98" Type="http://schemas.openxmlformats.org/officeDocument/2006/relationships/slide" Target="slides/slide193.xml"/><Relationship Id="rId14" Type="http://schemas.openxmlformats.org/officeDocument/2006/relationships/slide" Target="slides/slide9.xml"/><Relationship Id="rId197" Type="http://schemas.openxmlformats.org/officeDocument/2006/relationships/slide" Target="slides/slide192.xml"/><Relationship Id="rId17" Type="http://schemas.openxmlformats.org/officeDocument/2006/relationships/slide" Target="slides/slide12.xml"/><Relationship Id="rId196" Type="http://schemas.openxmlformats.org/officeDocument/2006/relationships/slide" Target="slides/slide191.xml"/><Relationship Id="rId16" Type="http://schemas.openxmlformats.org/officeDocument/2006/relationships/slide" Target="slides/slide11.xml"/><Relationship Id="rId195" Type="http://schemas.openxmlformats.org/officeDocument/2006/relationships/slide" Target="slides/slide190.xml"/><Relationship Id="rId19" Type="http://schemas.openxmlformats.org/officeDocument/2006/relationships/slide" Target="slides/slide14.xml"/><Relationship Id="rId18" Type="http://schemas.openxmlformats.org/officeDocument/2006/relationships/slide" Target="slides/slide13.xml"/><Relationship Id="rId199" Type="http://schemas.openxmlformats.org/officeDocument/2006/relationships/slide" Target="slides/slide194.xml"/><Relationship Id="rId84" Type="http://schemas.openxmlformats.org/officeDocument/2006/relationships/slide" Target="slides/slide79.xml"/><Relationship Id="rId83" Type="http://schemas.openxmlformats.org/officeDocument/2006/relationships/slide" Target="slides/slide78.xml"/><Relationship Id="rId86" Type="http://schemas.openxmlformats.org/officeDocument/2006/relationships/slide" Target="slides/slide81.xml"/><Relationship Id="rId85" Type="http://schemas.openxmlformats.org/officeDocument/2006/relationships/slide" Target="slides/slide80.xml"/><Relationship Id="rId88" Type="http://schemas.openxmlformats.org/officeDocument/2006/relationships/slide" Target="slides/slide83.xml"/><Relationship Id="rId150" Type="http://schemas.openxmlformats.org/officeDocument/2006/relationships/slide" Target="slides/slide145.xml"/><Relationship Id="rId87" Type="http://schemas.openxmlformats.org/officeDocument/2006/relationships/slide" Target="slides/slide82.xml"/><Relationship Id="rId89" Type="http://schemas.openxmlformats.org/officeDocument/2006/relationships/slide" Target="slides/slide84.xml"/><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149" Type="http://schemas.openxmlformats.org/officeDocument/2006/relationships/slide" Target="slides/slide144.xml"/><Relationship Id="rId4" Type="http://schemas.openxmlformats.org/officeDocument/2006/relationships/slideMaster" Target="slideMasters/slideMaster1.xml"/><Relationship Id="rId148" Type="http://schemas.openxmlformats.org/officeDocument/2006/relationships/slide" Target="slides/slide143.xml"/><Relationship Id="rId9" Type="http://schemas.openxmlformats.org/officeDocument/2006/relationships/slide" Target="slides/slide4.xml"/><Relationship Id="rId143" Type="http://schemas.openxmlformats.org/officeDocument/2006/relationships/slide" Target="slides/slide138.xml"/><Relationship Id="rId264" Type="http://schemas.openxmlformats.org/officeDocument/2006/relationships/slide" Target="slides/slide259.xml"/><Relationship Id="rId142" Type="http://schemas.openxmlformats.org/officeDocument/2006/relationships/slide" Target="slides/slide137.xml"/><Relationship Id="rId263" Type="http://schemas.openxmlformats.org/officeDocument/2006/relationships/slide" Target="slides/slide258.xml"/><Relationship Id="rId141" Type="http://schemas.openxmlformats.org/officeDocument/2006/relationships/slide" Target="slides/slide136.xml"/><Relationship Id="rId262" Type="http://schemas.openxmlformats.org/officeDocument/2006/relationships/slide" Target="slides/slide257.xml"/><Relationship Id="rId140" Type="http://schemas.openxmlformats.org/officeDocument/2006/relationships/slide" Target="slides/slide135.xml"/><Relationship Id="rId261" Type="http://schemas.openxmlformats.org/officeDocument/2006/relationships/slide" Target="slides/slide256.xml"/><Relationship Id="rId5" Type="http://schemas.openxmlformats.org/officeDocument/2006/relationships/notesMaster" Target="notesMasters/notesMaster1.xml"/><Relationship Id="rId147" Type="http://schemas.openxmlformats.org/officeDocument/2006/relationships/slide" Target="slides/slide142.xml"/><Relationship Id="rId268" Type="http://customschemas.google.com/relationships/presentationmetadata" Target="metadata"/><Relationship Id="rId6" Type="http://schemas.openxmlformats.org/officeDocument/2006/relationships/slide" Target="slides/slide1.xml"/><Relationship Id="rId146" Type="http://schemas.openxmlformats.org/officeDocument/2006/relationships/slide" Target="slides/slide141.xml"/><Relationship Id="rId267" Type="http://schemas.openxmlformats.org/officeDocument/2006/relationships/slide" Target="slides/slide262.xml"/><Relationship Id="rId7" Type="http://schemas.openxmlformats.org/officeDocument/2006/relationships/slide" Target="slides/slide2.xml"/><Relationship Id="rId145" Type="http://schemas.openxmlformats.org/officeDocument/2006/relationships/slide" Target="slides/slide140.xml"/><Relationship Id="rId266" Type="http://schemas.openxmlformats.org/officeDocument/2006/relationships/slide" Target="slides/slide261.xml"/><Relationship Id="rId8" Type="http://schemas.openxmlformats.org/officeDocument/2006/relationships/slide" Target="slides/slide3.xml"/><Relationship Id="rId144" Type="http://schemas.openxmlformats.org/officeDocument/2006/relationships/slide" Target="slides/slide139.xml"/><Relationship Id="rId265" Type="http://schemas.openxmlformats.org/officeDocument/2006/relationships/slide" Target="slides/slide260.xml"/><Relationship Id="rId73" Type="http://schemas.openxmlformats.org/officeDocument/2006/relationships/slide" Target="slides/slide68.xml"/><Relationship Id="rId72" Type="http://schemas.openxmlformats.org/officeDocument/2006/relationships/slide" Target="slides/slide67.xml"/><Relationship Id="rId75" Type="http://schemas.openxmlformats.org/officeDocument/2006/relationships/slide" Target="slides/slide70.xml"/><Relationship Id="rId74" Type="http://schemas.openxmlformats.org/officeDocument/2006/relationships/slide" Target="slides/slide69.xml"/><Relationship Id="rId77" Type="http://schemas.openxmlformats.org/officeDocument/2006/relationships/slide" Target="slides/slide72.xml"/><Relationship Id="rId260" Type="http://schemas.openxmlformats.org/officeDocument/2006/relationships/slide" Target="slides/slide255.xml"/><Relationship Id="rId76" Type="http://schemas.openxmlformats.org/officeDocument/2006/relationships/slide" Target="slides/slide71.xml"/><Relationship Id="rId79" Type="http://schemas.openxmlformats.org/officeDocument/2006/relationships/slide" Target="slides/slide74.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139" Type="http://schemas.openxmlformats.org/officeDocument/2006/relationships/slide" Target="slides/slide134.xml"/><Relationship Id="rId138" Type="http://schemas.openxmlformats.org/officeDocument/2006/relationships/slide" Target="slides/slide133.xml"/><Relationship Id="rId259" Type="http://schemas.openxmlformats.org/officeDocument/2006/relationships/slide" Target="slides/slide254.xml"/><Relationship Id="rId137" Type="http://schemas.openxmlformats.org/officeDocument/2006/relationships/slide" Target="slides/slide132.xml"/><Relationship Id="rId258" Type="http://schemas.openxmlformats.org/officeDocument/2006/relationships/slide" Target="slides/slide253.xml"/><Relationship Id="rId132" Type="http://schemas.openxmlformats.org/officeDocument/2006/relationships/slide" Target="slides/slide127.xml"/><Relationship Id="rId253" Type="http://schemas.openxmlformats.org/officeDocument/2006/relationships/slide" Target="slides/slide248.xml"/><Relationship Id="rId131" Type="http://schemas.openxmlformats.org/officeDocument/2006/relationships/slide" Target="slides/slide126.xml"/><Relationship Id="rId252" Type="http://schemas.openxmlformats.org/officeDocument/2006/relationships/slide" Target="slides/slide247.xml"/><Relationship Id="rId130" Type="http://schemas.openxmlformats.org/officeDocument/2006/relationships/slide" Target="slides/slide125.xml"/><Relationship Id="rId251" Type="http://schemas.openxmlformats.org/officeDocument/2006/relationships/slide" Target="slides/slide246.xml"/><Relationship Id="rId250" Type="http://schemas.openxmlformats.org/officeDocument/2006/relationships/slide" Target="slides/slide245.xml"/><Relationship Id="rId136" Type="http://schemas.openxmlformats.org/officeDocument/2006/relationships/slide" Target="slides/slide131.xml"/><Relationship Id="rId257" Type="http://schemas.openxmlformats.org/officeDocument/2006/relationships/slide" Target="slides/slide252.xml"/><Relationship Id="rId135" Type="http://schemas.openxmlformats.org/officeDocument/2006/relationships/slide" Target="slides/slide130.xml"/><Relationship Id="rId256" Type="http://schemas.openxmlformats.org/officeDocument/2006/relationships/slide" Target="slides/slide251.xml"/><Relationship Id="rId134" Type="http://schemas.openxmlformats.org/officeDocument/2006/relationships/slide" Target="slides/slide129.xml"/><Relationship Id="rId255" Type="http://schemas.openxmlformats.org/officeDocument/2006/relationships/slide" Target="slides/slide250.xml"/><Relationship Id="rId133" Type="http://schemas.openxmlformats.org/officeDocument/2006/relationships/slide" Target="slides/slide128.xml"/><Relationship Id="rId254" Type="http://schemas.openxmlformats.org/officeDocument/2006/relationships/slide" Target="slides/slide249.xml"/><Relationship Id="rId62" Type="http://schemas.openxmlformats.org/officeDocument/2006/relationships/slide" Target="slides/slide57.xml"/><Relationship Id="rId61" Type="http://schemas.openxmlformats.org/officeDocument/2006/relationships/slide" Target="slides/slide56.xml"/><Relationship Id="rId64" Type="http://schemas.openxmlformats.org/officeDocument/2006/relationships/slide" Target="slides/slide59.xml"/><Relationship Id="rId63" Type="http://schemas.openxmlformats.org/officeDocument/2006/relationships/slide" Target="slides/slide58.xml"/><Relationship Id="rId66" Type="http://schemas.openxmlformats.org/officeDocument/2006/relationships/slide" Target="slides/slide61.xml"/><Relationship Id="rId172" Type="http://schemas.openxmlformats.org/officeDocument/2006/relationships/slide" Target="slides/slide167.xml"/><Relationship Id="rId65" Type="http://schemas.openxmlformats.org/officeDocument/2006/relationships/slide" Target="slides/slide60.xml"/><Relationship Id="rId171" Type="http://schemas.openxmlformats.org/officeDocument/2006/relationships/slide" Target="slides/slide166.xml"/><Relationship Id="rId68" Type="http://schemas.openxmlformats.org/officeDocument/2006/relationships/slide" Target="slides/slide63.xml"/><Relationship Id="rId170" Type="http://schemas.openxmlformats.org/officeDocument/2006/relationships/slide" Target="slides/slide165.xml"/><Relationship Id="rId67" Type="http://schemas.openxmlformats.org/officeDocument/2006/relationships/slide" Target="slides/slide62.xml"/><Relationship Id="rId60" Type="http://schemas.openxmlformats.org/officeDocument/2006/relationships/slide" Target="slides/slide55.xml"/><Relationship Id="rId165" Type="http://schemas.openxmlformats.org/officeDocument/2006/relationships/slide" Target="slides/slide160.xml"/><Relationship Id="rId69" Type="http://schemas.openxmlformats.org/officeDocument/2006/relationships/slide" Target="slides/slide64.xml"/><Relationship Id="rId164" Type="http://schemas.openxmlformats.org/officeDocument/2006/relationships/slide" Target="slides/slide159.xml"/><Relationship Id="rId163" Type="http://schemas.openxmlformats.org/officeDocument/2006/relationships/slide" Target="slides/slide158.xml"/><Relationship Id="rId162" Type="http://schemas.openxmlformats.org/officeDocument/2006/relationships/slide" Target="slides/slide157.xml"/><Relationship Id="rId169" Type="http://schemas.openxmlformats.org/officeDocument/2006/relationships/slide" Target="slides/slide164.xml"/><Relationship Id="rId168" Type="http://schemas.openxmlformats.org/officeDocument/2006/relationships/slide" Target="slides/slide163.xml"/><Relationship Id="rId167" Type="http://schemas.openxmlformats.org/officeDocument/2006/relationships/slide" Target="slides/slide162.xml"/><Relationship Id="rId166" Type="http://schemas.openxmlformats.org/officeDocument/2006/relationships/slide" Target="slides/slide161.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55" Type="http://schemas.openxmlformats.org/officeDocument/2006/relationships/slide" Target="slides/slide50.xml"/><Relationship Id="rId161" Type="http://schemas.openxmlformats.org/officeDocument/2006/relationships/slide" Target="slides/slide156.xml"/><Relationship Id="rId54" Type="http://schemas.openxmlformats.org/officeDocument/2006/relationships/slide" Target="slides/slide49.xml"/><Relationship Id="rId160" Type="http://schemas.openxmlformats.org/officeDocument/2006/relationships/slide" Target="slides/slide155.xml"/><Relationship Id="rId57" Type="http://schemas.openxmlformats.org/officeDocument/2006/relationships/slide" Target="slides/slide52.xml"/><Relationship Id="rId56" Type="http://schemas.openxmlformats.org/officeDocument/2006/relationships/slide" Target="slides/slide51.xml"/><Relationship Id="rId159" Type="http://schemas.openxmlformats.org/officeDocument/2006/relationships/slide" Target="slides/slide154.xml"/><Relationship Id="rId59" Type="http://schemas.openxmlformats.org/officeDocument/2006/relationships/slide" Target="slides/slide54.xml"/><Relationship Id="rId154" Type="http://schemas.openxmlformats.org/officeDocument/2006/relationships/slide" Target="slides/slide149.xml"/><Relationship Id="rId58" Type="http://schemas.openxmlformats.org/officeDocument/2006/relationships/slide" Target="slides/slide53.xml"/><Relationship Id="rId153" Type="http://schemas.openxmlformats.org/officeDocument/2006/relationships/slide" Target="slides/slide148.xml"/><Relationship Id="rId152" Type="http://schemas.openxmlformats.org/officeDocument/2006/relationships/slide" Target="slides/slide147.xml"/><Relationship Id="rId151" Type="http://schemas.openxmlformats.org/officeDocument/2006/relationships/slide" Target="slides/slide146.xml"/><Relationship Id="rId158" Type="http://schemas.openxmlformats.org/officeDocument/2006/relationships/slide" Target="slides/slide153.xml"/><Relationship Id="rId157" Type="http://schemas.openxmlformats.org/officeDocument/2006/relationships/slide" Target="slides/slide152.xml"/><Relationship Id="rId156" Type="http://schemas.openxmlformats.org/officeDocument/2006/relationships/slide" Target="slides/slide151.xml"/><Relationship Id="rId155" Type="http://schemas.openxmlformats.org/officeDocument/2006/relationships/slide" Target="slides/slide150.xml"/><Relationship Id="rId107" Type="http://schemas.openxmlformats.org/officeDocument/2006/relationships/slide" Target="slides/slide102.xml"/><Relationship Id="rId228" Type="http://schemas.openxmlformats.org/officeDocument/2006/relationships/slide" Target="slides/slide223.xml"/><Relationship Id="rId106" Type="http://schemas.openxmlformats.org/officeDocument/2006/relationships/slide" Target="slides/slide101.xml"/><Relationship Id="rId227" Type="http://schemas.openxmlformats.org/officeDocument/2006/relationships/slide" Target="slides/slide222.xml"/><Relationship Id="rId105" Type="http://schemas.openxmlformats.org/officeDocument/2006/relationships/slide" Target="slides/slide100.xml"/><Relationship Id="rId226" Type="http://schemas.openxmlformats.org/officeDocument/2006/relationships/slide" Target="slides/slide221.xml"/><Relationship Id="rId104" Type="http://schemas.openxmlformats.org/officeDocument/2006/relationships/slide" Target="slides/slide99.xml"/><Relationship Id="rId225" Type="http://schemas.openxmlformats.org/officeDocument/2006/relationships/slide" Target="slides/slide220.xml"/><Relationship Id="rId109" Type="http://schemas.openxmlformats.org/officeDocument/2006/relationships/slide" Target="slides/slide104.xml"/><Relationship Id="rId108" Type="http://schemas.openxmlformats.org/officeDocument/2006/relationships/slide" Target="slides/slide103.xml"/><Relationship Id="rId229" Type="http://schemas.openxmlformats.org/officeDocument/2006/relationships/slide" Target="slides/slide224.xml"/><Relationship Id="rId220" Type="http://schemas.openxmlformats.org/officeDocument/2006/relationships/slide" Target="slides/slide215.xml"/><Relationship Id="rId103" Type="http://schemas.openxmlformats.org/officeDocument/2006/relationships/slide" Target="slides/slide98.xml"/><Relationship Id="rId224" Type="http://schemas.openxmlformats.org/officeDocument/2006/relationships/slide" Target="slides/slide219.xml"/><Relationship Id="rId102" Type="http://schemas.openxmlformats.org/officeDocument/2006/relationships/slide" Target="slides/slide97.xml"/><Relationship Id="rId223" Type="http://schemas.openxmlformats.org/officeDocument/2006/relationships/slide" Target="slides/slide218.xml"/><Relationship Id="rId101" Type="http://schemas.openxmlformats.org/officeDocument/2006/relationships/slide" Target="slides/slide96.xml"/><Relationship Id="rId222" Type="http://schemas.openxmlformats.org/officeDocument/2006/relationships/slide" Target="slides/slide217.xml"/><Relationship Id="rId100" Type="http://schemas.openxmlformats.org/officeDocument/2006/relationships/slide" Target="slides/slide95.xml"/><Relationship Id="rId221" Type="http://schemas.openxmlformats.org/officeDocument/2006/relationships/slide" Target="slides/slide216.xml"/><Relationship Id="rId217" Type="http://schemas.openxmlformats.org/officeDocument/2006/relationships/slide" Target="slides/slide212.xml"/><Relationship Id="rId216" Type="http://schemas.openxmlformats.org/officeDocument/2006/relationships/slide" Target="slides/slide211.xml"/><Relationship Id="rId215" Type="http://schemas.openxmlformats.org/officeDocument/2006/relationships/slide" Target="slides/slide210.xml"/><Relationship Id="rId214" Type="http://schemas.openxmlformats.org/officeDocument/2006/relationships/slide" Target="slides/slide209.xml"/><Relationship Id="rId219" Type="http://schemas.openxmlformats.org/officeDocument/2006/relationships/slide" Target="slides/slide214.xml"/><Relationship Id="rId218" Type="http://schemas.openxmlformats.org/officeDocument/2006/relationships/slide" Target="slides/slide213.xml"/><Relationship Id="rId213" Type="http://schemas.openxmlformats.org/officeDocument/2006/relationships/slide" Target="slides/slide208.xml"/><Relationship Id="rId212" Type="http://schemas.openxmlformats.org/officeDocument/2006/relationships/slide" Target="slides/slide207.xml"/><Relationship Id="rId211" Type="http://schemas.openxmlformats.org/officeDocument/2006/relationships/slide" Target="slides/slide206.xml"/><Relationship Id="rId210" Type="http://schemas.openxmlformats.org/officeDocument/2006/relationships/slide" Target="slides/slide205.xml"/><Relationship Id="rId129" Type="http://schemas.openxmlformats.org/officeDocument/2006/relationships/slide" Target="slides/slide124.xml"/><Relationship Id="rId128" Type="http://schemas.openxmlformats.org/officeDocument/2006/relationships/slide" Target="slides/slide123.xml"/><Relationship Id="rId249" Type="http://schemas.openxmlformats.org/officeDocument/2006/relationships/slide" Target="slides/slide244.xml"/><Relationship Id="rId127" Type="http://schemas.openxmlformats.org/officeDocument/2006/relationships/slide" Target="slides/slide122.xml"/><Relationship Id="rId248" Type="http://schemas.openxmlformats.org/officeDocument/2006/relationships/slide" Target="slides/slide243.xml"/><Relationship Id="rId126" Type="http://schemas.openxmlformats.org/officeDocument/2006/relationships/slide" Target="slides/slide121.xml"/><Relationship Id="rId247" Type="http://schemas.openxmlformats.org/officeDocument/2006/relationships/slide" Target="slides/slide242.xml"/><Relationship Id="rId121" Type="http://schemas.openxmlformats.org/officeDocument/2006/relationships/slide" Target="slides/slide116.xml"/><Relationship Id="rId242" Type="http://schemas.openxmlformats.org/officeDocument/2006/relationships/slide" Target="slides/slide237.xml"/><Relationship Id="rId120" Type="http://schemas.openxmlformats.org/officeDocument/2006/relationships/slide" Target="slides/slide115.xml"/><Relationship Id="rId241" Type="http://schemas.openxmlformats.org/officeDocument/2006/relationships/slide" Target="slides/slide236.xml"/><Relationship Id="rId240" Type="http://schemas.openxmlformats.org/officeDocument/2006/relationships/slide" Target="slides/slide235.xml"/><Relationship Id="rId125" Type="http://schemas.openxmlformats.org/officeDocument/2006/relationships/slide" Target="slides/slide120.xml"/><Relationship Id="rId246" Type="http://schemas.openxmlformats.org/officeDocument/2006/relationships/slide" Target="slides/slide241.xml"/><Relationship Id="rId124" Type="http://schemas.openxmlformats.org/officeDocument/2006/relationships/slide" Target="slides/slide119.xml"/><Relationship Id="rId245" Type="http://schemas.openxmlformats.org/officeDocument/2006/relationships/slide" Target="slides/slide240.xml"/><Relationship Id="rId123" Type="http://schemas.openxmlformats.org/officeDocument/2006/relationships/slide" Target="slides/slide118.xml"/><Relationship Id="rId244" Type="http://schemas.openxmlformats.org/officeDocument/2006/relationships/slide" Target="slides/slide239.xml"/><Relationship Id="rId122" Type="http://schemas.openxmlformats.org/officeDocument/2006/relationships/slide" Target="slides/slide117.xml"/><Relationship Id="rId243" Type="http://schemas.openxmlformats.org/officeDocument/2006/relationships/slide" Target="slides/slide238.xml"/><Relationship Id="rId95" Type="http://schemas.openxmlformats.org/officeDocument/2006/relationships/slide" Target="slides/slide90.xml"/><Relationship Id="rId94" Type="http://schemas.openxmlformats.org/officeDocument/2006/relationships/slide" Target="slides/slide89.xml"/><Relationship Id="rId97" Type="http://schemas.openxmlformats.org/officeDocument/2006/relationships/slide" Target="slides/slide92.xml"/><Relationship Id="rId96" Type="http://schemas.openxmlformats.org/officeDocument/2006/relationships/slide" Target="slides/slide91.xml"/><Relationship Id="rId99" Type="http://schemas.openxmlformats.org/officeDocument/2006/relationships/slide" Target="slides/slide94.xml"/><Relationship Id="rId98" Type="http://schemas.openxmlformats.org/officeDocument/2006/relationships/slide" Target="slides/slide93.xml"/><Relationship Id="rId91" Type="http://schemas.openxmlformats.org/officeDocument/2006/relationships/slide" Target="slides/slide86.xml"/><Relationship Id="rId90" Type="http://schemas.openxmlformats.org/officeDocument/2006/relationships/slide" Target="slides/slide85.xml"/><Relationship Id="rId93" Type="http://schemas.openxmlformats.org/officeDocument/2006/relationships/slide" Target="slides/slide88.xml"/><Relationship Id="rId92" Type="http://schemas.openxmlformats.org/officeDocument/2006/relationships/slide" Target="slides/slide87.xml"/><Relationship Id="rId118" Type="http://schemas.openxmlformats.org/officeDocument/2006/relationships/slide" Target="slides/slide113.xml"/><Relationship Id="rId239" Type="http://schemas.openxmlformats.org/officeDocument/2006/relationships/slide" Target="slides/slide234.xml"/><Relationship Id="rId117" Type="http://schemas.openxmlformats.org/officeDocument/2006/relationships/slide" Target="slides/slide112.xml"/><Relationship Id="rId238" Type="http://schemas.openxmlformats.org/officeDocument/2006/relationships/slide" Target="slides/slide233.xml"/><Relationship Id="rId116" Type="http://schemas.openxmlformats.org/officeDocument/2006/relationships/slide" Target="slides/slide111.xml"/><Relationship Id="rId237" Type="http://schemas.openxmlformats.org/officeDocument/2006/relationships/slide" Target="slides/slide232.xml"/><Relationship Id="rId115" Type="http://schemas.openxmlformats.org/officeDocument/2006/relationships/slide" Target="slides/slide110.xml"/><Relationship Id="rId236" Type="http://schemas.openxmlformats.org/officeDocument/2006/relationships/slide" Target="slides/slide231.xml"/><Relationship Id="rId119" Type="http://schemas.openxmlformats.org/officeDocument/2006/relationships/slide" Target="slides/slide114.xml"/><Relationship Id="rId110" Type="http://schemas.openxmlformats.org/officeDocument/2006/relationships/slide" Target="slides/slide105.xml"/><Relationship Id="rId231" Type="http://schemas.openxmlformats.org/officeDocument/2006/relationships/slide" Target="slides/slide226.xml"/><Relationship Id="rId230" Type="http://schemas.openxmlformats.org/officeDocument/2006/relationships/slide" Target="slides/slide225.xml"/><Relationship Id="rId114" Type="http://schemas.openxmlformats.org/officeDocument/2006/relationships/slide" Target="slides/slide109.xml"/><Relationship Id="rId235" Type="http://schemas.openxmlformats.org/officeDocument/2006/relationships/slide" Target="slides/slide230.xml"/><Relationship Id="rId113" Type="http://schemas.openxmlformats.org/officeDocument/2006/relationships/slide" Target="slides/slide108.xml"/><Relationship Id="rId234" Type="http://schemas.openxmlformats.org/officeDocument/2006/relationships/slide" Target="slides/slide229.xml"/><Relationship Id="rId112" Type="http://schemas.openxmlformats.org/officeDocument/2006/relationships/slide" Target="slides/slide107.xml"/><Relationship Id="rId233" Type="http://schemas.openxmlformats.org/officeDocument/2006/relationships/slide" Target="slides/slide228.xml"/><Relationship Id="rId111" Type="http://schemas.openxmlformats.org/officeDocument/2006/relationships/slide" Target="slides/slide106.xml"/><Relationship Id="rId232" Type="http://schemas.openxmlformats.org/officeDocument/2006/relationships/slide" Target="slides/slide227.xml"/><Relationship Id="rId206" Type="http://schemas.openxmlformats.org/officeDocument/2006/relationships/slide" Target="slides/slide201.xml"/><Relationship Id="rId205" Type="http://schemas.openxmlformats.org/officeDocument/2006/relationships/slide" Target="slides/slide200.xml"/><Relationship Id="rId204" Type="http://schemas.openxmlformats.org/officeDocument/2006/relationships/slide" Target="slides/slide199.xml"/><Relationship Id="rId203" Type="http://schemas.openxmlformats.org/officeDocument/2006/relationships/slide" Target="slides/slide198.xml"/><Relationship Id="rId209" Type="http://schemas.openxmlformats.org/officeDocument/2006/relationships/slide" Target="slides/slide204.xml"/><Relationship Id="rId208" Type="http://schemas.openxmlformats.org/officeDocument/2006/relationships/slide" Target="slides/slide203.xml"/><Relationship Id="rId207" Type="http://schemas.openxmlformats.org/officeDocument/2006/relationships/slide" Target="slides/slide202.xml"/><Relationship Id="rId202" Type="http://schemas.openxmlformats.org/officeDocument/2006/relationships/slide" Target="slides/slide197.xml"/><Relationship Id="rId201" Type="http://schemas.openxmlformats.org/officeDocument/2006/relationships/slide" Target="slides/slide196.xml"/><Relationship Id="rId200" Type="http://schemas.openxmlformats.org/officeDocument/2006/relationships/slide" Target="slides/slide19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5179484" y="0"/>
            <a:ext cx="3962400" cy="3429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6513910"/>
            <a:ext cx="3962400" cy="3429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a5c12958b4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 name="Google Shape;86;g3a5c12958b4_0_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 name="Google Shape;91;p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 name="Google Shape;96;p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 name="Google Shape;101;p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 name="Google Shape;106;p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 name="Google Shape;111;p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 name="Google Shape;116;p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1" name="Google Shape;121;p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6" name="Google Shape;126;p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1" name="Google Shape;131;p1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6" name="Google Shape;136;p1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1" name="Google Shape;141;p1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6" name="Google Shape;146;p1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1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1" name="Google Shape;151;p1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1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6" name="Google Shape;156;p1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1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1" name="Google Shape;161;p1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1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6" name="Google Shape;166;p1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1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1" name="Google Shape;171;p1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1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6" name="Google Shape;176;p1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1" name="Google Shape;181;p2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2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6" name="Google Shape;186;p2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2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1" name="Google Shape;191;p2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2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6" name="Google Shape;196;p2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1" name="Google Shape;201;p2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6" name="Google Shape;206;p2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2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1" name="Google Shape;211;p2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2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6" name="Google Shape;216;p2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1" name="Google Shape;221;p2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2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6" name="Google Shape;226;p2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3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1" name="Google Shape;231;p3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3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6" name="Google Shape;236;p3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3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1" name="Google Shape;241;p3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3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6" name="Google Shape;246;p3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3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1" name="Google Shape;251;p3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6" name="Google Shape;256;p3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1" name="Google Shape;261;p3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3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6" name="Google Shape;266;p3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3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1" name="Google Shape;271;p3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3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6" name="Google Shape;276;p3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1" name="Google Shape;281;p4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4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6" name="Google Shape;286;p4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4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1" name="Google Shape;291;p4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4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6" name="Google Shape;296;p4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1" name="Google Shape;301;p4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6" name="Google Shape;306;p4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4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1" name="Google Shape;311;p4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4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6" name="Google Shape;316;p4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1" name="Google Shape;321;p4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4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6" name="Google Shape;326;p4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5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1" name="Google Shape;331;p5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5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6" name="Google Shape;336;p5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5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1" name="Google Shape;341;p5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5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6" name="Google Shape;346;p5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5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1" name="Google Shape;351;p5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6" name="Google Shape;356;p5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1" name="Google Shape;361;p5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p5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6" name="Google Shape;366;p5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5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1" name="Google Shape;371;p5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5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6" name="Google Shape;376;p5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p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1" name="Google Shape;381;p6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p6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6" name="Google Shape;386;p6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p6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1" name="Google Shape;391;p6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p6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6" name="Google Shape;396;p6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p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1" name="Google Shape;401;p6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p6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6" name="Google Shape;406;p6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p6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1" name="Google Shape;411;p6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p6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6" name="Google Shape;416;p6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p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1" name="Google Shape;421;p6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p6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6" name="Google Shape;426;p6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p7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1" name="Google Shape;431;p7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p7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6" name="Google Shape;436;p7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p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1" name="Google Shape;441;p7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p7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6" name="Google Shape;446;p7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p7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1" name="Google Shape;451;p7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p7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6" name="Google Shape;456;p7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p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1" name="Google Shape;461;p7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p7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6" name="Google Shape;466;p7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p7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1" name="Google Shape;471;p7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p7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6" name="Google Shape;476;p7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p8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1" name="Google Shape;481;p8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p8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6" name="Google Shape;486;p8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p8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1" name="Google Shape;491;p8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p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6" name="Google Shape;496;p8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p8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1" name="Google Shape;501;p8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p8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6" name="Google Shape;506;p8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p8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1" name="Google Shape;511;p8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p8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6" name="Google Shape;516;p8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p8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1" name="Google Shape;521;p8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p8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6" name="Google Shape;526;p8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p9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1" name="Google Shape;531;p9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p9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6" name="Google Shape;536;p9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p9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1" name="Google Shape;541;p9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p9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6" name="Google Shape;546;p9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p9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1" name="Google Shape;551;p9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p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6" name="Google Shape;556;p9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p9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61" name="Google Shape;561;p9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p9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66" name="Google Shape;566;p9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p9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71" name="Google Shape;571;p9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4" name="Shape 574"/>
        <p:cNvGrpSpPr/>
        <p:nvPr/>
      </p:nvGrpSpPr>
      <p:grpSpPr>
        <a:xfrm>
          <a:off x="0" y="0"/>
          <a:ext cx="0" cy="0"/>
          <a:chOff x="0" y="0"/>
          <a:chExt cx="0" cy="0"/>
        </a:xfrm>
      </p:grpSpPr>
      <p:sp>
        <p:nvSpPr>
          <p:cNvPr id="575" name="Google Shape;575;p9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76" name="Google Shape;576;p9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9" name="Shape 579"/>
        <p:cNvGrpSpPr/>
        <p:nvPr/>
      </p:nvGrpSpPr>
      <p:grpSpPr>
        <a:xfrm>
          <a:off x="0" y="0"/>
          <a:ext cx="0" cy="0"/>
          <a:chOff x="0" y="0"/>
          <a:chExt cx="0" cy="0"/>
        </a:xfrm>
      </p:grpSpPr>
      <p:sp>
        <p:nvSpPr>
          <p:cNvPr id="580" name="Google Shape;580;p10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81" name="Google Shape;581;p10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4" name="Shape 584"/>
        <p:cNvGrpSpPr/>
        <p:nvPr/>
      </p:nvGrpSpPr>
      <p:grpSpPr>
        <a:xfrm>
          <a:off x="0" y="0"/>
          <a:ext cx="0" cy="0"/>
          <a:chOff x="0" y="0"/>
          <a:chExt cx="0" cy="0"/>
        </a:xfrm>
      </p:grpSpPr>
      <p:sp>
        <p:nvSpPr>
          <p:cNvPr id="585" name="Google Shape;585;p10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86" name="Google Shape;586;p10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p10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91" name="Google Shape;591;p10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4" name="Shape 594"/>
        <p:cNvGrpSpPr/>
        <p:nvPr/>
      </p:nvGrpSpPr>
      <p:grpSpPr>
        <a:xfrm>
          <a:off x="0" y="0"/>
          <a:ext cx="0" cy="0"/>
          <a:chOff x="0" y="0"/>
          <a:chExt cx="0" cy="0"/>
        </a:xfrm>
      </p:grpSpPr>
      <p:sp>
        <p:nvSpPr>
          <p:cNvPr id="595" name="Google Shape;595;p1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96" name="Google Shape;596;p10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9" name="Shape 599"/>
        <p:cNvGrpSpPr/>
        <p:nvPr/>
      </p:nvGrpSpPr>
      <p:grpSpPr>
        <a:xfrm>
          <a:off x="0" y="0"/>
          <a:ext cx="0" cy="0"/>
          <a:chOff x="0" y="0"/>
          <a:chExt cx="0" cy="0"/>
        </a:xfrm>
      </p:grpSpPr>
      <p:sp>
        <p:nvSpPr>
          <p:cNvPr id="600" name="Google Shape;600;p10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01" name="Google Shape;601;p10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4" name="Shape 604"/>
        <p:cNvGrpSpPr/>
        <p:nvPr/>
      </p:nvGrpSpPr>
      <p:grpSpPr>
        <a:xfrm>
          <a:off x="0" y="0"/>
          <a:ext cx="0" cy="0"/>
          <a:chOff x="0" y="0"/>
          <a:chExt cx="0" cy="0"/>
        </a:xfrm>
      </p:grpSpPr>
      <p:sp>
        <p:nvSpPr>
          <p:cNvPr id="605" name="Google Shape;605;p1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06" name="Google Shape;606;p10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9" name="Shape 609"/>
        <p:cNvGrpSpPr/>
        <p:nvPr/>
      </p:nvGrpSpPr>
      <p:grpSpPr>
        <a:xfrm>
          <a:off x="0" y="0"/>
          <a:ext cx="0" cy="0"/>
          <a:chOff x="0" y="0"/>
          <a:chExt cx="0" cy="0"/>
        </a:xfrm>
      </p:grpSpPr>
      <p:sp>
        <p:nvSpPr>
          <p:cNvPr id="610" name="Google Shape;610;p10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11" name="Google Shape;611;p10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4" name="Shape 614"/>
        <p:cNvGrpSpPr/>
        <p:nvPr/>
      </p:nvGrpSpPr>
      <p:grpSpPr>
        <a:xfrm>
          <a:off x="0" y="0"/>
          <a:ext cx="0" cy="0"/>
          <a:chOff x="0" y="0"/>
          <a:chExt cx="0" cy="0"/>
        </a:xfrm>
      </p:grpSpPr>
      <p:sp>
        <p:nvSpPr>
          <p:cNvPr id="615" name="Google Shape;615;p1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16" name="Google Shape;616;p10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9" name="Shape 619"/>
        <p:cNvGrpSpPr/>
        <p:nvPr/>
      </p:nvGrpSpPr>
      <p:grpSpPr>
        <a:xfrm>
          <a:off x="0" y="0"/>
          <a:ext cx="0" cy="0"/>
          <a:chOff x="0" y="0"/>
          <a:chExt cx="0" cy="0"/>
        </a:xfrm>
      </p:grpSpPr>
      <p:sp>
        <p:nvSpPr>
          <p:cNvPr id="620" name="Google Shape;620;p10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21" name="Google Shape;621;p10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4" name="Shape 624"/>
        <p:cNvGrpSpPr/>
        <p:nvPr/>
      </p:nvGrpSpPr>
      <p:grpSpPr>
        <a:xfrm>
          <a:off x="0" y="0"/>
          <a:ext cx="0" cy="0"/>
          <a:chOff x="0" y="0"/>
          <a:chExt cx="0" cy="0"/>
        </a:xfrm>
      </p:grpSpPr>
      <p:sp>
        <p:nvSpPr>
          <p:cNvPr id="625" name="Google Shape;625;p10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26" name="Google Shape;626;p10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9" name="Shape 629"/>
        <p:cNvGrpSpPr/>
        <p:nvPr/>
      </p:nvGrpSpPr>
      <p:grpSpPr>
        <a:xfrm>
          <a:off x="0" y="0"/>
          <a:ext cx="0" cy="0"/>
          <a:chOff x="0" y="0"/>
          <a:chExt cx="0" cy="0"/>
        </a:xfrm>
      </p:grpSpPr>
      <p:sp>
        <p:nvSpPr>
          <p:cNvPr id="630" name="Google Shape;630;p1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31" name="Google Shape;631;p11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4" name="Shape 634"/>
        <p:cNvGrpSpPr/>
        <p:nvPr/>
      </p:nvGrpSpPr>
      <p:grpSpPr>
        <a:xfrm>
          <a:off x="0" y="0"/>
          <a:ext cx="0" cy="0"/>
          <a:chOff x="0" y="0"/>
          <a:chExt cx="0" cy="0"/>
        </a:xfrm>
      </p:grpSpPr>
      <p:sp>
        <p:nvSpPr>
          <p:cNvPr id="635" name="Google Shape;635;p1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36" name="Google Shape;636;p11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9" name="Shape 639"/>
        <p:cNvGrpSpPr/>
        <p:nvPr/>
      </p:nvGrpSpPr>
      <p:grpSpPr>
        <a:xfrm>
          <a:off x="0" y="0"/>
          <a:ext cx="0" cy="0"/>
          <a:chOff x="0" y="0"/>
          <a:chExt cx="0" cy="0"/>
        </a:xfrm>
      </p:grpSpPr>
      <p:sp>
        <p:nvSpPr>
          <p:cNvPr id="640" name="Google Shape;640;p1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1" name="Google Shape;641;p11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4" name="Shape 644"/>
        <p:cNvGrpSpPr/>
        <p:nvPr/>
      </p:nvGrpSpPr>
      <p:grpSpPr>
        <a:xfrm>
          <a:off x="0" y="0"/>
          <a:ext cx="0" cy="0"/>
          <a:chOff x="0" y="0"/>
          <a:chExt cx="0" cy="0"/>
        </a:xfrm>
      </p:grpSpPr>
      <p:sp>
        <p:nvSpPr>
          <p:cNvPr id="645" name="Google Shape;645;p1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6" name="Google Shape;646;p11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9" name="Shape 649"/>
        <p:cNvGrpSpPr/>
        <p:nvPr/>
      </p:nvGrpSpPr>
      <p:grpSpPr>
        <a:xfrm>
          <a:off x="0" y="0"/>
          <a:ext cx="0" cy="0"/>
          <a:chOff x="0" y="0"/>
          <a:chExt cx="0" cy="0"/>
        </a:xfrm>
      </p:grpSpPr>
      <p:sp>
        <p:nvSpPr>
          <p:cNvPr id="650" name="Google Shape;650;p11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1" name="Google Shape;651;p11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4" name="Shape 654"/>
        <p:cNvGrpSpPr/>
        <p:nvPr/>
      </p:nvGrpSpPr>
      <p:grpSpPr>
        <a:xfrm>
          <a:off x="0" y="0"/>
          <a:ext cx="0" cy="0"/>
          <a:chOff x="0" y="0"/>
          <a:chExt cx="0" cy="0"/>
        </a:xfrm>
      </p:grpSpPr>
      <p:sp>
        <p:nvSpPr>
          <p:cNvPr id="655" name="Google Shape;655;p11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6" name="Google Shape;656;p11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9" name="Shape 659"/>
        <p:cNvGrpSpPr/>
        <p:nvPr/>
      </p:nvGrpSpPr>
      <p:grpSpPr>
        <a:xfrm>
          <a:off x="0" y="0"/>
          <a:ext cx="0" cy="0"/>
          <a:chOff x="0" y="0"/>
          <a:chExt cx="0" cy="0"/>
        </a:xfrm>
      </p:grpSpPr>
      <p:sp>
        <p:nvSpPr>
          <p:cNvPr id="660" name="Google Shape;660;p11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61" name="Google Shape;661;p11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4" name="Shape 664"/>
        <p:cNvGrpSpPr/>
        <p:nvPr/>
      </p:nvGrpSpPr>
      <p:grpSpPr>
        <a:xfrm>
          <a:off x="0" y="0"/>
          <a:ext cx="0" cy="0"/>
          <a:chOff x="0" y="0"/>
          <a:chExt cx="0" cy="0"/>
        </a:xfrm>
      </p:grpSpPr>
      <p:sp>
        <p:nvSpPr>
          <p:cNvPr id="665" name="Google Shape;665;p11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66" name="Google Shape;666;p11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9" name="Shape 669"/>
        <p:cNvGrpSpPr/>
        <p:nvPr/>
      </p:nvGrpSpPr>
      <p:grpSpPr>
        <a:xfrm>
          <a:off x="0" y="0"/>
          <a:ext cx="0" cy="0"/>
          <a:chOff x="0" y="0"/>
          <a:chExt cx="0" cy="0"/>
        </a:xfrm>
      </p:grpSpPr>
      <p:sp>
        <p:nvSpPr>
          <p:cNvPr id="670" name="Google Shape;670;p11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1" name="Google Shape;671;p11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4" name="Shape 674"/>
        <p:cNvGrpSpPr/>
        <p:nvPr/>
      </p:nvGrpSpPr>
      <p:grpSpPr>
        <a:xfrm>
          <a:off x="0" y="0"/>
          <a:ext cx="0" cy="0"/>
          <a:chOff x="0" y="0"/>
          <a:chExt cx="0" cy="0"/>
        </a:xfrm>
      </p:grpSpPr>
      <p:sp>
        <p:nvSpPr>
          <p:cNvPr id="675" name="Google Shape;675;p11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6" name="Google Shape;676;p11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9" name="Shape 679"/>
        <p:cNvGrpSpPr/>
        <p:nvPr/>
      </p:nvGrpSpPr>
      <p:grpSpPr>
        <a:xfrm>
          <a:off x="0" y="0"/>
          <a:ext cx="0" cy="0"/>
          <a:chOff x="0" y="0"/>
          <a:chExt cx="0" cy="0"/>
        </a:xfrm>
      </p:grpSpPr>
      <p:sp>
        <p:nvSpPr>
          <p:cNvPr id="680" name="Google Shape;680;p1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1" name="Google Shape;681;p12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4" name="Shape 684"/>
        <p:cNvGrpSpPr/>
        <p:nvPr/>
      </p:nvGrpSpPr>
      <p:grpSpPr>
        <a:xfrm>
          <a:off x="0" y="0"/>
          <a:ext cx="0" cy="0"/>
          <a:chOff x="0" y="0"/>
          <a:chExt cx="0" cy="0"/>
        </a:xfrm>
      </p:grpSpPr>
      <p:sp>
        <p:nvSpPr>
          <p:cNvPr id="685" name="Google Shape;685;p12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6" name="Google Shape;686;p12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9" name="Shape 689"/>
        <p:cNvGrpSpPr/>
        <p:nvPr/>
      </p:nvGrpSpPr>
      <p:grpSpPr>
        <a:xfrm>
          <a:off x="0" y="0"/>
          <a:ext cx="0" cy="0"/>
          <a:chOff x="0" y="0"/>
          <a:chExt cx="0" cy="0"/>
        </a:xfrm>
      </p:grpSpPr>
      <p:sp>
        <p:nvSpPr>
          <p:cNvPr id="690" name="Google Shape;690;p12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1" name="Google Shape;691;p12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4" name="Shape 694"/>
        <p:cNvGrpSpPr/>
        <p:nvPr/>
      </p:nvGrpSpPr>
      <p:grpSpPr>
        <a:xfrm>
          <a:off x="0" y="0"/>
          <a:ext cx="0" cy="0"/>
          <a:chOff x="0" y="0"/>
          <a:chExt cx="0" cy="0"/>
        </a:xfrm>
      </p:grpSpPr>
      <p:sp>
        <p:nvSpPr>
          <p:cNvPr id="695" name="Google Shape;695;p12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6" name="Google Shape;696;p12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9" name="Shape 699"/>
        <p:cNvGrpSpPr/>
        <p:nvPr/>
      </p:nvGrpSpPr>
      <p:grpSpPr>
        <a:xfrm>
          <a:off x="0" y="0"/>
          <a:ext cx="0" cy="0"/>
          <a:chOff x="0" y="0"/>
          <a:chExt cx="0" cy="0"/>
        </a:xfrm>
      </p:grpSpPr>
      <p:sp>
        <p:nvSpPr>
          <p:cNvPr id="700" name="Google Shape;700;g3ab13fdb44f_0_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01" name="Google Shape;701;g3ab13fdb44f_0_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4" name="Shape 704"/>
        <p:cNvGrpSpPr/>
        <p:nvPr/>
      </p:nvGrpSpPr>
      <p:grpSpPr>
        <a:xfrm>
          <a:off x="0" y="0"/>
          <a:ext cx="0" cy="0"/>
          <a:chOff x="0" y="0"/>
          <a:chExt cx="0" cy="0"/>
        </a:xfrm>
      </p:grpSpPr>
      <p:sp>
        <p:nvSpPr>
          <p:cNvPr id="705" name="Google Shape;705;p1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06" name="Google Shape;706;p12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9" name="Shape 709"/>
        <p:cNvGrpSpPr/>
        <p:nvPr/>
      </p:nvGrpSpPr>
      <p:grpSpPr>
        <a:xfrm>
          <a:off x="0" y="0"/>
          <a:ext cx="0" cy="0"/>
          <a:chOff x="0" y="0"/>
          <a:chExt cx="0" cy="0"/>
        </a:xfrm>
      </p:grpSpPr>
      <p:sp>
        <p:nvSpPr>
          <p:cNvPr id="710" name="Google Shape;710;g3a42a8b53c1_2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11" name="Google Shape;711;g3a42a8b53c1_2_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4" name="Shape 714"/>
        <p:cNvGrpSpPr/>
        <p:nvPr/>
      </p:nvGrpSpPr>
      <p:grpSpPr>
        <a:xfrm>
          <a:off x="0" y="0"/>
          <a:ext cx="0" cy="0"/>
          <a:chOff x="0" y="0"/>
          <a:chExt cx="0" cy="0"/>
        </a:xfrm>
      </p:grpSpPr>
      <p:sp>
        <p:nvSpPr>
          <p:cNvPr id="715" name="Google Shape;715;g3b224b7d20a_0_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16" name="Google Shape;716;g3b224b7d20a_0_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9" name="Shape 719"/>
        <p:cNvGrpSpPr/>
        <p:nvPr/>
      </p:nvGrpSpPr>
      <p:grpSpPr>
        <a:xfrm>
          <a:off x="0" y="0"/>
          <a:ext cx="0" cy="0"/>
          <a:chOff x="0" y="0"/>
          <a:chExt cx="0" cy="0"/>
        </a:xfrm>
      </p:grpSpPr>
      <p:sp>
        <p:nvSpPr>
          <p:cNvPr id="720" name="Google Shape;720;g3a42a8b53c1_2_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21" name="Google Shape;721;g3a42a8b53c1_2_1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4" name="Shape 724"/>
        <p:cNvGrpSpPr/>
        <p:nvPr/>
      </p:nvGrpSpPr>
      <p:grpSpPr>
        <a:xfrm>
          <a:off x="0" y="0"/>
          <a:ext cx="0" cy="0"/>
          <a:chOff x="0" y="0"/>
          <a:chExt cx="0" cy="0"/>
        </a:xfrm>
      </p:grpSpPr>
      <p:sp>
        <p:nvSpPr>
          <p:cNvPr id="725" name="Google Shape;725;g3a42a8b53c1_2_2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26" name="Google Shape;726;g3a42a8b53c1_2_2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9" name="Shape 729"/>
        <p:cNvGrpSpPr/>
        <p:nvPr/>
      </p:nvGrpSpPr>
      <p:grpSpPr>
        <a:xfrm>
          <a:off x="0" y="0"/>
          <a:ext cx="0" cy="0"/>
          <a:chOff x="0" y="0"/>
          <a:chExt cx="0" cy="0"/>
        </a:xfrm>
      </p:grpSpPr>
      <p:sp>
        <p:nvSpPr>
          <p:cNvPr id="730" name="Google Shape;730;g3ab13fdb44f_0_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31" name="Google Shape;731;g3ab13fdb44f_0_2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4" name="Shape 734"/>
        <p:cNvGrpSpPr/>
        <p:nvPr/>
      </p:nvGrpSpPr>
      <p:grpSpPr>
        <a:xfrm>
          <a:off x="0" y="0"/>
          <a:ext cx="0" cy="0"/>
          <a:chOff x="0" y="0"/>
          <a:chExt cx="0" cy="0"/>
        </a:xfrm>
      </p:grpSpPr>
      <p:sp>
        <p:nvSpPr>
          <p:cNvPr id="735" name="Google Shape;735;g3ab13fdb44f_0_3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36" name="Google Shape;736;g3ab13fdb44f_0_3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9" name="Shape 739"/>
        <p:cNvGrpSpPr/>
        <p:nvPr/>
      </p:nvGrpSpPr>
      <p:grpSpPr>
        <a:xfrm>
          <a:off x="0" y="0"/>
          <a:ext cx="0" cy="0"/>
          <a:chOff x="0" y="0"/>
          <a:chExt cx="0" cy="0"/>
        </a:xfrm>
      </p:grpSpPr>
      <p:sp>
        <p:nvSpPr>
          <p:cNvPr id="740" name="Google Shape;740;g3ab13fdb44f_0_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41" name="Google Shape;741;g3ab13fdb44f_0_3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4" name="Shape 744"/>
        <p:cNvGrpSpPr/>
        <p:nvPr/>
      </p:nvGrpSpPr>
      <p:grpSpPr>
        <a:xfrm>
          <a:off x="0" y="0"/>
          <a:ext cx="0" cy="0"/>
          <a:chOff x="0" y="0"/>
          <a:chExt cx="0" cy="0"/>
        </a:xfrm>
      </p:grpSpPr>
      <p:sp>
        <p:nvSpPr>
          <p:cNvPr id="745" name="Google Shape;745;g3ab13fdb44f_0_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46" name="Google Shape;746;g3ab13fdb44f_0_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9" name="Shape 749"/>
        <p:cNvGrpSpPr/>
        <p:nvPr/>
      </p:nvGrpSpPr>
      <p:grpSpPr>
        <a:xfrm>
          <a:off x="0" y="0"/>
          <a:ext cx="0" cy="0"/>
          <a:chOff x="0" y="0"/>
          <a:chExt cx="0" cy="0"/>
        </a:xfrm>
      </p:grpSpPr>
      <p:sp>
        <p:nvSpPr>
          <p:cNvPr id="750" name="Google Shape;750;g3ab13fdb44f_0_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51" name="Google Shape;751;g3ab13fdb44f_0_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4" name="Shape 754"/>
        <p:cNvGrpSpPr/>
        <p:nvPr/>
      </p:nvGrpSpPr>
      <p:grpSpPr>
        <a:xfrm>
          <a:off x="0" y="0"/>
          <a:ext cx="0" cy="0"/>
          <a:chOff x="0" y="0"/>
          <a:chExt cx="0" cy="0"/>
        </a:xfrm>
      </p:grpSpPr>
      <p:sp>
        <p:nvSpPr>
          <p:cNvPr id="755" name="Google Shape;755;g3ab13fdb44f_0_29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56" name="Google Shape;756;g3ab13fdb44f_0_29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0" name="Shape 760"/>
        <p:cNvGrpSpPr/>
        <p:nvPr/>
      </p:nvGrpSpPr>
      <p:grpSpPr>
        <a:xfrm>
          <a:off x="0" y="0"/>
          <a:ext cx="0" cy="0"/>
          <a:chOff x="0" y="0"/>
          <a:chExt cx="0" cy="0"/>
        </a:xfrm>
      </p:grpSpPr>
      <p:sp>
        <p:nvSpPr>
          <p:cNvPr id="761" name="Google Shape;761;g3ab13fdb44f_0_2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2" name="Google Shape;762;g3ab13fdb44f_0_2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63" name="Google Shape;763;g3ab13fdb44f_0_29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6" name="Shape 766"/>
        <p:cNvGrpSpPr/>
        <p:nvPr/>
      </p:nvGrpSpPr>
      <p:grpSpPr>
        <a:xfrm>
          <a:off x="0" y="0"/>
          <a:ext cx="0" cy="0"/>
          <a:chOff x="0" y="0"/>
          <a:chExt cx="0" cy="0"/>
        </a:xfrm>
      </p:grpSpPr>
      <p:sp>
        <p:nvSpPr>
          <p:cNvPr id="767" name="Google Shape;767;g3ab13fdb44f_0_30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8" name="Google Shape;768;g3ab13fdb44f_0_30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228600" lvl="0" marL="228600" rtl="0" algn="l">
              <a:lnSpc>
                <a:spcPct val="100000"/>
              </a:lnSpc>
              <a:spcBef>
                <a:spcPts val="0"/>
              </a:spcBef>
              <a:spcAft>
                <a:spcPts val="0"/>
              </a:spcAft>
              <a:buClr>
                <a:srgbClr val="FF0000"/>
              </a:buClr>
              <a:buSzPts val="1200"/>
              <a:buFont typeface="Arial"/>
              <a:buAutoNum type="arabicPeriod"/>
            </a:pPr>
            <a:r>
              <a:rPr b="0" i="0" lang="en-US">
                <a:solidFill>
                  <a:srgbClr val="FF0000"/>
                </a:solidFill>
                <a:latin typeface="Arial"/>
                <a:ea typeface="Arial"/>
                <a:cs typeface="Arial"/>
                <a:sym typeface="Arial"/>
              </a:rPr>
              <a:t>Khi Chúa đem những người Si-on bị bắt trở về, chúng tôi như người đang mơ, bấy giờ miệng chúng tôi vui cười, lưỡi chúng tôi thốt lên bao lời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ĐK: Chúa đã đối xử nhân từ với chúng con, nên chúng con mừng vui bao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2. Và bấy giờ thiên hạ nhỏ to nói với nhau rằng: Chúa thương đối xử khoan dung. Chúa đã xử rất ư nhân từ, nên chúng tôi xiết bao vui mừng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3. Lạy Chúa thương biến đổi phận con như suối phương Nam. Ai gieo trong lệ đau thương, sẽ được gặt hái trong vui mừng, những khúc ca biến tan trong niềm hân hoan.</a:t>
            </a:r>
            <a:endParaRPr/>
          </a:p>
        </p:txBody>
      </p:sp>
      <p:sp>
        <p:nvSpPr>
          <p:cNvPr id="769" name="Google Shape;769;g3ab13fdb44f_0_30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2" name="Shape 772"/>
        <p:cNvGrpSpPr/>
        <p:nvPr/>
      </p:nvGrpSpPr>
      <p:grpSpPr>
        <a:xfrm>
          <a:off x="0" y="0"/>
          <a:ext cx="0" cy="0"/>
          <a:chOff x="0" y="0"/>
          <a:chExt cx="0" cy="0"/>
        </a:xfrm>
      </p:grpSpPr>
      <p:sp>
        <p:nvSpPr>
          <p:cNvPr id="773" name="Google Shape;773;g3ab13fdb44f_0_30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4" name="Google Shape;774;g3ab13fdb44f_0_3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75" name="Google Shape;775;g3ab13fdb44f_0_30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8" name="Shape 778"/>
        <p:cNvGrpSpPr/>
        <p:nvPr/>
      </p:nvGrpSpPr>
      <p:grpSpPr>
        <a:xfrm>
          <a:off x="0" y="0"/>
          <a:ext cx="0" cy="0"/>
          <a:chOff x="0" y="0"/>
          <a:chExt cx="0" cy="0"/>
        </a:xfrm>
      </p:grpSpPr>
      <p:sp>
        <p:nvSpPr>
          <p:cNvPr id="779" name="Google Shape;779;g3ab13fdb44f_0_31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80" name="Google Shape;780;g3ab13fdb44f_0_3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81" name="Google Shape;781;g3ab13fdb44f_0_31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4" name="Shape 784"/>
        <p:cNvGrpSpPr/>
        <p:nvPr/>
      </p:nvGrpSpPr>
      <p:grpSpPr>
        <a:xfrm>
          <a:off x="0" y="0"/>
          <a:ext cx="0" cy="0"/>
          <a:chOff x="0" y="0"/>
          <a:chExt cx="0" cy="0"/>
        </a:xfrm>
      </p:grpSpPr>
      <p:sp>
        <p:nvSpPr>
          <p:cNvPr id="785" name="Google Shape;785;g3ab13fdb44f_0_31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86" name="Google Shape;786;g3ab13fdb44f_0_31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87" name="Google Shape;787;g3ab13fdb44f_0_31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0" name="Shape 790"/>
        <p:cNvGrpSpPr/>
        <p:nvPr/>
      </p:nvGrpSpPr>
      <p:grpSpPr>
        <a:xfrm>
          <a:off x="0" y="0"/>
          <a:ext cx="0" cy="0"/>
          <a:chOff x="0" y="0"/>
          <a:chExt cx="0" cy="0"/>
        </a:xfrm>
      </p:grpSpPr>
      <p:sp>
        <p:nvSpPr>
          <p:cNvPr id="791" name="Google Shape;791;g3ab13fdb44f_0_3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92" name="Google Shape;792;g3ab13fdb44f_0_3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93" name="Google Shape;793;g3ab13fdb44f_0_32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6" name="Shape 796"/>
        <p:cNvGrpSpPr/>
        <p:nvPr/>
      </p:nvGrpSpPr>
      <p:grpSpPr>
        <a:xfrm>
          <a:off x="0" y="0"/>
          <a:ext cx="0" cy="0"/>
          <a:chOff x="0" y="0"/>
          <a:chExt cx="0" cy="0"/>
        </a:xfrm>
      </p:grpSpPr>
      <p:sp>
        <p:nvSpPr>
          <p:cNvPr id="797" name="Google Shape;797;g3ab13fdb44f_0_32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98" name="Google Shape;798;g3ab13fdb44f_0_3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99" name="Google Shape;799;g3ab13fdb44f_0_32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2" name="Shape 802"/>
        <p:cNvGrpSpPr/>
        <p:nvPr/>
      </p:nvGrpSpPr>
      <p:grpSpPr>
        <a:xfrm>
          <a:off x="0" y="0"/>
          <a:ext cx="0" cy="0"/>
          <a:chOff x="0" y="0"/>
          <a:chExt cx="0" cy="0"/>
        </a:xfrm>
      </p:grpSpPr>
      <p:sp>
        <p:nvSpPr>
          <p:cNvPr id="803" name="Google Shape;803;g3ab13fdb44f_0_33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04" name="Google Shape;804;g3ab13fdb44f_0_33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805" name="Google Shape;805;g3ab13fdb44f_0_33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8" name="Shape 808"/>
        <p:cNvGrpSpPr/>
        <p:nvPr/>
      </p:nvGrpSpPr>
      <p:grpSpPr>
        <a:xfrm>
          <a:off x="0" y="0"/>
          <a:ext cx="0" cy="0"/>
          <a:chOff x="0" y="0"/>
          <a:chExt cx="0" cy="0"/>
        </a:xfrm>
      </p:grpSpPr>
      <p:sp>
        <p:nvSpPr>
          <p:cNvPr id="809" name="Google Shape;809;g3ab13fdb44f_0_33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10" name="Google Shape;810;g3ab13fdb44f_0_3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811" name="Google Shape;811;g3ab13fdb44f_0_33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4" name="Shape 814"/>
        <p:cNvGrpSpPr/>
        <p:nvPr/>
      </p:nvGrpSpPr>
      <p:grpSpPr>
        <a:xfrm>
          <a:off x="0" y="0"/>
          <a:ext cx="0" cy="0"/>
          <a:chOff x="0" y="0"/>
          <a:chExt cx="0" cy="0"/>
        </a:xfrm>
      </p:grpSpPr>
      <p:sp>
        <p:nvSpPr>
          <p:cNvPr id="815" name="Google Shape;815;g3ab13fdb44f_0_3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16" name="Google Shape;816;g3ab13fdb44f_0_3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817" name="Google Shape;817;g3ab13fdb44f_0_34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0" name="Shape 820"/>
        <p:cNvGrpSpPr/>
        <p:nvPr/>
      </p:nvGrpSpPr>
      <p:grpSpPr>
        <a:xfrm>
          <a:off x="0" y="0"/>
          <a:ext cx="0" cy="0"/>
          <a:chOff x="0" y="0"/>
          <a:chExt cx="0" cy="0"/>
        </a:xfrm>
      </p:grpSpPr>
      <p:sp>
        <p:nvSpPr>
          <p:cNvPr id="821" name="Google Shape;821;g3ab13fdb44f_0_34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22" name="Google Shape;822;g3ab13fdb44f_0_3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823" name="Google Shape;823;g3ab13fdb44f_0_34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6" name="Shape 826"/>
        <p:cNvGrpSpPr/>
        <p:nvPr/>
      </p:nvGrpSpPr>
      <p:grpSpPr>
        <a:xfrm>
          <a:off x="0" y="0"/>
          <a:ext cx="0" cy="0"/>
          <a:chOff x="0" y="0"/>
          <a:chExt cx="0" cy="0"/>
        </a:xfrm>
      </p:grpSpPr>
      <p:sp>
        <p:nvSpPr>
          <p:cNvPr id="827" name="Google Shape;827;g3ab13fdb44f_0_35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28" name="Google Shape;828;g3ab13fdb44f_0_35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829" name="Google Shape;829;g3ab13fdb44f_0_35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2" name="Shape 832"/>
        <p:cNvGrpSpPr/>
        <p:nvPr/>
      </p:nvGrpSpPr>
      <p:grpSpPr>
        <a:xfrm>
          <a:off x="0" y="0"/>
          <a:ext cx="0" cy="0"/>
          <a:chOff x="0" y="0"/>
          <a:chExt cx="0" cy="0"/>
        </a:xfrm>
      </p:grpSpPr>
      <p:sp>
        <p:nvSpPr>
          <p:cNvPr id="833" name="Google Shape;833;g3ab13fdb44f_0_35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34" name="Google Shape;834;g3ab13fdb44f_0_3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835" name="Google Shape;835;g3ab13fdb44f_0_35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8" name="Shape 838"/>
        <p:cNvGrpSpPr/>
        <p:nvPr/>
      </p:nvGrpSpPr>
      <p:grpSpPr>
        <a:xfrm>
          <a:off x="0" y="0"/>
          <a:ext cx="0" cy="0"/>
          <a:chOff x="0" y="0"/>
          <a:chExt cx="0" cy="0"/>
        </a:xfrm>
      </p:grpSpPr>
      <p:sp>
        <p:nvSpPr>
          <p:cNvPr id="839" name="Google Shape;839;g3ab13fdb44f_0_28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40" name="Google Shape;840;g3ab13fdb44f_0_28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3" name="Shape 843"/>
        <p:cNvGrpSpPr/>
        <p:nvPr/>
      </p:nvGrpSpPr>
      <p:grpSpPr>
        <a:xfrm>
          <a:off x="0" y="0"/>
          <a:ext cx="0" cy="0"/>
          <a:chOff x="0" y="0"/>
          <a:chExt cx="0" cy="0"/>
        </a:xfrm>
      </p:grpSpPr>
      <p:sp>
        <p:nvSpPr>
          <p:cNvPr id="844" name="Google Shape;844;p13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45" name="Google Shape;845;p13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2" name="Shape 852"/>
        <p:cNvGrpSpPr/>
        <p:nvPr/>
      </p:nvGrpSpPr>
      <p:grpSpPr>
        <a:xfrm>
          <a:off x="0" y="0"/>
          <a:ext cx="0" cy="0"/>
          <a:chOff x="0" y="0"/>
          <a:chExt cx="0" cy="0"/>
        </a:xfrm>
      </p:grpSpPr>
      <p:sp>
        <p:nvSpPr>
          <p:cNvPr id="853" name="Google Shape;853;g3a42a8b53c1_2_7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54" name="Google Shape;854;g3a42a8b53c1_2_7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7" name="Shape 857"/>
        <p:cNvGrpSpPr/>
        <p:nvPr/>
      </p:nvGrpSpPr>
      <p:grpSpPr>
        <a:xfrm>
          <a:off x="0" y="0"/>
          <a:ext cx="0" cy="0"/>
          <a:chOff x="0" y="0"/>
          <a:chExt cx="0" cy="0"/>
        </a:xfrm>
      </p:grpSpPr>
      <p:sp>
        <p:nvSpPr>
          <p:cNvPr id="858" name="Google Shape;858;g3a42a8b53c1_2_7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59" name="Google Shape;859;g3a42a8b53c1_2_7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2" name="Shape 862"/>
        <p:cNvGrpSpPr/>
        <p:nvPr/>
      </p:nvGrpSpPr>
      <p:grpSpPr>
        <a:xfrm>
          <a:off x="0" y="0"/>
          <a:ext cx="0" cy="0"/>
          <a:chOff x="0" y="0"/>
          <a:chExt cx="0" cy="0"/>
        </a:xfrm>
      </p:grpSpPr>
      <p:sp>
        <p:nvSpPr>
          <p:cNvPr id="863" name="Google Shape;863;g3b224b7d20a_0_8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4" name="Google Shape;864;g3b224b7d20a_0_8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7" name="Shape 867"/>
        <p:cNvGrpSpPr/>
        <p:nvPr/>
      </p:nvGrpSpPr>
      <p:grpSpPr>
        <a:xfrm>
          <a:off x="0" y="0"/>
          <a:ext cx="0" cy="0"/>
          <a:chOff x="0" y="0"/>
          <a:chExt cx="0" cy="0"/>
        </a:xfrm>
      </p:grpSpPr>
      <p:sp>
        <p:nvSpPr>
          <p:cNvPr id="868" name="Google Shape;868;g3a42a8b53c1_2_9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9" name="Google Shape;869;g3a42a8b53c1_2_9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2" name="Shape 872"/>
        <p:cNvGrpSpPr/>
        <p:nvPr/>
      </p:nvGrpSpPr>
      <p:grpSpPr>
        <a:xfrm>
          <a:off x="0" y="0"/>
          <a:ext cx="0" cy="0"/>
          <a:chOff x="0" y="0"/>
          <a:chExt cx="0" cy="0"/>
        </a:xfrm>
      </p:grpSpPr>
      <p:sp>
        <p:nvSpPr>
          <p:cNvPr id="873" name="Google Shape;873;g3a42a8b53c1_2_10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4" name="Google Shape;874;g3a42a8b53c1_2_10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7" name="Shape 877"/>
        <p:cNvGrpSpPr/>
        <p:nvPr/>
      </p:nvGrpSpPr>
      <p:grpSpPr>
        <a:xfrm>
          <a:off x="0" y="0"/>
          <a:ext cx="0" cy="0"/>
          <a:chOff x="0" y="0"/>
          <a:chExt cx="0" cy="0"/>
        </a:xfrm>
      </p:grpSpPr>
      <p:sp>
        <p:nvSpPr>
          <p:cNvPr id="878" name="Google Shape;878;g3b224b7d20a_0_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9" name="Google Shape;879;g3b224b7d20a_0_4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2" name="Shape 882"/>
        <p:cNvGrpSpPr/>
        <p:nvPr/>
      </p:nvGrpSpPr>
      <p:grpSpPr>
        <a:xfrm>
          <a:off x="0" y="0"/>
          <a:ext cx="0" cy="0"/>
          <a:chOff x="0" y="0"/>
          <a:chExt cx="0" cy="0"/>
        </a:xfrm>
      </p:grpSpPr>
      <p:sp>
        <p:nvSpPr>
          <p:cNvPr id="883" name="Google Shape;883;g3ab13fdb44f_0_27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84" name="Google Shape;884;g3ab13fdb44f_0_27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7" name="Shape 887"/>
        <p:cNvGrpSpPr/>
        <p:nvPr/>
      </p:nvGrpSpPr>
      <p:grpSpPr>
        <a:xfrm>
          <a:off x="0" y="0"/>
          <a:ext cx="0" cy="0"/>
          <a:chOff x="0" y="0"/>
          <a:chExt cx="0" cy="0"/>
        </a:xfrm>
      </p:grpSpPr>
      <p:sp>
        <p:nvSpPr>
          <p:cNvPr id="888" name="Google Shape;888;g3b224b7d20a_0_5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89" name="Google Shape;889;g3b224b7d20a_0_5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2" name="Shape 892"/>
        <p:cNvGrpSpPr/>
        <p:nvPr/>
      </p:nvGrpSpPr>
      <p:grpSpPr>
        <a:xfrm>
          <a:off x="0" y="0"/>
          <a:ext cx="0" cy="0"/>
          <a:chOff x="0" y="0"/>
          <a:chExt cx="0" cy="0"/>
        </a:xfrm>
      </p:grpSpPr>
      <p:sp>
        <p:nvSpPr>
          <p:cNvPr id="893" name="Google Shape;893;g3b224b7d20a_0_7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94" name="Google Shape;894;g3b224b7d20a_0_7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7" name="Shape 897"/>
        <p:cNvGrpSpPr/>
        <p:nvPr/>
      </p:nvGrpSpPr>
      <p:grpSpPr>
        <a:xfrm>
          <a:off x="0" y="0"/>
          <a:ext cx="0" cy="0"/>
          <a:chOff x="0" y="0"/>
          <a:chExt cx="0" cy="0"/>
        </a:xfrm>
      </p:grpSpPr>
      <p:sp>
        <p:nvSpPr>
          <p:cNvPr id="898" name="Google Shape;898;g3ab13fdb44f_0_28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99" name="Google Shape;899;g3ab13fdb44f_0_28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2" name="Shape 902"/>
        <p:cNvGrpSpPr/>
        <p:nvPr/>
      </p:nvGrpSpPr>
      <p:grpSpPr>
        <a:xfrm>
          <a:off x="0" y="0"/>
          <a:ext cx="0" cy="0"/>
          <a:chOff x="0" y="0"/>
          <a:chExt cx="0" cy="0"/>
        </a:xfrm>
      </p:grpSpPr>
      <p:sp>
        <p:nvSpPr>
          <p:cNvPr id="903" name="Google Shape;903;p1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04" name="Google Shape;904;p15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8" name="Shape 908"/>
        <p:cNvGrpSpPr/>
        <p:nvPr/>
      </p:nvGrpSpPr>
      <p:grpSpPr>
        <a:xfrm>
          <a:off x="0" y="0"/>
          <a:ext cx="0" cy="0"/>
          <a:chOff x="0" y="0"/>
          <a:chExt cx="0" cy="0"/>
        </a:xfrm>
      </p:grpSpPr>
      <p:sp>
        <p:nvSpPr>
          <p:cNvPr id="909" name="Google Shape;909;p15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10" name="Google Shape;910;p1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1" name="Google Shape;911;p156: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5" name="Shape 915"/>
        <p:cNvGrpSpPr/>
        <p:nvPr/>
      </p:nvGrpSpPr>
      <p:grpSpPr>
        <a:xfrm>
          <a:off x="0" y="0"/>
          <a:ext cx="0" cy="0"/>
          <a:chOff x="0" y="0"/>
          <a:chExt cx="0" cy="0"/>
        </a:xfrm>
      </p:grpSpPr>
      <p:sp>
        <p:nvSpPr>
          <p:cNvPr id="916" name="Google Shape;916;g3b224b7d20a_0_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7" name="Google Shape;917;g3b224b7d20a_0_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0" name="Shape 920"/>
        <p:cNvGrpSpPr/>
        <p:nvPr/>
      </p:nvGrpSpPr>
      <p:grpSpPr>
        <a:xfrm>
          <a:off x="0" y="0"/>
          <a:ext cx="0" cy="0"/>
          <a:chOff x="0" y="0"/>
          <a:chExt cx="0" cy="0"/>
        </a:xfrm>
      </p:grpSpPr>
      <p:sp>
        <p:nvSpPr>
          <p:cNvPr id="921" name="Google Shape;921;p15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2" name="Google Shape;922;p15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5" name="Shape 925"/>
        <p:cNvGrpSpPr/>
        <p:nvPr/>
      </p:nvGrpSpPr>
      <p:grpSpPr>
        <a:xfrm>
          <a:off x="0" y="0"/>
          <a:ext cx="0" cy="0"/>
          <a:chOff x="0" y="0"/>
          <a:chExt cx="0" cy="0"/>
        </a:xfrm>
      </p:grpSpPr>
      <p:sp>
        <p:nvSpPr>
          <p:cNvPr id="926" name="Google Shape;926;g3ab13fdb44f_0_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7" name="Google Shape;927;g3ab13fdb44f_0_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0" name="Shape 930"/>
        <p:cNvGrpSpPr/>
        <p:nvPr/>
      </p:nvGrpSpPr>
      <p:grpSpPr>
        <a:xfrm>
          <a:off x="0" y="0"/>
          <a:ext cx="0" cy="0"/>
          <a:chOff x="0" y="0"/>
          <a:chExt cx="0" cy="0"/>
        </a:xfrm>
      </p:grpSpPr>
      <p:sp>
        <p:nvSpPr>
          <p:cNvPr id="931" name="Google Shape;931;p15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32" name="Google Shape;932;p15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6" name="Shape 936"/>
        <p:cNvGrpSpPr/>
        <p:nvPr/>
      </p:nvGrpSpPr>
      <p:grpSpPr>
        <a:xfrm>
          <a:off x="0" y="0"/>
          <a:ext cx="0" cy="0"/>
          <a:chOff x="0" y="0"/>
          <a:chExt cx="0" cy="0"/>
        </a:xfrm>
      </p:grpSpPr>
      <p:sp>
        <p:nvSpPr>
          <p:cNvPr id="937" name="Google Shape;937;p1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38" name="Google Shape;938;p16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1" name="Shape 941"/>
        <p:cNvGrpSpPr/>
        <p:nvPr/>
      </p:nvGrpSpPr>
      <p:grpSpPr>
        <a:xfrm>
          <a:off x="0" y="0"/>
          <a:ext cx="0" cy="0"/>
          <a:chOff x="0" y="0"/>
          <a:chExt cx="0" cy="0"/>
        </a:xfrm>
      </p:grpSpPr>
      <p:sp>
        <p:nvSpPr>
          <p:cNvPr id="942" name="Google Shape;942;p16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3" name="Google Shape;943;p16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6" name="Shape 946"/>
        <p:cNvGrpSpPr/>
        <p:nvPr/>
      </p:nvGrpSpPr>
      <p:grpSpPr>
        <a:xfrm>
          <a:off x="0" y="0"/>
          <a:ext cx="0" cy="0"/>
          <a:chOff x="0" y="0"/>
          <a:chExt cx="0" cy="0"/>
        </a:xfrm>
      </p:grpSpPr>
      <p:sp>
        <p:nvSpPr>
          <p:cNvPr id="947" name="Google Shape;947;p16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8" name="Google Shape;948;p16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1" name="Shape 951"/>
        <p:cNvGrpSpPr/>
        <p:nvPr/>
      </p:nvGrpSpPr>
      <p:grpSpPr>
        <a:xfrm>
          <a:off x="0" y="0"/>
          <a:ext cx="0" cy="0"/>
          <a:chOff x="0" y="0"/>
          <a:chExt cx="0" cy="0"/>
        </a:xfrm>
      </p:grpSpPr>
      <p:sp>
        <p:nvSpPr>
          <p:cNvPr id="952" name="Google Shape;952;p16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53" name="Google Shape;953;p16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6" name="Shape 956"/>
        <p:cNvGrpSpPr/>
        <p:nvPr/>
      </p:nvGrpSpPr>
      <p:grpSpPr>
        <a:xfrm>
          <a:off x="0" y="0"/>
          <a:ext cx="0" cy="0"/>
          <a:chOff x="0" y="0"/>
          <a:chExt cx="0" cy="0"/>
        </a:xfrm>
      </p:grpSpPr>
      <p:sp>
        <p:nvSpPr>
          <p:cNvPr id="957" name="Google Shape;957;p1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58" name="Google Shape;958;p16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1" name="Shape 961"/>
        <p:cNvGrpSpPr/>
        <p:nvPr/>
      </p:nvGrpSpPr>
      <p:grpSpPr>
        <a:xfrm>
          <a:off x="0" y="0"/>
          <a:ext cx="0" cy="0"/>
          <a:chOff x="0" y="0"/>
          <a:chExt cx="0" cy="0"/>
        </a:xfrm>
      </p:grpSpPr>
      <p:sp>
        <p:nvSpPr>
          <p:cNvPr id="962" name="Google Shape;962;p16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3" name="Google Shape;963;p16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6" name="Shape 966"/>
        <p:cNvGrpSpPr/>
        <p:nvPr/>
      </p:nvGrpSpPr>
      <p:grpSpPr>
        <a:xfrm>
          <a:off x="0" y="0"/>
          <a:ext cx="0" cy="0"/>
          <a:chOff x="0" y="0"/>
          <a:chExt cx="0" cy="0"/>
        </a:xfrm>
      </p:grpSpPr>
      <p:sp>
        <p:nvSpPr>
          <p:cNvPr id="967" name="Google Shape;967;p16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8" name="Google Shape;968;p16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1" name="Shape 971"/>
        <p:cNvGrpSpPr/>
        <p:nvPr/>
      </p:nvGrpSpPr>
      <p:grpSpPr>
        <a:xfrm>
          <a:off x="0" y="0"/>
          <a:ext cx="0" cy="0"/>
          <a:chOff x="0" y="0"/>
          <a:chExt cx="0" cy="0"/>
        </a:xfrm>
      </p:grpSpPr>
      <p:sp>
        <p:nvSpPr>
          <p:cNvPr id="972" name="Google Shape;972;p16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73" name="Google Shape;973;p16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6" name="Shape 976"/>
        <p:cNvGrpSpPr/>
        <p:nvPr/>
      </p:nvGrpSpPr>
      <p:grpSpPr>
        <a:xfrm>
          <a:off x="0" y="0"/>
          <a:ext cx="0" cy="0"/>
          <a:chOff x="0" y="0"/>
          <a:chExt cx="0" cy="0"/>
        </a:xfrm>
      </p:grpSpPr>
      <p:sp>
        <p:nvSpPr>
          <p:cNvPr id="977" name="Google Shape;977;p1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78" name="Google Shape;978;p16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1" name="Shape 981"/>
        <p:cNvGrpSpPr/>
        <p:nvPr/>
      </p:nvGrpSpPr>
      <p:grpSpPr>
        <a:xfrm>
          <a:off x="0" y="0"/>
          <a:ext cx="0" cy="0"/>
          <a:chOff x="0" y="0"/>
          <a:chExt cx="0" cy="0"/>
        </a:xfrm>
      </p:grpSpPr>
      <p:sp>
        <p:nvSpPr>
          <p:cNvPr id="982" name="Google Shape;982;p16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83" name="Google Shape;983;p16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6" name="Shape 986"/>
        <p:cNvGrpSpPr/>
        <p:nvPr/>
      </p:nvGrpSpPr>
      <p:grpSpPr>
        <a:xfrm>
          <a:off x="0" y="0"/>
          <a:ext cx="0" cy="0"/>
          <a:chOff x="0" y="0"/>
          <a:chExt cx="0" cy="0"/>
        </a:xfrm>
      </p:grpSpPr>
      <p:sp>
        <p:nvSpPr>
          <p:cNvPr id="987" name="Google Shape;987;p17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88" name="Google Shape;988;p17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1" name="Shape 991"/>
        <p:cNvGrpSpPr/>
        <p:nvPr/>
      </p:nvGrpSpPr>
      <p:grpSpPr>
        <a:xfrm>
          <a:off x="0" y="0"/>
          <a:ext cx="0" cy="0"/>
          <a:chOff x="0" y="0"/>
          <a:chExt cx="0" cy="0"/>
        </a:xfrm>
      </p:grpSpPr>
      <p:sp>
        <p:nvSpPr>
          <p:cNvPr id="992" name="Google Shape;992;p17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3" name="Google Shape;993;p17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6" name="Shape 996"/>
        <p:cNvGrpSpPr/>
        <p:nvPr/>
      </p:nvGrpSpPr>
      <p:grpSpPr>
        <a:xfrm>
          <a:off x="0" y="0"/>
          <a:ext cx="0" cy="0"/>
          <a:chOff x="0" y="0"/>
          <a:chExt cx="0" cy="0"/>
        </a:xfrm>
      </p:grpSpPr>
      <p:sp>
        <p:nvSpPr>
          <p:cNvPr id="997" name="Google Shape;997;p1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8" name="Google Shape;998;p17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1" name="Shape 1001"/>
        <p:cNvGrpSpPr/>
        <p:nvPr/>
      </p:nvGrpSpPr>
      <p:grpSpPr>
        <a:xfrm>
          <a:off x="0" y="0"/>
          <a:ext cx="0" cy="0"/>
          <a:chOff x="0" y="0"/>
          <a:chExt cx="0" cy="0"/>
        </a:xfrm>
      </p:grpSpPr>
      <p:sp>
        <p:nvSpPr>
          <p:cNvPr id="1002" name="Google Shape;1002;p17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3" name="Google Shape;1003;p17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6" name="Shape 1006"/>
        <p:cNvGrpSpPr/>
        <p:nvPr/>
      </p:nvGrpSpPr>
      <p:grpSpPr>
        <a:xfrm>
          <a:off x="0" y="0"/>
          <a:ext cx="0" cy="0"/>
          <a:chOff x="0" y="0"/>
          <a:chExt cx="0" cy="0"/>
        </a:xfrm>
      </p:grpSpPr>
      <p:sp>
        <p:nvSpPr>
          <p:cNvPr id="1007" name="Google Shape;1007;p17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8" name="Google Shape;1008;p17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1" name="Shape 1011"/>
        <p:cNvGrpSpPr/>
        <p:nvPr/>
      </p:nvGrpSpPr>
      <p:grpSpPr>
        <a:xfrm>
          <a:off x="0" y="0"/>
          <a:ext cx="0" cy="0"/>
          <a:chOff x="0" y="0"/>
          <a:chExt cx="0" cy="0"/>
        </a:xfrm>
      </p:grpSpPr>
      <p:sp>
        <p:nvSpPr>
          <p:cNvPr id="1012" name="Google Shape;1012;p17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3" name="Google Shape;1013;p17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6" name="Shape 1016"/>
        <p:cNvGrpSpPr/>
        <p:nvPr/>
      </p:nvGrpSpPr>
      <p:grpSpPr>
        <a:xfrm>
          <a:off x="0" y="0"/>
          <a:ext cx="0" cy="0"/>
          <a:chOff x="0" y="0"/>
          <a:chExt cx="0" cy="0"/>
        </a:xfrm>
      </p:grpSpPr>
      <p:sp>
        <p:nvSpPr>
          <p:cNvPr id="1017" name="Google Shape;1017;p1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8" name="Google Shape;1018;p17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1" name="Shape 1021"/>
        <p:cNvGrpSpPr/>
        <p:nvPr/>
      </p:nvGrpSpPr>
      <p:grpSpPr>
        <a:xfrm>
          <a:off x="0" y="0"/>
          <a:ext cx="0" cy="0"/>
          <a:chOff x="0" y="0"/>
          <a:chExt cx="0" cy="0"/>
        </a:xfrm>
      </p:grpSpPr>
      <p:sp>
        <p:nvSpPr>
          <p:cNvPr id="1022" name="Google Shape;1022;p17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3" name="Google Shape;1023;p17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6" name="Shape 1026"/>
        <p:cNvGrpSpPr/>
        <p:nvPr/>
      </p:nvGrpSpPr>
      <p:grpSpPr>
        <a:xfrm>
          <a:off x="0" y="0"/>
          <a:ext cx="0" cy="0"/>
          <a:chOff x="0" y="0"/>
          <a:chExt cx="0" cy="0"/>
        </a:xfrm>
      </p:grpSpPr>
      <p:sp>
        <p:nvSpPr>
          <p:cNvPr id="1027" name="Google Shape;1027;p17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8" name="Google Shape;1028;p17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1" name="Shape 1031"/>
        <p:cNvGrpSpPr/>
        <p:nvPr/>
      </p:nvGrpSpPr>
      <p:grpSpPr>
        <a:xfrm>
          <a:off x="0" y="0"/>
          <a:ext cx="0" cy="0"/>
          <a:chOff x="0" y="0"/>
          <a:chExt cx="0" cy="0"/>
        </a:xfrm>
      </p:grpSpPr>
      <p:sp>
        <p:nvSpPr>
          <p:cNvPr id="1032" name="Google Shape;1032;g3ab13fdb44f_0_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33" name="Google Shape;1033;g3ab13fdb44f_0_1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6" name="Shape 1036"/>
        <p:cNvGrpSpPr/>
        <p:nvPr/>
      </p:nvGrpSpPr>
      <p:grpSpPr>
        <a:xfrm>
          <a:off x="0" y="0"/>
          <a:ext cx="0" cy="0"/>
          <a:chOff x="0" y="0"/>
          <a:chExt cx="0" cy="0"/>
        </a:xfrm>
      </p:grpSpPr>
      <p:sp>
        <p:nvSpPr>
          <p:cNvPr id="1037" name="Google Shape;1037;g3a42a8b53c1_2_1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38" name="Google Shape;1038;g3a42a8b53c1_2_19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1" name="Shape 1041"/>
        <p:cNvGrpSpPr/>
        <p:nvPr/>
      </p:nvGrpSpPr>
      <p:grpSpPr>
        <a:xfrm>
          <a:off x="0" y="0"/>
          <a:ext cx="0" cy="0"/>
          <a:chOff x="0" y="0"/>
          <a:chExt cx="0" cy="0"/>
        </a:xfrm>
      </p:grpSpPr>
      <p:sp>
        <p:nvSpPr>
          <p:cNvPr id="1042" name="Google Shape;1042;g3a42a8b53c1_2_19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43" name="Google Shape;1043;g3a42a8b53c1_2_19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6" name="Shape 1046"/>
        <p:cNvGrpSpPr/>
        <p:nvPr/>
      </p:nvGrpSpPr>
      <p:grpSpPr>
        <a:xfrm>
          <a:off x="0" y="0"/>
          <a:ext cx="0" cy="0"/>
          <a:chOff x="0" y="0"/>
          <a:chExt cx="0" cy="0"/>
        </a:xfrm>
      </p:grpSpPr>
      <p:sp>
        <p:nvSpPr>
          <p:cNvPr id="1047" name="Google Shape;1047;g3a42a8b53c1_2_2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48" name="Google Shape;1048;g3a42a8b53c1_2_20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1" name="Shape 1051"/>
        <p:cNvGrpSpPr/>
        <p:nvPr/>
      </p:nvGrpSpPr>
      <p:grpSpPr>
        <a:xfrm>
          <a:off x="0" y="0"/>
          <a:ext cx="0" cy="0"/>
          <a:chOff x="0" y="0"/>
          <a:chExt cx="0" cy="0"/>
        </a:xfrm>
      </p:grpSpPr>
      <p:sp>
        <p:nvSpPr>
          <p:cNvPr id="1052" name="Google Shape;1052;p1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53" name="Google Shape;1053;p13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6" name="Shape 1056"/>
        <p:cNvGrpSpPr/>
        <p:nvPr/>
      </p:nvGrpSpPr>
      <p:grpSpPr>
        <a:xfrm>
          <a:off x="0" y="0"/>
          <a:ext cx="0" cy="0"/>
          <a:chOff x="0" y="0"/>
          <a:chExt cx="0" cy="0"/>
        </a:xfrm>
      </p:grpSpPr>
      <p:sp>
        <p:nvSpPr>
          <p:cNvPr id="1057" name="Google Shape;1057;g3b224b7d20a_0_1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58" name="Google Shape;1058;g3b224b7d20a_0_10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1" name="Shape 1061"/>
        <p:cNvGrpSpPr/>
        <p:nvPr/>
      </p:nvGrpSpPr>
      <p:grpSpPr>
        <a:xfrm>
          <a:off x="0" y="0"/>
          <a:ext cx="0" cy="0"/>
          <a:chOff x="0" y="0"/>
          <a:chExt cx="0" cy="0"/>
        </a:xfrm>
      </p:grpSpPr>
      <p:sp>
        <p:nvSpPr>
          <p:cNvPr id="1062" name="Google Shape;1062;g3a42a8b53c1_2_2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3" name="Google Shape;1063;g3a42a8b53c1_2_21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6" name="Shape 1066"/>
        <p:cNvGrpSpPr/>
        <p:nvPr/>
      </p:nvGrpSpPr>
      <p:grpSpPr>
        <a:xfrm>
          <a:off x="0" y="0"/>
          <a:ext cx="0" cy="0"/>
          <a:chOff x="0" y="0"/>
          <a:chExt cx="0" cy="0"/>
        </a:xfrm>
      </p:grpSpPr>
      <p:sp>
        <p:nvSpPr>
          <p:cNvPr id="1067" name="Google Shape;1067;g3b224b7d20a_0_1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8" name="Google Shape;1068;g3b224b7d20a_0_11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1" name="Shape 1071"/>
        <p:cNvGrpSpPr/>
        <p:nvPr/>
      </p:nvGrpSpPr>
      <p:grpSpPr>
        <a:xfrm>
          <a:off x="0" y="0"/>
          <a:ext cx="0" cy="0"/>
          <a:chOff x="0" y="0"/>
          <a:chExt cx="0" cy="0"/>
        </a:xfrm>
      </p:grpSpPr>
      <p:sp>
        <p:nvSpPr>
          <p:cNvPr id="1072" name="Google Shape;1072;g3a42a8b53c1_2_21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73" name="Google Shape;1073;g3a42a8b53c1_2_21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6" name="Shape 1076"/>
        <p:cNvGrpSpPr/>
        <p:nvPr/>
      </p:nvGrpSpPr>
      <p:grpSpPr>
        <a:xfrm>
          <a:off x="0" y="0"/>
          <a:ext cx="0" cy="0"/>
          <a:chOff x="0" y="0"/>
          <a:chExt cx="0" cy="0"/>
        </a:xfrm>
      </p:grpSpPr>
      <p:sp>
        <p:nvSpPr>
          <p:cNvPr id="1077" name="Google Shape;1077;g3b224b7d20a_0_11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78" name="Google Shape;1078;g3b224b7d20a_0_11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1" name="Shape 1081"/>
        <p:cNvGrpSpPr/>
        <p:nvPr/>
      </p:nvGrpSpPr>
      <p:grpSpPr>
        <a:xfrm>
          <a:off x="0" y="0"/>
          <a:ext cx="0" cy="0"/>
          <a:chOff x="0" y="0"/>
          <a:chExt cx="0" cy="0"/>
        </a:xfrm>
      </p:grpSpPr>
      <p:sp>
        <p:nvSpPr>
          <p:cNvPr id="1082" name="Google Shape;1082;g3a42a8b53c1_2_2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83" name="Google Shape;1083;g3a42a8b53c1_2_22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6" name="Shape 1086"/>
        <p:cNvGrpSpPr/>
        <p:nvPr/>
      </p:nvGrpSpPr>
      <p:grpSpPr>
        <a:xfrm>
          <a:off x="0" y="0"/>
          <a:ext cx="0" cy="0"/>
          <a:chOff x="0" y="0"/>
          <a:chExt cx="0" cy="0"/>
        </a:xfrm>
      </p:grpSpPr>
      <p:sp>
        <p:nvSpPr>
          <p:cNvPr id="1087" name="Google Shape;1087;g3a42a8b53c1_2_2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88" name="Google Shape;1088;g3a42a8b53c1_2_22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1" name="Shape 1091"/>
        <p:cNvGrpSpPr/>
        <p:nvPr/>
      </p:nvGrpSpPr>
      <p:grpSpPr>
        <a:xfrm>
          <a:off x="0" y="0"/>
          <a:ext cx="0" cy="0"/>
          <a:chOff x="0" y="0"/>
          <a:chExt cx="0" cy="0"/>
        </a:xfrm>
      </p:grpSpPr>
      <p:sp>
        <p:nvSpPr>
          <p:cNvPr id="1092" name="Google Shape;1092;p13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93" name="Google Shape;1093;p13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6" name="Shape 1096"/>
        <p:cNvGrpSpPr/>
        <p:nvPr/>
      </p:nvGrpSpPr>
      <p:grpSpPr>
        <a:xfrm>
          <a:off x="0" y="0"/>
          <a:ext cx="0" cy="0"/>
          <a:chOff x="0" y="0"/>
          <a:chExt cx="0" cy="0"/>
        </a:xfrm>
      </p:grpSpPr>
      <p:sp>
        <p:nvSpPr>
          <p:cNvPr id="1097" name="Google Shape;1097;g3b224b7d20a_0_1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98" name="Google Shape;1098;g3b224b7d20a_0_12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1" name="Shape 1101"/>
        <p:cNvGrpSpPr/>
        <p:nvPr/>
      </p:nvGrpSpPr>
      <p:grpSpPr>
        <a:xfrm>
          <a:off x="0" y="0"/>
          <a:ext cx="0" cy="0"/>
          <a:chOff x="0" y="0"/>
          <a:chExt cx="0" cy="0"/>
        </a:xfrm>
      </p:grpSpPr>
      <p:sp>
        <p:nvSpPr>
          <p:cNvPr id="1102" name="Google Shape;1102;g3b224b7d20a_0_13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03" name="Google Shape;1103;g3b224b7d20a_0_13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6" name="Shape 1106"/>
        <p:cNvGrpSpPr/>
        <p:nvPr/>
      </p:nvGrpSpPr>
      <p:grpSpPr>
        <a:xfrm>
          <a:off x="0" y="0"/>
          <a:ext cx="0" cy="0"/>
          <a:chOff x="0" y="0"/>
          <a:chExt cx="0" cy="0"/>
        </a:xfrm>
      </p:grpSpPr>
      <p:sp>
        <p:nvSpPr>
          <p:cNvPr id="1107" name="Google Shape;1107;g3b224b7d20a_0_13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08" name="Google Shape;1108;g3b224b7d20a_0_13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1" name="Shape 1111"/>
        <p:cNvGrpSpPr/>
        <p:nvPr/>
      </p:nvGrpSpPr>
      <p:grpSpPr>
        <a:xfrm>
          <a:off x="0" y="0"/>
          <a:ext cx="0" cy="0"/>
          <a:chOff x="0" y="0"/>
          <a:chExt cx="0" cy="0"/>
        </a:xfrm>
      </p:grpSpPr>
      <p:sp>
        <p:nvSpPr>
          <p:cNvPr id="1112" name="Google Shape;1112;g3b224b7d20a_0_14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3" name="Google Shape;1113;g3b224b7d20a_0_14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6" name="Shape 1116"/>
        <p:cNvGrpSpPr/>
        <p:nvPr/>
      </p:nvGrpSpPr>
      <p:grpSpPr>
        <a:xfrm>
          <a:off x="0" y="0"/>
          <a:ext cx="0" cy="0"/>
          <a:chOff x="0" y="0"/>
          <a:chExt cx="0" cy="0"/>
        </a:xfrm>
      </p:grpSpPr>
      <p:sp>
        <p:nvSpPr>
          <p:cNvPr id="1117" name="Google Shape;1117;g3b224b7d20a_0_1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8" name="Google Shape;1118;g3b224b7d20a_0_14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1" name="Shape 1121"/>
        <p:cNvGrpSpPr/>
        <p:nvPr/>
      </p:nvGrpSpPr>
      <p:grpSpPr>
        <a:xfrm>
          <a:off x="0" y="0"/>
          <a:ext cx="0" cy="0"/>
          <a:chOff x="0" y="0"/>
          <a:chExt cx="0" cy="0"/>
        </a:xfrm>
      </p:grpSpPr>
      <p:sp>
        <p:nvSpPr>
          <p:cNvPr id="1122" name="Google Shape;1122;p20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23" name="Google Shape;1123;p20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6" name="Shape 1126"/>
        <p:cNvGrpSpPr/>
        <p:nvPr/>
      </p:nvGrpSpPr>
      <p:grpSpPr>
        <a:xfrm>
          <a:off x="0" y="0"/>
          <a:ext cx="0" cy="0"/>
          <a:chOff x="0" y="0"/>
          <a:chExt cx="0" cy="0"/>
        </a:xfrm>
      </p:grpSpPr>
      <p:sp>
        <p:nvSpPr>
          <p:cNvPr id="1127" name="Google Shape;1127;p20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28" name="Google Shape;1128;p20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1" name="Shape 1131"/>
        <p:cNvGrpSpPr/>
        <p:nvPr/>
      </p:nvGrpSpPr>
      <p:grpSpPr>
        <a:xfrm>
          <a:off x="0" y="0"/>
          <a:ext cx="0" cy="0"/>
          <a:chOff x="0" y="0"/>
          <a:chExt cx="0" cy="0"/>
        </a:xfrm>
      </p:grpSpPr>
      <p:sp>
        <p:nvSpPr>
          <p:cNvPr id="1132" name="Google Shape;1132;p2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33" name="Google Shape;1133;p20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6" name="Shape 1136"/>
        <p:cNvGrpSpPr/>
        <p:nvPr/>
      </p:nvGrpSpPr>
      <p:grpSpPr>
        <a:xfrm>
          <a:off x="0" y="0"/>
          <a:ext cx="0" cy="0"/>
          <a:chOff x="0" y="0"/>
          <a:chExt cx="0" cy="0"/>
        </a:xfrm>
      </p:grpSpPr>
      <p:sp>
        <p:nvSpPr>
          <p:cNvPr id="1137" name="Google Shape;1137;p20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38" name="Google Shape;1138;p20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1" name="Shape 1141"/>
        <p:cNvGrpSpPr/>
        <p:nvPr/>
      </p:nvGrpSpPr>
      <p:grpSpPr>
        <a:xfrm>
          <a:off x="0" y="0"/>
          <a:ext cx="0" cy="0"/>
          <a:chOff x="0" y="0"/>
          <a:chExt cx="0" cy="0"/>
        </a:xfrm>
      </p:grpSpPr>
      <p:sp>
        <p:nvSpPr>
          <p:cNvPr id="1142" name="Google Shape;1142;p2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43" name="Google Shape;1143;p20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6" name="Shape 1146"/>
        <p:cNvGrpSpPr/>
        <p:nvPr/>
      </p:nvGrpSpPr>
      <p:grpSpPr>
        <a:xfrm>
          <a:off x="0" y="0"/>
          <a:ext cx="0" cy="0"/>
          <a:chOff x="0" y="0"/>
          <a:chExt cx="0" cy="0"/>
        </a:xfrm>
      </p:grpSpPr>
      <p:sp>
        <p:nvSpPr>
          <p:cNvPr id="1147" name="Google Shape;1147;g3a42a8b53c1_2_2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48" name="Google Shape;1148;g3a42a8b53c1_2_26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1" name="Shape 1151"/>
        <p:cNvGrpSpPr/>
        <p:nvPr/>
      </p:nvGrpSpPr>
      <p:grpSpPr>
        <a:xfrm>
          <a:off x="0" y="0"/>
          <a:ext cx="0" cy="0"/>
          <a:chOff x="0" y="0"/>
          <a:chExt cx="0" cy="0"/>
        </a:xfrm>
      </p:grpSpPr>
      <p:sp>
        <p:nvSpPr>
          <p:cNvPr id="1152" name="Google Shape;1152;p2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53" name="Google Shape;1153;p20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6" name="Shape 1156"/>
        <p:cNvGrpSpPr/>
        <p:nvPr/>
      </p:nvGrpSpPr>
      <p:grpSpPr>
        <a:xfrm>
          <a:off x="0" y="0"/>
          <a:ext cx="0" cy="0"/>
          <a:chOff x="0" y="0"/>
          <a:chExt cx="0" cy="0"/>
        </a:xfrm>
      </p:grpSpPr>
      <p:sp>
        <p:nvSpPr>
          <p:cNvPr id="1157" name="Google Shape;1157;p20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58" name="Google Shape;1158;p20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1" name="Shape 1161"/>
        <p:cNvGrpSpPr/>
        <p:nvPr/>
      </p:nvGrpSpPr>
      <p:grpSpPr>
        <a:xfrm>
          <a:off x="0" y="0"/>
          <a:ext cx="0" cy="0"/>
          <a:chOff x="0" y="0"/>
          <a:chExt cx="0" cy="0"/>
        </a:xfrm>
      </p:grpSpPr>
      <p:sp>
        <p:nvSpPr>
          <p:cNvPr id="1162" name="Google Shape;1162;p20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3" name="Google Shape;1163;p20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6" name="Shape 1166"/>
        <p:cNvGrpSpPr/>
        <p:nvPr/>
      </p:nvGrpSpPr>
      <p:grpSpPr>
        <a:xfrm>
          <a:off x="0" y="0"/>
          <a:ext cx="0" cy="0"/>
          <a:chOff x="0" y="0"/>
          <a:chExt cx="0" cy="0"/>
        </a:xfrm>
      </p:grpSpPr>
      <p:sp>
        <p:nvSpPr>
          <p:cNvPr id="1167" name="Google Shape;1167;g3a42a8b53c1_2_2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8" name="Google Shape;1168;g3a42a8b53c1_2_27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2" name="Shape 1172"/>
        <p:cNvGrpSpPr/>
        <p:nvPr/>
      </p:nvGrpSpPr>
      <p:grpSpPr>
        <a:xfrm>
          <a:off x="0" y="0"/>
          <a:ext cx="0" cy="0"/>
          <a:chOff x="0" y="0"/>
          <a:chExt cx="0" cy="0"/>
        </a:xfrm>
      </p:grpSpPr>
      <p:sp>
        <p:nvSpPr>
          <p:cNvPr id="1173" name="Google Shape;1173;p2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74" name="Google Shape;1174;p21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7" name="Shape 1177"/>
        <p:cNvGrpSpPr/>
        <p:nvPr/>
      </p:nvGrpSpPr>
      <p:grpSpPr>
        <a:xfrm>
          <a:off x="0" y="0"/>
          <a:ext cx="0" cy="0"/>
          <a:chOff x="0" y="0"/>
          <a:chExt cx="0" cy="0"/>
        </a:xfrm>
      </p:grpSpPr>
      <p:sp>
        <p:nvSpPr>
          <p:cNvPr id="1178" name="Google Shape;1178;g3a42a8b53c1_2_28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79" name="Google Shape;1179;g3a42a8b53c1_2_28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2" name="Shape 1182"/>
        <p:cNvGrpSpPr/>
        <p:nvPr/>
      </p:nvGrpSpPr>
      <p:grpSpPr>
        <a:xfrm>
          <a:off x="0" y="0"/>
          <a:ext cx="0" cy="0"/>
          <a:chOff x="0" y="0"/>
          <a:chExt cx="0" cy="0"/>
        </a:xfrm>
      </p:grpSpPr>
      <p:sp>
        <p:nvSpPr>
          <p:cNvPr id="1183" name="Google Shape;1183;g3a42a8b53c1_2_29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84" name="Google Shape;1184;g3a42a8b53c1_2_29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7" name="Shape 1187"/>
        <p:cNvGrpSpPr/>
        <p:nvPr/>
      </p:nvGrpSpPr>
      <p:grpSpPr>
        <a:xfrm>
          <a:off x="0" y="0"/>
          <a:ext cx="0" cy="0"/>
          <a:chOff x="0" y="0"/>
          <a:chExt cx="0" cy="0"/>
        </a:xfrm>
      </p:grpSpPr>
      <p:sp>
        <p:nvSpPr>
          <p:cNvPr id="1188" name="Google Shape;1188;g3ab13fdb44f_0_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89" name="Google Shape;1189;g3ab13fdb44f_0_4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2" name="Shape 1192"/>
        <p:cNvGrpSpPr/>
        <p:nvPr/>
      </p:nvGrpSpPr>
      <p:grpSpPr>
        <a:xfrm>
          <a:off x="0" y="0"/>
          <a:ext cx="0" cy="0"/>
          <a:chOff x="0" y="0"/>
          <a:chExt cx="0" cy="0"/>
        </a:xfrm>
      </p:grpSpPr>
      <p:sp>
        <p:nvSpPr>
          <p:cNvPr id="1193" name="Google Shape;1193;g3a42a8b53c1_2_29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94" name="Google Shape;1194;g3a42a8b53c1_2_29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7" name="Shape 1197"/>
        <p:cNvGrpSpPr/>
        <p:nvPr/>
      </p:nvGrpSpPr>
      <p:grpSpPr>
        <a:xfrm>
          <a:off x="0" y="0"/>
          <a:ext cx="0" cy="0"/>
          <a:chOff x="0" y="0"/>
          <a:chExt cx="0" cy="0"/>
        </a:xfrm>
      </p:grpSpPr>
      <p:sp>
        <p:nvSpPr>
          <p:cNvPr id="1198" name="Google Shape;1198;g3ab13fdb44f_0_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99" name="Google Shape;1199;g3ab13fdb44f_0_4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2" name="Shape 1202"/>
        <p:cNvGrpSpPr/>
        <p:nvPr/>
      </p:nvGrpSpPr>
      <p:grpSpPr>
        <a:xfrm>
          <a:off x="0" y="0"/>
          <a:ext cx="0" cy="0"/>
          <a:chOff x="0" y="0"/>
          <a:chExt cx="0" cy="0"/>
        </a:xfrm>
      </p:grpSpPr>
      <p:sp>
        <p:nvSpPr>
          <p:cNvPr id="1203" name="Google Shape;1203;g3ab13fdb44f_0_5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04" name="Google Shape;1204;g3ab13fdb44f_0_5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7" name="Shape 1207"/>
        <p:cNvGrpSpPr/>
        <p:nvPr/>
      </p:nvGrpSpPr>
      <p:grpSpPr>
        <a:xfrm>
          <a:off x="0" y="0"/>
          <a:ext cx="0" cy="0"/>
          <a:chOff x="0" y="0"/>
          <a:chExt cx="0" cy="0"/>
        </a:xfrm>
      </p:grpSpPr>
      <p:sp>
        <p:nvSpPr>
          <p:cNvPr id="1208" name="Google Shape;1208;g3ab13fdb44f_0_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09" name="Google Shape;1209;g3ab13fdb44f_0_5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2" name="Shape 1212"/>
        <p:cNvGrpSpPr/>
        <p:nvPr/>
      </p:nvGrpSpPr>
      <p:grpSpPr>
        <a:xfrm>
          <a:off x="0" y="0"/>
          <a:ext cx="0" cy="0"/>
          <a:chOff x="0" y="0"/>
          <a:chExt cx="0" cy="0"/>
        </a:xfrm>
      </p:grpSpPr>
      <p:sp>
        <p:nvSpPr>
          <p:cNvPr id="1213" name="Google Shape;1213;g3ab13fdb44f_0_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14" name="Google Shape;1214;g3ab13fdb44f_0_6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7" name="Shape 1217"/>
        <p:cNvGrpSpPr/>
        <p:nvPr/>
      </p:nvGrpSpPr>
      <p:grpSpPr>
        <a:xfrm>
          <a:off x="0" y="0"/>
          <a:ext cx="0" cy="0"/>
          <a:chOff x="0" y="0"/>
          <a:chExt cx="0" cy="0"/>
        </a:xfrm>
      </p:grpSpPr>
      <p:sp>
        <p:nvSpPr>
          <p:cNvPr id="1218" name="Google Shape;1218;g3ab13fdb44f_0_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19" name="Google Shape;1219;g3ab13fdb44f_0_6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2" name="Shape 1222"/>
        <p:cNvGrpSpPr/>
        <p:nvPr/>
      </p:nvGrpSpPr>
      <p:grpSpPr>
        <a:xfrm>
          <a:off x="0" y="0"/>
          <a:ext cx="0" cy="0"/>
          <a:chOff x="0" y="0"/>
          <a:chExt cx="0" cy="0"/>
        </a:xfrm>
      </p:grpSpPr>
      <p:sp>
        <p:nvSpPr>
          <p:cNvPr id="1223" name="Google Shape;1223;g3a42a8b53c1_2_3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24" name="Google Shape;1224;g3a42a8b53c1_2_31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7" name="Shape 1227"/>
        <p:cNvGrpSpPr/>
        <p:nvPr/>
      </p:nvGrpSpPr>
      <p:grpSpPr>
        <a:xfrm>
          <a:off x="0" y="0"/>
          <a:ext cx="0" cy="0"/>
          <a:chOff x="0" y="0"/>
          <a:chExt cx="0" cy="0"/>
        </a:xfrm>
      </p:grpSpPr>
      <p:sp>
        <p:nvSpPr>
          <p:cNvPr id="1228" name="Google Shape;1228;g3a42a8b53c1_2_31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29" name="Google Shape;1229;g3a42a8b53c1_2_31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2" name="Shape 1232"/>
        <p:cNvGrpSpPr/>
        <p:nvPr/>
      </p:nvGrpSpPr>
      <p:grpSpPr>
        <a:xfrm>
          <a:off x="0" y="0"/>
          <a:ext cx="0" cy="0"/>
          <a:chOff x="0" y="0"/>
          <a:chExt cx="0" cy="0"/>
        </a:xfrm>
      </p:grpSpPr>
      <p:sp>
        <p:nvSpPr>
          <p:cNvPr id="1233" name="Google Shape;1233;g3a5c12958b4_0_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34" name="Google Shape;1234;g3a5c12958b4_0_2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7" name="Shape 1237"/>
        <p:cNvGrpSpPr/>
        <p:nvPr/>
      </p:nvGrpSpPr>
      <p:grpSpPr>
        <a:xfrm>
          <a:off x="0" y="0"/>
          <a:ext cx="0" cy="0"/>
          <a:chOff x="0" y="0"/>
          <a:chExt cx="0" cy="0"/>
        </a:xfrm>
      </p:grpSpPr>
      <p:sp>
        <p:nvSpPr>
          <p:cNvPr id="1238" name="Google Shape;1238;g3b224b7d20a_0_1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39" name="Google Shape;1239;g3b224b7d20a_0_16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2" name="Shape 1242"/>
        <p:cNvGrpSpPr/>
        <p:nvPr/>
      </p:nvGrpSpPr>
      <p:grpSpPr>
        <a:xfrm>
          <a:off x="0" y="0"/>
          <a:ext cx="0" cy="0"/>
          <a:chOff x="0" y="0"/>
          <a:chExt cx="0" cy="0"/>
        </a:xfrm>
      </p:grpSpPr>
      <p:sp>
        <p:nvSpPr>
          <p:cNvPr id="1243" name="Google Shape;1243;g3ab13fdb44f_0_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44" name="Google Shape;1244;g3ab13fdb44f_0_6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7" name="Shape 1247"/>
        <p:cNvGrpSpPr/>
        <p:nvPr/>
      </p:nvGrpSpPr>
      <p:grpSpPr>
        <a:xfrm>
          <a:off x="0" y="0"/>
          <a:ext cx="0" cy="0"/>
          <a:chOff x="0" y="0"/>
          <a:chExt cx="0" cy="0"/>
        </a:xfrm>
      </p:grpSpPr>
      <p:sp>
        <p:nvSpPr>
          <p:cNvPr id="1248" name="Google Shape;1248;g3ab13fdb44f_0_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49" name="Google Shape;1249;g3ab13fdb44f_0_7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2" name="Shape 1252"/>
        <p:cNvGrpSpPr/>
        <p:nvPr/>
      </p:nvGrpSpPr>
      <p:grpSpPr>
        <a:xfrm>
          <a:off x="0" y="0"/>
          <a:ext cx="0" cy="0"/>
          <a:chOff x="0" y="0"/>
          <a:chExt cx="0" cy="0"/>
        </a:xfrm>
      </p:grpSpPr>
      <p:sp>
        <p:nvSpPr>
          <p:cNvPr id="1253" name="Google Shape;1253;g3ab13fdb44f_0_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54" name="Google Shape;1254;g3ab13fdb44f_0_7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7" name="Shape 1257"/>
        <p:cNvGrpSpPr/>
        <p:nvPr/>
      </p:nvGrpSpPr>
      <p:grpSpPr>
        <a:xfrm>
          <a:off x="0" y="0"/>
          <a:ext cx="0" cy="0"/>
          <a:chOff x="0" y="0"/>
          <a:chExt cx="0" cy="0"/>
        </a:xfrm>
      </p:grpSpPr>
      <p:sp>
        <p:nvSpPr>
          <p:cNvPr id="1258" name="Google Shape;1258;g3ab13fdb44f_0_8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59" name="Google Shape;1259;g3ab13fdb44f_0_8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2" name="Shape 1262"/>
        <p:cNvGrpSpPr/>
        <p:nvPr/>
      </p:nvGrpSpPr>
      <p:grpSpPr>
        <a:xfrm>
          <a:off x="0" y="0"/>
          <a:ext cx="0" cy="0"/>
          <a:chOff x="0" y="0"/>
          <a:chExt cx="0" cy="0"/>
        </a:xfrm>
      </p:grpSpPr>
      <p:sp>
        <p:nvSpPr>
          <p:cNvPr id="1263" name="Google Shape;1263;g3ab13fdb44f_0_8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64" name="Google Shape;1264;g3ab13fdb44f_0_8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7" name="Shape 1267"/>
        <p:cNvGrpSpPr/>
        <p:nvPr/>
      </p:nvGrpSpPr>
      <p:grpSpPr>
        <a:xfrm>
          <a:off x="0" y="0"/>
          <a:ext cx="0" cy="0"/>
          <a:chOff x="0" y="0"/>
          <a:chExt cx="0" cy="0"/>
        </a:xfrm>
      </p:grpSpPr>
      <p:sp>
        <p:nvSpPr>
          <p:cNvPr id="1268" name="Google Shape;1268;g3ab13fdb44f_0_8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69" name="Google Shape;1269;g3ab13fdb44f_0_8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2" name="Shape 1272"/>
        <p:cNvGrpSpPr/>
        <p:nvPr/>
      </p:nvGrpSpPr>
      <p:grpSpPr>
        <a:xfrm>
          <a:off x="0" y="0"/>
          <a:ext cx="0" cy="0"/>
          <a:chOff x="0" y="0"/>
          <a:chExt cx="0" cy="0"/>
        </a:xfrm>
      </p:grpSpPr>
      <p:sp>
        <p:nvSpPr>
          <p:cNvPr id="1273" name="Google Shape;1273;g3ab13fdb44f_0_9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74" name="Google Shape;1274;g3ab13fdb44f_0_9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7" name="Shape 1277"/>
        <p:cNvGrpSpPr/>
        <p:nvPr/>
      </p:nvGrpSpPr>
      <p:grpSpPr>
        <a:xfrm>
          <a:off x="0" y="0"/>
          <a:ext cx="0" cy="0"/>
          <a:chOff x="0" y="0"/>
          <a:chExt cx="0" cy="0"/>
        </a:xfrm>
      </p:grpSpPr>
      <p:sp>
        <p:nvSpPr>
          <p:cNvPr id="1278" name="Google Shape;1278;g3ab13fdb44f_0_9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79" name="Google Shape;1279;g3ab13fdb44f_0_9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2" name="Shape 1282"/>
        <p:cNvGrpSpPr/>
        <p:nvPr/>
      </p:nvGrpSpPr>
      <p:grpSpPr>
        <a:xfrm>
          <a:off x="0" y="0"/>
          <a:ext cx="0" cy="0"/>
          <a:chOff x="0" y="0"/>
          <a:chExt cx="0" cy="0"/>
        </a:xfrm>
      </p:grpSpPr>
      <p:sp>
        <p:nvSpPr>
          <p:cNvPr id="1283" name="Google Shape;1283;g3ab13fdb44f_0_10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84" name="Google Shape;1284;g3ab13fdb44f_0_10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7" name="Shape 1287"/>
        <p:cNvGrpSpPr/>
        <p:nvPr/>
      </p:nvGrpSpPr>
      <p:grpSpPr>
        <a:xfrm>
          <a:off x="0" y="0"/>
          <a:ext cx="0" cy="0"/>
          <a:chOff x="0" y="0"/>
          <a:chExt cx="0" cy="0"/>
        </a:xfrm>
      </p:grpSpPr>
      <p:sp>
        <p:nvSpPr>
          <p:cNvPr id="1288" name="Google Shape;1288;g3ab13fdb44f_0_10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89" name="Google Shape;1289;g3ab13fdb44f_0_10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2" name="Shape 1292"/>
        <p:cNvGrpSpPr/>
        <p:nvPr/>
      </p:nvGrpSpPr>
      <p:grpSpPr>
        <a:xfrm>
          <a:off x="0" y="0"/>
          <a:ext cx="0" cy="0"/>
          <a:chOff x="0" y="0"/>
          <a:chExt cx="0" cy="0"/>
        </a:xfrm>
      </p:grpSpPr>
      <p:sp>
        <p:nvSpPr>
          <p:cNvPr id="1293" name="Google Shape;1293;g3ab13fdb44f_0_10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94" name="Google Shape;1294;g3ab13fdb44f_0_10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7" name="Shape 1297"/>
        <p:cNvGrpSpPr/>
        <p:nvPr/>
      </p:nvGrpSpPr>
      <p:grpSpPr>
        <a:xfrm>
          <a:off x="0" y="0"/>
          <a:ext cx="0" cy="0"/>
          <a:chOff x="0" y="0"/>
          <a:chExt cx="0" cy="0"/>
        </a:xfrm>
      </p:grpSpPr>
      <p:sp>
        <p:nvSpPr>
          <p:cNvPr id="1298" name="Google Shape;1298;g3ab13fdb44f_0_1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99" name="Google Shape;1299;g3ab13fdb44f_0_11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2" name="Shape 1302"/>
        <p:cNvGrpSpPr/>
        <p:nvPr/>
      </p:nvGrpSpPr>
      <p:grpSpPr>
        <a:xfrm>
          <a:off x="0" y="0"/>
          <a:ext cx="0" cy="0"/>
          <a:chOff x="0" y="0"/>
          <a:chExt cx="0" cy="0"/>
        </a:xfrm>
      </p:grpSpPr>
      <p:sp>
        <p:nvSpPr>
          <p:cNvPr id="1303" name="Google Shape;1303;g3ab13fdb44f_0_11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04" name="Google Shape;1304;g3ab13fdb44f_0_11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7" name="Shape 1307"/>
        <p:cNvGrpSpPr/>
        <p:nvPr/>
      </p:nvGrpSpPr>
      <p:grpSpPr>
        <a:xfrm>
          <a:off x="0" y="0"/>
          <a:ext cx="0" cy="0"/>
          <a:chOff x="0" y="0"/>
          <a:chExt cx="0" cy="0"/>
        </a:xfrm>
      </p:grpSpPr>
      <p:sp>
        <p:nvSpPr>
          <p:cNvPr id="1308" name="Google Shape;1308;g3ab13fdb44f_0_1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09" name="Google Shape;1309;g3ab13fdb44f_0_1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2" name="Shape 1312"/>
        <p:cNvGrpSpPr/>
        <p:nvPr/>
      </p:nvGrpSpPr>
      <p:grpSpPr>
        <a:xfrm>
          <a:off x="0" y="0"/>
          <a:ext cx="0" cy="0"/>
          <a:chOff x="0" y="0"/>
          <a:chExt cx="0" cy="0"/>
        </a:xfrm>
      </p:grpSpPr>
      <p:sp>
        <p:nvSpPr>
          <p:cNvPr id="1313" name="Google Shape;1313;g3ab13fdb44f_0_1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14" name="Google Shape;1314;g3ab13fdb44f_0_12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7" name="Shape 1317"/>
        <p:cNvGrpSpPr/>
        <p:nvPr/>
      </p:nvGrpSpPr>
      <p:grpSpPr>
        <a:xfrm>
          <a:off x="0" y="0"/>
          <a:ext cx="0" cy="0"/>
          <a:chOff x="0" y="0"/>
          <a:chExt cx="0" cy="0"/>
        </a:xfrm>
      </p:grpSpPr>
      <p:sp>
        <p:nvSpPr>
          <p:cNvPr id="1318" name="Google Shape;1318;g3ab13fdb44f_0_1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19" name="Google Shape;1319;g3ab13fdb44f_0_12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2" name="Shape 1322"/>
        <p:cNvGrpSpPr/>
        <p:nvPr/>
      </p:nvGrpSpPr>
      <p:grpSpPr>
        <a:xfrm>
          <a:off x="0" y="0"/>
          <a:ext cx="0" cy="0"/>
          <a:chOff x="0" y="0"/>
          <a:chExt cx="0" cy="0"/>
        </a:xfrm>
      </p:grpSpPr>
      <p:sp>
        <p:nvSpPr>
          <p:cNvPr id="1323" name="Google Shape;1323;g3ab13fdb44f_0_13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24" name="Google Shape;1324;g3ab13fdb44f_0_13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7" name="Shape 1327"/>
        <p:cNvGrpSpPr/>
        <p:nvPr/>
      </p:nvGrpSpPr>
      <p:grpSpPr>
        <a:xfrm>
          <a:off x="0" y="0"/>
          <a:ext cx="0" cy="0"/>
          <a:chOff x="0" y="0"/>
          <a:chExt cx="0" cy="0"/>
        </a:xfrm>
      </p:grpSpPr>
      <p:sp>
        <p:nvSpPr>
          <p:cNvPr id="1328" name="Google Shape;1328;g3ab13fdb44f_0_1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29" name="Google Shape;1329;g3ab13fdb44f_0_13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2" name="Shape 1332"/>
        <p:cNvGrpSpPr/>
        <p:nvPr/>
      </p:nvGrpSpPr>
      <p:grpSpPr>
        <a:xfrm>
          <a:off x="0" y="0"/>
          <a:ext cx="0" cy="0"/>
          <a:chOff x="0" y="0"/>
          <a:chExt cx="0" cy="0"/>
        </a:xfrm>
      </p:grpSpPr>
      <p:sp>
        <p:nvSpPr>
          <p:cNvPr id="1333" name="Google Shape;1333;g3ab13fdb44f_0_1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34" name="Google Shape;1334;g3ab13fdb44f_0_1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7" name="Shape 1337"/>
        <p:cNvGrpSpPr/>
        <p:nvPr/>
      </p:nvGrpSpPr>
      <p:grpSpPr>
        <a:xfrm>
          <a:off x="0" y="0"/>
          <a:ext cx="0" cy="0"/>
          <a:chOff x="0" y="0"/>
          <a:chExt cx="0" cy="0"/>
        </a:xfrm>
      </p:grpSpPr>
      <p:sp>
        <p:nvSpPr>
          <p:cNvPr id="1338" name="Google Shape;1338;g3ab13fdb44f_0_1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39" name="Google Shape;1339;g3ab13fdb44f_0_14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2" name="Shape 1342"/>
        <p:cNvGrpSpPr/>
        <p:nvPr/>
      </p:nvGrpSpPr>
      <p:grpSpPr>
        <a:xfrm>
          <a:off x="0" y="0"/>
          <a:ext cx="0" cy="0"/>
          <a:chOff x="0" y="0"/>
          <a:chExt cx="0" cy="0"/>
        </a:xfrm>
      </p:grpSpPr>
      <p:sp>
        <p:nvSpPr>
          <p:cNvPr id="1343" name="Google Shape;1343;g3ab13fdb44f_0_1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44" name="Google Shape;1344;g3ab13fdb44f_0_1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7" name="Shape 1347"/>
        <p:cNvGrpSpPr/>
        <p:nvPr/>
      </p:nvGrpSpPr>
      <p:grpSpPr>
        <a:xfrm>
          <a:off x="0" y="0"/>
          <a:ext cx="0" cy="0"/>
          <a:chOff x="0" y="0"/>
          <a:chExt cx="0" cy="0"/>
        </a:xfrm>
      </p:grpSpPr>
      <p:sp>
        <p:nvSpPr>
          <p:cNvPr id="1348" name="Google Shape;1348;g3ab13fdb44f_0_15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49" name="Google Shape;1349;g3ab13fdb44f_0_15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2" name="Shape 1352"/>
        <p:cNvGrpSpPr/>
        <p:nvPr/>
      </p:nvGrpSpPr>
      <p:grpSpPr>
        <a:xfrm>
          <a:off x="0" y="0"/>
          <a:ext cx="0" cy="0"/>
          <a:chOff x="0" y="0"/>
          <a:chExt cx="0" cy="0"/>
        </a:xfrm>
      </p:grpSpPr>
      <p:sp>
        <p:nvSpPr>
          <p:cNvPr id="1353" name="Google Shape;1353;g3ab13fdb44f_0_1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54" name="Google Shape;1354;g3ab13fdb44f_0_15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7" name="Shape 1357"/>
        <p:cNvGrpSpPr/>
        <p:nvPr/>
      </p:nvGrpSpPr>
      <p:grpSpPr>
        <a:xfrm>
          <a:off x="0" y="0"/>
          <a:ext cx="0" cy="0"/>
          <a:chOff x="0" y="0"/>
          <a:chExt cx="0" cy="0"/>
        </a:xfrm>
      </p:grpSpPr>
      <p:sp>
        <p:nvSpPr>
          <p:cNvPr id="1358" name="Google Shape;1358;g3ab13fdb44f_0_15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59" name="Google Shape;1359;g3ab13fdb44f_0_15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2" name="Shape 1362"/>
        <p:cNvGrpSpPr/>
        <p:nvPr/>
      </p:nvGrpSpPr>
      <p:grpSpPr>
        <a:xfrm>
          <a:off x="0" y="0"/>
          <a:ext cx="0" cy="0"/>
          <a:chOff x="0" y="0"/>
          <a:chExt cx="0" cy="0"/>
        </a:xfrm>
      </p:grpSpPr>
      <p:sp>
        <p:nvSpPr>
          <p:cNvPr id="1363" name="Google Shape;1363;g3ab13fdb44f_0_16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64" name="Google Shape;1364;g3ab13fdb44f_0_16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7" name="Shape 1367"/>
        <p:cNvGrpSpPr/>
        <p:nvPr/>
      </p:nvGrpSpPr>
      <p:grpSpPr>
        <a:xfrm>
          <a:off x="0" y="0"/>
          <a:ext cx="0" cy="0"/>
          <a:chOff x="0" y="0"/>
          <a:chExt cx="0" cy="0"/>
        </a:xfrm>
      </p:grpSpPr>
      <p:sp>
        <p:nvSpPr>
          <p:cNvPr id="1368" name="Google Shape;1368;g3ab13fdb44f_0_16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69" name="Google Shape;1369;g3ab13fdb44f_0_16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2" name="Shape 1372"/>
        <p:cNvGrpSpPr/>
        <p:nvPr/>
      </p:nvGrpSpPr>
      <p:grpSpPr>
        <a:xfrm>
          <a:off x="0" y="0"/>
          <a:ext cx="0" cy="0"/>
          <a:chOff x="0" y="0"/>
          <a:chExt cx="0" cy="0"/>
        </a:xfrm>
      </p:grpSpPr>
      <p:sp>
        <p:nvSpPr>
          <p:cNvPr id="1373" name="Google Shape;1373;g3ab13fdb44f_0_17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74" name="Google Shape;1374;g3ab13fdb44f_0_17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7" name="Shape 1377"/>
        <p:cNvGrpSpPr/>
        <p:nvPr/>
      </p:nvGrpSpPr>
      <p:grpSpPr>
        <a:xfrm>
          <a:off x="0" y="0"/>
          <a:ext cx="0" cy="0"/>
          <a:chOff x="0" y="0"/>
          <a:chExt cx="0" cy="0"/>
        </a:xfrm>
      </p:grpSpPr>
      <p:sp>
        <p:nvSpPr>
          <p:cNvPr id="1378" name="Google Shape;1378;g3ab13fdb44f_0_17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79" name="Google Shape;1379;g3ab13fdb44f_0_17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2" name="Shape 1382"/>
        <p:cNvGrpSpPr/>
        <p:nvPr/>
      </p:nvGrpSpPr>
      <p:grpSpPr>
        <a:xfrm>
          <a:off x="0" y="0"/>
          <a:ext cx="0" cy="0"/>
          <a:chOff x="0" y="0"/>
          <a:chExt cx="0" cy="0"/>
        </a:xfrm>
      </p:grpSpPr>
      <p:sp>
        <p:nvSpPr>
          <p:cNvPr id="1383" name="Google Shape;1383;g3ab13fdb44f_0_17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84" name="Google Shape;1384;g3ab13fdb44f_0_17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7" name="Shape 1387"/>
        <p:cNvGrpSpPr/>
        <p:nvPr/>
      </p:nvGrpSpPr>
      <p:grpSpPr>
        <a:xfrm>
          <a:off x="0" y="0"/>
          <a:ext cx="0" cy="0"/>
          <a:chOff x="0" y="0"/>
          <a:chExt cx="0" cy="0"/>
        </a:xfrm>
      </p:grpSpPr>
      <p:sp>
        <p:nvSpPr>
          <p:cNvPr id="1388" name="Google Shape;1388;g3ab13fdb44f_0_1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89" name="Google Shape;1389;g3ab13fdb44f_0_18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2" name="Shape 1392"/>
        <p:cNvGrpSpPr/>
        <p:nvPr/>
      </p:nvGrpSpPr>
      <p:grpSpPr>
        <a:xfrm>
          <a:off x="0" y="0"/>
          <a:ext cx="0" cy="0"/>
          <a:chOff x="0" y="0"/>
          <a:chExt cx="0" cy="0"/>
        </a:xfrm>
      </p:grpSpPr>
      <p:sp>
        <p:nvSpPr>
          <p:cNvPr id="1393" name="Google Shape;1393;g3ab13fdb44f_0_18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94" name="Google Shape;1394;g3ab13fdb44f_0_18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7" name="Shape 1397"/>
        <p:cNvGrpSpPr/>
        <p:nvPr/>
      </p:nvGrpSpPr>
      <p:grpSpPr>
        <a:xfrm>
          <a:off x="0" y="0"/>
          <a:ext cx="0" cy="0"/>
          <a:chOff x="0" y="0"/>
          <a:chExt cx="0" cy="0"/>
        </a:xfrm>
      </p:grpSpPr>
      <p:sp>
        <p:nvSpPr>
          <p:cNvPr id="1398" name="Google Shape;1398;g3ab13fdb44f_0_19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99" name="Google Shape;1399;g3ab13fdb44f_0_19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2" name="Shape 1402"/>
        <p:cNvGrpSpPr/>
        <p:nvPr/>
      </p:nvGrpSpPr>
      <p:grpSpPr>
        <a:xfrm>
          <a:off x="0" y="0"/>
          <a:ext cx="0" cy="0"/>
          <a:chOff x="0" y="0"/>
          <a:chExt cx="0" cy="0"/>
        </a:xfrm>
      </p:grpSpPr>
      <p:sp>
        <p:nvSpPr>
          <p:cNvPr id="1403" name="Google Shape;1403;g3ab13fdb44f_0_1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04" name="Google Shape;1404;g3ab13fdb44f_0_1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7" name="Shape 1407"/>
        <p:cNvGrpSpPr/>
        <p:nvPr/>
      </p:nvGrpSpPr>
      <p:grpSpPr>
        <a:xfrm>
          <a:off x="0" y="0"/>
          <a:ext cx="0" cy="0"/>
          <a:chOff x="0" y="0"/>
          <a:chExt cx="0" cy="0"/>
        </a:xfrm>
      </p:grpSpPr>
      <p:sp>
        <p:nvSpPr>
          <p:cNvPr id="1408" name="Google Shape;1408;g3ab13fdb44f_0_19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09" name="Google Shape;1409;g3ab13fdb44f_0_19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2" name="Shape 1412"/>
        <p:cNvGrpSpPr/>
        <p:nvPr/>
      </p:nvGrpSpPr>
      <p:grpSpPr>
        <a:xfrm>
          <a:off x="0" y="0"/>
          <a:ext cx="0" cy="0"/>
          <a:chOff x="0" y="0"/>
          <a:chExt cx="0" cy="0"/>
        </a:xfrm>
      </p:grpSpPr>
      <p:sp>
        <p:nvSpPr>
          <p:cNvPr id="1413" name="Google Shape;1413;g3ab13fdb44f_0_2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14" name="Google Shape;1414;g3ab13fdb44f_0_2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5" name="Shape 15"/>
        <p:cNvGrpSpPr/>
        <p:nvPr/>
      </p:nvGrpSpPr>
      <p:grpSpPr>
        <a:xfrm>
          <a:off x="0" y="0"/>
          <a:ext cx="0" cy="0"/>
          <a:chOff x="0" y="0"/>
          <a:chExt cx="0" cy="0"/>
        </a:xfrm>
      </p:grpSpPr>
      <p:sp>
        <p:nvSpPr>
          <p:cNvPr id="16" name="Google Shape;16;p246"/>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46"/>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8" name="Google Shape;18;p246"/>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46"/>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46"/>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1" name="Shape 21"/>
        <p:cNvGrpSpPr/>
        <p:nvPr/>
      </p:nvGrpSpPr>
      <p:grpSpPr>
        <a:xfrm>
          <a:off x="0" y="0"/>
          <a:ext cx="0" cy="0"/>
          <a:chOff x="0" y="0"/>
          <a:chExt cx="0" cy="0"/>
        </a:xfrm>
      </p:grpSpPr>
      <p:sp>
        <p:nvSpPr>
          <p:cNvPr id="22" name="Google Shape;22;p247"/>
          <p:cNvSpPr txBox="1"/>
          <p:nvPr>
            <p:ph type="ctrTitle"/>
          </p:nvPr>
        </p:nvSpPr>
        <p:spPr>
          <a:xfrm>
            <a:off x="685800" y="1597822"/>
            <a:ext cx="7772400" cy="1102519"/>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47"/>
          <p:cNvSpPr txBox="1"/>
          <p:nvPr>
            <p:ph idx="1" type="subTitle"/>
          </p:nvPr>
        </p:nvSpPr>
        <p:spPr>
          <a:xfrm>
            <a:off x="1371600" y="2914650"/>
            <a:ext cx="6400800" cy="131445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24" name="Google Shape;24;p247"/>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47"/>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247"/>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48"/>
          <p:cNvSpPr txBox="1"/>
          <p:nvPr>
            <p:ph type="title"/>
          </p:nvPr>
        </p:nvSpPr>
        <p:spPr>
          <a:xfrm>
            <a:off x="722313" y="3305178"/>
            <a:ext cx="7772400" cy="1021557"/>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Arial"/>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48"/>
          <p:cNvSpPr txBox="1"/>
          <p:nvPr>
            <p:ph idx="1" type="body"/>
          </p:nvPr>
        </p:nvSpPr>
        <p:spPr>
          <a:xfrm>
            <a:off x="722313" y="2180035"/>
            <a:ext cx="7772400" cy="112514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0" name="Google Shape;30;p248"/>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48"/>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48"/>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49"/>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49"/>
          <p:cNvSpPr txBox="1"/>
          <p:nvPr>
            <p:ph idx="1" type="body"/>
          </p:nvPr>
        </p:nvSpPr>
        <p:spPr>
          <a:xfrm>
            <a:off x="457200" y="1200150"/>
            <a:ext cx="4038600" cy="339447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6" name="Google Shape;36;p249"/>
          <p:cNvSpPr txBox="1"/>
          <p:nvPr>
            <p:ph idx="2" type="body"/>
          </p:nvPr>
        </p:nvSpPr>
        <p:spPr>
          <a:xfrm>
            <a:off x="4648200" y="1200150"/>
            <a:ext cx="4038600" cy="339447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7" name="Google Shape;37;p249"/>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49"/>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49"/>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50"/>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Arial"/>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50"/>
          <p:cNvSpPr txBox="1"/>
          <p:nvPr>
            <p:ph idx="1" type="body"/>
          </p:nvPr>
        </p:nvSpPr>
        <p:spPr>
          <a:xfrm>
            <a:off x="457200" y="1151335"/>
            <a:ext cx="4040188" cy="47982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250"/>
          <p:cNvSpPr txBox="1"/>
          <p:nvPr>
            <p:ph idx="2" type="body"/>
          </p:nvPr>
        </p:nvSpPr>
        <p:spPr>
          <a:xfrm>
            <a:off x="457200" y="1631156"/>
            <a:ext cx="4040188" cy="2963466"/>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250"/>
          <p:cNvSpPr txBox="1"/>
          <p:nvPr>
            <p:ph idx="3" type="body"/>
          </p:nvPr>
        </p:nvSpPr>
        <p:spPr>
          <a:xfrm>
            <a:off x="4645031" y="1151335"/>
            <a:ext cx="4041775" cy="47982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5" name="Google Shape;45;p250"/>
          <p:cNvSpPr txBox="1"/>
          <p:nvPr>
            <p:ph idx="4" type="body"/>
          </p:nvPr>
        </p:nvSpPr>
        <p:spPr>
          <a:xfrm>
            <a:off x="4645031" y="1631156"/>
            <a:ext cx="4041775" cy="2963466"/>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6" name="Google Shape;46;p250"/>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50"/>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50"/>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51"/>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51"/>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51"/>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51"/>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252"/>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52"/>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52"/>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253"/>
          <p:cNvSpPr txBox="1"/>
          <p:nvPr>
            <p:ph type="title"/>
          </p:nvPr>
        </p:nvSpPr>
        <p:spPr>
          <a:xfrm>
            <a:off x="457206" y="204788"/>
            <a:ext cx="3008313" cy="8715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Arial"/>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53"/>
          <p:cNvSpPr txBox="1"/>
          <p:nvPr>
            <p:ph idx="1" type="body"/>
          </p:nvPr>
        </p:nvSpPr>
        <p:spPr>
          <a:xfrm>
            <a:off x="3575050" y="204789"/>
            <a:ext cx="5111750" cy="4389835"/>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61" name="Google Shape;61;p253"/>
          <p:cNvSpPr txBox="1"/>
          <p:nvPr>
            <p:ph idx="2" type="body"/>
          </p:nvPr>
        </p:nvSpPr>
        <p:spPr>
          <a:xfrm>
            <a:off x="457206" y="1076328"/>
            <a:ext cx="3008313" cy="351829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2" name="Google Shape;62;p253"/>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53"/>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53"/>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254"/>
          <p:cNvSpPr txBox="1"/>
          <p:nvPr>
            <p:ph type="title"/>
          </p:nvPr>
        </p:nvSpPr>
        <p:spPr>
          <a:xfrm>
            <a:off x="1792288" y="3600450"/>
            <a:ext cx="5486400" cy="425054"/>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Arial"/>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54"/>
          <p:cNvSpPr/>
          <p:nvPr>
            <p:ph idx="2" type="pic"/>
          </p:nvPr>
        </p:nvSpPr>
        <p:spPr>
          <a:xfrm>
            <a:off x="1792288" y="459581"/>
            <a:ext cx="5486400" cy="3086100"/>
          </a:xfrm>
          <a:prstGeom prst="rect">
            <a:avLst/>
          </a:prstGeom>
          <a:noFill/>
          <a:ln>
            <a:noFill/>
          </a:ln>
        </p:spPr>
      </p:sp>
      <p:sp>
        <p:nvSpPr>
          <p:cNvPr id="68" name="Google Shape;68;p254"/>
          <p:cNvSpPr txBox="1"/>
          <p:nvPr>
            <p:ph idx="1" type="body"/>
          </p:nvPr>
        </p:nvSpPr>
        <p:spPr>
          <a:xfrm>
            <a:off x="1792288" y="4025504"/>
            <a:ext cx="5486400" cy="603646"/>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9" name="Google Shape;69;p254"/>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54"/>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54"/>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255"/>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255"/>
          <p:cNvSpPr txBox="1"/>
          <p:nvPr>
            <p:ph idx="1" type="body"/>
          </p:nvPr>
        </p:nvSpPr>
        <p:spPr>
          <a:xfrm rot="5400000">
            <a:off x="2874764" y="-1217414"/>
            <a:ext cx="3394472"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5" name="Google Shape;75;p255"/>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55"/>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255"/>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256"/>
          <p:cNvSpPr txBox="1"/>
          <p:nvPr>
            <p:ph type="title"/>
          </p:nvPr>
        </p:nvSpPr>
        <p:spPr>
          <a:xfrm rot="5400000">
            <a:off x="5463778" y="1371603"/>
            <a:ext cx="4388644"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256"/>
          <p:cNvSpPr txBox="1"/>
          <p:nvPr>
            <p:ph idx="1" type="body"/>
          </p:nvPr>
        </p:nvSpPr>
        <p:spPr>
          <a:xfrm rot="5400000">
            <a:off x="1272778" y="-609597"/>
            <a:ext cx="4388644"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1" name="Google Shape;81;p256"/>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256"/>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256"/>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45"/>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245"/>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12" name="Google Shape;12;p245"/>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3" name="Google Shape;13;p245"/>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4" name="Google Shape;14;p245"/>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4.xml"/><Relationship Id="rId3" Type="http://schemas.openxmlformats.org/officeDocument/2006/relationships/image" Target="../media/image1.png"/></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4.xml"/><Relationship Id="rId3" Type="http://schemas.openxmlformats.org/officeDocument/2006/relationships/image" Target="../media/image1.png"/></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9.xml"/><Relationship Id="rId3" Type="http://schemas.openxmlformats.org/officeDocument/2006/relationships/image" Target="../media/image1.png"/></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0.xml"/><Relationship Id="rId3" Type="http://schemas.openxmlformats.org/officeDocument/2006/relationships/image" Target="../media/image5.png"/></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1.xml"/><Relationship Id="rId3" Type="http://schemas.openxmlformats.org/officeDocument/2006/relationships/image" Target="../media/image6.png"/></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4.xml"/><Relationship Id="rId3" Type="http://schemas.openxmlformats.org/officeDocument/2006/relationships/image" Target="../media/image7.png"/></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5.xml"/><Relationship Id="rId3" Type="http://schemas.openxmlformats.org/officeDocument/2006/relationships/image" Target="../media/image1.png"/></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0.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4.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5.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6.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8.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9.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0.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3.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4.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5.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6.xml"/><Relationship Id="rId3" Type="http://schemas.openxmlformats.org/officeDocument/2006/relationships/image" Target="../media/image1.png"/></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8.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9.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0.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1.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3.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4.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5.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6.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8.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9.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0.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1.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3.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4.xml"/><Relationship Id="rId3" Type="http://schemas.openxmlformats.org/officeDocument/2006/relationships/image" Target="../media/image3.png"/></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5.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6.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8.xml"/><Relationship Id="rId3" Type="http://schemas.openxmlformats.org/officeDocument/2006/relationships/image" Target="../media/image3.png"/></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9.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0.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1.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2.xml"/><Relationship Id="rId3" Type="http://schemas.openxmlformats.org/officeDocument/2006/relationships/image" Target="../media/image3.png"/></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3.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4.xml"/><Relationship Id="rId3" Type="http://schemas.openxmlformats.org/officeDocument/2006/relationships/image" Target="../media/image2.jpg"/></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5.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6.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7.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8.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9.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0.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1.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2.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3.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4.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5.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6.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7.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8.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9.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0.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1.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2.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3.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4.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5.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6.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7.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8.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9.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0.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1.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2.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3.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4.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5.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6.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7.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8.xml"/><Relationship Id="rId3" Type="http://schemas.openxmlformats.org/officeDocument/2006/relationships/image" Target="../media/image1.png"/></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9.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0.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1.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2.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3.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4.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5.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6.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7.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8.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9.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0.xml"/></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1.xm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2.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pic>
        <p:nvPicPr>
          <p:cNvPr id="88" name="Google Shape;88;g3a5c12958b4_0_0"/>
          <p:cNvPicPr preferRelativeResize="0"/>
          <p:nvPr/>
        </p:nvPicPr>
        <p:blipFill>
          <a:blip r:embed="rId3">
            <a:alphaModFix/>
          </a:blip>
          <a:stretch>
            <a:fillRect/>
          </a:stretch>
        </p:blipFill>
        <p:spPr>
          <a:xfrm>
            <a:off x="0" y="0"/>
            <a:ext cx="9144003" cy="518350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3200"/>
              <a:buNone/>
            </a:pPr>
            <a:r>
              <a:t/>
            </a:r>
            <a:endParaRPr b="1">
              <a:solidFill>
                <a:schemeClr val="dk1"/>
              </a:solidFill>
              <a:latin typeface="Times New Roman"/>
              <a:ea typeface="Times New Roman"/>
              <a:cs typeface="Times New Roman"/>
              <a:sym typeface="Times New Roman"/>
            </a:endParaRPr>
          </a:p>
          <a:p>
            <a:pPr indent="0" lvl="0" marL="0" rtl="0" algn="ctr">
              <a:lnSpc>
                <a:spcPct val="100000"/>
              </a:lnSpc>
              <a:spcBef>
                <a:spcPts val="0"/>
              </a:spcBef>
              <a:spcAft>
                <a:spcPts val="0"/>
              </a:spcAft>
              <a:buClr>
                <a:schemeClr val="lt1"/>
              </a:buClr>
              <a:buSzPts val="8000"/>
              <a:buNone/>
            </a:pPr>
            <a:r>
              <a:rPr b="1" lang="en-US" sz="8000">
                <a:solidFill>
                  <a:schemeClr val="lt1"/>
                </a:solidFill>
                <a:latin typeface="Times New Roman"/>
                <a:ea typeface="Times New Roman"/>
                <a:cs typeface="Times New Roman"/>
                <a:sym typeface="Times New Roman"/>
              </a:rPr>
              <a:t>Nhân danh Cha † </a:t>
            </a:r>
            <a:endParaRPr/>
          </a:p>
          <a:p>
            <a:pPr indent="0" lvl="0" marL="0" rtl="0" algn="ctr">
              <a:lnSpc>
                <a:spcPct val="100000"/>
              </a:lnSpc>
              <a:spcBef>
                <a:spcPts val="0"/>
              </a:spcBef>
              <a:spcAft>
                <a:spcPts val="0"/>
              </a:spcAft>
              <a:buClr>
                <a:schemeClr val="lt1"/>
              </a:buClr>
              <a:buSzPts val="8000"/>
              <a:buNone/>
            </a:pPr>
            <a:r>
              <a:rPr b="1" lang="en-US" sz="8000">
                <a:solidFill>
                  <a:schemeClr val="lt1"/>
                </a:solidFill>
                <a:latin typeface="Times New Roman"/>
                <a:ea typeface="Times New Roman"/>
                <a:cs typeface="Times New Roman"/>
                <a:sym typeface="Times New Roman"/>
              </a:rPr>
              <a:t>và Con † và Thánh Thần †. Amen.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3"/>
          <p:cNvSpPr txBox="1"/>
          <p:nvPr>
            <p:ph idx="1" type="subTitle"/>
          </p:nvPr>
        </p:nvSpPr>
        <p:spPr>
          <a:xfrm>
            <a:off x="0" y="0"/>
            <a:ext cx="9144000" cy="5143500"/>
          </a:xfrm>
          <a:prstGeom prst="rect">
            <a:avLst/>
          </a:prstGeom>
          <a:solidFill>
            <a:srgbClr val="002060"/>
          </a:solidFill>
          <a:ln cap="flat" cmpd="sng" w="9525">
            <a:solidFill>
              <a:srgbClr val="002060"/>
            </a:solidFill>
            <a:prstDash val="solid"/>
            <a:round/>
            <a:headEnd len="sm" w="sm" type="none"/>
            <a:tailEnd len="sm" w="sm" type="none"/>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accent4"/>
              </a:buClr>
              <a:buSzPts val="4000"/>
              <a:buNone/>
            </a:pPr>
            <a:r>
              <a:rPr b="1" lang="en-US" sz="4000">
                <a:solidFill>
                  <a:schemeClr val="accent4"/>
                </a:solidFill>
                <a:latin typeface="Times New Roman"/>
                <a:ea typeface="Times New Roman"/>
                <a:cs typeface="Times New Roman"/>
                <a:sym typeface="Times New Roman"/>
              </a:rPr>
              <a:t>KINH CHÚA THÁNH THẦN</a:t>
            </a:r>
            <a:endParaRPr b="1" sz="4000">
              <a:solidFill>
                <a:schemeClr val="accent4"/>
              </a:solidFill>
              <a:latin typeface="Times New Roman"/>
              <a:ea typeface="Times New Roman"/>
              <a:cs typeface="Times New Roman"/>
              <a:sym typeface="Times New Roman"/>
            </a:endParaRPr>
          </a:p>
          <a:p>
            <a:pPr indent="0" lvl="0" marL="0" rtl="0" algn="just">
              <a:lnSpc>
                <a:spcPct val="100000"/>
              </a:lnSpc>
              <a:spcBef>
                <a:spcPts val="60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lạy ơn Đức Chúa Thánh Thần, thiêng liêng sáng láng vô cùng.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xin Đức Chúa Thánh Thần xuống đầy lòng chúng con, là kẻ tin cậy Đức Chúa Trời,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5"/>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đốt lửa kính mến Đức Chúa Trời trong lòng chúng con;</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xin Đức Chúa Trời cho Đức Chúa Thánh Thần xuống,</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sửa lại mọi sự trong ngoài chúng con. Chúng con cầu cùng Đức Chúa Trời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xưa đã cho Đức Chúa Thánh Thần xuống soi lòng dạy dỗ các Thánh Tông Đồ,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9"/>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rày chúng con cũng xin Đức Chúa Trời cho Đức Chúa Thánh Thần lại xuống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10"/>
          <p:cNvSpPr txBox="1"/>
          <p:nvPr>
            <p:ph idx="1" type="subTitle"/>
          </p:nvPr>
        </p:nvSpPr>
        <p:spPr>
          <a:xfrm>
            <a:off x="1" y="0"/>
            <a:ext cx="9144000" cy="5143499"/>
          </a:xfrm>
          <a:prstGeom prst="rect">
            <a:avLst/>
          </a:prstGeom>
          <a:solidFill>
            <a:srgbClr val="002060"/>
          </a:solidFill>
          <a:ln>
            <a:noFill/>
          </a:ln>
        </p:spPr>
        <p:txBody>
          <a:bodyPr anchorCtr="0" anchor="t" bIns="91425" lIns="91425" spcFirstLastPara="1" rIns="91425" wrap="square" tIns="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an ủi dạy dỗ chúng con làm những việc lành,</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11"/>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vì công nghiệp vô cùng Đức Chúa Giêsu Kitô là Chúa chúng con. Amen.</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25000" lnSpcReduction="20000"/>
          </a:bodyPr>
          <a:lstStyle/>
          <a:p>
            <a:pPr indent="0" lvl="0" marL="0" rtl="0" algn="ctr">
              <a:lnSpc>
                <a:spcPct val="100000"/>
              </a:lnSpc>
              <a:spcBef>
                <a:spcPts val="0"/>
              </a:spcBef>
              <a:spcAft>
                <a:spcPts val="0"/>
              </a:spcAft>
              <a:buClr>
                <a:schemeClr val="accent4"/>
              </a:buClr>
              <a:buSzPct val="100000"/>
              <a:buNone/>
            </a:pPr>
            <a:r>
              <a:rPr b="1" lang="en-US" sz="17600">
                <a:solidFill>
                  <a:schemeClr val="accent4"/>
                </a:solidFill>
                <a:latin typeface="Times New Roman"/>
                <a:ea typeface="Times New Roman"/>
                <a:cs typeface="Times New Roman"/>
                <a:sym typeface="Times New Roman"/>
              </a:rPr>
              <a:t>KINH TRUYỀN TIN</a:t>
            </a:r>
            <a:endParaRPr/>
          </a:p>
          <a:p>
            <a:pPr indent="0" lvl="0" marL="0" rtl="0" algn="just">
              <a:lnSpc>
                <a:spcPct val="100000"/>
              </a:lnSpc>
              <a:spcBef>
                <a:spcPts val="1440"/>
              </a:spcBef>
              <a:spcAft>
                <a:spcPts val="0"/>
              </a:spcAft>
              <a:buClr>
                <a:schemeClr val="accent4"/>
              </a:buClr>
              <a:buSzPct val="100000"/>
              <a:buNone/>
            </a:pPr>
            <a:r>
              <a:rPr b="1" i="1" lang="en-US" sz="19200" u="sng">
                <a:solidFill>
                  <a:schemeClr val="accent4"/>
                </a:solidFill>
                <a:latin typeface="Times New Roman"/>
                <a:ea typeface="Times New Roman"/>
                <a:cs typeface="Times New Roman"/>
                <a:sym typeface="Times New Roman"/>
              </a:rPr>
              <a:t>Xướng:</a:t>
            </a:r>
            <a:r>
              <a:rPr b="1" lang="en-US" sz="26400">
                <a:solidFill>
                  <a:schemeClr val="accent4"/>
                </a:solidFill>
                <a:latin typeface="Times New Roman"/>
                <a:ea typeface="Times New Roman"/>
                <a:cs typeface="Times New Roman"/>
                <a:sym typeface="Times New Roman"/>
              </a:rPr>
              <a:t> </a:t>
            </a:r>
            <a:r>
              <a:rPr b="1" lang="en-US" sz="28800">
                <a:solidFill>
                  <a:schemeClr val="lt1"/>
                </a:solidFill>
                <a:latin typeface="Times New Roman"/>
                <a:ea typeface="Times New Roman"/>
                <a:cs typeface="Times New Roman"/>
                <a:sym typeface="Times New Roman"/>
              </a:rPr>
              <a:t>Đức Chúa Trời sai Thánh Thiên Thần truyền tin cho Rất Thánh Đức Bà Maria.</a:t>
            </a:r>
            <a:endParaRPr/>
          </a:p>
          <a:p>
            <a:pPr indent="0" lvl="0" marL="0" rtl="0" algn="ctr">
              <a:lnSpc>
                <a:spcPct val="120000"/>
              </a:lnSpc>
              <a:spcBef>
                <a:spcPts val="64"/>
              </a:spcBef>
              <a:spcAft>
                <a:spcPts val="0"/>
              </a:spcAft>
              <a:buClr>
                <a:srgbClr val="888888"/>
              </a:buClr>
              <a:buSzPct val="100000"/>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1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 </a:t>
            </a:r>
            <a:r>
              <a:rPr b="1" lang="en-US" sz="7200">
                <a:solidFill>
                  <a:schemeClr val="lt1"/>
                </a:solidFill>
                <a:latin typeface="Times New Roman"/>
                <a:ea typeface="Times New Roman"/>
                <a:cs typeface="Times New Roman"/>
                <a:sym typeface="Times New Roman"/>
              </a:rPr>
              <a:t>Và Rất Thánh Đức Bà chịu thai bởi phép Đức Chúa Thánh Thần. </a:t>
            </a:r>
            <a:r>
              <a:rPr b="1" i="1" lang="en-US" sz="4800">
                <a:solidFill>
                  <a:schemeClr val="accent4"/>
                </a:solidFill>
                <a:latin typeface="Times New Roman"/>
                <a:ea typeface="Times New Roman"/>
                <a:cs typeface="Times New Roman"/>
                <a:sym typeface="Times New Roman"/>
              </a:rPr>
              <a:t>Kính mừng….. </a:t>
            </a:r>
            <a:br>
              <a:rPr b="1" i="1" lang="en-US" sz="6000">
                <a:solidFill>
                  <a:schemeClr val="accent4"/>
                </a:solidFill>
                <a:latin typeface="Times New Roman"/>
                <a:ea typeface="Times New Roman"/>
                <a:cs typeface="Times New Roman"/>
                <a:sym typeface="Times New Roman"/>
              </a:rPr>
            </a:br>
            <a:endParaRPr b="1" i="1" sz="6000">
              <a:solidFill>
                <a:schemeClr val="accent4"/>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1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7200"/>
              <a:buNone/>
            </a:pPr>
            <a:r>
              <a:t/>
            </a:r>
            <a:endParaRPr b="1" i="1" sz="72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Xướng: </a:t>
            </a:r>
            <a:r>
              <a:rPr b="1" lang="en-US" sz="7200">
                <a:solidFill>
                  <a:schemeClr val="lt1"/>
                </a:solidFill>
                <a:latin typeface="Times New Roman"/>
                <a:ea typeface="Times New Roman"/>
                <a:cs typeface="Times New Roman"/>
                <a:sym typeface="Times New Roman"/>
              </a:rPr>
              <a:t>Này tôi là tôi tá Đức Chúa Trời.</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1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 </a:t>
            </a:r>
            <a:r>
              <a:rPr b="1" lang="en-US" sz="7500">
                <a:solidFill>
                  <a:schemeClr val="lt1"/>
                </a:solidFill>
                <a:latin typeface="Times New Roman"/>
                <a:ea typeface="Times New Roman"/>
                <a:cs typeface="Times New Roman"/>
                <a:sym typeface="Times New Roman"/>
              </a:rPr>
              <a:t>Tôi xin vâng như lời Thánh Thiên Thần truyền.</a:t>
            </a:r>
            <a:endParaRPr/>
          </a:p>
          <a:p>
            <a:pPr indent="0" lvl="0" marL="0" rtl="0" algn="ctr">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Kính mừng….. </a:t>
            </a:r>
            <a:br>
              <a:rPr b="1" i="1" lang="en-US" sz="4800">
                <a:solidFill>
                  <a:schemeClr val="accent1"/>
                </a:solidFill>
                <a:latin typeface="Times New Roman"/>
                <a:ea typeface="Times New Roman"/>
                <a:cs typeface="Times New Roman"/>
                <a:sym typeface="Times New Roman"/>
              </a:rPr>
            </a:br>
            <a:endParaRPr b="1" i="1" sz="4800">
              <a:solidFill>
                <a:schemeClr val="accent1"/>
              </a:solidFill>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1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400"/>
              <a:buNone/>
            </a:pPr>
            <a:r>
              <a:t/>
            </a:r>
            <a:endParaRPr b="1" i="1" sz="44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u="sng">
                <a:solidFill>
                  <a:schemeClr val="accent4"/>
                </a:solidFill>
                <a:latin typeface="Times New Roman"/>
                <a:ea typeface="Times New Roman"/>
                <a:cs typeface="Times New Roman"/>
                <a:sym typeface="Times New Roman"/>
              </a:rPr>
              <a:t>Xướng:</a:t>
            </a:r>
            <a:r>
              <a:rPr b="1" lang="en-US" sz="7200">
                <a:solidFill>
                  <a:schemeClr val="accent4"/>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Chốc ấy Ngôi Thứ Hai xuống thế làm người.</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1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1"/>
              </a:buClr>
              <a:buSzPts val="4800"/>
              <a:buNone/>
            </a:pPr>
            <a:br>
              <a:rPr b="1" i="1" lang="en-US" sz="4800" u="sng">
                <a:solidFill>
                  <a:schemeClr val="accent1"/>
                </a:solidFill>
                <a:latin typeface="Times New Roman"/>
                <a:ea typeface="Times New Roman"/>
                <a:cs typeface="Times New Roman"/>
                <a:sym typeface="Times New Roman"/>
              </a:rPr>
            </a:br>
            <a:r>
              <a:rPr b="1" i="1" lang="en-US" sz="4800">
                <a:solidFill>
                  <a:schemeClr val="accent4"/>
                </a:solidFill>
                <a:latin typeface="Times New Roman"/>
                <a:ea typeface="Times New Roman"/>
                <a:cs typeface="Times New Roman"/>
                <a:sym typeface="Times New Roman"/>
              </a:rPr>
              <a:t>Đáp: </a:t>
            </a:r>
            <a:r>
              <a:rPr b="1" lang="en-US" sz="8000">
                <a:solidFill>
                  <a:schemeClr val="lt1"/>
                </a:solidFill>
                <a:latin typeface="Times New Roman"/>
                <a:ea typeface="Times New Roman"/>
                <a:cs typeface="Times New Roman"/>
                <a:sym typeface="Times New Roman"/>
              </a:rPr>
              <a:t>Và ở cùng </a:t>
            </a:r>
            <a:br>
              <a:rPr b="1" lang="en-US" sz="8000">
                <a:solidFill>
                  <a:schemeClr val="lt1"/>
                </a:solidFill>
                <a:latin typeface="Times New Roman"/>
                <a:ea typeface="Times New Roman"/>
                <a:cs typeface="Times New Roman"/>
                <a:sym typeface="Times New Roman"/>
              </a:rPr>
            </a:br>
            <a:r>
              <a:rPr b="1" lang="en-US" sz="8000">
                <a:solidFill>
                  <a:schemeClr val="lt1"/>
                </a:solidFill>
                <a:latin typeface="Times New Roman"/>
                <a:ea typeface="Times New Roman"/>
                <a:cs typeface="Times New Roman"/>
                <a:sym typeface="Times New Roman"/>
              </a:rPr>
              <a:t>chúng con.</a:t>
            </a:r>
            <a:endParaRPr b="1" sz="6600">
              <a:solidFill>
                <a:schemeClr val="lt1"/>
              </a:solidFill>
              <a:latin typeface="Times New Roman"/>
              <a:ea typeface="Times New Roman"/>
              <a:cs typeface="Times New Roman"/>
              <a:sym typeface="Times New Roman"/>
            </a:endParaRPr>
          </a:p>
          <a:p>
            <a:pPr indent="0" lvl="0" marL="0" rtl="0" algn="ctr">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Kính mừng….. </a:t>
            </a:r>
            <a:br>
              <a:rPr b="1" i="1" lang="en-US" sz="4800">
                <a:solidFill>
                  <a:schemeClr val="accent1"/>
                </a:solidFill>
                <a:latin typeface="Times New Roman"/>
                <a:ea typeface="Times New Roman"/>
                <a:cs typeface="Times New Roman"/>
                <a:sym typeface="Times New Roman"/>
              </a:rPr>
            </a:br>
            <a:endParaRPr b="1" i="1" sz="4800">
              <a:solidFill>
                <a:schemeClr val="accent1"/>
              </a:solidFill>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1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000"/>
              <a:buNone/>
            </a:pPr>
            <a:r>
              <a:t/>
            </a:r>
            <a:endParaRPr b="1" i="1" sz="40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Xướng:</a:t>
            </a:r>
            <a:r>
              <a:rPr b="1" lang="en-US" sz="7200">
                <a:solidFill>
                  <a:schemeClr val="accent4"/>
                </a:solidFill>
                <a:latin typeface="Times New Roman"/>
                <a:ea typeface="Times New Roman"/>
                <a:cs typeface="Times New Roman"/>
                <a:sym typeface="Times New Roman"/>
              </a:rPr>
              <a:t> </a:t>
            </a:r>
            <a:r>
              <a:rPr b="1" lang="en-US" sz="7200">
                <a:solidFill>
                  <a:schemeClr val="lt1"/>
                </a:solidFill>
                <a:latin typeface="Times New Roman"/>
                <a:ea typeface="Times New Roman"/>
                <a:cs typeface="Times New Roman"/>
                <a:sym typeface="Times New Roman"/>
              </a:rPr>
              <a:t>Lạy Rất Thánh Đức Mẹ Chúa Trời, xin cầu cho chúng con.</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1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400"/>
              <a:buNone/>
            </a:pPr>
            <a:r>
              <a:t/>
            </a:r>
            <a:endParaRPr b="1" i="1" sz="4400" u="sng">
              <a:solidFill>
                <a:schemeClr val="l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a:t>
            </a:r>
            <a:r>
              <a:rPr b="1" i="1" lang="en-US" sz="7200">
                <a:solidFill>
                  <a:schemeClr val="accent4"/>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Đáng chịu lấy những sự Chúa Kitô đã hứa.</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20000"/>
          </a:bodyPr>
          <a:lstStyle/>
          <a:p>
            <a:pPr indent="0" lvl="0" marL="0" rtl="0" algn="ctr">
              <a:lnSpc>
                <a:spcPct val="100000"/>
              </a:lnSpc>
              <a:spcBef>
                <a:spcPts val="0"/>
              </a:spcBef>
              <a:spcAft>
                <a:spcPts val="0"/>
              </a:spcAft>
              <a:buClr>
                <a:schemeClr val="accent4"/>
              </a:buClr>
              <a:buSzPct val="100000"/>
              <a:buNone/>
            </a:pPr>
            <a:r>
              <a:rPr b="1" lang="en-US" sz="4800">
                <a:solidFill>
                  <a:schemeClr val="accent4"/>
                </a:solidFill>
                <a:latin typeface="Times New Roman"/>
                <a:ea typeface="Times New Roman"/>
                <a:cs typeface="Times New Roman"/>
                <a:sym typeface="Times New Roman"/>
              </a:rPr>
              <a:t>LỜI NGUYỆN</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1572"/>
              </a:spcBef>
              <a:spcAft>
                <a:spcPts val="0"/>
              </a:spcAft>
              <a:buClr>
                <a:schemeClr val="lt1"/>
              </a:buClr>
              <a:buSzPct val="100000"/>
              <a:buNone/>
            </a:pPr>
            <a:r>
              <a:rPr b="1" lang="en-US" sz="8500">
                <a:solidFill>
                  <a:schemeClr val="lt1"/>
                </a:solidFill>
                <a:latin typeface="Times New Roman"/>
                <a:ea typeface="Times New Roman"/>
                <a:cs typeface="Times New Roman"/>
                <a:sym typeface="Times New Roman"/>
              </a:rPr>
              <a:t>Lạy Chúa, chúng con xin Chúa ban ơn Chúa xuống trong linh hồn chúng con,</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là kẻ đã nhờ lời Thánh Thiên Thần truyền, mà biết thật Chúa Kitô là Con Chúa</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2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đã xuống thế làm người, thì xin vì công ơn Con Chúa chịu nạn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2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chịu chết trên cây Thánh Giá, cho chúng con ngày sau khi sống lại,</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2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rgbClr val="888888"/>
              </a:buClr>
              <a:buSzPts val="1800"/>
              <a:buNone/>
            </a:pPr>
            <a:r>
              <a:t/>
            </a:r>
            <a:endParaRPr b="1" sz="18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được đến nơi vinh hiển, cũng vì công nghiệp Chúa Kitô là Chúa chúng con. Amen.</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2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TIN</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1480"/>
              </a:spcBef>
              <a:spcAft>
                <a:spcPts val="0"/>
              </a:spcAft>
              <a:buClr>
                <a:schemeClr val="lt1"/>
              </a:buClr>
              <a:buSzPct val="100000"/>
              <a:buNone/>
            </a:pPr>
            <a:r>
              <a:rPr b="1" lang="en-US" sz="8000">
                <a:solidFill>
                  <a:schemeClr val="lt1"/>
                </a:solidFill>
                <a:latin typeface="Times New Roman"/>
                <a:ea typeface="Times New Roman"/>
                <a:cs typeface="Times New Roman"/>
                <a:sym typeface="Times New Roman"/>
              </a:rPr>
              <a:t>Lạy Chúa con, con tin thật có một Đức Chúa Trời là Đấng thưởng phạt vô cùng.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2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Con lại tin thật Đức Chúa Trời có Ba Ngôi, mà Ngôi Thứ Hai đã xuống thế làm người,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2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chịu nạn chịu chết mà chuộc tội cho thiên hạ.</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28"/>
          <p:cNvSpPr txBox="1"/>
          <p:nvPr>
            <p:ph idx="1" type="subTitle"/>
          </p:nvPr>
        </p:nvSpPr>
        <p:spPr>
          <a:xfrm>
            <a:off x="0" y="1"/>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Bấy nhiêu điều ấy cùng các điều Hội Thánh dạy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2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con tin vững vàng, vì Chúa là</a:t>
            </a: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Đấng thông minh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30"/>
          <p:cNvSpPr txBox="1"/>
          <p:nvPr>
            <p:ph idx="1" type="subTitle"/>
          </p:nvPr>
        </p:nvSpPr>
        <p:spPr>
          <a:xfrm>
            <a:off x="0" y="-9"/>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chân thật vô cùng đã phán truyền cho Hội Thánh. Amen.</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CẬY</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80"/>
              </a:spcBef>
              <a:spcAft>
                <a:spcPts val="0"/>
              </a:spcAft>
              <a:buClr>
                <a:schemeClr val="lt1"/>
              </a:buClr>
              <a:buSzPct val="100000"/>
              <a:buNone/>
            </a:pPr>
            <a:r>
              <a:rPr b="1" lang="en-US" sz="8000">
                <a:solidFill>
                  <a:schemeClr val="lt1"/>
                </a:solidFill>
                <a:latin typeface="Times New Roman"/>
                <a:ea typeface="Times New Roman"/>
                <a:cs typeface="Times New Roman"/>
                <a:sym typeface="Times New Roman"/>
              </a:rPr>
              <a:t>Lạy Chúa con, con trông cậy vững vàng, vì công nghiệp Đức Chúa Giêsu</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3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Chúa sẽ ban ơn cho con giữ đạo nên ở đời này,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3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cho ngày sau được lên thiên đàng xem thấy mặt Đức Chúa Trời hưởng phước đời đời,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34"/>
          <p:cNvSpPr txBox="1"/>
          <p:nvPr>
            <p:ph idx="1" type="subTitle"/>
          </p:nvPr>
        </p:nvSpPr>
        <p:spPr>
          <a:xfrm>
            <a:off x="0" y="1"/>
            <a:ext cx="9144000" cy="5143499"/>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vì Chúa là Đấng phép tắc và lòng lành vô cùng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3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t/>
            </a:r>
            <a:endParaRPr b="1" sz="40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đã phán hứa sự ấy chẳng có lẽ nào sai đặng.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3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3715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MẾN</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43"/>
              </a:spcBef>
              <a:spcAft>
                <a:spcPts val="0"/>
              </a:spcAft>
              <a:buClr>
                <a:schemeClr val="lt1"/>
              </a:buClr>
              <a:buSzPct val="100000"/>
              <a:buNone/>
            </a:pPr>
            <a:r>
              <a:rPr b="1" lang="en-US" sz="7800">
                <a:solidFill>
                  <a:schemeClr val="lt1"/>
                </a:solidFill>
                <a:latin typeface="Times New Roman"/>
                <a:ea typeface="Times New Roman"/>
                <a:cs typeface="Times New Roman"/>
                <a:sym typeface="Times New Roman"/>
              </a:rPr>
              <a:t>Lạy Chúa con, con kính mến Chúa hết lòng hết sức trên hết mọi sự,</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3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vì Chúa là Đấng trọn tốt trọn lành vô cùng,</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3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lại vì Chúa thì con thương yêu người ta như mình con vậy.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3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ctr">
              <a:lnSpc>
                <a:spcPct val="100000"/>
              </a:lnSpc>
              <a:spcBef>
                <a:spcPts val="0"/>
              </a:spcBef>
              <a:spcAft>
                <a:spcPts val="0"/>
              </a:spcAft>
              <a:buClr>
                <a:schemeClr val="accent4"/>
              </a:buClr>
              <a:buSzPts val="4400"/>
              <a:buNone/>
            </a:pPr>
            <a:r>
              <a:rPr b="1" lang="en-US" sz="4400">
                <a:solidFill>
                  <a:schemeClr val="accent4"/>
                </a:solidFill>
                <a:latin typeface="Times New Roman"/>
                <a:ea typeface="Times New Roman"/>
                <a:cs typeface="Times New Roman"/>
                <a:sym typeface="Times New Roman"/>
              </a:rPr>
              <a:t>KINH SẤP MÌNH</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Chúa con, con sấp mình xuống trước mặt Chúa con. Con tin thật Chúa ở khắp mọi nơi,</a:t>
            </a:r>
            <a:endParaRPr b="1" sz="8800">
              <a:solidFill>
                <a:schemeClr val="lt1"/>
              </a:solidFill>
              <a:latin typeface="Times New Roman"/>
              <a:ea typeface="Times New Roman"/>
              <a:cs typeface="Times New Roman"/>
              <a:sym typeface="Times New Roman"/>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4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thông biết mọi sự, hằng xem thấy con, hằng nghe lời con cầu nguyện.</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4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Xin Chúa rất nhân từ  hãy đoái xem sự nghèo ngặt con và nhậm lời con nguyện.</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4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Chúa, xin hãy mở miệng lưỡi con ra, thì con sẽ cao rao những lời ngợi khen Chúa.</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4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Chúa chúng con! Vì dấu † Thánh giá, xin chữa † chúng con, cho khỏi † kẻ thù.</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44"/>
          <p:cNvSpPr txBox="1"/>
          <p:nvPr>
            <p:ph idx="1" type="subTitle"/>
          </p:nvPr>
        </p:nvSpPr>
        <p:spPr>
          <a:xfrm>
            <a:off x="0" y="1"/>
            <a:ext cx="9030984"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br>
              <a:rPr b="1" lang="en-US" sz="48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Nhân danh Cha † </a:t>
            </a:r>
            <a:endParaRPr/>
          </a:p>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Con † và Thánh Thần †. Amen.</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4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LẠY NỮ VƯƠNG</a:t>
            </a:r>
            <a:endParaRPr/>
          </a:p>
          <a:p>
            <a:pPr indent="0" lvl="0" marL="0" rtl="0" algn="just">
              <a:lnSpc>
                <a:spcPct val="100000"/>
              </a:lnSpc>
              <a:spcBef>
                <a:spcPts val="1443"/>
              </a:spcBef>
              <a:spcAft>
                <a:spcPts val="0"/>
              </a:spcAft>
              <a:buClr>
                <a:schemeClr val="lt1"/>
              </a:buClr>
              <a:buSzPct val="100000"/>
              <a:buNone/>
            </a:pPr>
            <a:r>
              <a:rPr b="1" lang="en-US" sz="7800">
                <a:solidFill>
                  <a:schemeClr val="lt1"/>
                </a:solidFill>
                <a:latin typeface="Times New Roman"/>
                <a:ea typeface="Times New Roman"/>
                <a:cs typeface="Times New Roman"/>
                <a:sym typeface="Times New Roman"/>
              </a:rPr>
              <a:t>Lạy Nữ Vương, Mẹ nhân lành làm cho chúng con đặng sống, đặng vui, đặng cậy.</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4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Thân lạy Mẹ! chúng con, con cháu Evà ở chốn khách đày kêu đến cùng Bà,</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4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ở nơi khóc lóc than thở kêu khẩn Bà thương. Hỡi Ôi! Bà là chủ bầu chúng con,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4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500"/>
              <a:buNone/>
            </a:pPr>
            <a:r>
              <a:t/>
            </a:r>
            <a:endParaRPr b="1" sz="44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500"/>
              <a:buNone/>
            </a:pPr>
            <a:r>
              <a:rPr b="1" lang="en-US" sz="7500">
                <a:solidFill>
                  <a:schemeClr val="lt1"/>
                </a:solidFill>
                <a:latin typeface="Times New Roman"/>
                <a:ea typeface="Times New Roman"/>
                <a:cs typeface="Times New Roman"/>
                <a:sym typeface="Times New Roman"/>
              </a:rPr>
              <a:t>xin ghé mắt thương xem chúng con. Đến sau khỏi đày,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4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xin cho chúng con được thấy Đức Chúa Giêsu con lòng Bà gồm phúc lạ.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5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Ôi khoan thay! nhân thay! dịu thay! Thánh Maria trọn đời đồng trinh. Amen.</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5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NGHĨA ĐỨC TIN</a:t>
            </a:r>
            <a:endParaRPr/>
          </a:p>
          <a:p>
            <a:pPr indent="0" lvl="0" marL="0" rtl="0" algn="just">
              <a:lnSpc>
                <a:spcPct val="100000"/>
              </a:lnSpc>
              <a:spcBef>
                <a:spcPts val="1443"/>
              </a:spcBef>
              <a:spcAft>
                <a:spcPts val="0"/>
              </a:spcAft>
              <a:buClr>
                <a:schemeClr val="lt1"/>
              </a:buClr>
              <a:buSzPct val="100000"/>
              <a:buNone/>
            </a:pPr>
            <a:r>
              <a:rPr b="1" lang="en-US" sz="7800">
                <a:solidFill>
                  <a:schemeClr val="lt1"/>
                </a:solidFill>
                <a:latin typeface="Times New Roman"/>
                <a:ea typeface="Times New Roman"/>
                <a:cs typeface="Times New Roman"/>
                <a:sym typeface="Times New Roman"/>
              </a:rPr>
              <a:t>Ngày Chúa Nhật hôm nay, chúng con hợp nhau kính lạy thờ phượng Chúa, </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5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khong khen cảm tạ ơn Chúa về mọi ơn lành Chúa đã ban cho chúng con,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5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phạt tạ Chúa vì những tội lỗi chúng con đã phạm mất lòng Chúa:</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54"/>
          <p:cNvSpPr txBox="1"/>
          <p:nvPr>
            <p:ph idx="1" type="subTitle"/>
          </p:nvPr>
        </p:nvSpPr>
        <p:spPr>
          <a:xfrm>
            <a:off x="92467" y="-205483"/>
            <a:ext cx="9051533" cy="5348983"/>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thì chúng con dám xin Chúa hãy khứng ban những ơn cần kíp cho chúng con được rỗi linh hồn.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5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300"/>
              <a:buNone/>
            </a:pPr>
            <a:r>
              <a:rPr b="1" lang="en-US" sz="7300">
                <a:solidFill>
                  <a:schemeClr val="lt1"/>
                </a:solidFill>
                <a:latin typeface="Times New Roman"/>
                <a:ea typeface="Times New Roman"/>
                <a:cs typeface="Times New Roman"/>
                <a:sym typeface="Times New Roman"/>
              </a:rPr>
              <a:t>Nên chúng con cả lòng tin vững vàng mọi điều đạo thánh Chúa dạy, </a:t>
            </a:r>
            <a:endParaRPr b="1" sz="7300">
              <a:solidFill>
                <a:schemeClr val="lt1"/>
              </a:solidFill>
              <a:latin typeface="Times New Roman"/>
              <a:ea typeface="Times New Roman"/>
              <a:cs typeface="Times New Roman"/>
              <a:sym typeface="Times New Roman"/>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5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nhất là những điều cần kíp này là có một Đức Chúa Trời phép tắc vô cùng dựng nên trời đất,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57"/>
          <p:cNvSpPr txBox="1"/>
          <p:nvPr>
            <p:ph idx="1" type="subTitle"/>
          </p:nvPr>
        </p:nvSpPr>
        <p:spPr>
          <a:xfrm>
            <a:off x="0" y="-308225"/>
            <a:ext cx="9144000" cy="5451725"/>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mà Người có Ba Ngôi. Ngôi Thứ Nhất là Cha, Ngôi Thứ Hai là Con, Ngôi Thứ Ba là Thánh Thần; </a:t>
            </a:r>
            <a:endParaRPr/>
          </a:p>
          <a:p>
            <a:pPr indent="0" lvl="0" marL="0" rtl="0" algn="just">
              <a:lnSpc>
                <a:spcPct val="100000"/>
              </a:lnSpc>
              <a:spcBef>
                <a:spcPts val="1400"/>
              </a:spcBef>
              <a:spcAft>
                <a:spcPts val="0"/>
              </a:spcAft>
              <a:buClr>
                <a:srgbClr val="888888"/>
              </a:buClr>
              <a:buSzPts val="7000"/>
              <a:buNone/>
            </a:pPr>
            <a:r>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5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Ba Ngôi cũng một tính một phép, cho nên Ba Ngôi cũng một Chúa mà thôi.</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5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tin Ngôi Thứ Hai ra đời làm người, sinh bởi Bà Maria Đồng Trinh,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6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đặt tên là Giêsu, ở thế gian ba mươi ba năm, đoạn chịu chết trên cây Thánh giá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6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t/>
            </a:r>
            <a:endParaRPr b="1" sz="44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mà chuộc tội cho thiên hạ, đến ngày thứ ba Người sống lại; </a:t>
            </a:r>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62"/>
          <p:cNvSpPr txBox="1"/>
          <p:nvPr>
            <p:ph idx="1" type="subTitle"/>
          </p:nvPr>
        </p:nvSpPr>
        <p:spPr>
          <a:xfrm>
            <a:off x="0" y="-164387"/>
            <a:ext cx="9144000" cy="5307887"/>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khỏi bốn mươi ngày lên trời; đủ mười ngày lại cho Đức Chúa Thánh Thần</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63"/>
          <p:cNvSpPr txBox="1"/>
          <p:nvPr>
            <p:ph idx="1" type="subTitle"/>
          </p:nvPr>
        </p:nvSpPr>
        <p:spPr>
          <a:xfrm>
            <a:off x="0" y="0"/>
            <a:ext cx="9226193"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xuống trên các thánh Tông đồ và Hội Thánh mới lập;</a:t>
            </a:r>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6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ai chẳng thông công cùng Hội Thánh ấy thì chẳng đặng rỗi linh hồn;</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65"/>
          <p:cNvSpPr txBox="1"/>
          <p:nvPr>
            <p:ph idx="1" type="subTitle"/>
          </p:nvPr>
        </p:nvSpPr>
        <p:spPr>
          <a:xfrm>
            <a:off x="0" y="0"/>
            <a:ext cx="9144000" cy="5143499"/>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mà linh hồn là giống thiêng liêng chẳng hề chết đặng; và đến ngày tận thế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6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xác loài người ta sẽ sống lại mà chịu phán xét;</a:t>
            </a:r>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6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kẻ lành lên thiên đàng hưởng phước đời đời; kẻ dữ sa hỏa ngục chịu phạt vô cùng.</a:t>
            </a:r>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6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Mà chúng con tin các sự ấy mà thôi thì chưa đủ cho đặng lên </a:t>
            </a: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thiên đàng;</a:t>
            </a:r>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6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song phải giữ Mười điều răn Đức Chúa Trời cùng Năm luật điều Hội Thánh,</a:t>
            </a:r>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7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làm những việc lành phước đức.</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Nhân vì sự ấy, chúng con hằng phải sợ hãi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7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trốn tránh các tội lỗi, nhất là bảy mối tội đầu, là căn nguyên mọi tội lỗi khác.</a:t>
            </a:r>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72"/>
          <p:cNvSpPr txBox="1"/>
          <p:nvPr>
            <p:ph idx="1" type="subTitle"/>
          </p:nvPr>
        </p:nvSpPr>
        <p:spPr>
          <a:xfrm>
            <a:off x="0" y="-246580"/>
            <a:ext cx="9144000" cy="539008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6800"/>
              <a:buNone/>
            </a:pPr>
            <a:r>
              <a:rPr b="1" lang="en-US" sz="6800">
                <a:solidFill>
                  <a:schemeClr val="lt1"/>
                </a:solidFill>
                <a:latin typeface="Times New Roman"/>
                <a:ea typeface="Times New Roman"/>
                <a:cs typeface="Times New Roman"/>
                <a:sym typeface="Times New Roman"/>
              </a:rPr>
              <a:t>Vậy chúng con phải ân cần lo lắng mà năng chịu các phép bí tích Đức</a:t>
            </a:r>
            <a:r>
              <a:rPr b="1" lang="en-US" sz="6000">
                <a:solidFill>
                  <a:schemeClr val="lt1"/>
                </a:solidFill>
                <a:latin typeface="Times New Roman"/>
                <a:ea typeface="Times New Roman"/>
                <a:cs typeface="Times New Roman"/>
                <a:sym typeface="Times New Roman"/>
              </a:rPr>
              <a:t> </a:t>
            </a:r>
            <a:r>
              <a:rPr b="1" lang="en-US" sz="6800">
                <a:solidFill>
                  <a:schemeClr val="lt1"/>
                </a:solidFill>
                <a:latin typeface="Times New Roman"/>
                <a:ea typeface="Times New Roman"/>
                <a:cs typeface="Times New Roman"/>
                <a:sym typeface="Times New Roman"/>
              </a:rPr>
              <a:t>Chúa</a:t>
            </a:r>
            <a:r>
              <a:rPr b="1" lang="en-US" sz="6000">
                <a:solidFill>
                  <a:schemeClr val="lt1"/>
                </a:solidFill>
                <a:latin typeface="Times New Roman"/>
                <a:ea typeface="Times New Roman"/>
                <a:cs typeface="Times New Roman"/>
                <a:sym typeface="Times New Roman"/>
              </a:rPr>
              <a:t> </a:t>
            </a:r>
            <a:r>
              <a:rPr b="1" lang="en-US" sz="6800">
                <a:solidFill>
                  <a:schemeClr val="lt1"/>
                </a:solidFill>
                <a:latin typeface="Times New Roman"/>
                <a:ea typeface="Times New Roman"/>
                <a:cs typeface="Times New Roman"/>
                <a:sym typeface="Times New Roman"/>
              </a:rPr>
              <a:t>Giêsu đã truyền,</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7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là những phương linh nghiệm cho chúng con đặng nên thánh.</a:t>
            </a:r>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7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Có bảy phép bí tích mà thôi, song phép Rửa tội, phép Mình Thánh Chúa,</a:t>
            </a:r>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7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cùng phép Giải tội, là ba phép cần kíp hơn cho chúng con đặng rỗi. </a:t>
            </a:r>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p7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Ấy vậy chúng con hằng phải ra sức lo lắng thể nào mà chịu các phép trọng ấy cho nên, </a:t>
            </a:r>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7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cùng tin thật vững vàng mà giữ cẩn thận các điều trước này,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p7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mới đặng hưởng  phúc thanh nhàn đời đời kiếp kiếp. Amen.</a:t>
            </a:r>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p79"/>
          <p:cNvSpPr txBox="1"/>
          <p:nvPr>
            <p:ph idx="1" type="subTitle"/>
          </p:nvPr>
        </p:nvSpPr>
        <p:spPr>
          <a:xfrm>
            <a:off x="0" y="-143838"/>
            <a:ext cx="9144000" cy="5287338"/>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accent4"/>
              </a:buClr>
              <a:buSzPts val="4400"/>
              <a:buNone/>
            </a:pPr>
            <a:r>
              <a:rPr b="1" lang="en-US" sz="4400">
                <a:solidFill>
                  <a:schemeClr val="accent4"/>
                </a:solidFill>
                <a:latin typeface="Times New Roman"/>
                <a:ea typeface="Times New Roman"/>
                <a:cs typeface="Times New Roman"/>
                <a:sym typeface="Times New Roman"/>
              </a:rPr>
              <a:t>Đạo Đức Chúa Trời có 10 điều răn:</a:t>
            </a:r>
            <a:endParaRPr/>
          </a:p>
          <a:p>
            <a:pPr indent="0" lvl="0" marL="0" rtl="0" algn="just">
              <a:lnSpc>
                <a:spcPct val="100000"/>
              </a:lnSpc>
              <a:spcBef>
                <a:spcPts val="144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Thờ phượng một Đức Chúa Trời và kính mến người trên hết mọi sự.</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sp>
        <p:nvSpPr>
          <p:cNvPr id="483" name="Google Shape;483;p8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hai: </a:t>
            </a:r>
            <a:r>
              <a:rPr b="1" lang="en-US" sz="7200">
                <a:solidFill>
                  <a:schemeClr val="lt1"/>
                </a:solidFill>
                <a:latin typeface="Times New Roman"/>
                <a:ea typeface="Times New Roman"/>
                <a:cs typeface="Times New Roman"/>
                <a:sym typeface="Times New Roman"/>
              </a:rPr>
              <a:t>Chớ kêu tên Đức Chúa Trời vô cớ.</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Giữ ngày Chúa Nhật.</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p8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Thảo kính cha mẹ.</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Chớ giết người.</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p8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Chớ làm sự dâm dục.</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Chớ lấy của người.</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sp>
        <p:nvSpPr>
          <p:cNvPr id="498" name="Google Shape;498;p8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tám: </a:t>
            </a:r>
            <a:r>
              <a:rPr b="1" lang="en-US" sz="7200">
                <a:solidFill>
                  <a:schemeClr val="lt1"/>
                </a:solidFill>
                <a:latin typeface="Times New Roman"/>
                <a:ea typeface="Times New Roman"/>
                <a:cs typeface="Times New Roman"/>
                <a:sym typeface="Times New Roman"/>
              </a:rPr>
              <a:t>Chớ làm chứng dối.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chín: </a:t>
            </a:r>
            <a:r>
              <a:rPr b="1" lang="en-US" sz="7200">
                <a:solidFill>
                  <a:schemeClr val="lt1"/>
                </a:solidFill>
                <a:latin typeface="Times New Roman"/>
                <a:ea typeface="Times New Roman"/>
                <a:cs typeface="Times New Roman"/>
                <a:sym typeface="Times New Roman"/>
              </a:rPr>
              <a:t>Chớ muốn vợ chồng người.</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p8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mười: </a:t>
            </a:r>
            <a:r>
              <a:rPr b="1" lang="en-US" sz="7200">
                <a:solidFill>
                  <a:schemeClr val="lt1"/>
                </a:solidFill>
                <a:latin typeface="Times New Roman"/>
                <a:ea typeface="Times New Roman"/>
                <a:cs typeface="Times New Roman"/>
                <a:sym typeface="Times New Roman"/>
              </a:rPr>
              <a:t>Chớ tham </a:t>
            </a: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của người.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Mười điều răn ấy tóm về hai này mà chớ:</a:t>
            </a:r>
            <a:endParaRPr b="1" i="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sp>
        <p:nvSpPr>
          <p:cNvPr id="508" name="Google Shape;508;p85"/>
          <p:cNvSpPr txBox="1"/>
          <p:nvPr>
            <p:ph idx="1" type="subTitle"/>
          </p:nvPr>
        </p:nvSpPr>
        <p:spPr>
          <a:xfrm>
            <a:off x="0" y="-226031"/>
            <a:ext cx="9144000" cy="5369531"/>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trước kính mến một Đức Chúa Trời trên hết mọi sự; sau lại yêu người như mình ta vậy. </a:t>
            </a:r>
            <a:r>
              <a:rPr b="1" i="1" lang="en-US" sz="7000">
                <a:solidFill>
                  <a:schemeClr val="lt1"/>
                </a:solidFill>
                <a:latin typeface="Times New Roman"/>
                <a:ea typeface="Times New Roman"/>
                <a:cs typeface="Times New Roman"/>
                <a:sym typeface="Times New Roman"/>
              </a:rPr>
              <a:t>Amen.</a:t>
            </a:r>
            <a:endParaRPr/>
          </a:p>
          <a:p>
            <a:pPr indent="0" lvl="0" marL="0" rtl="0" algn="just">
              <a:lnSpc>
                <a:spcPct val="100000"/>
              </a:lnSpc>
              <a:spcBef>
                <a:spcPts val="0"/>
              </a:spcBef>
              <a:spcAft>
                <a:spcPts val="0"/>
              </a:spcAft>
              <a:buClr>
                <a:srgbClr val="888888"/>
              </a:buClr>
              <a:buSzPts val="7000"/>
              <a:buNone/>
            </a:pPr>
            <a:r>
              <a:t/>
            </a:r>
            <a:endParaRPr b="1" i="1" sz="7000">
              <a:solidFill>
                <a:schemeClr val="lt1"/>
              </a:solidFill>
              <a:latin typeface="Times New Roman"/>
              <a:ea typeface="Times New Roman"/>
              <a:cs typeface="Times New Roman"/>
              <a:sym typeface="Times New Roman"/>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sp>
        <p:nvSpPr>
          <p:cNvPr id="513" name="Google Shape;513;p8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ctr">
              <a:lnSpc>
                <a:spcPct val="100000"/>
              </a:lnSpc>
              <a:spcBef>
                <a:spcPts val="0"/>
              </a:spcBef>
              <a:spcAft>
                <a:spcPts val="0"/>
              </a:spcAft>
              <a:buClr>
                <a:schemeClr val="accent4"/>
              </a:buClr>
              <a:buSzPts val="4500"/>
              <a:buNone/>
            </a:pPr>
            <a:r>
              <a:rPr b="1" lang="en-US" sz="4500">
                <a:solidFill>
                  <a:schemeClr val="accent4"/>
                </a:solidFill>
                <a:latin typeface="Times New Roman"/>
                <a:ea typeface="Times New Roman"/>
                <a:cs typeface="Times New Roman"/>
                <a:sym typeface="Times New Roman"/>
              </a:rPr>
              <a:t>Hội Thánh có 5 điều răn:</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nhất: </a:t>
            </a:r>
            <a:r>
              <a:rPr b="1" lang="en-US" sz="7200">
                <a:solidFill>
                  <a:schemeClr val="lt1"/>
                </a:solidFill>
                <a:latin typeface="Times New Roman"/>
                <a:ea typeface="Times New Roman"/>
                <a:cs typeface="Times New Roman"/>
                <a:sym typeface="Times New Roman"/>
              </a:rPr>
              <a:t>dự lễ và kiêng việc xác ngày Chúa Nhật cùng các ngày lễ buộc;</a:t>
            </a:r>
            <a:endParaRP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7" name="Shape 517"/>
        <p:cNvGrpSpPr/>
        <p:nvPr/>
      </p:nvGrpSpPr>
      <p:grpSpPr>
        <a:xfrm>
          <a:off x="0" y="0"/>
          <a:ext cx="0" cy="0"/>
          <a:chOff x="0" y="0"/>
          <a:chExt cx="0" cy="0"/>
        </a:xfrm>
      </p:grpSpPr>
      <p:sp>
        <p:nvSpPr>
          <p:cNvPr id="518" name="Google Shape;518;p87"/>
          <p:cNvSpPr txBox="1"/>
          <p:nvPr>
            <p:ph idx="1" type="subTitle"/>
          </p:nvPr>
        </p:nvSpPr>
        <p:spPr>
          <a:xfrm>
            <a:off x="0" y="-236306"/>
            <a:ext cx="9144000" cy="5379806"/>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6800"/>
              <a:buNone/>
            </a:pPr>
            <a:r>
              <a:rPr b="1" lang="en-US" sz="6800">
                <a:solidFill>
                  <a:schemeClr val="accent4"/>
                </a:solidFill>
                <a:latin typeface="Times New Roman"/>
                <a:ea typeface="Times New Roman"/>
                <a:cs typeface="Times New Roman"/>
                <a:sym typeface="Times New Roman"/>
              </a:rPr>
              <a:t>Thứ hai: </a:t>
            </a:r>
            <a:r>
              <a:rPr b="1" lang="en-US" sz="6800">
                <a:solidFill>
                  <a:schemeClr val="lt1"/>
                </a:solidFill>
                <a:latin typeface="Times New Roman"/>
                <a:ea typeface="Times New Roman"/>
                <a:cs typeface="Times New Roman"/>
                <a:sym typeface="Times New Roman"/>
              </a:rPr>
              <a:t>xưng tội trong một năm ít là một lần;</a:t>
            </a:r>
            <a:endParaRPr b="1" sz="6800">
              <a:solidFill>
                <a:schemeClr val="lt1"/>
              </a:solidFill>
              <a:latin typeface="Times New Roman"/>
              <a:ea typeface="Times New Roman"/>
              <a:cs typeface="Times New Roman"/>
              <a:sym typeface="Times New Roman"/>
            </a:endParaRPr>
          </a:p>
          <a:p>
            <a:pPr indent="0" lvl="0" marL="0" rtl="0" algn="just">
              <a:lnSpc>
                <a:spcPct val="100000"/>
              </a:lnSpc>
              <a:spcBef>
                <a:spcPts val="1360"/>
              </a:spcBef>
              <a:spcAft>
                <a:spcPts val="0"/>
              </a:spcAft>
              <a:buClr>
                <a:schemeClr val="accent4"/>
              </a:buClr>
              <a:buSzPts val="6800"/>
              <a:buNone/>
            </a:pPr>
            <a:r>
              <a:rPr b="1" lang="en-US" sz="6800">
                <a:solidFill>
                  <a:schemeClr val="accent4"/>
                </a:solidFill>
                <a:latin typeface="Times New Roman"/>
                <a:ea typeface="Times New Roman"/>
                <a:cs typeface="Times New Roman"/>
                <a:sym typeface="Times New Roman"/>
              </a:rPr>
              <a:t>Thứ ba: </a:t>
            </a:r>
            <a:r>
              <a:rPr b="1" lang="en-US" sz="6800">
                <a:solidFill>
                  <a:schemeClr val="lt1"/>
                </a:solidFill>
                <a:latin typeface="Times New Roman"/>
                <a:ea typeface="Times New Roman"/>
                <a:cs typeface="Times New Roman"/>
                <a:sym typeface="Times New Roman"/>
              </a:rPr>
              <a:t>rước Mình Thánh Chúa trong mùa Phục Sinh;</a:t>
            </a:r>
            <a:endParaRPr sz="6800">
              <a:solidFill>
                <a:schemeClr val="lt1"/>
              </a:solidFill>
              <a:latin typeface="Times New Roman"/>
              <a:ea typeface="Times New Roman"/>
              <a:cs typeface="Times New Roman"/>
              <a:sym typeface="Times New Roman"/>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2" name="Shape 522"/>
        <p:cNvGrpSpPr/>
        <p:nvPr/>
      </p:nvGrpSpPr>
      <p:grpSpPr>
        <a:xfrm>
          <a:off x="0" y="0"/>
          <a:ext cx="0" cy="0"/>
          <a:chOff x="0" y="0"/>
          <a:chExt cx="0" cy="0"/>
        </a:xfrm>
      </p:grpSpPr>
      <p:sp>
        <p:nvSpPr>
          <p:cNvPr id="523" name="Google Shape;523;p88"/>
          <p:cNvSpPr txBox="1"/>
          <p:nvPr>
            <p:ph idx="1" type="subTitle"/>
          </p:nvPr>
        </p:nvSpPr>
        <p:spPr>
          <a:xfrm>
            <a:off x="0" y="0"/>
            <a:ext cx="9144000" cy="5143499"/>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bốn: </a:t>
            </a:r>
            <a:r>
              <a:rPr b="1" lang="en-US" sz="7200">
                <a:solidFill>
                  <a:schemeClr val="lt1"/>
                </a:solidFill>
                <a:latin typeface="Times New Roman"/>
                <a:ea typeface="Times New Roman"/>
                <a:cs typeface="Times New Roman"/>
                <a:sym typeface="Times New Roman"/>
              </a:rPr>
              <a:t>giữ chay và kiêng thịt những ngày Hội Thánh buộc;</a:t>
            </a:r>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sp>
        <p:nvSpPr>
          <p:cNvPr id="528" name="Google Shape;528;p8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năm: </a:t>
            </a:r>
            <a:r>
              <a:rPr b="1" lang="en-US" sz="7200">
                <a:solidFill>
                  <a:schemeClr val="lt1"/>
                </a:solidFill>
                <a:latin typeface="Times New Roman"/>
                <a:ea typeface="Times New Roman"/>
                <a:cs typeface="Times New Roman"/>
                <a:sym typeface="Times New Roman"/>
              </a:rPr>
              <a:t>góp công góp của xây dựng Hội Thánh, tùy theo khả năng của mình.</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 name="Shape 532"/>
        <p:cNvGrpSpPr/>
        <p:nvPr/>
      </p:nvGrpSpPr>
      <p:grpSpPr>
        <a:xfrm>
          <a:off x="0" y="0"/>
          <a:ext cx="0" cy="0"/>
          <a:chOff x="0" y="0"/>
          <a:chExt cx="0" cy="0"/>
        </a:xfrm>
      </p:grpSpPr>
      <p:sp>
        <p:nvSpPr>
          <p:cNvPr id="533" name="Google Shape;533;p9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85000" lnSpcReduction="10000"/>
          </a:bodyPr>
          <a:lstStyle/>
          <a:p>
            <a:pPr indent="0" lvl="0" marL="0" rtl="0" algn="ctr">
              <a:lnSpc>
                <a:spcPct val="100000"/>
              </a:lnSpc>
              <a:spcBef>
                <a:spcPts val="0"/>
              </a:spcBef>
              <a:spcAft>
                <a:spcPts val="0"/>
              </a:spcAft>
              <a:buClr>
                <a:schemeClr val="accent4"/>
              </a:buClr>
              <a:buSzPct val="100000"/>
              <a:buNone/>
            </a:pPr>
            <a:r>
              <a:rPr b="1" lang="en-US" sz="4800">
                <a:solidFill>
                  <a:schemeClr val="accent4"/>
                </a:solidFill>
                <a:latin typeface="Times New Roman"/>
                <a:ea typeface="Times New Roman"/>
                <a:cs typeface="Times New Roman"/>
                <a:sym typeface="Times New Roman"/>
              </a:rPr>
              <a:t>Đạo Đức Chúa Trời có 7 phép Bí tích:</a:t>
            </a:r>
            <a:endParaRPr/>
          </a:p>
          <a:p>
            <a:pPr indent="0" lvl="0" marL="0" rtl="0" algn="just">
              <a:lnSpc>
                <a:spcPct val="100000"/>
              </a:lnSpc>
              <a:spcBef>
                <a:spcPts val="1445"/>
              </a:spcBef>
              <a:spcAft>
                <a:spcPts val="0"/>
              </a:spcAft>
              <a:buClr>
                <a:schemeClr val="accent4"/>
              </a:buClr>
              <a:buSzPct val="100000"/>
              <a:buNone/>
            </a:pPr>
            <a:r>
              <a:rPr b="1" lang="en-US" sz="8500">
                <a:solidFill>
                  <a:schemeClr val="accent4"/>
                </a:solidFill>
                <a:latin typeface="Times New Roman"/>
                <a:ea typeface="Times New Roman"/>
                <a:cs typeface="Times New Roman"/>
                <a:sym typeface="Times New Roman"/>
              </a:rPr>
              <a:t>Thứ nhất: </a:t>
            </a:r>
            <a:r>
              <a:rPr b="1" lang="en-US" sz="8500">
                <a:solidFill>
                  <a:schemeClr val="lt1"/>
                </a:solidFill>
                <a:latin typeface="Times New Roman"/>
                <a:ea typeface="Times New Roman"/>
                <a:cs typeface="Times New Roman"/>
                <a:sym typeface="Times New Roman"/>
              </a:rPr>
              <a:t>là phép Rửa tội.</a:t>
            </a:r>
            <a:endParaRPr/>
          </a:p>
          <a:p>
            <a:pPr indent="0" lvl="0" marL="0" rtl="0" algn="just">
              <a:lnSpc>
                <a:spcPct val="100000"/>
              </a:lnSpc>
              <a:spcBef>
                <a:spcPts val="1445"/>
              </a:spcBef>
              <a:spcAft>
                <a:spcPts val="0"/>
              </a:spcAft>
              <a:buClr>
                <a:schemeClr val="accent4"/>
              </a:buClr>
              <a:buSzPct val="100000"/>
              <a:buNone/>
            </a:pPr>
            <a:r>
              <a:rPr b="1" lang="en-US" sz="8500">
                <a:solidFill>
                  <a:schemeClr val="accent4"/>
                </a:solidFill>
                <a:latin typeface="Times New Roman"/>
                <a:ea typeface="Times New Roman"/>
                <a:cs typeface="Times New Roman"/>
                <a:sym typeface="Times New Roman"/>
              </a:rPr>
              <a:t>Thứ hai: </a:t>
            </a:r>
            <a:r>
              <a:rPr b="1" lang="en-US" sz="8500">
                <a:solidFill>
                  <a:schemeClr val="lt1"/>
                </a:solidFill>
                <a:latin typeface="Times New Roman"/>
                <a:ea typeface="Times New Roman"/>
                <a:cs typeface="Times New Roman"/>
                <a:sym typeface="Times New Roman"/>
              </a:rPr>
              <a:t>là phép Thêm sức.</a:t>
            </a:r>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sp>
        <p:nvSpPr>
          <p:cNvPr id="538" name="Google Shape;538;p9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ba: </a:t>
            </a:r>
            <a:r>
              <a:rPr b="1" lang="en-US" sz="7200">
                <a:solidFill>
                  <a:schemeClr val="lt1"/>
                </a:solidFill>
                <a:latin typeface="Times New Roman"/>
                <a:ea typeface="Times New Roman"/>
                <a:cs typeface="Times New Roman"/>
                <a:sym typeface="Times New Roman"/>
              </a:rPr>
              <a:t>là phép Mình Thánh Chúa.</a:t>
            </a:r>
            <a:endParaRPr/>
          </a:p>
          <a:p>
            <a:pPr indent="0" lvl="0" marL="0" rtl="0" algn="l">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bốn: </a:t>
            </a:r>
            <a:r>
              <a:rPr b="1" lang="en-US" sz="7200">
                <a:solidFill>
                  <a:schemeClr val="lt1"/>
                </a:solidFill>
                <a:latin typeface="Times New Roman"/>
                <a:ea typeface="Times New Roman"/>
                <a:cs typeface="Times New Roman"/>
                <a:sym typeface="Times New Roman"/>
              </a:rPr>
              <a:t>là phép Giải tội.</a:t>
            </a:r>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 name="Shape 542"/>
        <p:cNvGrpSpPr/>
        <p:nvPr/>
      </p:nvGrpSpPr>
      <p:grpSpPr>
        <a:xfrm>
          <a:off x="0" y="0"/>
          <a:ext cx="0" cy="0"/>
          <a:chOff x="0" y="0"/>
          <a:chExt cx="0" cy="0"/>
        </a:xfrm>
      </p:grpSpPr>
      <p:sp>
        <p:nvSpPr>
          <p:cNvPr id="543" name="Google Shape;543;p9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năm: </a:t>
            </a:r>
            <a:r>
              <a:rPr b="1" lang="en-US" sz="7200">
                <a:solidFill>
                  <a:schemeClr val="lt1"/>
                </a:solidFill>
                <a:latin typeface="Times New Roman"/>
                <a:ea typeface="Times New Roman"/>
                <a:cs typeface="Times New Roman"/>
                <a:sym typeface="Times New Roman"/>
              </a:rPr>
              <a:t>là phép Xức dầu thánh.</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sáu: </a:t>
            </a:r>
            <a:r>
              <a:rPr b="1" lang="en-US" sz="7200">
                <a:solidFill>
                  <a:schemeClr val="lt1"/>
                </a:solidFill>
                <a:latin typeface="Times New Roman"/>
                <a:ea typeface="Times New Roman"/>
                <a:cs typeface="Times New Roman"/>
                <a:sym typeface="Times New Roman"/>
              </a:rPr>
              <a:t>là phép Truyền chức thánh.</a:t>
            </a:r>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7" name="Shape 547"/>
        <p:cNvGrpSpPr/>
        <p:nvPr/>
      </p:nvGrpSpPr>
      <p:grpSpPr>
        <a:xfrm>
          <a:off x="0" y="0"/>
          <a:ext cx="0" cy="0"/>
          <a:chOff x="0" y="0"/>
          <a:chExt cx="0" cy="0"/>
        </a:xfrm>
      </p:grpSpPr>
      <p:sp>
        <p:nvSpPr>
          <p:cNvPr id="548" name="Google Shape;548;p9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bảy: </a:t>
            </a:r>
            <a:r>
              <a:rPr b="1" lang="en-US" sz="7200">
                <a:solidFill>
                  <a:schemeClr val="lt1"/>
                </a:solidFill>
                <a:latin typeface="Times New Roman"/>
                <a:ea typeface="Times New Roman"/>
                <a:cs typeface="Times New Roman"/>
                <a:sym typeface="Times New Roman"/>
              </a:rPr>
              <a:t>là phép Hôn phối.</a:t>
            </a:r>
            <a:endParaRPr/>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 name="Shape 552"/>
        <p:cNvGrpSpPr/>
        <p:nvPr/>
      </p:nvGrpSpPr>
      <p:grpSpPr>
        <a:xfrm>
          <a:off x="0" y="0"/>
          <a:ext cx="0" cy="0"/>
          <a:chOff x="0" y="0"/>
          <a:chExt cx="0" cy="0"/>
        </a:xfrm>
      </p:grpSpPr>
      <p:sp>
        <p:nvSpPr>
          <p:cNvPr id="553" name="Google Shape;553;p9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1200"/>
              <a:buNone/>
            </a:pPr>
            <a:r>
              <a:t/>
            </a:r>
            <a:endParaRPr b="1" sz="1200">
              <a:solidFill>
                <a:schemeClr val="lt1"/>
              </a:solidFill>
              <a:latin typeface="Times New Roman"/>
              <a:ea typeface="Times New Roman"/>
              <a:cs typeface="Times New Roman"/>
              <a:sym typeface="Times New Roman"/>
            </a:endParaRPr>
          </a:p>
          <a:p>
            <a:pPr indent="0" lvl="0" marL="0" rtl="0" algn="just">
              <a:lnSpc>
                <a:spcPct val="100000"/>
              </a:lnSpc>
              <a:spcBef>
                <a:spcPts val="990"/>
              </a:spcBef>
              <a:spcAft>
                <a:spcPts val="0"/>
              </a:spcAft>
              <a:buClr>
                <a:schemeClr val="accent4"/>
              </a:buClr>
              <a:buSzPts val="4950"/>
              <a:buNone/>
            </a:pPr>
            <a:r>
              <a:rPr b="1" lang="en-US" sz="4950">
                <a:solidFill>
                  <a:schemeClr val="accent4"/>
                </a:solidFill>
                <a:latin typeface="Times New Roman"/>
                <a:ea typeface="Times New Roman"/>
                <a:cs typeface="Times New Roman"/>
                <a:sym typeface="Times New Roman"/>
              </a:rPr>
              <a:t>Thương người có mười bốn mối</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990"/>
              </a:spcBef>
              <a:spcAft>
                <a:spcPts val="0"/>
              </a:spcAft>
              <a:buClr>
                <a:schemeClr val="accent4"/>
              </a:buClr>
              <a:buSzPts val="4950"/>
              <a:buNone/>
            </a:pPr>
            <a:r>
              <a:rPr b="1" i="1" lang="en-US" sz="4950">
                <a:solidFill>
                  <a:schemeClr val="accent4"/>
                </a:solidFill>
                <a:latin typeface="Times New Roman"/>
                <a:ea typeface="Times New Roman"/>
                <a:cs typeface="Times New Roman"/>
                <a:sym typeface="Times New Roman"/>
              </a:rPr>
              <a:t>Thương xác bảy mối:</a:t>
            </a:r>
            <a:endParaRPr b="1" i="1" sz="495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Cho kẻ đói ăn.</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7" name="Shape 557"/>
        <p:cNvGrpSpPr/>
        <p:nvPr/>
      </p:nvGrpSpPr>
      <p:grpSpPr>
        <a:xfrm>
          <a:off x="0" y="0"/>
          <a:ext cx="0" cy="0"/>
          <a:chOff x="0" y="0"/>
          <a:chExt cx="0" cy="0"/>
        </a:xfrm>
      </p:grpSpPr>
      <p:sp>
        <p:nvSpPr>
          <p:cNvPr id="558" name="Google Shape;558;p9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Cho kẻ khát uống.</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Cho kẻ rách rưới ăn mặc.</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2" name="Shape 562"/>
        <p:cNvGrpSpPr/>
        <p:nvPr/>
      </p:nvGrpSpPr>
      <p:grpSpPr>
        <a:xfrm>
          <a:off x="0" y="0"/>
          <a:ext cx="0" cy="0"/>
          <a:chOff x="0" y="0"/>
          <a:chExt cx="0" cy="0"/>
        </a:xfrm>
      </p:grpSpPr>
      <p:sp>
        <p:nvSpPr>
          <p:cNvPr id="563" name="Google Shape;563;p9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Viếng kẻ liệt cùng kẻ tù rạc.</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Cho khách đỗ nhà.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7" name="Shape 567"/>
        <p:cNvGrpSpPr/>
        <p:nvPr/>
      </p:nvGrpSpPr>
      <p:grpSpPr>
        <a:xfrm>
          <a:off x="0" y="0"/>
          <a:ext cx="0" cy="0"/>
          <a:chOff x="0" y="0"/>
          <a:chExt cx="0" cy="0"/>
        </a:xfrm>
      </p:grpSpPr>
      <p:sp>
        <p:nvSpPr>
          <p:cNvPr id="568" name="Google Shape;568;p9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Chuộc kẻ làm tôi.</a:t>
            </a:r>
            <a:endParaRPr b="1" sz="7200">
              <a:solidFill>
                <a:schemeClr val="lt1"/>
              </a:solidFill>
              <a:latin typeface="Times New Roman"/>
              <a:ea typeface="Times New Roman"/>
              <a:cs typeface="Times New Roman"/>
              <a:sym typeface="Times New Roman"/>
            </a:endParaRPr>
          </a:p>
          <a:p>
            <a:pPr indent="0" lvl="0" marL="0" rtl="0" algn="l">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Chôn xác kẻ chết.</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2" name="Shape 572"/>
        <p:cNvGrpSpPr/>
        <p:nvPr/>
      </p:nvGrpSpPr>
      <p:grpSpPr>
        <a:xfrm>
          <a:off x="0" y="0"/>
          <a:ext cx="0" cy="0"/>
          <a:chOff x="0" y="0"/>
          <a:chExt cx="0" cy="0"/>
        </a:xfrm>
      </p:grpSpPr>
      <p:sp>
        <p:nvSpPr>
          <p:cNvPr id="573" name="Google Shape;573;p9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825"/>
              <a:buNone/>
            </a:pPr>
            <a:r>
              <a:t/>
            </a:r>
            <a:endParaRPr b="1" sz="825">
              <a:solidFill>
                <a:schemeClr val="lt1"/>
              </a:solidFill>
              <a:latin typeface="Times New Roman"/>
              <a:ea typeface="Times New Roman"/>
              <a:cs typeface="Times New Roman"/>
              <a:sym typeface="Times New Roman"/>
            </a:endParaRPr>
          </a:p>
          <a:p>
            <a:pPr indent="0" lvl="0" marL="0" rtl="0" algn="just">
              <a:lnSpc>
                <a:spcPct val="100000"/>
              </a:lnSpc>
              <a:spcBef>
                <a:spcPts val="1080"/>
              </a:spcBef>
              <a:spcAft>
                <a:spcPts val="0"/>
              </a:spcAft>
              <a:buClr>
                <a:schemeClr val="accent4"/>
              </a:buClr>
              <a:buSzPts val="5400"/>
              <a:buNone/>
            </a:pPr>
            <a:r>
              <a:rPr b="1" i="1" lang="en-US" sz="5400">
                <a:solidFill>
                  <a:schemeClr val="accent4"/>
                </a:solidFill>
                <a:latin typeface="Times New Roman"/>
                <a:ea typeface="Times New Roman"/>
                <a:cs typeface="Times New Roman"/>
                <a:sym typeface="Times New Roman"/>
              </a:rPr>
              <a:t>	Thương linh hồn bảy mối:</a:t>
            </a:r>
            <a:endParaRPr b="1" i="1" sz="540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Lấy lời lành khuyên người.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7" name="Shape 577"/>
        <p:cNvGrpSpPr/>
        <p:nvPr/>
      </p:nvGrpSpPr>
      <p:grpSpPr>
        <a:xfrm>
          <a:off x="0" y="0"/>
          <a:ext cx="0" cy="0"/>
          <a:chOff x="0" y="0"/>
          <a:chExt cx="0" cy="0"/>
        </a:xfrm>
      </p:grpSpPr>
      <p:sp>
        <p:nvSpPr>
          <p:cNvPr id="578" name="Google Shape;578;p9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Mở dạy kẻ mê muội.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An ủi kẻ âu lo.</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2" name="Shape 582"/>
        <p:cNvGrpSpPr/>
        <p:nvPr/>
      </p:nvGrpSpPr>
      <p:grpSpPr>
        <a:xfrm>
          <a:off x="0" y="0"/>
          <a:ext cx="0" cy="0"/>
          <a:chOff x="0" y="0"/>
          <a:chExt cx="0" cy="0"/>
        </a:xfrm>
      </p:grpSpPr>
      <p:sp>
        <p:nvSpPr>
          <p:cNvPr id="583" name="Google Shape;583;p10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Răn bảo kẻ có tội.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Tha kẻ dể ta.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7" name="Shape 587"/>
        <p:cNvGrpSpPr/>
        <p:nvPr/>
      </p:nvGrpSpPr>
      <p:grpSpPr>
        <a:xfrm>
          <a:off x="0" y="0"/>
          <a:ext cx="0" cy="0"/>
          <a:chOff x="0" y="0"/>
          <a:chExt cx="0" cy="0"/>
        </a:xfrm>
      </p:grpSpPr>
      <p:sp>
        <p:nvSpPr>
          <p:cNvPr id="588" name="Google Shape;588;p10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Nhịn kẻ mất lòng ta.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Cầu cho kẻ sống và kẻ chết.</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2" name="Shape 592"/>
        <p:cNvGrpSpPr/>
        <p:nvPr/>
      </p:nvGrpSpPr>
      <p:grpSpPr>
        <a:xfrm>
          <a:off x="0" y="0"/>
          <a:ext cx="0" cy="0"/>
          <a:chOff x="0" y="0"/>
          <a:chExt cx="0" cy="0"/>
        </a:xfrm>
      </p:grpSpPr>
      <p:sp>
        <p:nvSpPr>
          <p:cNvPr id="593" name="Google Shape;593;p10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4950"/>
              <a:buNone/>
            </a:pPr>
            <a:r>
              <a:rPr b="1" lang="en-US" sz="4950">
                <a:solidFill>
                  <a:schemeClr val="accent4"/>
                </a:solidFill>
                <a:latin typeface="Times New Roman"/>
                <a:ea typeface="Times New Roman"/>
                <a:cs typeface="Times New Roman"/>
                <a:sym typeface="Times New Roman"/>
              </a:rPr>
              <a:t>	</a:t>
            </a:r>
            <a:r>
              <a:rPr b="1" lang="en-US" sz="4000">
                <a:solidFill>
                  <a:schemeClr val="accent4"/>
                </a:solidFill>
                <a:latin typeface="Times New Roman"/>
                <a:ea typeface="Times New Roman"/>
                <a:cs typeface="Times New Roman"/>
                <a:sym typeface="Times New Roman"/>
              </a:rPr>
              <a:t>CẢI TỘI BẢY MỐI CÓ BẢY ĐỨC</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Khiêm nhượng, chớ kiêu ngạo.</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7" name="Shape 597"/>
        <p:cNvGrpSpPr/>
        <p:nvPr/>
      </p:nvGrpSpPr>
      <p:grpSpPr>
        <a:xfrm>
          <a:off x="0" y="0"/>
          <a:ext cx="0" cy="0"/>
          <a:chOff x="0" y="0"/>
          <a:chExt cx="0" cy="0"/>
        </a:xfrm>
      </p:grpSpPr>
      <p:sp>
        <p:nvSpPr>
          <p:cNvPr id="598" name="Google Shape;598;p10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hai: </a:t>
            </a:r>
            <a:r>
              <a:rPr b="1" lang="en-US" sz="7000">
                <a:solidFill>
                  <a:schemeClr val="lt1"/>
                </a:solidFill>
                <a:latin typeface="Times New Roman"/>
                <a:ea typeface="Times New Roman"/>
                <a:cs typeface="Times New Roman"/>
                <a:sym typeface="Times New Roman"/>
              </a:rPr>
              <a:t>Rộng rãi, chớ hà tiện.</a:t>
            </a:r>
            <a:endParaRPr/>
          </a:p>
          <a:p>
            <a:pPr indent="0" lvl="0" marL="0" rtl="0" algn="just">
              <a:lnSpc>
                <a:spcPct val="100000"/>
              </a:lnSpc>
              <a:spcBef>
                <a:spcPts val="140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ba: </a:t>
            </a:r>
            <a:r>
              <a:rPr b="1" lang="en-US" sz="7000">
                <a:solidFill>
                  <a:schemeClr val="lt1"/>
                </a:solidFill>
                <a:latin typeface="Times New Roman"/>
                <a:ea typeface="Times New Roman"/>
                <a:cs typeface="Times New Roman"/>
                <a:sym typeface="Times New Roman"/>
              </a:rPr>
              <a:t>Giữ mình sạch sẽ, chớ mê dâm dục.</a:t>
            </a:r>
            <a:endParaRPr/>
          </a:p>
          <a:p>
            <a:pPr indent="0" lvl="0" marL="0" rtl="0" algn="just">
              <a:lnSpc>
                <a:spcPct val="100000"/>
              </a:lnSpc>
              <a:spcBef>
                <a:spcPts val="1400"/>
              </a:spcBef>
              <a:spcAft>
                <a:spcPts val="0"/>
              </a:spcAft>
              <a:buClr>
                <a:srgbClr val="888888"/>
              </a:buClr>
              <a:buSzPts val="7000"/>
              <a:buNone/>
            </a:pPr>
            <a:r>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2" name="Shape 602"/>
        <p:cNvGrpSpPr/>
        <p:nvPr/>
      </p:nvGrpSpPr>
      <p:grpSpPr>
        <a:xfrm>
          <a:off x="0" y="0"/>
          <a:ext cx="0" cy="0"/>
          <a:chOff x="0" y="0"/>
          <a:chExt cx="0" cy="0"/>
        </a:xfrm>
      </p:grpSpPr>
      <p:sp>
        <p:nvSpPr>
          <p:cNvPr id="603" name="Google Shape;603;p10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Hay nhịn, Chớ hờn giận.</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Kiêng bớt, chớ mê ăn uống.</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7" name="Shape 607"/>
        <p:cNvGrpSpPr/>
        <p:nvPr/>
      </p:nvGrpSpPr>
      <p:grpSpPr>
        <a:xfrm>
          <a:off x="0" y="0"/>
          <a:ext cx="0" cy="0"/>
          <a:chOff x="0" y="0"/>
          <a:chExt cx="0" cy="0"/>
        </a:xfrm>
      </p:grpSpPr>
      <p:sp>
        <p:nvSpPr>
          <p:cNvPr id="608" name="Google Shape;608;p10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sáu: </a:t>
            </a:r>
            <a:r>
              <a:rPr b="1" lang="en-US" sz="7000">
                <a:solidFill>
                  <a:schemeClr val="lt1"/>
                </a:solidFill>
                <a:latin typeface="Times New Roman"/>
                <a:ea typeface="Times New Roman"/>
                <a:cs typeface="Times New Roman"/>
                <a:sym typeface="Times New Roman"/>
              </a:rPr>
              <a:t>Yêu người, chớ ghen ghét.</a:t>
            </a:r>
            <a:endParaRPr b="1" sz="7000">
              <a:solidFill>
                <a:schemeClr val="lt1"/>
              </a:solidFill>
              <a:latin typeface="Times New Roman"/>
              <a:ea typeface="Times New Roman"/>
              <a:cs typeface="Times New Roman"/>
              <a:sym typeface="Times New Roman"/>
            </a:endParaRPr>
          </a:p>
          <a:p>
            <a:pPr indent="0" lvl="0" marL="0" rtl="0" algn="just">
              <a:lnSpc>
                <a:spcPct val="100000"/>
              </a:lnSpc>
              <a:spcBef>
                <a:spcPts val="140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bảy: </a:t>
            </a:r>
            <a:r>
              <a:rPr b="1" lang="en-US" sz="7000">
                <a:solidFill>
                  <a:schemeClr val="lt1"/>
                </a:solidFill>
                <a:latin typeface="Times New Roman"/>
                <a:ea typeface="Times New Roman"/>
                <a:cs typeface="Times New Roman"/>
                <a:sym typeface="Times New Roman"/>
              </a:rPr>
              <a:t>Siêng năng việc Đức Chúa Trời, chớ làm biếng.</a:t>
            </a:r>
            <a:endParaRPr b="1" sz="7000">
              <a:solidFill>
                <a:schemeClr val="lt1"/>
              </a:solidFill>
              <a:latin typeface="Times New Roman"/>
              <a:ea typeface="Times New Roman"/>
              <a:cs typeface="Times New Roman"/>
              <a:sym typeface="Times New Roman"/>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2" name="Shape 612"/>
        <p:cNvGrpSpPr/>
        <p:nvPr/>
      </p:nvGrpSpPr>
      <p:grpSpPr>
        <a:xfrm>
          <a:off x="0" y="0"/>
          <a:ext cx="0" cy="0"/>
          <a:chOff x="0" y="0"/>
          <a:chExt cx="0" cy="0"/>
        </a:xfrm>
      </p:grpSpPr>
      <p:sp>
        <p:nvSpPr>
          <p:cNvPr id="613" name="Google Shape;613;p10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a:bodyPr>
          <a:lstStyle/>
          <a:p>
            <a:pPr indent="0" lvl="0" marL="0" rtl="0" algn="just">
              <a:lnSpc>
                <a:spcPct val="100000"/>
              </a:lnSpc>
              <a:spcBef>
                <a:spcPts val="0"/>
              </a:spcBef>
              <a:spcAft>
                <a:spcPts val="0"/>
              </a:spcAft>
              <a:buClr>
                <a:schemeClr val="accent4"/>
              </a:buClr>
              <a:buSzPct val="100000"/>
              <a:buNone/>
            </a:pPr>
            <a:r>
              <a:rPr b="1" lang="en-US" sz="4950">
                <a:solidFill>
                  <a:schemeClr val="accent4"/>
                </a:solidFill>
                <a:latin typeface="Times New Roman"/>
                <a:ea typeface="Times New Roman"/>
                <a:cs typeface="Times New Roman"/>
                <a:sym typeface="Times New Roman"/>
              </a:rPr>
              <a:t>		</a:t>
            </a:r>
            <a:r>
              <a:rPr b="1" lang="en-US" sz="4400">
                <a:solidFill>
                  <a:schemeClr val="accent4"/>
                </a:solidFill>
                <a:latin typeface="Times New Roman"/>
                <a:ea typeface="Times New Roman"/>
                <a:cs typeface="Times New Roman"/>
                <a:sym typeface="Times New Roman"/>
              </a:rPr>
              <a:t>PHƯỚC THẬT TÁM MỐI</a:t>
            </a:r>
            <a:endParaRPr/>
          </a:p>
          <a:p>
            <a:pPr indent="0" lvl="0" marL="0" rtl="0" algn="just">
              <a:lnSpc>
                <a:spcPct val="100000"/>
              </a:lnSpc>
              <a:spcBef>
                <a:spcPts val="1295"/>
              </a:spcBef>
              <a:spcAft>
                <a:spcPts val="0"/>
              </a:spcAft>
              <a:buClr>
                <a:schemeClr val="accent4"/>
              </a:buClr>
              <a:buSzPct val="100000"/>
              <a:buNone/>
            </a:pPr>
            <a:r>
              <a:rPr b="1" lang="en-US" sz="7000">
                <a:solidFill>
                  <a:schemeClr val="accent4"/>
                </a:solidFill>
                <a:latin typeface="Times New Roman"/>
                <a:ea typeface="Times New Roman"/>
                <a:cs typeface="Times New Roman"/>
                <a:sym typeface="Times New Roman"/>
              </a:rPr>
              <a:t>Thứ nhất:</a:t>
            </a:r>
            <a:r>
              <a:rPr b="1" lang="en-US" sz="7000">
                <a:solidFill>
                  <a:schemeClr val="lt1"/>
                </a:solidFill>
                <a:latin typeface="Times New Roman"/>
                <a:ea typeface="Times New Roman"/>
                <a:cs typeface="Times New Roman"/>
                <a:sym typeface="Times New Roman"/>
              </a:rPr>
              <a:t>	Ai có lòng khó khăn, ấy là phước thật, vì chưng nước Đức Chúa Trời là của mình vậy.</a:t>
            </a:r>
            <a:endParaRPr/>
          </a:p>
        </p:txBody>
      </p:sp>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7" name="Shape 617"/>
        <p:cNvGrpSpPr/>
        <p:nvPr/>
      </p:nvGrpSpPr>
      <p:grpSpPr>
        <a:xfrm>
          <a:off x="0" y="0"/>
          <a:ext cx="0" cy="0"/>
          <a:chOff x="0" y="0"/>
          <a:chExt cx="0" cy="0"/>
        </a:xfrm>
      </p:grpSpPr>
      <p:sp>
        <p:nvSpPr>
          <p:cNvPr id="618" name="Google Shape;618;p10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Ai hiền lành, ấy là phước thật, vì chưng sẽ được đất Đức Chúa Trời làm của mình vậy.</a:t>
            </a:r>
            <a:endParaRPr sz="1600">
              <a:solidFill>
                <a:schemeClr val="lt1"/>
              </a:solidFill>
              <a:latin typeface="Times New Roman"/>
              <a:ea typeface="Times New Roman"/>
              <a:cs typeface="Times New Roman"/>
              <a:sym typeface="Times New Roman"/>
            </a:endParaRPr>
          </a:p>
        </p:txBody>
      </p:sp>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2" name="Shape 622"/>
        <p:cNvGrpSpPr/>
        <p:nvPr/>
      </p:nvGrpSpPr>
      <p:grpSpPr>
        <a:xfrm>
          <a:off x="0" y="0"/>
          <a:ext cx="0" cy="0"/>
          <a:chOff x="0" y="0"/>
          <a:chExt cx="0" cy="0"/>
        </a:xfrm>
      </p:grpSpPr>
      <p:sp>
        <p:nvSpPr>
          <p:cNvPr id="623" name="Google Shape;623;p10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a:t>
            </a:r>
            <a:r>
              <a:rPr b="1" lang="en-US" sz="7200">
                <a:solidFill>
                  <a:schemeClr val="lt1"/>
                </a:solidFill>
                <a:latin typeface="Times New Roman"/>
                <a:ea typeface="Times New Roman"/>
                <a:cs typeface="Times New Roman"/>
                <a:sym typeface="Times New Roman"/>
              </a:rPr>
              <a:t>	Ai khóc lóc, ấy là phước thật, vì chưng sẽ được an ủi vậy.</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7" name="Shape 627"/>
        <p:cNvGrpSpPr/>
        <p:nvPr/>
      </p:nvGrpSpPr>
      <p:grpSpPr>
        <a:xfrm>
          <a:off x="0" y="0"/>
          <a:ext cx="0" cy="0"/>
          <a:chOff x="0" y="0"/>
          <a:chExt cx="0" cy="0"/>
        </a:xfrm>
      </p:grpSpPr>
      <p:sp>
        <p:nvSpPr>
          <p:cNvPr id="628" name="Google Shape;628;p10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a:t>
            </a:r>
            <a:r>
              <a:rPr b="1" lang="en-US" sz="7200">
                <a:solidFill>
                  <a:schemeClr val="lt1"/>
                </a:solidFill>
                <a:latin typeface="Times New Roman"/>
                <a:ea typeface="Times New Roman"/>
                <a:cs typeface="Times New Roman"/>
                <a:sym typeface="Times New Roman"/>
              </a:rPr>
              <a:t>	Ai khao khát nhân đức trọn lành, ấy là phước thật, vì chưng sẽ được no đủ vậy.</a:t>
            </a:r>
            <a:endParaRPr sz="1600">
              <a:solidFill>
                <a:schemeClr val="lt1"/>
              </a:solidFill>
              <a:latin typeface="Times New Roman"/>
              <a:ea typeface="Times New Roman"/>
              <a:cs typeface="Times New Roman"/>
              <a:sym typeface="Times New Roman"/>
            </a:endParaRPr>
          </a:p>
        </p:txBody>
      </p:sp>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2" name="Shape 632"/>
        <p:cNvGrpSpPr/>
        <p:nvPr/>
      </p:nvGrpSpPr>
      <p:grpSpPr>
        <a:xfrm>
          <a:off x="0" y="0"/>
          <a:ext cx="0" cy="0"/>
          <a:chOff x="0" y="0"/>
          <a:chExt cx="0" cy="0"/>
        </a:xfrm>
      </p:grpSpPr>
      <p:sp>
        <p:nvSpPr>
          <p:cNvPr id="633" name="Google Shape;633;p11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20000"/>
          </a:bodyPr>
          <a:lstStyle/>
          <a:p>
            <a:pPr indent="0" lvl="0" marL="0" rtl="0" algn="just">
              <a:lnSpc>
                <a:spcPct val="100000"/>
              </a:lnSpc>
              <a:spcBef>
                <a:spcPts val="0"/>
              </a:spcBef>
              <a:spcAft>
                <a:spcPts val="0"/>
              </a:spcAft>
              <a:buClr>
                <a:schemeClr val="accent4"/>
              </a:buClr>
              <a:buSzPct val="100000"/>
              <a:buNone/>
            </a:pPr>
            <a:r>
              <a:rPr b="1" lang="en-US" sz="8000">
                <a:solidFill>
                  <a:schemeClr val="accent4"/>
                </a:solidFill>
                <a:latin typeface="Times New Roman"/>
                <a:ea typeface="Times New Roman"/>
                <a:cs typeface="Times New Roman"/>
                <a:sym typeface="Times New Roman"/>
              </a:rPr>
              <a:t>Thứ năm:</a:t>
            </a:r>
            <a:r>
              <a:rPr b="1" lang="en-US" sz="8000">
                <a:solidFill>
                  <a:schemeClr val="lt1"/>
                </a:solidFill>
                <a:latin typeface="Times New Roman"/>
                <a:ea typeface="Times New Roman"/>
                <a:cs typeface="Times New Roman"/>
                <a:sym typeface="Times New Roman"/>
              </a:rPr>
              <a:t>	Ai thương xót người, ấy là phước thật, vì chưng mình sẽ được thương xót vậy.</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7" name="Shape 637"/>
        <p:cNvGrpSpPr/>
        <p:nvPr/>
      </p:nvGrpSpPr>
      <p:grpSpPr>
        <a:xfrm>
          <a:off x="0" y="0"/>
          <a:ext cx="0" cy="0"/>
          <a:chOff x="0" y="0"/>
          <a:chExt cx="0" cy="0"/>
        </a:xfrm>
      </p:grpSpPr>
      <p:sp>
        <p:nvSpPr>
          <p:cNvPr id="638" name="Google Shape;638;p11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a:t>
            </a:r>
            <a:r>
              <a:rPr b="1" lang="en-US" sz="7200">
                <a:solidFill>
                  <a:schemeClr val="lt1"/>
                </a:solidFill>
                <a:latin typeface="Times New Roman"/>
                <a:ea typeface="Times New Roman"/>
                <a:cs typeface="Times New Roman"/>
                <a:sym typeface="Times New Roman"/>
              </a:rPr>
              <a:t>	Ai giữ lòng sạch sẽ, ấy là phước thật, vì chưng sẽ được thấy mặt Đức Chúa Trời vậy.</a:t>
            </a:r>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2" name="Shape 642"/>
        <p:cNvGrpSpPr/>
        <p:nvPr/>
      </p:nvGrpSpPr>
      <p:grpSpPr>
        <a:xfrm>
          <a:off x="0" y="0"/>
          <a:ext cx="0" cy="0"/>
          <a:chOff x="0" y="0"/>
          <a:chExt cx="0" cy="0"/>
        </a:xfrm>
      </p:grpSpPr>
      <p:sp>
        <p:nvSpPr>
          <p:cNvPr id="643" name="Google Shape;643;p1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bảy:</a:t>
            </a:r>
            <a:r>
              <a:rPr b="1" lang="en-US" sz="6600">
                <a:solidFill>
                  <a:schemeClr val="lt1"/>
                </a:solidFill>
                <a:latin typeface="Times New Roman"/>
                <a:ea typeface="Times New Roman"/>
                <a:cs typeface="Times New Roman"/>
                <a:sym typeface="Times New Roman"/>
              </a:rPr>
              <a:t>	Ai làm cho người hòa thuận, ấy là phước thật, vì chưng sẽ được gọi là con Đức Chúa Trời vậy.</a:t>
            </a:r>
            <a:endParaRPr/>
          </a:p>
          <a:p>
            <a:pPr indent="0" lvl="0" marL="0" rtl="0" algn="ctr">
              <a:lnSpc>
                <a:spcPct val="100000"/>
              </a:lnSpc>
              <a:spcBef>
                <a:spcPts val="280"/>
              </a:spcBef>
              <a:spcAft>
                <a:spcPts val="0"/>
              </a:spcAft>
              <a:buClr>
                <a:srgbClr val="888888"/>
              </a:buClr>
              <a:buSzPts val="1400"/>
              <a:buNone/>
            </a:pPr>
            <a:r>
              <a:t/>
            </a:r>
            <a:endParaRPr sz="1400">
              <a:solidFill>
                <a:schemeClr val="lt1"/>
              </a:solidFill>
              <a:latin typeface="Times New Roman"/>
              <a:ea typeface="Times New Roman"/>
              <a:cs typeface="Times New Roman"/>
              <a:sym typeface="Times New Roman"/>
            </a:endParaRPr>
          </a:p>
        </p:txBody>
      </p:sp>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7" name="Shape 647"/>
        <p:cNvGrpSpPr/>
        <p:nvPr/>
      </p:nvGrpSpPr>
      <p:grpSpPr>
        <a:xfrm>
          <a:off x="0" y="0"/>
          <a:ext cx="0" cy="0"/>
          <a:chOff x="0" y="0"/>
          <a:chExt cx="0" cy="0"/>
        </a:xfrm>
      </p:grpSpPr>
      <p:sp>
        <p:nvSpPr>
          <p:cNvPr id="648" name="Google Shape;648;p11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tám:</a:t>
            </a:r>
            <a:r>
              <a:rPr b="1" lang="en-US" sz="6600">
                <a:solidFill>
                  <a:schemeClr val="lt1"/>
                </a:solidFill>
                <a:latin typeface="Times New Roman"/>
                <a:ea typeface="Times New Roman"/>
                <a:cs typeface="Times New Roman"/>
                <a:sym typeface="Times New Roman"/>
              </a:rPr>
              <a:t>	Ai chịu khốn nạn vì đạo ngay, ấy là phước thật, vì chưng nước Đức Chúa Trời là của mình vậy.</a:t>
            </a:r>
            <a:endParaRPr/>
          </a:p>
          <a:p>
            <a:pPr indent="0" lvl="0" marL="0" rtl="0" algn="ctr">
              <a:lnSpc>
                <a:spcPct val="100000"/>
              </a:lnSpc>
              <a:spcBef>
                <a:spcPts val="280"/>
              </a:spcBef>
              <a:spcAft>
                <a:spcPts val="0"/>
              </a:spcAft>
              <a:buClr>
                <a:srgbClr val="888888"/>
              </a:buClr>
              <a:buSzPts val="1400"/>
              <a:buNone/>
            </a:pPr>
            <a:r>
              <a:t/>
            </a:r>
            <a:endParaRPr sz="1400">
              <a:solidFill>
                <a:schemeClr val="lt1"/>
              </a:solidFill>
              <a:latin typeface="Times New Roman"/>
              <a:ea typeface="Times New Roman"/>
              <a:cs typeface="Times New Roman"/>
              <a:sym typeface="Times New Roman"/>
            </a:endParaRPr>
          </a:p>
        </p:txBody>
      </p:sp>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2" name="Shape 652"/>
        <p:cNvGrpSpPr/>
        <p:nvPr/>
      </p:nvGrpSpPr>
      <p:grpSpPr>
        <a:xfrm>
          <a:off x="0" y="0"/>
          <a:ext cx="0" cy="0"/>
          <a:chOff x="0" y="0"/>
          <a:chExt cx="0" cy="0"/>
        </a:xfrm>
      </p:grpSpPr>
      <p:sp>
        <p:nvSpPr>
          <p:cNvPr id="653" name="Google Shape;653;p11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500">
                <a:solidFill>
                  <a:schemeClr val="accent4"/>
                </a:solidFill>
                <a:latin typeface="Times New Roman"/>
                <a:ea typeface="Times New Roman"/>
                <a:cs typeface="Times New Roman"/>
                <a:sym typeface="Times New Roman"/>
              </a:rPr>
              <a:t>KINH NĂM THÁNH 2025</a:t>
            </a:r>
            <a:endParaRPr b="1" sz="1650">
              <a:solidFill>
                <a:schemeClr val="accent4"/>
              </a:solidFill>
              <a:latin typeface="Times New Roman"/>
              <a:ea typeface="Times New Roman"/>
              <a:cs typeface="Times New Roman"/>
              <a:sym typeface="Times New Roman"/>
            </a:endParaRPr>
          </a:p>
          <a:p>
            <a:pPr indent="0" lvl="0" marL="0" rtl="0" algn="just">
              <a:lnSpc>
                <a:spcPct val="100000"/>
              </a:lnSpc>
              <a:spcBef>
                <a:spcPts val="1406"/>
              </a:spcBef>
              <a:spcAft>
                <a:spcPts val="0"/>
              </a:spcAft>
              <a:buClr>
                <a:schemeClr val="lt1"/>
              </a:buClr>
              <a:buSzPct val="100000"/>
              <a:buNone/>
            </a:pPr>
            <a:r>
              <a:rPr b="1" lang="en-US" sz="7600">
                <a:solidFill>
                  <a:schemeClr val="lt1"/>
                </a:solidFill>
                <a:latin typeface="Times New Roman"/>
                <a:ea typeface="Times New Roman"/>
                <a:cs typeface="Times New Roman"/>
                <a:sym typeface="Times New Roman"/>
              </a:rPr>
              <a:t>Lạy Cha trên trời, Xin cho ơn đức tin mà Cha ban tặng chúng con/ trong Chúa Giêsu Kitô,</a:t>
            </a:r>
            <a:endParaRPr/>
          </a:p>
        </p:txBody>
      </p:sp>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7" name="Shape 657"/>
        <p:cNvGrpSpPr/>
        <p:nvPr/>
      </p:nvGrpSpPr>
      <p:grpSpPr>
        <a:xfrm>
          <a:off x="0" y="0"/>
          <a:ext cx="0" cy="0"/>
          <a:chOff x="0" y="0"/>
          <a:chExt cx="0" cy="0"/>
        </a:xfrm>
      </p:grpSpPr>
      <p:sp>
        <p:nvSpPr>
          <p:cNvPr id="658" name="Google Shape;658;p11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Con Cha và Anh của chúng con, cùng ngọn lửa đức ái được thắp lên trong tâm hồn chúng con/</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2" name="Shape 662"/>
        <p:cNvGrpSpPr/>
        <p:nvPr/>
      </p:nvGrpSpPr>
      <p:grpSpPr>
        <a:xfrm>
          <a:off x="0" y="0"/>
          <a:ext cx="0" cy="0"/>
          <a:chOff x="0" y="0"/>
          <a:chExt cx="0" cy="0"/>
        </a:xfrm>
      </p:grpSpPr>
      <p:sp>
        <p:nvSpPr>
          <p:cNvPr id="663" name="Google Shape;663;p11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bởi Chúa Thánh Thần, khơi dậy trong chúng con/ niềm hy vọng hồng phúc hướng về Nước Cha trị đến.</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7" name="Shape 667"/>
        <p:cNvGrpSpPr/>
        <p:nvPr/>
      </p:nvGrpSpPr>
      <p:grpSpPr>
        <a:xfrm>
          <a:off x="0" y="0"/>
          <a:ext cx="0" cy="0"/>
          <a:chOff x="0" y="0"/>
          <a:chExt cx="0" cy="0"/>
        </a:xfrm>
      </p:grpSpPr>
      <p:sp>
        <p:nvSpPr>
          <p:cNvPr id="668" name="Google Shape;668;p11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6800"/>
              <a:buNone/>
            </a:pPr>
            <a:r>
              <a:rPr b="1" lang="en-US" sz="6800">
                <a:solidFill>
                  <a:schemeClr val="lt1"/>
                </a:solidFill>
                <a:latin typeface="Times New Roman"/>
                <a:ea typeface="Times New Roman"/>
                <a:cs typeface="Times New Roman"/>
                <a:sym typeface="Times New Roman"/>
              </a:rPr>
              <a:t>Xin ân sủng Cha biến đổi chúng con/ thành những người miệt mài vun trồng hạt giống Tin Mừng.</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2" name="Shape 672"/>
        <p:cNvGrpSpPr/>
        <p:nvPr/>
      </p:nvGrpSpPr>
      <p:grpSpPr>
        <a:xfrm>
          <a:off x="0" y="0"/>
          <a:ext cx="0" cy="0"/>
          <a:chOff x="0" y="0"/>
          <a:chExt cx="0" cy="0"/>
        </a:xfrm>
      </p:grpSpPr>
      <p:sp>
        <p:nvSpPr>
          <p:cNvPr id="673" name="Google Shape;673;p118"/>
          <p:cNvSpPr txBox="1"/>
          <p:nvPr>
            <p:ph idx="1" type="subTitle"/>
          </p:nvPr>
        </p:nvSpPr>
        <p:spPr>
          <a:xfrm>
            <a:off x="0" y="0"/>
            <a:ext cx="9144000" cy="5143499"/>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300"/>
              <a:buNone/>
            </a:pPr>
            <a:r>
              <a:rPr b="1" lang="en-US" sz="7300">
                <a:solidFill>
                  <a:schemeClr val="lt1"/>
                </a:solidFill>
                <a:latin typeface="Times New Roman"/>
                <a:ea typeface="Times New Roman"/>
                <a:cs typeface="Times New Roman"/>
                <a:sym typeface="Times New Roman"/>
              </a:rPr>
              <a:t>Ước gì những hạt giống ấy/ biến đổi từ bên trong nhân loại và toàn thể vũ trụ này,</a:t>
            </a:r>
            <a:endParaRPr b="1" sz="7300">
              <a:solidFill>
                <a:schemeClr val="lt1"/>
              </a:solidFill>
              <a:latin typeface="Times New Roman"/>
              <a:ea typeface="Times New Roman"/>
              <a:cs typeface="Times New Roman"/>
              <a:sym typeface="Times New Roman"/>
            </a:endParaRPr>
          </a:p>
        </p:txBody>
      </p:sp>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7" name="Shape 677"/>
        <p:cNvGrpSpPr/>
        <p:nvPr/>
      </p:nvGrpSpPr>
      <p:grpSpPr>
        <a:xfrm>
          <a:off x="0" y="0"/>
          <a:ext cx="0" cy="0"/>
          <a:chOff x="0" y="0"/>
          <a:chExt cx="0" cy="0"/>
        </a:xfrm>
      </p:grpSpPr>
      <p:sp>
        <p:nvSpPr>
          <p:cNvPr id="678" name="Google Shape;678;p11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trong khi vững lòng mong đợi trời mới đất mới, lúc mà quyền lực Sự Dữ sẽ bị đánh bại,</a:t>
            </a:r>
            <a:endParaRPr/>
          </a:p>
        </p:txBody>
      </p:sp>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2" name="Shape 682"/>
        <p:cNvGrpSpPr/>
        <p:nvPr/>
      </p:nvGrpSpPr>
      <p:grpSpPr>
        <a:xfrm>
          <a:off x="0" y="0"/>
          <a:ext cx="0" cy="0"/>
          <a:chOff x="0" y="0"/>
          <a:chExt cx="0" cy="0"/>
        </a:xfrm>
      </p:grpSpPr>
      <p:sp>
        <p:nvSpPr>
          <p:cNvPr id="683" name="Google Shape;683;p12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vinh quang Cha sẽ chiếu sáng muôn đời. Xin cho ân sủng của Năm Thánh này/ khơi dậy trong chúng con,</a:t>
            </a:r>
            <a:endParaRPr/>
          </a:p>
        </p:txBody>
      </p:sp>
    </p:spTree>
  </p:cSld>
  <p:clrMapOvr>
    <a:masterClrMapping/>
  </p:clrMapOvr>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7" name="Shape 687"/>
        <p:cNvGrpSpPr/>
        <p:nvPr/>
      </p:nvGrpSpPr>
      <p:grpSpPr>
        <a:xfrm>
          <a:off x="0" y="0"/>
          <a:ext cx="0" cy="0"/>
          <a:chOff x="0" y="0"/>
          <a:chExt cx="0" cy="0"/>
        </a:xfrm>
      </p:grpSpPr>
      <p:sp>
        <p:nvSpPr>
          <p:cNvPr id="688" name="Google Shape;688;p12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500"/>
              <a:buNone/>
            </a:pPr>
            <a:r>
              <a:rPr b="1" lang="en-US" sz="7500">
                <a:solidFill>
                  <a:schemeClr val="lt1"/>
                </a:solidFill>
                <a:latin typeface="Times New Roman"/>
                <a:ea typeface="Times New Roman"/>
                <a:cs typeface="Times New Roman"/>
                <a:sym typeface="Times New Roman"/>
              </a:rPr>
              <a:t>là </a:t>
            </a:r>
            <a:r>
              <a:rPr b="1" lang="en-US" sz="7500">
                <a:solidFill>
                  <a:schemeClr val="accent4"/>
                </a:solidFill>
                <a:latin typeface="Times New Roman"/>
                <a:ea typeface="Times New Roman"/>
                <a:cs typeface="Times New Roman"/>
                <a:sym typeface="Times New Roman"/>
              </a:rPr>
              <a:t>Những Người Lữ Hành Hy Vọng</a:t>
            </a:r>
            <a:r>
              <a:rPr b="1" lang="en-US" sz="7500">
                <a:solidFill>
                  <a:schemeClr val="lt1"/>
                </a:solidFill>
                <a:latin typeface="Times New Roman"/>
                <a:ea typeface="Times New Roman"/>
                <a:cs typeface="Times New Roman"/>
                <a:sym typeface="Times New Roman"/>
              </a:rPr>
              <a:t>, niềm khao khát kho tàng ở trên trời.</a:t>
            </a:r>
            <a:endParaRPr/>
          </a:p>
        </p:txBody>
      </p:sp>
    </p:spTree>
  </p:cSld>
  <p:clrMapOvr>
    <a:masterClrMapping/>
  </p:clrMapOvr>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2" name="Shape 692"/>
        <p:cNvGrpSpPr/>
        <p:nvPr/>
      </p:nvGrpSpPr>
      <p:grpSpPr>
        <a:xfrm>
          <a:off x="0" y="0"/>
          <a:ext cx="0" cy="0"/>
          <a:chOff x="0" y="0"/>
          <a:chExt cx="0" cy="0"/>
        </a:xfrm>
      </p:grpSpPr>
      <p:sp>
        <p:nvSpPr>
          <p:cNvPr id="693" name="Google Shape;693;p12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lt1"/>
              </a:buClr>
              <a:buSzPts val="6600"/>
              <a:buNone/>
            </a:pPr>
            <a:r>
              <a:rPr b="1" lang="en-US" sz="6600">
                <a:solidFill>
                  <a:schemeClr val="lt1"/>
                </a:solidFill>
                <a:latin typeface="Times New Roman"/>
                <a:ea typeface="Times New Roman"/>
                <a:cs typeface="Times New Roman"/>
                <a:sym typeface="Times New Roman"/>
              </a:rPr>
              <a:t>Đồng thời cũng làm lan tỏa trên khắp thế giới/ niềm vui và sự bình an của Đấng Cứu Chuộc chúng con.</a:t>
            </a:r>
            <a:endParaRPr/>
          </a:p>
        </p:txBody>
      </p:sp>
    </p:spTree>
  </p:cSld>
  <p:clrMapOvr>
    <a:masterClrMapping/>
  </p:clrMapOvr>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7" name="Shape 697"/>
        <p:cNvGrpSpPr/>
        <p:nvPr/>
      </p:nvGrpSpPr>
      <p:grpSpPr>
        <a:xfrm>
          <a:off x="0" y="0"/>
          <a:ext cx="0" cy="0"/>
          <a:chOff x="0" y="0"/>
          <a:chExt cx="0" cy="0"/>
        </a:xfrm>
      </p:grpSpPr>
      <p:sp>
        <p:nvSpPr>
          <p:cNvPr id="698" name="Google Shape;698;p12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lt1"/>
              </a:buClr>
              <a:buSzPts val="6600"/>
              <a:buNone/>
            </a:pPr>
            <a:r>
              <a:rPr b="1" lang="en-US" sz="6600">
                <a:solidFill>
                  <a:schemeClr val="lt1"/>
                </a:solidFill>
                <a:latin typeface="Times New Roman"/>
                <a:ea typeface="Times New Roman"/>
                <a:cs typeface="Times New Roman"/>
                <a:sym typeface="Times New Roman"/>
              </a:rPr>
              <a:t>Xin tôn vinh và ngợi khen Cha là Thiên Chúa chúng con, Cha đáng chúc tụng mãi muôn đời. </a:t>
            </a:r>
            <a:r>
              <a:rPr b="1" i="1" lang="en-US" sz="6600">
                <a:solidFill>
                  <a:schemeClr val="lt1"/>
                </a:solidFill>
                <a:latin typeface="Times New Roman"/>
                <a:ea typeface="Times New Roman"/>
                <a:cs typeface="Times New Roman"/>
                <a:sym typeface="Times New Roman"/>
              </a:rPr>
              <a:t>Amen.</a:t>
            </a:r>
            <a:endParaRPr/>
          </a:p>
        </p:txBody>
      </p:sp>
    </p:spTree>
  </p:cSld>
  <p:clrMapOvr>
    <a:masterClrMapping/>
  </p:clrMapOvr>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2" name="Shape 702"/>
        <p:cNvGrpSpPr/>
        <p:nvPr/>
      </p:nvGrpSpPr>
      <p:grpSpPr>
        <a:xfrm>
          <a:off x="0" y="0"/>
          <a:ext cx="0" cy="0"/>
          <a:chOff x="0" y="0"/>
          <a:chExt cx="0" cy="0"/>
        </a:xfrm>
      </p:grpSpPr>
      <p:pic>
        <p:nvPicPr>
          <p:cNvPr id="703" name="Google Shape;703;g3ab13fdb44f_0_1"/>
          <p:cNvPicPr preferRelativeResize="0"/>
          <p:nvPr/>
        </p:nvPicPr>
        <p:blipFill>
          <a:blip r:embed="rId3">
            <a:alphaModFix/>
          </a:blip>
          <a:stretch>
            <a:fillRect/>
          </a:stretch>
        </p:blipFill>
        <p:spPr>
          <a:xfrm>
            <a:off x="0" y="0"/>
            <a:ext cx="9144003" cy="5183501"/>
          </a:xfrm>
          <a:prstGeom prst="rect">
            <a:avLst/>
          </a:prstGeom>
          <a:noFill/>
          <a:ln>
            <a:noFill/>
          </a:ln>
        </p:spPr>
      </p:pic>
    </p:spTree>
  </p:cSld>
  <p:clrMapOvr>
    <a:masterClrMapping/>
  </p:clrMapOvr>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7" name="Shape 707"/>
        <p:cNvGrpSpPr/>
        <p:nvPr/>
      </p:nvGrpSpPr>
      <p:grpSpPr>
        <a:xfrm>
          <a:off x="0" y="0"/>
          <a:ext cx="0" cy="0"/>
          <a:chOff x="0" y="0"/>
          <a:chExt cx="0" cy="0"/>
        </a:xfrm>
      </p:grpSpPr>
      <p:sp>
        <p:nvSpPr>
          <p:cNvPr id="708" name="Google Shape;708;p125"/>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lt1"/>
                </a:solidFill>
                <a:latin typeface="Times New Roman"/>
                <a:ea typeface="Times New Roman"/>
                <a:cs typeface="Times New Roman"/>
                <a:sym typeface="Times New Roman"/>
              </a:rPr>
              <a:t>NHẬP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HÂN HOAN </a:t>
            </a:r>
            <a:endParaRPr b="1" sz="6700">
              <a:solidFill>
                <a:srgbClr val="FFFF00"/>
              </a:solidFill>
              <a:latin typeface="Times New Roman"/>
              <a:ea typeface="Times New Roman"/>
              <a:cs typeface="Times New Roman"/>
              <a:sym typeface="Times New Roman"/>
            </a:endParaRPr>
          </a:p>
          <a:p>
            <a:pPr indent="0" lvl="0" marL="0" rtl="0" algn="ctr">
              <a:lnSpc>
                <a:spcPct val="90000"/>
              </a:lnSpc>
              <a:spcBef>
                <a:spcPts val="0"/>
              </a:spcBef>
              <a:spcAft>
                <a:spcPts val="0"/>
              </a:spcAft>
              <a:buClr>
                <a:schemeClr val="dk1"/>
              </a:buClr>
              <a:buSzPts val="4700"/>
              <a:buFont typeface="Times New Roman"/>
              <a:buNone/>
            </a:pPr>
            <a:r>
              <a:rPr b="1" lang="en-US" sz="6700">
                <a:solidFill>
                  <a:srgbClr val="FFFF00"/>
                </a:solidFill>
                <a:latin typeface="Times New Roman"/>
                <a:ea typeface="Times New Roman"/>
                <a:cs typeface="Times New Roman"/>
                <a:sym typeface="Times New Roman"/>
              </a:rPr>
              <a:t>MUÔN LỜI</a:t>
            </a:r>
            <a:br>
              <a:rPr b="1" i="0" lang="en-US" sz="4700">
                <a:latin typeface="Times New Roman"/>
                <a:ea typeface="Times New Roman"/>
                <a:cs typeface="Times New Roman"/>
                <a:sym typeface="Times New Roman"/>
              </a:rPr>
            </a:br>
            <a:r>
              <a:rPr b="1" i="1" lang="en-US" sz="4700">
                <a:solidFill>
                  <a:srgbClr val="FFD966"/>
                </a:solidFill>
                <a:latin typeface="Times New Roman"/>
                <a:ea typeface="Times New Roman"/>
                <a:cs typeface="Times New Roman"/>
                <a:sym typeface="Times New Roman"/>
              </a:rPr>
              <a:t>(</a:t>
            </a:r>
            <a:r>
              <a:rPr b="1" i="1" lang="en-US" sz="4700">
                <a:solidFill>
                  <a:srgbClr val="FFD966"/>
                </a:solidFill>
                <a:latin typeface="Times New Roman"/>
                <a:ea typeface="Times New Roman"/>
                <a:cs typeface="Times New Roman"/>
                <a:sym typeface="Times New Roman"/>
              </a:rPr>
              <a:t>Lm. Mai Thiện</a:t>
            </a:r>
            <a:r>
              <a:rPr b="1" i="1" lang="en-US" sz="4700">
                <a:solidFill>
                  <a:srgbClr val="FFD966"/>
                </a:solidFill>
                <a:latin typeface="Times New Roman"/>
                <a:ea typeface="Times New Roman"/>
                <a:cs typeface="Times New Roman"/>
                <a:sym typeface="Times New Roman"/>
              </a:rPr>
              <a:t>)</a:t>
            </a:r>
            <a:endParaRPr b="1" sz="4700">
              <a:solidFill>
                <a:srgbClr val="FFD966"/>
              </a:solidFill>
              <a:latin typeface="Times New Roman"/>
              <a:ea typeface="Times New Roman"/>
              <a:cs typeface="Times New Roman"/>
              <a:sym typeface="Times New Roman"/>
            </a:endParaRPr>
          </a:p>
        </p:txBody>
      </p:sp>
    </p:spTree>
  </p:cSld>
  <p:clrMapOvr>
    <a:masterClrMapping/>
  </p:clrMapOvr>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2" name="Shape 712"/>
        <p:cNvGrpSpPr/>
        <p:nvPr/>
      </p:nvGrpSpPr>
      <p:grpSpPr>
        <a:xfrm>
          <a:off x="0" y="0"/>
          <a:ext cx="0" cy="0"/>
          <a:chOff x="0" y="0"/>
          <a:chExt cx="0" cy="0"/>
        </a:xfrm>
      </p:grpSpPr>
      <p:sp>
        <p:nvSpPr>
          <p:cNvPr id="713" name="Google Shape;713;g3a42a8b53c1_2_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900">
                <a:solidFill>
                  <a:srgbClr val="FFFF00"/>
                </a:solidFill>
                <a:latin typeface="Times New Roman"/>
                <a:ea typeface="Times New Roman"/>
                <a:cs typeface="Times New Roman"/>
                <a:sym typeface="Times New Roman"/>
              </a:rPr>
              <a:t>1.</a:t>
            </a:r>
            <a:r>
              <a:rPr b="1" lang="en-US" sz="6900">
                <a:solidFill>
                  <a:srgbClr val="FFFF00"/>
                </a:solidFill>
                <a:latin typeface="Times New Roman"/>
                <a:ea typeface="Times New Roman"/>
                <a:cs typeface="Times New Roman"/>
                <a:sym typeface="Times New Roman"/>
              </a:rPr>
              <a:t> </a:t>
            </a:r>
            <a:r>
              <a:rPr b="1" lang="en-US" sz="6900">
                <a:solidFill>
                  <a:schemeClr val="lt1"/>
                </a:solidFill>
                <a:latin typeface="Times New Roman"/>
                <a:ea typeface="Times New Roman"/>
                <a:cs typeface="Times New Roman"/>
                <a:sym typeface="Times New Roman"/>
              </a:rPr>
              <a:t>Hân hoan muôn lời mừng kính Thánh Gia, phúc ân dư đầy tình yêu thắm tươi chan hoà.</a:t>
            </a:r>
            <a:endParaRPr b="1" sz="6900">
              <a:solidFill>
                <a:schemeClr val="lt1"/>
              </a:solidFill>
              <a:latin typeface="Times New Roman"/>
              <a:ea typeface="Times New Roman"/>
              <a:cs typeface="Times New Roman"/>
              <a:sym typeface="Times New Roman"/>
            </a:endParaRPr>
          </a:p>
        </p:txBody>
      </p:sp>
    </p:spTree>
  </p:cSld>
  <p:clrMapOvr>
    <a:masterClrMapping/>
  </p:clrMapOvr>
</p:sld>
</file>

<file path=ppt/slides/slide1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7" name="Shape 717"/>
        <p:cNvGrpSpPr/>
        <p:nvPr/>
      </p:nvGrpSpPr>
      <p:grpSpPr>
        <a:xfrm>
          <a:off x="0" y="0"/>
          <a:ext cx="0" cy="0"/>
          <a:chOff x="0" y="0"/>
          <a:chExt cx="0" cy="0"/>
        </a:xfrm>
      </p:grpSpPr>
      <p:sp>
        <p:nvSpPr>
          <p:cNvPr id="718" name="Google Shape;718;g3b224b7d20a_0_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200">
                <a:solidFill>
                  <a:schemeClr val="lt1"/>
                </a:solidFill>
                <a:latin typeface="Times New Roman"/>
                <a:ea typeface="Times New Roman"/>
                <a:cs typeface="Times New Roman"/>
                <a:sym typeface="Times New Roman"/>
              </a:rPr>
              <a:t>Cuộc đời dương thế tuyệt vời gương lành phúc đức để danh thơm thiên thu.</a:t>
            </a:r>
            <a:endParaRPr b="1" sz="7200">
              <a:solidFill>
                <a:srgbClr val="FFFF00"/>
              </a:solidFill>
              <a:latin typeface="Times New Roman"/>
              <a:ea typeface="Times New Roman"/>
              <a:cs typeface="Times New Roman"/>
              <a:sym typeface="Times New Roman"/>
            </a:endParaRPr>
          </a:p>
        </p:txBody>
      </p:sp>
    </p:spTree>
  </p:cSld>
  <p:clrMapOvr>
    <a:masterClrMapping/>
  </p:clrMapOvr>
</p:sld>
</file>

<file path=ppt/slides/slide1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2" name="Shape 722"/>
        <p:cNvGrpSpPr/>
        <p:nvPr/>
      </p:nvGrpSpPr>
      <p:grpSpPr>
        <a:xfrm>
          <a:off x="0" y="0"/>
          <a:ext cx="0" cy="0"/>
          <a:chOff x="0" y="0"/>
          <a:chExt cx="0" cy="0"/>
        </a:xfrm>
      </p:grpSpPr>
      <p:sp>
        <p:nvSpPr>
          <p:cNvPr id="723" name="Google Shape;723;g3a42a8b53c1_2_1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200">
                <a:solidFill>
                  <a:srgbClr val="FFFF00"/>
                </a:solidFill>
                <a:latin typeface="Times New Roman"/>
                <a:ea typeface="Times New Roman"/>
                <a:cs typeface="Times New Roman"/>
                <a:sym typeface="Times New Roman"/>
              </a:rPr>
              <a:t>ĐK:</a:t>
            </a:r>
            <a:r>
              <a:rPr b="1" lang="en-US" sz="7200">
                <a:solidFill>
                  <a:schemeClr val="lt1"/>
                </a:solidFill>
                <a:latin typeface="Times New Roman"/>
                <a:ea typeface="Times New Roman"/>
                <a:cs typeface="Times New Roman"/>
                <a:sym typeface="Times New Roman"/>
              </a:rPr>
              <a:t> </a:t>
            </a:r>
            <a:r>
              <a:rPr b="1" lang="en-US" sz="7200">
                <a:solidFill>
                  <a:schemeClr val="lt1"/>
                </a:solidFill>
                <a:latin typeface="Times New Roman"/>
                <a:ea typeface="Times New Roman"/>
                <a:cs typeface="Times New Roman"/>
                <a:sym typeface="Times New Roman"/>
              </a:rPr>
              <a:t>Dâng lên Chúa lời tạ ơn, đã ban cho nhân loại chính Con Yêu của Ngài,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7" name="Shape 727"/>
        <p:cNvGrpSpPr/>
        <p:nvPr/>
      </p:nvGrpSpPr>
      <p:grpSpPr>
        <a:xfrm>
          <a:off x="0" y="0"/>
          <a:ext cx="0" cy="0"/>
          <a:chOff x="0" y="0"/>
          <a:chExt cx="0" cy="0"/>
        </a:xfrm>
      </p:grpSpPr>
      <p:sp>
        <p:nvSpPr>
          <p:cNvPr id="728" name="Google Shape;728;g3a42a8b53c1_2_2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200">
                <a:solidFill>
                  <a:schemeClr val="lt1"/>
                </a:solidFill>
                <a:latin typeface="Times New Roman"/>
                <a:ea typeface="Times New Roman"/>
                <a:cs typeface="Times New Roman"/>
                <a:sym typeface="Times New Roman"/>
              </a:rPr>
              <a:t>Mẹ Ma-ri-a và Thánh Giu-se, nên Thánh Gia: suối nguồn ơn cứu độ.</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2" name="Shape 732"/>
        <p:cNvGrpSpPr/>
        <p:nvPr/>
      </p:nvGrpSpPr>
      <p:grpSpPr>
        <a:xfrm>
          <a:off x="0" y="0"/>
          <a:ext cx="0" cy="0"/>
          <a:chOff x="0" y="0"/>
          <a:chExt cx="0" cy="0"/>
        </a:xfrm>
      </p:grpSpPr>
      <p:sp>
        <p:nvSpPr>
          <p:cNvPr id="733" name="Google Shape;733;g3ab13fdb44f_0_2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200">
                <a:solidFill>
                  <a:srgbClr val="FFFF00"/>
                </a:solidFill>
                <a:latin typeface="Times New Roman"/>
                <a:ea typeface="Times New Roman"/>
                <a:cs typeface="Times New Roman"/>
                <a:sym typeface="Times New Roman"/>
              </a:rPr>
              <a:t>2</a:t>
            </a:r>
            <a:r>
              <a:rPr b="1" lang="en-US" sz="7200">
                <a:solidFill>
                  <a:srgbClr val="FFFF00"/>
                </a:solidFill>
                <a:latin typeface="Times New Roman"/>
                <a:ea typeface="Times New Roman"/>
                <a:cs typeface="Times New Roman"/>
                <a:sym typeface="Times New Roman"/>
              </a:rPr>
              <a:t>. </a:t>
            </a:r>
            <a:r>
              <a:rPr b="1" lang="en-US" sz="7200">
                <a:solidFill>
                  <a:schemeClr val="lt1"/>
                </a:solidFill>
                <a:latin typeface="Times New Roman"/>
                <a:ea typeface="Times New Roman"/>
                <a:cs typeface="Times New Roman"/>
                <a:sym typeface="Times New Roman"/>
              </a:rPr>
              <a:t>Bao la ân tình đời sống Thánh Gia, dẫu trong âm thầm mà nên mẫu gương mọi nhà.</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7" name="Shape 737"/>
        <p:cNvGrpSpPr/>
        <p:nvPr/>
      </p:nvGrpSpPr>
      <p:grpSpPr>
        <a:xfrm>
          <a:off x="0" y="0"/>
          <a:ext cx="0" cy="0"/>
          <a:chOff x="0" y="0"/>
          <a:chExt cx="0" cy="0"/>
        </a:xfrm>
      </p:grpSpPr>
      <p:sp>
        <p:nvSpPr>
          <p:cNvPr id="738" name="Google Shape;738;g3ab13fdb44f_0_3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200">
                <a:solidFill>
                  <a:schemeClr val="lt1"/>
                </a:solidFill>
                <a:latin typeface="Times New Roman"/>
                <a:ea typeface="Times New Roman"/>
                <a:cs typeface="Times New Roman"/>
                <a:sym typeface="Times New Roman"/>
              </a:rPr>
              <a:t>Nhọc nhằn lao tác cùng xẻ chia đời nhân thế với tin yêu phó thác.</a:t>
            </a:r>
            <a:endParaRPr b="1" sz="7200">
              <a:solidFill>
                <a:srgbClr val="FFFF00"/>
              </a:solidFill>
              <a:latin typeface="Times New Roman"/>
              <a:ea typeface="Times New Roman"/>
              <a:cs typeface="Times New Roman"/>
              <a:sym typeface="Times New Roman"/>
            </a:endParaRPr>
          </a:p>
        </p:txBody>
      </p:sp>
    </p:spTree>
  </p:cSld>
  <p:clrMapOvr>
    <a:masterClrMapping/>
  </p:clrMapOvr>
</p:sld>
</file>

<file path=ppt/slides/slide1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2" name="Shape 742"/>
        <p:cNvGrpSpPr/>
        <p:nvPr/>
      </p:nvGrpSpPr>
      <p:grpSpPr>
        <a:xfrm>
          <a:off x="0" y="0"/>
          <a:ext cx="0" cy="0"/>
          <a:chOff x="0" y="0"/>
          <a:chExt cx="0" cy="0"/>
        </a:xfrm>
      </p:grpSpPr>
      <p:sp>
        <p:nvSpPr>
          <p:cNvPr id="743" name="Google Shape;743;g3ab13fdb44f_0_3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200">
                <a:solidFill>
                  <a:srgbClr val="FFFF00"/>
                </a:solidFill>
                <a:latin typeface="Times New Roman"/>
                <a:ea typeface="Times New Roman"/>
                <a:cs typeface="Times New Roman"/>
                <a:sym typeface="Times New Roman"/>
              </a:rPr>
              <a:t>ĐK:</a:t>
            </a:r>
            <a:r>
              <a:rPr b="1" lang="en-US" sz="7200">
                <a:solidFill>
                  <a:schemeClr val="lt1"/>
                </a:solidFill>
                <a:latin typeface="Times New Roman"/>
                <a:ea typeface="Times New Roman"/>
                <a:cs typeface="Times New Roman"/>
                <a:sym typeface="Times New Roman"/>
              </a:rPr>
              <a:t> Dâng lên Chúa lời tạ ơn, đã ban cho nhân loại chính Con Yêu của Ngài,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7" name="Shape 747"/>
        <p:cNvGrpSpPr/>
        <p:nvPr/>
      </p:nvGrpSpPr>
      <p:grpSpPr>
        <a:xfrm>
          <a:off x="0" y="0"/>
          <a:ext cx="0" cy="0"/>
          <a:chOff x="0" y="0"/>
          <a:chExt cx="0" cy="0"/>
        </a:xfrm>
      </p:grpSpPr>
      <p:sp>
        <p:nvSpPr>
          <p:cNvPr id="748" name="Google Shape;748;g3ab13fdb44f_0_4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200">
                <a:solidFill>
                  <a:schemeClr val="lt1"/>
                </a:solidFill>
                <a:latin typeface="Times New Roman"/>
                <a:ea typeface="Times New Roman"/>
                <a:cs typeface="Times New Roman"/>
                <a:sym typeface="Times New Roman"/>
              </a:rPr>
              <a:t>Mẹ Ma-ri-a và Thánh Giu-se, nên Thánh Gia: suối nguồn ơn cứu độ.</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2" name="Shape 752"/>
        <p:cNvGrpSpPr/>
        <p:nvPr/>
      </p:nvGrpSpPr>
      <p:grpSpPr>
        <a:xfrm>
          <a:off x="0" y="0"/>
          <a:ext cx="0" cy="0"/>
          <a:chOff x="0" y="0"/>
          <a:chExt cx="0" cy="0"/>
        </a:xfrm>
      </p:grpSpPr>
      <p:pic>
        <p:nvPicPr>
          <p:cNvPr id="753" name="Google Shape;753;g3ab13fdb44f_0_5"/>
          <p:cNvPicPr preferRelativeResize="0"/>
          <p:nvPr/>
        </p:nvPicPr>
        <p:blipFill>
          <a:blip r:embed="rId3">
            <a:alphaModFix/>
          </a:blip>
          <a:stretch>
            <a:fillRect/>
          </a:stretch>
        </p:blipFill>
        <p:spPr>
          <a:xfrm>
            <a:off x="0" y="0"/>
            <a:ext cx="9144003" cy="5183501"/>
          </a:xfrm>
          <a:prstGeom prst="rect">
            <a:avLst/>
          </a:prstGeom>
          <a:noFill/>
          <a:ln>
            <a:noFill/>
          </a:ln>
        </p:spPr>
      </p:pic>
    </p:spTree>
  </p:cSld>
  <p:clrMapOvr>
    <a:masterClrMapping/>
  </p:clrMapOvr>
</p:sld>
</file>

<file path=ppt/slides/slide1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7" name="Shape 757"/>
        <p:cNvGrpSpPr/>
        <p:nvPr/>
      </p:nvGrpSpPr>
      <p:grpSpPr>
        <a:xfrm>
          <a:off x="0" y="0"/>
          <a:ext cx="0" cy="0"/>
          <a:chOff x="0" y="0"/>
          <a:chExt cx="0" cy="0"/>
        </a:xfrm>
      </p:grpSpPr>
      <p:sp>
        <p:nvSpPr>
          <p:cNvPr id="758" name="Google Shape;758;g3ab13fdb44f_0_290"/>
          <p:cNvSpPr txBox="1"/>
          <p:nvPr>
            <p:ph type="ctrTitle"/>
          </p:nvPr>
        </p:nvSpPr>
        <p:spPr>
          <a:xfrm>
            <a:off x="0" y="0"/>
            <a:ext cx="9144000" cy="595800"/>
          </a:xfrm>
          <a:prstGeom prst="rect">
            <a:avLst/>
          </a:prstGeom>
          <a:solidFill>
            <a:srgbClr val="002060"/>
          </a:solidFill>
          <a:ln>
            <a:noFill/>
          </a:ln>
        </p:spPr>
        <p:txBody>
          <a:bodyPr anchorCtr="0" anchor="b" bIns="0" lIns="91425" spcFirstLastPara="1" rIns="91425" wrap="square" tIns="0">
            <a:noAutofit/>
          </a:bodyPr>
          <a:lstStyle/>
          <a:p>
            <a:pPr indent="0" lvl="0" marL="0" rtl="0" algn="ctr">
              <a:lnSpc>
                <a:spcPct val="100000"/>
              </a:lnSpc>
              <a:spcBef>
                <a:spcPts val="0"/>
              </a:spcBef>
              <a:spcAft>
                <a:spcPts val="0"/>
              </a:spcAft>
              <a:buClr>
                <a:schemeClr val="accent4"/>
              </a:buClr>
              <a:buSzPts val="15840"/>
              <a:buFont typeface="Arial"/>
              <a:buNone/>
            </a:pPr>
            <a:r>
              <a:rPr b="1" lang="en-US" sz="4000">
                <a:solidFill>
                  <a:schemeClr val="accent4"/>
                </a:solidFill>
                <a:latin typeface="Times New Roman"/>
                <a:ea typeface="Times New Roman"/>
                <a:cs typeface="Times New Roman"/>
                <a:sym typeface="Times New Roman"/>
              </a:rPr>
              <a:t>KINH VINH DANH</a:t>
            </a:r>
            <a:endParaRPr b="1" sz="4000">
              <a:solidFill>
                <a:schemeClr val="accent2"/>
              </a:solidFill>
              <a:latin typeface="Times New Roman"/>
              <a:ea typeface="Times New Roman"/>
              <a:cs typeface="Times New Roman"/>
              <a:sym typeface="Times New Roman"/>
            </a:endParaRPr>
          </a:p>
        </p:txBody>
      </p:sp>
      <p:sp>
        <p:nvSpPr>
          <p:cNvPr id="759" name="Google Shape;759;g3ab13fdb44f_0_290"/>
          <p:cNvSpPr txBox="1"/>
          <p:nvPr/>
        </p:nvSpPr>
        <p:spPr>
          <a:xfrm>
            <a:off x="0" y="514350"/>
            <a:ext cx="9144000" cy="4629000"/>
          </a:xfrm>
          <a:prstGeom prst="rect">
            <a:avLst/>
          </a:prstGeom>
          <a:solidFill>
            <a:srgbClr val="002060"/>
          </a:solidFill>
          <a:ln>
            <a:noFill/>
          </a:ln>
        </p:spPr>
        <p:txBody>
          <a:bodyPr anchorCtr="0" anchor="ctr" bIns="0" lIns="91425" spcFirstLastPara="1" rIns="91425" wrap="square" tIns="0">
            <a:noAutofit/>
          </a:bodyPr>
          <a:lstStyle/>
          <a:p>
            <a:pPr indent="0" lvl="0" marL="0" marR="0" rtl="0" algn="just">
              <a:lnSpc>
                <a:spcPct val="100000"/>
              </a:lnSpc>
              <a:spcBef>
                <a:spcPts val="0"/>
              </a:spcBef>
              <a:spcAft>
                <a:spcPts val="0"/>
              </a:spcAft>
              <a:buClr>
                <a:srgbClr val="EE0000"/>
              </a:buClr>
              <a:buSzPts val="9600"/>
              <a:buFont typeface="Times"/>
              <a:buNone/>
            </a:pPr>
            <a:r>
              <a:rPr b="1" i="0" lang="en-US" sz="7600" u="none" cap="none" strike="noStrike">
                <a:solidFill>
                  <a:srgbClr val="FFFF00"/>
                </a:solidFill>
                <a:latin typeface="Times"/>
                <a:ea typeface="Times"/>
                <a:cs typeface="Times"/>
                <a:sym typeface="Times"/>
              </a:rPr>
              <a:t>CT:</a:t>
            </a:r>
            <a:r>
              <a:rPr b="1" i="1" lang="en-US" sz="7600" u="none" cap="none" strike="noStrike">
                <a:solidFill>
                  <a:srgbClr val="C00000"/>
                </a:solidFill>
                <a:latin typeface="Times"/>
                <a:ea typeface="Times"/>
                <a:cs typeface="Times"/>
                <a:sym typeface="Times"/>
              </a:rPr>
              <a:t> </a:t>
            </a:r>
            <a:r>
              <a:rPr b="1" i="0" lang="en-US" sz="7600" u="none" cap="none" strike="noStrike">
                <a:solidFill>
                  <a:schemeClr val="lt1"/>
                </a:solidFill>
                <a:latin typeface="Times"/>
                <a:ea typeface="Times"/>
                <a:cs typeface="Times"/>
                <a:sym typeface="Times"/>
              </a:rPr>
              <a:t>Vinh danh Thiên Chúa trên các tầng trời</a:t>
            </a:r>
            <a:endParaRPr b="1" i="0" sz="7600" u="none" cap="none" strike="noStrike">
              <a:solidFill>
                <a:schemeClr val="lt1"/>
              </a:solidFill>
              <a:latin typeface="Times"/>
              <a:ea typeface="Times"/>
              <a:cs typeface="Times"/>
              <a:sym typeface="Times"/>
            </a:endParaRPr>
          </a:p>
        </p:txBody>
      </p:sp>
    </p:spTree>
  </p:cSld>
  <p:clrMapOvr>
    <a:masterClrMapping/>
  </p:clrMapOvr>
</p:sld>
</file>

<file path=ppt/slides/slide1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4" name="Shape 764"/>
        <p:cNvGrpSpPr/>
        <p:nvPr/>
      </p:nvGrpSpPr>
      <p:grpSpPr>
        <a:xfrm>
          <a:off x="0" y="0"/>
          <a:ext cx="0" cy="0"/>
          <a:chOff x="0" y="0"/>
          <a:chExt cx="0" cy="0"/>
        </a:xfrm>
      </p:grpSpPr>
      <p:sp>
        <p:nvSpPr>
          <p:cNvPr id="765" name="Google Shape;765;g3ab13fdb44f_0_29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FF3399"/>
              </a:buClr>
              <a:buSzPts val="9600"/>
              <a:buFont typeface="Times"/>
              <a:buNone/>
            </a:pPr>
            <a:r>
              <a:rPr b="1" lang="en-US" sz="7600">
                <a:solidFill>
                  <a:srgbClr val="FF3399"/>
                </a:solidFill>
                <a:latin typeface="Times"/>
                <a:ea typeface="Times"/>
                <a:cs typeface="Times"/>
                <a:sym typeface="Times"/>
              </a:rPr>
              <a:t>A+B: </a:t>
            </a:r>
            <a:r>
              <a:rPr b="1" lang="en-US" sz="7600">
                <a:solidFill>
                  <a:schemeClr val="lt1"/>
                </a:solidFill>
                <a:latin typeface="Times"/>
                <a:ea typeface="Times"/>
                <a:cs typeface="Times"/>
                <a:sym typeface="Times"/>
              </a:rPr>
              <a:t>và bình an dưới thế cho người thiện tâm.</a:t>
            </a:r>
            <a:endParaRPr b="1" sz="7600">
              <a:solidFill>
                <a:schemeClr val="lt1"/>
              </a:solidFill>
              <a:latin typeface="Times"/>
              <a:ea typeface="Times"/>
              <a:cs typeface="Times"/>
              <a:sym typeface="Times"/>
            </a:endParaRPr>
          </a:p>
        </p:txBody>
      </p:sp>
    </p:spTree>
  </p:cSld>
  <p:clrMapOvr>
    <a:masterClrMapping/>
  </p:clrMapOvr>
</p:sld>
</file>

<file path=ppt/slides/slide1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70" name="Shape 770"/>
        <p:cNvGrpSpPr/>
        <p:nvPr/>
      </p:nvGrpSpPr>
      <p:grpSpPr>
        <a:xfrm>
          <a:off x="0" y="0"/>
          <a:ext cx="0" cy="0"/>
          <a:chOff x="0" y="0"/>
          <a:chExt cx="0" cy="0"/>
        </a:xfrm>
      </p:grpSpPr>
      <p:sp>
        <p:nvSpPr>
          <p:cNvPr id="771" name="Google Shape;771;g3ab13fdb44f_0_30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Chúng con ca ngợi Chúa,</a:t>
            </a:r>
            <a:br>
              <a:rPr b="1" lang="en-US" sz="7600">
                <a:latin typeface="Times"/>
                <a:ea typeface="Times"/>
                <a:cs typeface="Times"/>
                <a:sym typeface="Times"/>
              </a:rPr>
            </a:br>
            <a:r>
              <a:rPr b="1" lang="en-US" sz="7600">
                <a:solidFill>
                  <a:srgbClr val="FFFF00"/>
                </a:solidFill>
                <a:latin typeface="Times"/>
                <a:ea typeface="Times"/>
                <a:cs typeface="Times"/>
                <a:sym typeface="Times"/>
              </a:rPr>
              <a:t>B:</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chúc tụng Chúa,</a:t>
            </a:r>
            <a:endParaRPr b="1" sz="7600">
              <a:solidFill>
                <a:schemeClr val="lt1"/>
              </a:solidFill>
              <a:latin typeface="Times"/>
              <a:ea typeface="Times"/>
              <a:cs typeface="Times"/>
              <a:sym typeface="Times"/>
            </a:endParaRPr>
          </a:p>
        </p:txBody>
      </p:sp>
    </p:spTree>
  </p:cSld>
  <p:clrMapOvr>
    <a:masterClrMapping/>
  </p:clrMapOvr>
</p:sld>
</file>

<file path=ppt/slides/slide1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6" name="Shape 776"/>
        <p:cNvGrpSpPr/>
        <p:nvPr/>
      </p:nvGrpSpPr>
      <p:grpSpPr>
        <a:xfrm>
          <a:off x="0" y="0"/>
          <a:ext cx="0" cy="0"/>
          <a:chOff x="0" y="0"/>
          <a:chExt cx="0" cy="0"/>
        </a:xfrm>
      </p:grpSpPr>
      <p:sp>
        <p:nvSpPr>
          <p:cNvPr id="777" name="Google Shape;777;g3ab13fdb44f_0_30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thờ lạy Chúa,</a:t>
            </a:r>
            <a:br>
              <a:rPr b="1" lang="en-US" sz="7600">
                <a:latin typeface="Times"/>
                <a:ea typeface="Times"/>
                <a:cs typeface="Times"/>
                <a:sym typeface="Times"/>
              </a:rPr>
            </a:b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chúng con tôn vinh Chúa,</a:t>
            </a:r>
            <a:endParaRPr b="1" sz="7600">
              <a:solidFill>
                <a:schemeClr val="lt1"/>
              </a:solidFill>
              <a:latin typeface="Times"/>
              <a:ea typeface="Times"/>
              <a:cs typeface="Times"/>
              <a:sym typeface="Times"/>
            </a:endParaRPr>
          </a:p>
        </p:txBody>
      </p:sp>
    </p:spTree>
  </p:cSld>
  <p:clrMapOvr>
    <a:masterClrMapping/>
  </p:clrMapOvr>
</p:sld>
</file>

<file path=ppt/slides/slide1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2" name="Shape 782"/>
        <p:cNvGrpSpPr/>
        <p:nvPr/>
      </p:nvGrpSpPr>
      <p:grpSpPr>
        <a:xfrm>
          <a:off x="0" y="0"/>
          <a:ext cx="0" cy="0"/>
          <a:chOff x="0" y="0"/>
          <a:chExt cx="0" cy="0"/>
        </a:xfrm>
      </p:grpSpPr>
      <p:sp>
        <p:nvSpPr>
          <p:cNvPr id="783" name="Google Shape;783;g3ab13fdb44f_0_31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cảm tạ Chúa vì vinh quang cao cả Chúa.</a:t>
            </a:r>
            <a:endParaRPr sz="7600">
              <a:solidFill>
                <a:schemeClr val="lt1"/>
              </a:solidFill>
            </a:endParaRPr>
          </a:p>
        </p:txBody>
      </p:sp>
    </p:spTree>
  </p:cSld>
  <p:clrMapOvr>
    <a:masterClrMapping/>
  </p:clrMapOvr>
</p:sld>
</file>

<file path=ppt/slides/slide1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8" name="Shape 788"/>
        <p:cNvGrpSpPr/>
        <p:nvPr/>
      </p:nvGrpSpPr>
      <p:grpSpPr>
        <a:xfrm>
          <a:off x="0" y="0"/>
          <a:ext cx="0" cy="0"/>
          <a:chOff x="0" y="0"/>
          <a:chExt cx="0" cy="0"/>
        </a:xfrm>
      </p:grpSpPr>
      <p:sp>
        <p:nvSpPr>
          <p:cNvPr id="789" name="Google Shape;789;g3ab13fdb44f_0_31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200"/>
              <a:buFont typeface="Times"/>
              <a:buNone/>
            </a:pPr>
            <a:r>
              <a:rPr b="1" lang="en-US" sz="7600">
                <a:solidFill>
                  <a:srgbClr val="FFFF00"/>
                </a:solidFill>
                <a:latin typeface="Times"/>
                <a:ea typeface="Times"/>
                <a:cs typeface="Times"/>
                <a:sym typeface="Times"/>
              </a:rPr>
              <a:t>B:</a:t>
            </a:r>
            <a:r>
              <a:rPr b="1" lang="en-US" sz="7600">
                <a:latin typeface="Times"/>
                <a:ea typeface="Times"/>
                <a:cs typeface="Times"/>
                <a:sym typeface="Times"/>
              </a:rPr>
              <a:t> </a:t>
            </a:r>
            <a:r>
              <a:rPr b="1" lang="en-US" sz="7600">
                <a:solidFill>
                  <a:schemeClr val="lt1"/>
                </a:solidFill>
                <a:latin typeface="Times"/>
                <a:ea typeface="Times"/>
                <a:cs typeface="Times"/>
                <a:sym typeface="Times"/>
              </a:rPr>
              <a:t>Lạy Chúa là Thiên Chúa, là Vua trên trời, là Chúa Cha toàn năng.</a:t>
            </a:r>
            <a:endParaRPr b="1" sz="7600">
              <a:solidFill>
                <a:schemeClr val="lt1"/>
              </a:solidFill>
              <a:latin typeface="Times"/>
              <a:ea typeface="Times"/>
              <a:cs typeface="Times"/>
              <a:sym typeface="Times"/>
            </a:endParaRPr>
          </a:p>
        </p:txBody>
      </p:sp>
    </p:spTree>
  </p:cSld>
  <p:clrMapOvr>
    <a:masterClrMapping/>
  </p:clrMapOvr>
</p:sld>
</file>

<file path=ppt/slides/slide1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4" name="Shape 794"/>
        <p:cNvGrpSpPr/>
        <p:nvPr/>
      </p:nvGrpSpPr>
      <p:grpSpPr>
        <a:xfrm>
          <a:off x="0" y="0"/>
          <a:ext cx="0" cy="0"/>
          <a:chOff x="0" y="0"/>
          <a:chExt cx="0" cy="0"/>
        </a:xfrm>
      </p:grpSpPr>
      <p:sp>
        <p:nvSpPr>
          <p:cNvPr id="795" name="Google Shape;795;g3ab13fdb44f_0_32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80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Lạy Con một Thiên Chúa, Chúa Giêsu Kitô.</a:t>
            </a:r>
            <a:endParaRPr sz="7600">
              <a:solidFill>
                <a:schemeClr val="lt1"/>
              </a:solidFill>
            </a:endParaRPr>
          </a:p>
        </p:txBody>
      </p:sp>
    </p:spTree>
  </p:cSld>
  <p:clrMapOvr>
    <a:masterClrMapping/>
  </p:clrMapOvr>
</p:sld>
</file>

<file path=ppt/slides/slide1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0" name="Shape 800"/>
        <p:cNvGrpSpPr/>
        <p:nvPr/>
      </p:nvGrpSpPr>
      <p:grpSpPr>
        <a:xfrm>
          <a:off x="0" y="0"/>
          <a:ext cx="0" cy="0"/>
          <a:chOff x="0" y="0"/>
          <a:chExt cx="0" cy="0"/>
        </a:xfrm>
      </p:grpSpPr>
      <p:sp>
        <p:nvSpPr>
          <p:cNvPr id="801" name="Google Shape;801;g3ab13fdb44f_0_32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7200"/>
              <a:buFont typeface="Times"/>
              <a:buNone/>
            </a:pPr>
            <a:r>
              <a:rPr b="1" lang="en-US" sz="7600">
                <a:solidFill>
                  <a:srgbClr val="FFFF00"/>
                </a:solidFill>
                <a:latin typeface="Times"/>
                <a:ea typeface="Times"/>
                <a:cs typeface="Times"/>
                <a:sym typeface="Times"/>
              </a:rPr>
              <a:t>B:</a:t>
            </a:r>
            <a:r>
              <a:rPr b="1" lang="en-US" sz="7600">
                <a:solidFill>
                  <a:schemeClr val="lt1"/>
                </a:solidFill>
                <a:latin typeface="Times"/>
                <a:ea typeface="Times"/>
                <a:cs typeface="Times"/>
                <a:sym typeface="Times"/>
              </a:rPr>
              <a:t> Lạy Chúa là Thiên Chúa, là Chiên Thiên Chúa, là Con Ðức Chúa Cha,</a:t>
            </a:r>
            <a:endParaRPr sz="4800">
              <a:solidFill>
                <a:schemeClr val="lt1"/>
              </a:solidFill>
            </a:endParaRPr>
          </a:p>
        </p:txBody>
      </p:sp>
    </p:spTree>
  </p:cSld>
  <p:clrMapOvr>
    <a:masterClrMapping/>
  </p:clrMapOvr>
</p:sld>
</file>

<file path=ppt/slides/slide1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6" name="Shape 806"/>
        <p:cNvGrpSpPr/>
        <p:nvPr/>
      </p:nvGrpSpPr>
      <p:grpSpPr>
        <a:xfrm>
          <a:off x="0" y="0"/>
          <a:ext cx="0" cy="0"/>
          <a:chOff x="0" y="0"/>
          <a:chExt cx="0" cy="0"/>
        </a:xfrm>
      </p:grpSpPr>
      <p:sp>
        <p:nvSpPr>
          <p:cNvPr id="807" name="Google Shape;807;g3ab13fdb44f_0_33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Chúa xóa tội trần gian, xin thương xót chúng con,</a:t>
            </a:r>
            <a:endParaRPr b="1" sz="7600">
              <a:solidFill>
                <a:schemeClr val="lt1"/>
              </a:solidFill>
              <a:latin typeface="Times"/>
              <a:ea typeface="Times"/>
              <a:cs typeface="Times"/>
              <a:sym typeface="Times"/>
            </a:endParaRPr>
          </a:p>
        </p:txBody>
      </p:sp>
    </p:spTree>
  </p:cSld>
  <p:clrMapOvr>
    <a:masterClrMapping/>
  </p:clrMapOvr>
</p:sld>
</file>

<file path=ppt/slides/slide1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2" name="Shape 812"/>
        <p:cNvGrpSpPr/>
        <p:nvPr/>
      </p:nvGrpSpPr>
      <p:grpSpPr>
        <a:xfrm>
          <a:off x="0" y="0"/>
          <a:ext cx="0" cy="0"/>
          <a:chOff x="0" y="0"/>
          <a:chExt cx="0" cy="0"/>
        </a:xfrm>
      </p:grpSpPr>
      <p:sp>
        <p:nvSpPr>
          <p:cNvPr id="813" name="Google Shape;813;g3ab13fdb44f_0_33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000"/>
              <a:buFont typeface="Times"/>
              <a:buNone/>
            </a:pP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Chúa xóa tội trần gian, xin nhậm lời chúng con cầu khẩn.</a:t>
            </a:r>
            <a:endParaRPr sz="7600">
              <a:solidFill>
                <a:schemeClr val="lt1"/>
              </a:solidFill>
            </a:endParaRPr>
          </a:p>
        </p:txBody>
      </p:sp>
    </p:spTree>
  </p:cSld>
  <p:clrMapOvr>
    <a:masterClrMapping/>
  </p:clrMapOvr>
</p:sld>
</file>

<file path=ppt/slides/slide1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8" name="Shape 818"/>
        <p:cNvGrpSpPr/>
        <p:nvPr/>
      </p:nvGrpSpPr>
      <p:grpSpPr>
        <a:xfrm>
          <a:off x="0" y="0"/>
          <a:ext cx="0" cy="0"/>
          <a:chOff x="0" y="0"/>
          <a:chExt cx="0" cy="0"/>
        </a:xfrm>
      </p:grpSpPr>
      <p:sp>
        <p:nvSpPr>
          <p:cNvPr id="819" name="Google Shape;819;g3ab13fdb44f_0_34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Chúa ngự bên hữu Ðức Chúa Cha, xin thương xót chúng con.</a:t>
            </a:r>
            <a:endParaRPr b="1" sz="7600">
              <a:solidFill>
                <a:schemeClr val="lt1"/>
              </a:solidFill>
              <a:latin typeface="Times"/>
              <a:ea typeface="Times"/>
              <a:cs typeface="Times"/>
              <a:sym typeface="Times"/>
            </a:endParaRPr>
          </a:p>
        </p:txBody>
      </p:sp>
    </p:spTree>
  </p:cSld>
  <p:clrMapOvr>
    <a:masterClrMapping/>
  </p:clrMapOvr>
</p:sld>
</file>

<file path=ppt/slides/slide1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4" name="Shape 824"/>
        <p:cNvGrpSpPr/>
        <p:nvPr/>
      </p:nvGrpSpPr>
      <p:grpSpPr>
        <a:xfrm>
          <a:off x="0" y="0"/>
          <a:ext cx="0" cy="0"/>
          <a:chOff x="0" y="0"/>
          <a:chExt cx="0" cy="0"/>
        </a:xfrm>
      </p:grpSpPr>
      <p:sp>
        <p:nvSpPr>
          <p:cNvPr id="825" name="Google Shape;825;g3ab13fdb44f_0_34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800"/>
              <a:buFont typeface="Times"/>
              <a:buNone/>
            </a:pP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Vì lạy Chúa Giêsu Kitô, chỉ có Chúa là Ðấng Thánh,</a:t>
            </a:r>
            <a:endParaRPr sz="7600">
              <a:solidFill>
                <a:schemeClr val="lt1"/>
              </a:solidFill>
            </a:endParaRPr>
          </a:p>
        </p:txBody>
      </p:sp>
    </p:spTree>
  </p:cSld>
  <p:clrMapOvr>
    <a:masterClrMapping/>
  </p:clrMapOvr>
</p:sld>
</file>

<file path=ppt/slides/slide1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0" name="Shape 830"/>
        <p:cNvGrpSpPr/>
        <p:nvPr/>
      </p:nvGrpSpPr>
      <p:grpSpPr>
        <a:xfrm>
          <a:off x="0" y="0"/>
          <a:ext cx="0" cy="0"/>
          <a:chOff x="0" y="0"/>
          <a:chExt cx="0" cy="0"/>
        </a:xfrm>
      </p:grpSpPr>
      <p:sp>
        <p:nvSpPr>
          <p:cNvPr id="831" name="Google Shape;831;g3ab13fdb44f_0_35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dk1"/>
              </a:buClr>
              <a:buSzPts val="8000"/>
              <a:buFont typeface="Times"/>
              <a:buNone/>
            </a:pPr>
            <a:r>
              <a:rPr b="1" lang="en-US" sz="7600">
                <a:solidFill>
                  <a:schemeClr val="lt1"/>
                </a:solidFill>
                <a:latin typeface="Times"/>
                <a:ea typeface="Times"/>
                <a:cs typeface="Times"/>
                <a:sym typeface="Times"/>
              </a:rPr>
              <a:t>chỉ có Chúa là Chúa, chỉ có Chúa là Ðấng Tối Cao,</a:t>
            </a:r>
            <a:endParaRPr sz="7600">
              <a:solidFill>
                <a:schemeClr val="lt1"/>
              </a:solidFill>
            </a:endParaRPr>
          </a:p>
        </p:txBody>
      </p:sp>
    </p:spTree>
  </p:cSld>
  <p:clrMapOvr>
    <a:masterClrMapping/>
  </p:clrMapOvr>
</p:sld>
</file>

<file path=ppt/slides/slide1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6" name="Shape 836"/>
        <p:cNvGrpSpPr/>
        <p:nvPr/>
      </p:nvGrpSpPr>
      <p:grpSpPr>
        <a:xfrm>
          <a:off x="0" y="0"/>
          <a:ext cx="0" cy="0"/>
          <a:chOff x="0" y="0"/>
          <a:chExt cx="0" cy="0"/>
        </a:xfrm>
      </p:grpSpPr>
      <p:sp>
        <p:nvSpPr>
          <p:cNvPr id="837" name="Google Shape;837;g3ab13fdb44f_0_35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FF3399"/>
              </a:buClr>
              <a:buSzPts val="7200"/>
              <a:buFont typeface="Times"/>
              <a:buNone/>
            </a:pPr>
            <a:r>
              <a:rPr b="1" lang="en-US" sz="7500">
                <a:solidFill>
                  <a:srgbClr val="FF3399"/>
                </a:solidFill>
                <a:latin typeface="Times"/>
                <a:ea typeface="Times"/>
                <a:cs typeface="Times"/>
                <a:sym typeface="Times"/>
              </a:rPr>
              <a:t>A+B: </a:t>
            </a:r>
            <a:r>
              <a:rPr b="1" lang="en-US" sz="7500">
                <a:solidFill>
                  <a:schemeClr val="lt1"/>
                </a:solidFill>
                <a:latin typeface="Times"/>
                <a:ea typeface="Times"/>
                <a:cs typeface="Times"/>
                <a:sym typeface="Times"/>
              </a:rPr>
              <a:t>Cùng Ðức Chúa Thánh Thần trong vinh quang Ðức Chúa Cha.</a:t>
            </a:r>
            <a:r>
              <a:rPr b="1" lang="en-US" sz="7500">
                <a:latin typeface="Times"/>
                <a:ea typeface="Times"/>
                <a:cs typeface="Times"/>
                <a:sym typeface="Times"/>
              </a:rPr>
              <a:t> </a:t>
            </a:r>
            <a:r>
              <a:rPr b="1" lang="en-US" sz="7500">
                <a:solidFill>
                  <a:schemeClr val="lt1"/>
                </a:solidFill>
                <a:latin typeface="Times"/>
                <a:ea typeface="Times"/>
                <a:cs typeface="Times"/>
                <a:sym typeface="Times"/>
              </a:rPr>
              <a:t>Amen.</a:t>
            </a:r>
            <a:endParaRPr sz="7500">
              <a:solidFill>
                <a:schemeClr val="lt1"/>
              </a:solidFill>
            </a:endParaRPr>
          </a:p>
        </p:txBody>
      </p:sp>
    </p:spTree>
  </p:cSld>
  <p:clrMapOvr>
    <a:masterClrMapping/>
  </p:clrMapOvr>
</p:sld>
</file>

<file path=ppt/slides/slide1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1" name="Shape 841"/>
        <p:cNvGrpSpPr/>
        <p:nvPr/>
      </p:nvGrpSpPr>
      <p:grpSpPr>
        <a:xfrm>
          <a:off x="0" y="0"/>
          <a:ext cx="0" cy="0"/>
          <a:chOff x="0" y="0"/>
          <a:chExt cx="0" cy="0"/>
        </a:xfrm>
      </p:grpSpPr>
      <p:pic>
        <p:nvPicPr>
          <p:cNvPr id="842" name="Google Shape;842;g3ab13fdb44f_0_286"/>
          <p:cNvPicPr preferRelativeResize="0"/>
          <p:nvPr/>
        </p:nvPicPr>
        <p:blipFill>
          <a:blip r:embed="rId3">
            <a:alphaModFix/>
          </a:blip>
          <a:stretch>
            <a:fillRect/>
          </a:stretch>
        </p:blipFill>
        <p:spPr>
          <a:xfrm>
            <a:off x="0" y="0"/>
            <a:ext cx="9144003" cy="5183501"/>
          </a:xfrm>
          <a:prstGeom prst="rect">
            <a:avLst/>
          </a:prstGeom>
          <a:noFill/>
          <a:ln>
            <a:noFill/>
          </a:ln>
        </p:spPr>
      </p:pic>
    </p:spTree>
  </p:cSld>
  <p:clrMapOvr>
    <a:masterClrMapping/>
  </p:clrMapOvr>
</p:sld>
</file>

<file path=ppt/slides/slide1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46" name="Shape 846"/>
        <p:cNvGrpSpPr/>
        <p:nvPr/>
      </p:nvGrpSpPr>
      <p:grpSpPr>
        <a:xfrm>
          <a:off x="0" y="0"/>
          <a:ext cx="0" cy="0"/>
          <a:chOff x="0" y="0"/>
          <a:chExt cx="0" cy="0"/>
        </a:xfrm>
      </p:grpSpPr>
      <p:sp>
        <p:nvSpPr>
          <p:cNvPr id="847" name="Google Shape;847;p133"/>
          <p:cNvSpPr/>
          <p:nvPr/>
        </p:nvSpPr>
        <p:spPr>
          <a:xfrm>
            <a:off x="0" y="0"/>
            <a:ext cx="9144000" cy="51435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848" name="Google Shape;848;p133"/>
          <p:cNvSpPr/>
          <p:nvPr/>
        </p:nvSpPr>
        <p:spPr>
          <a:xfrm flipH="1" rot="-5400000">
            <a:off x="1999963" y="-1999641"/>
            <a:ext cx="5143500" cy="9143425"/>
          </a:xfrm>
          <a:prstGeom prst="rect">
            <a:avLst/>
          </a:prstGeom>
          <a:gradFill>
            <a:gsLst>
              <a:gs pos="0">
                <a:schemeClr val="accent1"/>
              </a:gs>
              <a:gs pos="8000">
                <a:schemeClr val="accent1"/>
              </a:gs>
              <a:gs pos="100000">
                <a:srgbClr val="1F3864"/>
              </a:gs>
            </a:gsLst>
            <a:lin ang="120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849" name="Google Shape;849;p133"/>
          <p:cNvSpPr/>
          <p:nvPr/>
        </p:nvSpPr>
        <p:spPr>
          <a:xfrm flipH="1" rot="10800000">
            <a:off x="-1733" y="0"/>
            <a:ext cx="6803134" cy="5143179"/>
          </a:xfrm>
          <a:prstGeom prst="rect">
            <a:avLst/>
          </a:prstGeom>
          <a:gradFill>
            <a:gsLst>
              <a:gs pos="0">
                <a:srgbClr val="000000">
                  <a:alpha val="50196"/>
                </a:srgbClr>
              </a:gs>
              <a:gs pos="8000">
                <a:srgbClr val="000000">
                  <a:alpha val="50196"/>
                </a:srgbClr>
              </a:gs>
              <a:gs pos="100000">
                <a:schemeClr val="accent1"/>
              </a:gs>
            </a:gsLst>
            <a:lin ang="48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850" name="Google Shape;850;p133"/>
          <p:cNvSpPr/>
          <p:nvPr/>
        </p:nvSpPr>
        <p:spPr>
          <a:xfrm flipH="1" rot="-5400000">
            <a:off x="2737118" y="-1264380"/>
            <a:ext cx="3670923" cy="9145160"/>
          </a:xfrm>
          <a:prstGeom prst="rect">
            <a:avLst/>
          </a:prstGeom>
          <a:gradFill>
            <a:gsLst>
              <a:gs pos="0">
                <a:srgbClr val="9CC2E5">
                  <a:alpha val="0"/>
                </a:srgbClr>
              </a:gs>
              <a:gs pos="100000">
                <a:srgbClr val="000000">
                  <a:alpha val="44313"/>
                </a:srgbClr>
              </a:gs>
            </a:gsLst>
            <a:lin ang="1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851" name="Google Shape;851;p133"/>
          <p:cNvPicPr preferRelativeResize="0"/>
          <p:nvPr/>
        </p:nvPicPr>
        <p:blipFill>
          <a:blip r:embed="rId3">
            <a:alphaModFix/>
          </a:blip>
          <a:stretch>
            <a:fillRect/>
          </a:stretch>
        </p:blipFill>
        <p:spPr>
          <a:xfrm>
            <a:off x="0" y="4465"/>
            <a:ext cx="9144003" cy="5134572"/>
          </a:xfrm>
          <a:prstGeom prst="rect">
            <a:avLst/>
          </a:prstGeom>
          <a:noFill/>
          <a:ln>
            <a:noFill/>
          </a:ln>
        </p:spPr>
      </p:pic>
    </p:spTree>
  </p:cSld>
  <p:clrMapOvr>
    <a:masterClrMapping/>
  </p:clrMapOvr>
</p:sld>
</file>

<file path=ppt/slides/slide1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5" name="Shape 855"/>
        <p:cNvGrpSpPr/>
        <p:nvPr/>
      </p:nvGrpSpPr>
      <p:grpSpPr>
        <a:xfrm>
          <a:off x="0" y="0"/>
          <a:ext cx="0" cy="0"/>
          <a:chOff x="0" y="0"/>
          <a:chExt cx="0" cy="0"/>
        </a:xfrm>
      </p:grpSpPr>
      <p:sp>
        <p:nvSpPr>
          <p:cNvPr id="856" name="Google Shape;856;g3a42a8b53c1_2_73"/>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ĐÁP CA</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THÁNH VỊNH 127</a:t>
            </a:r>
            <a:br>
              <a:rPr b="1" i="0" lang="en-US" sz="4700">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(Lm. Thái Nguyên)</a:t>
            </a:r>
            <a:br>
              <a:rPr b="1" i="1" lang="en-US" sz="4700">
                <a:solidFill>
                  <a:schemeClr val="accent4"/>
                </a:solidFill>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(03 câu)</a:t>
            </a:r>
            <a:endParaRPr b="1" sz="4700">
              <a:solidFill>
                <a:schemeClr val="accent4"/>
              </a:solidFill>
              <a:latin typeface="Times New Roman"/>
              <a:ea typeface="Times New Roman"/>
              <a:cs typeface="Times New Roman"/>
              <a:sym typeface="Times New Roman"/>
            </a:endParaRPr>
          </a:p>
        </p:txBody>
      </p:sp>
    </p:spTree>
  </p:cSld>
  <p:clrMapOvr>
    <a:masterClrMapping/>
  </p:clrMapOvr>
</p:sld>
</file>

<file path=ppt/slides/slide1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0" name="Shape 860"/>
        <p:cNvGrpSpPr/>
        <p:nvPr/>
      </p:nvGrpSpPr>
      <p:grpSpPr>
        <a:xfrm>
          <a:off x="0" y="0"/>
          <a:ext cx="0" cy="0"/>
          <a:chOff x="0" y="0"/>
          <a:chExt cx="0" cy="0"/>
        </a:xfrm>
      </p:grpSpPr>
      <p:sp>
        <p:nvSpPr>
          <p:cNvPr id="861" name="Google Shape;861;g3a42a8b53c1_2_7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200">
                <a:solidFill>
                  <a:srgbClr val="FFFF00"/>
                </a:solidFill>
                <a:latin typeface="Times New Roman"/>
                <a:ea typeface="Times New Roman"/>
                <a:cs typeface="Times New Roman"/>
                <a:sym typeface="Times New Roman"/>
              </a:rPr>
              <a:t>1. </a:t>
            </a:r>
            <a:r>
              <a:rPr b="1" lang="en-US" sz="7200">
                <a:solidFill>
                  <a:schemeClr val="lt1"/>
                </a:solidFill>
                <a:latin typeface="Times New Roman"/>
                <a:ea typeface="Times New Roman"/>
                <a:cs typeface="Times New Roman"/>
                <a:sym typeface="Times New Roman"/>
              </a:rPr>
              <a:t>Phúc thay bạn nào tôn sợ Thiên Chúa, bạn nào ăn ở theo đường lối của Ngài.</a:t>
            </a:r>
            <a:r>
              <a:rPr b="1" lang="en-US" sz="7200">
                <a:solidFill>
                  <a:schemeClr val="lt1"/>
                </a:solidFill>
                <a:latin typeface="Times New Roman"/>
                <a:ea typeface="Times New Roman"/>
                <a:cs typeface="Times New Roman"/>
                <a:sym typeface="Times New Roman"/>
              </a:rPr>
              <a:t>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5" name="Shape 865"/>
        <p:cNvGrpSpPr/>
        <p:nvPr/>
      </p:nvGrpSpPr>
      <p:grpSpPr>
        <a:xfrm>
          <a:off x="0" y="0"/>
          <a:ext cx="0" cy="0"/>
          <a:chOff x="0" y="0"/>
          <a:chExt cx="0" cy="0"/>
        </a:xfrm>
      </p:grpSpPr>
      <p:sp>
        <p:nvSpPr>
          <p:cNvPr id="866" name="Google Shape;866;g3b224b7d20a_0_8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200">
                <a:solidFill>
                  <a:schemeClr val="lt1"/>
                </a:solidFill>
                <a:latin typeface="Times New Roman"/>
                <a:ea typeface="Times New Roman"/>
                <a:cs typeface="Times New Roman"/>
                <a:sym typeface="Times New Roman"/>
              </a:rPr>
              <a:t>Hoa trái tay bạn làm ra, bạn được an hưởng, bạn được hạnh phúc và sẽ gặp may.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0" name="Shape 870"/>
        <p:cNvGrpSpPr/>
        <p:nvPr/>
      </p:nvGrpSpPr>
      <p:grpSpPr>
        <a:xfrm>
          <a:off x="0" y="0"/>
          <a:ext cx="0" cy="0"/>
          <a:chOff x="0" y="0"/>
          <a:chExt cx="0" cy="0"/>
        </a:xfrm>
      </p:grpSpPr>
      <p:sp>
        <p:nvSpPr>
          <p:cNvPr id="871" name="Google Shape;871;g3a42a8b53c1_2_9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200">
                <a:solidFill>
                  <a:srgbClr val="FFFF00"/>
                </a:solidFill>
                <a:latin typeface="Times New Roman"/>
                <a:ea typeface="Times New Roman"/>
                <a:cs typeface="Times New Roman"/>
                <a:sym typeface="Times New Roman"/>
              </a:rPr>
              <a:t>ĐK: </a:t>
            </a:r>
            <a:r>
              <a:rPr b="1" lang="en-US" sz="7200">
                <a:solidFill>
                  <a:schemeClr val="lt1"/>
                </a:solidFill>
                <a:latin typeface="Times New Roman"/>
                <a:ea typeface="Times New Roman"/>
                <a:cs typeface="Times New Roman"/>
                <a:sym typeface="Times New Roman"/>
              </a:rPr>
              <a:t>Phúc thay bạn nào tôn sợ Thiên Chúa. Bạn nào ăn ở theo đường lối Ngài.</a:t>
            </a:r>
            <a:r>
              <a:rPr b="1" lang="en-US" sz="7200">
                <a:solidFill>
                  <a:schemeClr val="lt1"/>
                </a:solidFill>
                <a:latin typeface="Times New Roman"/>
                <a:ea typeface="Times New Roman"/>
                <a:cs typeface="Times New Roman"/>
                <a:sym typeface="Times New Roman"/>
              </a:rPr>
              <a:t>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5" name="Shape 875"/>
        <p:cNvGrpSpPr/>
        <p:nvPr/>
      </p:nvGrpSpPr>
      <p:grpSpPr>
        <a:xfrm>
          <a:off x="0" y="0"/>
          <a:ext cx="0" cy="0"/>
          <a:chOff x="0" y="0"/>
          <a:chExt cx="0" cy="0"/>
        </a:xfrm>
      </p:grpSpPr>
      <p:sp>
        <p:nvSpPr>
          <p:cNvPr id="876" name="Google Shape;876;g3a42a8b53c1_2_10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200">
                <a:solidFill>
                  <a:srgbClr val="FFFF00"/>
                </a:solidFill>
                <a:latin typeface="Times New Roman"/>
                <a:ea typeface="Times New Roman"/>
                <a:cs typeface="Times New Roman"/>
                <a:sym typeface="Times New Roman"/>
              </a:rPr>
              <a:t>2. </a:t>
            </a:r>
            <a:r>
              <a:rPr b="1" lang="en-US" sz="7200">
                <a:solidFill>
                  <a:schemeClr val="lt1"/>
                </a:solidFill>
                <a:latin typeface="Times New Roman"/>
                <a:ea typeface="Times New Roman"/>
                <a:cs typeface="Times New Roman"/>
                <a:sym typeface="Times New Roman"/>
              </a:rPr>
              <a:t>Cũng như nho lành sinh đầy hoa trái, hiền thê sẽ ở trong gia thất của bạn.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0" name="Shape 880"/>
        <p:cNvGrpSpPr/>
        <p:nvPr/>
      </p:nvGrpSpPr>
      <p:grpSpPr>
        <a:xfrm>
          <a:off x="0" y="0"/>
          <a:ext cx="0" cy="0"/>
          <a:chOff x="0" y="0"/>
          <a:chExt cx="0" cy="0"/>
        </a:xfrm>
      </p:grpSpPr>
      <p:sp>
        <p:nvSpPr>
          <p:cNvPr id="881" name="Google Shape;881;g3b224b7d20a_0_4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200">
                <a:solidFill>
                  <a:schemeClr val="lt1"/>
                </a:solidFill>
                <a:latin typeface="Times New Roman"/>
                <a:ea typeface="Times New Roman"/>
                <a:cs typeface="Times New Roman"/>
                <a:sym typeface="Times New Roman"/>
              </a:rPr>
              <a:t>Con cái như những chồi non của chòm ô-liu ở quanh bàn ăn trong cửa nhà bạn.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5" name="Shape 885"/>
        <p:cNvGrpSpPr/>
        <p:nvPr/>
      </p:nvGrpSpPr>
      <p:grpSpPr>
        <a:xfrm>
          <a:off x="0" y="0"/>
          <a:ext cx="0" cy="0"/>
          <a:chOff x="0" y="0"/>
          <a:chExt cx="0" cy="0"/>
        </a:xfrm>
      </p:grpSpPr>
      <p:sp>
        <p:nvSpPr>
          <p:cNvPr id="886" name="Google Shape;886;g3ab13fdb44f_0_27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200">
                <a:solidFill>
                  <a:srgbClr val="FFFF00"/>
                </a:solidFill>
                <a:latin typeface="Times New Roman"/>
                <a:ea typeface="Times New Roman"/>
                <a:cs typeface="Times New Roman"/>
                <a:sym typeface="Times New Roman"/>
              </a:rPr>
              <a:t>ĐK: </a:t>
            </a:r>
            <a:r>
              <a:rPr b="1" lang="en-US" sz="7200">
                <a:solidFill>
                  <a:schemeClr val="lt1"/>
                </a:solidFill>
                <a:latin typeface="Times New Roman"/>
                <a:ea typeface="Times New Roman"/>
                <a:cs typeface="Times New Roman"/>
                <a:sym typeface="Times New Roman"/>
              </a:rPr>
              <a:t>Phúc thay bạn nào tôn sợ Thiên Chúa. Bạn nào ăn ở theo đường lối Ngài.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0" name="Shape 890"/>
        <p:cNvGrpSpPr/>
        <p:nvPr/>
      </p:nvGrpSpPr>
      <p:grpSpPr>
        <a:xfrm>
          <a:off x="0" y="0"/>
          <a:ext cx="0" cy="0"/>
          <a:chOff x="0" y="0"/>
          <a:chExt cx="0" cy="0"/>
        </a:xfrm>
      </p:grpSpPr>
      <p:sp>
        <p:nvSpPr>
          <p:cNvPr id="891" name="Google Shape;891;g3b224b7d20a_0_5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200">
                <a:solidFill>
                  <a:srgbClr val="FFFF00"/>
                </a:solidFill>
                <a:latin typeface="Times New Roman"/>
                <a:ea typeface="Times New Roman"/>
                <a:cs typeface="Times New Roman"/>
                <a:sym typeface="Times New Roman"/>
              </a:rPr>
              <a:t>3. </a:t>
            </a:r>
            <a:r>
              <a:rPr b="1" lang="en-US" sz="7200">
                <a:solidFill>
                  <a:schemeClr val="lt1"/>
                </a:solidFill>
                <a:latin typeface="Times New Roman"/>
                <a:ea typeface="Times New Roman"/>
                <a:cs typeface="Times New Roman"/>
                <a:sym typeface="Times New Roman"/>
              </a:rPr>
              <a:t>Đó là phúc lộc Chúa để dành cho bạn nào luôn thành tâm hằng kính sợ Ngài.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5" name="Shape 895"/>
        <p:cNvGrpSpPr/>
        <p:nvPr/>
      </p:nvGrpSpPr>
      <p:grpSpPr>
        <a:xfrm>
          <a:off x="0" y="0"/>
          <a:ext cx="0" cy="0"/>
          <a:chOff x="0" y="0"/>
          <a:chExt cx="0" cy="0"/>
        </a:xfrm>
      </p:grpSpPr>
      <p:sp>
        <p:nvSpPr>
          <p:cNvPr id="896" name="Google Shape;896;g3b224b7d20a_0_79"/>
          <p:cNvSpPr txBox="1"/>
          <p:nvPr>
            <p:ph idx="1" type="subTitle"/>
          </p:nvPr>
        </p:nvSpPr>
        <p:spPr>
          <a:xfrm>
            <a:off x="0" y="0"/>
            <a:ext cx="9144000" cy="5143500"/>
          </a:xfrm>
          <a:prstGeom prst="rect">
            <a:avLst/>
          </a:prstGeom>
          <a:solidFill>
            <a:srgbClr val="002060"/>
          </a:solidFill>
          <a:ln>
            <a:noFill/>
          </a:ln>
        </p:spPr>
        <p:txBody>
          <a:bodyPr anchorCtr="0" anchor="ctr"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chemeClr val="lt1"/>
                </a:solidFill>
                <a:latin typeface="Times New Roman"/>
                <a:ea typeface="Times New Roman"/>
                <a:cs typeface="Times New Roman"/>
                <a:sym typeface="Times New Roman"/>
              </a:rPr>
              <a:t>Xin Chúa chúc phúc lành cho bạn được nhìn thấy thịnh đạt Si-on trong suốt đời bạn.</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0" name="Shape 900"/>
        <p:cNvGrpSpPr/>
        <p:nvPr/>
      </p:nvGrpSpPr>
      <p:grpSpPr>
        <a:xfrm>
          <a:off x="0" y="0"/>
          <a:ext cx="0" cy="0"/>
          <a:chOff x="0" y="0"/>
          <a:chExt cx="0" cy="0"/>
        </a:xfrm>
      </p:grpSpPr>
      <p:sp>
        <p:nvSpPr>
          <p:cNvPr id="901" name="Google Shape;901;g3ab13fdb44f_0_28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200">
                <a:solidFill>
                  <a:srgbClr val="FFFF00"/>
                </a:solidFill>
                <a:latin typeface="Times New Roman"/>
                <a:ea typeface="Times New Roman"/>
                <a:cs typeface="Times New Roman"/>
                <a:sym typeface="Times New Roman"/>
              </a:rPr>
              <a:t>ĐK: </a:t>
            </a:r>
            <a:r>
              <a:rPr b="1" lang="en-US" sz="7200">
                <a:solidFill>
                  <a:schemeClr val="lt1"/>
                </a:solidFill>
                <a:latin typeface="Times New Roman"/>
                <a:ea typeface="Times New Roman"/>
                <a:cs typeface="Times New Roman"/>
                <a:sym typeface="Times New Roman"/>
              </a:rPr>
              <a:t>Phúc thay bạn nào tôn sợ Thiên Chúa. Bạn nào ăn ở theo đường lối Ngài.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05" name="Shape 905"/>
        <p:cNvGrpSpPr/>
        <p:nvPr/>
      </p:nvGrpSpPr>
      <p:grpSpPr>
        <a:xfrm>
          <a:off x="0" y="0"/>
          <a:ext cx="0" cy="0"/>
          <a:chOff x="0" y="0"/>
          <a:chExt cx="0" cy="0"/>
        </a:xfrm>
      </p:grpSpPr>
      <p:sp>
        <p:nvSpPr>
          <p:cNvPr id="906" name="Google Shape;906;p155"/>
          <p:cNvSpPr/>
          <p:nvPr/>
        </p:nvSpPr>
        <p:spPr>
          <a:xfrm>
            <a:off x="1143" y="0"/>
            <a:ext cx="9141714" cy="51435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907" name="Google Shape;907;p155"/>
          <p:cNvPicPr preferRelativeResize="0"/>
          <p:nvPr/>
        </p:nvPicPr>
        <p:blipFill>
          <a:blip r:embed="rId3">
            <a:alphaModFix/>
          </a:blip>
          <a:stretch>
            <a:fillRect/>
          </a:stretch>
        </p:blipFill>
        <p:spPr>
          <a:xfrm>
            <a:off x="0" y="4465"/>
            <a:ext cx="9144003" cy="5134572"/>
          </a:xfrm>
          <a:prstGeom prst="rect">
            <a:avLst/>
          </a:prstGeom>
          <a:noFill/>
          <a:ln>
            <a:noFill/>
          </a:ln>
        </p:spPr>
      </p:pic>
    </p:spTree>
  </p:cSld>
  <p:clrMapOvr>
    <a:masterClrMapping/>
  </p:clrMapOvr>
</p:sld>
</file>

<file path=ppt/slides/slide1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2" name="Shape 912"/>
        <p:cNvGrpSpPr/>
        <p:nvPr/>
      </p:nvGrpSpPr>
      <p:grpSpPr>
        <a:xfrm>
          <a:off x="0" y="0"/>
          <a:ext cx="0" cy="0"/>
          <a:chOff x="0" y="0"/>
          <a:chExt cx="0" cy="0"/>
        </a:xfrm>
      </p:grpSpPr>
      <p:sp>
        <p:nvSpPr>
          <p:cNvPr id="913" name="Google Shape;913;p156"/>
          <p:cNvSpPr txBox="1"/>
          <p:nvPr>
            <p:ph type="ctrTitle"/>
          </p:nvPr>
        </p:nvSpPr>
        <p:spPr>
          <a:xfrm>
            <a:off x="0" y="584200"/>
            <a:ext cx="9144000" cy="45591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rgbClr val="EE0000"/>
              </a:buClr>
              <a:buSzPts val="8000"/>
              <a:buFont typeface="Times"/>
              <a:buNone/>
            </a:pPr>
            <a:r>
              <a:rPr b="1" i="1" lang="en-US" sz="7000">
                <a:solidFill>
                  <a:srgbClr val="FFFF00"/>
                </a:solidFill>
                <a:latin typeface="Times"/>
                <a:ea typeface="Times"/>
                <a:cs typeface="Times"/>
                <a:sym typeface="Times"/>
              </a:rPr>
              <a:t>All… All…</a:t>
            </a:r>
            <a:r>
              <a:rPr b="1" i="1" lang="en-US" sz="7000">
                <a:solidFill>
                  <a:srgbClr val="EE0000"/>
                </a:solidFill>
                <a:latin typeface="Times"/>
                <a:ea typeface="Times"/>
                <a:cs typeface="Times"/>
                <a:sym typeface="Times"/>
              </a:rPr>
              <a:t> </a:t>
            </a:r>
            <a:br>
              <a:rPr b="1" i="1" lang="en-US" sz="7200">
                <a:solidFill>
                  <a:srgbClr val="EE0000"/>
                </a:solidFill>
                <a:latin typeface="Times"/>
                <a:ea typeface="Times"/>
                <a:cs typeface="Times"/>
                <a:sym typeface="Times"/>
              </a:rPr>
            </a:br>
            <a:r>
              <a:rPr b="1" lang="en-US" sz="7700">
                <a:solidFill>
                  <a:schemeClr val="lt1"/>
                </a:solidFill>
                <a:latin typeface="Times"/>
                <a:ea typeface="Times"/>
                <a:cs typeface="Times"/>
                <a:sym typeface="Times"/>
              </a:rPr>
              <a:t>Nguyện cho bình an của Chúa Ki-tô trong lòng anh em.</a:t>
            </a:r>
            <a:r>
              <a:rPr b="1" lang="en-US" sz="7700">
                <a:solidFill>
                  <a:schemeClr val="lt1"/>
                </a:solidFill>
                <a:latin typeface="Times"/>
                <a:ea typeface="Times"/>
                <a:cs typeface="Times"/>
                <a:sym typeface="Times"/>
              </a:rPr>
              <a:t> </a:t>
            </a:r>
            <a:endParaRPr b="1" i="1" sz="7700">
              <a:solidFill>
                <a:schemeClr val="lt1"/>
              </a:solidFill>
              <a:latin typeface="Times"/>
              <a:ea typeface="Times"/>
              <a:cs typeface="Times"/>
              <a:sym typeface="Times"/>
            </a:endParaRPr>
          </a:p>
        </p:txBody>
      </p:sp>
      <p:sp>
        <p:nvSpPr>
          <p:cNvPr id="914" name="Google Shape;914;p156"/>
          <p:cNvSpPr txBox="1"/>
          <p:nvPr/>
        </p:nvSpPr>
        <p:spPr>
          <a:xfrm>
            <a:off x="0" y="-50800"/>
            <a:ext cx="9144000" cy="635000"/>
          </a:xfrm>
          <a:prstGeom prst="rect">
            <a:avLst/>
          </a:prstGeom>
          <a:solidFill>
            <a:srgbClr val="002060"/>
          </a:solidFill>
          <a:ln>
            <a:noFill/>
          </a:ln>
        </p:spPr>
        <p:txBody>
          <a:bodyPr anchorCtr="0" anchor="ctr" bIns="45700" lIns="91425" spcFirstLastPara="1" rIns="91425" wrap="square" tIns="45700">
            <a:normAutofit/>
          </a:bodyPr>
          <a:lstStyle/>
          <a:p>
            <a:pPr indent="0" lvl="0" marL="0" marR="0" rtl="0" algn="ctr">
              <a:lnSpc>
                <a:spcPct val="100000"/>
              </a:lnSpc>
              <a:spcBef>
                <a:spcPts val="0"/>
              </a:spcBef>
              <a:spcAft>
                <a:spcPts val="0"/>
              </a:spcAft>
              <a:buClr>
                <a:srgbClr val="FF0000"/>
              </a:buClr>
              <a:buSzPts val="3200"/>
              <a:buFont typeface="Times New Roman"/>
              <a:buNone/>
            </a:pPr>
            <a:r>
              <a:rPr b="1" i="0" lang="en-US" sz="3200" u="none" cap="none" strike="noStrike">
                <a:solidFill>
                  <a:schemeClr val="accent2"/>
                </a:solidFill>
                <a:latin typeface="Times New Roman"/>
                <a:ea typeface="Times New Roman"/>
                <a:cs typeface="Times New Roman"/>
                <a:sym typeface="Times New Roman"/>
              </a:rPr>
              <a:t>TUNG HÔ TIN MỪNG</a:t>
            </a:r>
            <a:endParaRPr b="1" i="0" sz="3200" u="none" cap="none" strike="noStrike">
              <a:solidFill>
                <a:schemeClr val="accent2"/>
              </a:solidFill>
              <a:latin typeface="Times New Roman"/>
              <a:ea typeface="Times New Roman"/>
              <a:cs typeface="Times New Roman"/>
              <a:sym typeface="Times New Roman"/>
            </a:endParaRPr>
          </a:p>
        </p:txBody>
      </p:sp>
    </p:spTree>
  </p:cSld>
  <p:clrMapOvr>
    <a:masterClrMapping/>
  </p:clrMapOvr>
</p:sld>
</file>

<file path=ppt/slides/slide1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8" name="Shape 918"/>
        <p:cNvGrpSpPr/>
        <p:nvPr/>
      </p:nvGrpSpPr>
      <p:grpSpPr>
        <a:xfrm>
          <a:off x="0" y="0"/>
          <a:ext cx="0" cy="0"/>
          <a:chOff x="0" y="0"/>
          <a:chExt cx="0" cy="0"/>
        </a:xfrm>
      </p:grpSpPr>
      <p:sp>
        <p:nvSpPr>
          <p:cNvPr id="919" name="Google Shape;919;g3b224b7d20a_0_95"/>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dk1"/>
              </a:buClr>
              <a:buSzPts val="8000"/>
              <a:buFont typeface="Times"/>
              <a:buNone/>
            </a:pPr>
            <a:r>
              <a:rPr b="1" lang="en-US" sz="8000">
                <a:solidFill>
                  <a:schemeClr val="lt1"/>
                </a:solidFill>
                <a:latin typeface="Times"/>
                <a:ea typeface="Times"/>
                <a:cs typeface="Times"/>
                <a:sym typeface="Times"/>
              </a:rPr>
              <a:t>Nguyện cho lời của Ngài cư ngụ dồi dào trong chính anh em.</a:t>
            </a:r>
            <a:br>
              <a:rPr b="1" i="1" lang="en-US" sz="8000">
                <a:latin typeface="Times"/>
                <a:ea typeface="Times"/>
                <a:cs typeface="Times"/>
                <a:sym typeface="Times"/>
              </a:rPr>
            </a:br>
            <a:r>
              <a:rPr b="1" i="1" lang="en-US" sz="8000">
                <a:solidFill>
                  <a:srgbClr val="FFFF00"/>
                </a:solidFill>
                <a:latin typeface="Times"/>
                <a:ea typeface="Times"/>
                <a:cs typeface="Times"/>
                <a:sym typeface="Times"/>
              </a:rPr>
              <a:t>All.. All..</a:t>
            </a:r>
            <a:endParaRPr b="1" sz="8000">
              <a:solidFill>
                <a:srgbClr val="FFFF00"/>
              </a:solidFill>
              <a:latin typeface="Times"/>
              <a:ea typeface="Times"/>
              <a:cs typeface="Times"/>
              <a:sym typeface="Times"/>
            </a:endParaRPr>
          </a:p>
        </p:txBody>
      </p:sp>
    </p:spTree>
  </p:cSld>
  <p:clrMapOvr>
    <a:masterClrMapping/>
  </p:clrMapOvr>
</p:sld>
</file>

<file path=ppt/slides/slide1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3" name="Shape 923"/>
        <p:cNvGrpSpPr/>
        <p:nvPr/>
      </p:nvGrpSpPr>
      <p:grpSpPr>
        <a:xfrm>
          <a:off x="0" y="0"/>
          <a:ext cx="0" cy="0"/>
          <a:chOff x="0" y="0"/>
          <a:chExt cx="0" cy="0"/>
        </a:xfrm>
      </p:grpSpPr>
      <p:pic>
        <p:nvPicPr>
          <p:cNvPr id="924" name="Google Shape;924;p158"/>
          <p:cNvPicPr preferRelativeResize="0"/>
          <p:nvPr/>
        </p:nvPicPr>
        <p:blipFill>
          <a:blip r:embed="rId3">
            <a:alphaModFix/>
          </a:blip>
          <a:stretch>
            <a:fillRect/>
          </a:stretch>
        </p:blipFill>
        <p:spPr>
          <a:xfrm>
            <a:off x="0" y="0"/>
            <a:ext cx="9143997" cy="5134566"/>
          </a:xfrm>
          <a:prstGeom prst="rect">
            <a:avLst/>
          </a:prstGeom>
          <a:noFill/>
          <a:ln>
            <a:noFill/>
          </a:ln>
        </p:spPr>
      </p:pic>
    </p:spTree>
  </p:cSld>
  <p:clrMapOvr>
    <a:masterClrMapping/>
  </p:clrMapOvr>
</p:sld>
</file>

<file path=ppt/slides/slide1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8" name="Shape 928"/>
        <p:cNvGrpSpPr/>
        <p:nvPr/>
      </p:nvGrpSpPr>
      <p:grpSpPr>
        <a:xfrm>
          <a:off x="0" y="0"/>
          <a:ext cx="0" cy="0"/>
          <a:chOff x="0" y="0"/>
          <a:chExt cx="0" cy="0"/>
        </a:xfrm>
      </p:grpSpPr>
      <p:pic>
        <p:nvPicPr>
          <p:cNvPr id="929" name="Google Shape;929;g3ab13fdb44f_0_9"/>
          <p:cNvPicPr preferRelativeResize="0"/>
          <p:nvPr/>
        </p:nvPicPr>
        <p:blipFill>
          <a:blip r:embed="rId3">
            <a:alphaModFix/>
          </a:blip>
          <a:stretch>
            <a:fillRect/>
          </a:stretch>
        </p:blipFill>
        <p:spPr>
          <a:xfrm>
            <a:off x="0" y="0"/>
            <a:ext cx="9144003" cy="5183501"/>
          </a:xfrm>
          <a:prstGeom prst="rect">
            <a:avLst/>
          </a:prstGeom>
          <a:noFill/>
          <a:ln>
            <a:noFill/>
          </a:ln>
        </p:spPr>
      </p:pic>
    </p:spTree>
  </p:cSld>
  <p:clrMapOvr>
    <a:masterClrMapping/>
  </p:clrMapOvr>
</p:sld>
</file>

<file path=ppt/slides/slide1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3" name="Shape 933"/>
        <p:cNvGrpSpPr/>
        <p:nvPr/>
      </p:nvGrpSpPr>
      <p:grpSpPr>
        <a:xfrm>
          <a:off x="0" y="0"/>
          <a:ext cx="0" cy="0"/>
          <a:chOff x="0" y="0"/>
          <a:chExt cx="0" cy="0"/>
        </a:xfrm>
      </p:grpSpPr>
      <p:sp>
        <p:nvSpPr>
          <p:cNvPr id="934" name="Google Shape;934;p159"/>
          <p:cNvSpPr txBox="1"/>
          <p:nvPr>
            <p:ph type="ctrTitle"/>
          </p:nvPr>
        </p:nvSpPr>
        <p:spPr>
          <a:xfrm>
            <a:off x="0" y="514351"/>
            <a:ext cx="9144000" cy="4629148"/>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7200"/>
              <a:buFont typeface="Times"/>
              <a:buNone/>
            </a:pPr>
            <a:r>
              <a:rPr b="1" lang="en-US" sz="7200">
                <a:solidFill>
                  <a:schemeClr val="accent4"/>
                </a:solidFill>
                <a:latin typeface="Times"/>
                <a:ea typeface="Times"/>
                <a:cs typeface="Times"/>
                <a:sym typeface="Times"/>
              </a:rPr>
              <a:t>CT: </a:t>
            </a:r>
            <a:r>
              <a:rPr b="1" lang="en-US" sz="7200">
                <a:solidFill>
                  <a:schemeClr val="lt1"/>
                </a:solidFill>
                <a:latin typeface="Times"/>
                <a:ea typeface="Times"/>
                <a:cs typeface="Times"/>
                <a:sym typeface="Times"/>
              </a:rPr>
              <a:t>Tôi tin kính một Thiên Chúa là Cha toàn năng.</a:t>
            </a:r>
            <a:endParaRPr/>
          </a:p>
        </p:txBody>
      </p:sp>
      <p:sp>
        <p:nvSpPr>
          <p:cNvPr id="935" name="Google Shape;935;p159"/>
          <p:cNvSpPr txBox="1"/>
          <p:nvPr/>
        </p:nvSpPr>
        <p:spPr>
          <a:xfrm>
            <a:off x="0" y="0"/>
            <a:ext cx="9144000" cy="738100"/>
          </a:xfrm>
          <a:prstGeom prst="rect">
            <a:avLst/>
          </a:prstGeom>
          <a:solidFill>
            <a:srgbClr val="00206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accent4"/>
              </a:buClr>
              <a:buSzPts val="3600"/>
              <a:buFont typeface="Times New Roman"/>
              <a:buNone/>
            </a:pPr>
            <a:r>
              <a:rPr b="1" i="0" lang="en-US" sz="3600" u="none" cap="none" strike="noStrike">
                <a:solidFill>
                  <a:schemeClr val="accent4"/>
                </a:solidFill>
                <a:latin typeface="Times New Roman"/>
                <a:ea typeface="Times New Roman"/>
                <a:cs typeface="Times New Roman"/>
                <a:sym typeface="Times New Roman"/>
              </a:rPr>
              <a:t>KINH TIN KÍNH</a:t>
            </a:r>
            <a:endParaRPr b="1" i="0" sz="3600" u="none" cap="none" strike="noStrike">
              <a:solidFill>
                <a:schemeClr val="accent4"/>
              </a:solidFill>
              <a:latin typeface="Times New Roman"/>
              <a:ea typeface="Times New Roman"/>
              <a:cs typeface="Times New Roman"/>
              <a:sym typeface="Times New Roman"/>
            </a:endParaRPr>
          </a:p>
        </p:txBody>
      </p:sp>
    </p:spTree>
  </p:cSld>
  <p:clrMapOvr>
    <a:masterClrMapping/>
  </p:clrMapOvr>
</p:sld>
</file>

<file path=ppt/slides/slide1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9" name="Shape 939"/>
        <p:cNvGrpSpPr/>
        <p:nvPr/>
      </p:nvGrpSpPr>
      <p:grpSpPr>
        <a:xfrm>
          <a:off x="0" y="0"/>
          <a:ext cx="0" cy="0"/>
          <a:chOff x="0" y="0"/>
          <a:chExt cx="0" cy="0"/>
        </a:xfrm>
      </p:grpSpPr>
      <p:sp>
        <p:nvSpPr>
          <p:cNvPr id="940" name="Google Shape;940;p160"/>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Đấng tạo thành trời đất muôn vật hữu hình và vô hình.</a:t>
            </a:r>
            <a:endParaRPr/>
          </a:p>
        </p:txBody>
      </p:sp>
    </p:spTree>
  </p:cSld>
  <p:clrMapOvr>
    <a:masterClrMapping/>
  </p:clrMapOvr>
</p:sld>
</file>

<file path=ppt/slides/slide1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4" name="Shape 944"/>
        <p:cNvGrpSpPr/>
        <p:nvPr/>
      </p:nvGrpSpPr>
      <p:grpSpPr>
        <a:xfrm>
          <a:off x="0" y="0"/>
          <a:ext cx="0" cy="0"/>
          <a:chOff x="0" y="0"/>
          <a:chExt cx="0" cy="0"/>
        </a:xfrm>
      </p:grpSpPr>
      <p:sp>
        <p:nvSpPr>
          <p:cNvPr id="945" name="Google Shape;945;p161"/>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Tôi tin kính một Chúa Giê-su Ki-tô Con Một Thiên Chúa,</a:t>
            </a:r>
            <a:endParaRPr/>
          </a:p>
        </p:txBody>
      </p:sp>
    </p:spTree>
  </p:cSld>
  <p:clrMapOvr>
    <a:masterClrMapping/>
  </p:clrMapOvr>
</p:sld>
</file>

<file path=ppt/slides/slide1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9" name="Shape 949"/>
        <p:cNvGrpSpPr/>
        <p:nvPr/>
      </p:nvGrpSpPr>
      <p:grpSpPr>
        <a:xfrm>
          <a:off x="0" y="0"/>
          <a:ext cx="0" cy="0"/>
          <a:chOff x="0" y="0"/>
          <a:chExt cx="0" cy="0"/>
        </a:xfrm>
      </p:grpSpPr>
      <p:sp>
        <p:nvSpPr>
          <p:cNvPr id="950" name="Google Shape;950;p162"/>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sinh bởi Đức Chúa Cha từ trước muôn đời.</a:t>
            </a:r>
            <a:endParaRPr b="1" sz="7200">
              <a:solidFill>
                <a:schemeClr val="lt1"/>
              </a:solidFill>
              <a:latin typeface="Times"/>
              <a:ea typeface="Times"/>
              <a:cs typeface="Times"/>
              <a:sym typeface="Times"/>
            </a:endParaRPr>
          </a:p>
        </p:txBody>
      </p:sp>
    </p:spTree>
  </p:cSld>
  <p:clrMapOvr>
    <a:masterClrMapping/>
  </p:clrMapOvr>
</p:sld>
</file>

<file path=ppt/slides/slide1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4" name="Shape 954"/>
        <p:cNvGrpSpPr/>
        <p:nvPr/>
      </p:nvGrpSpPr>
      <p:grpSpPr>
        <a:xfrm>
          <a:off x="0" y="0"/>
          <a:ext cx="0" cy="0"/>
          <a:chOff x="0" y="0"/>
          <a:chExt cx="0" cy="0"/>
        </a:xfrm>
      </p:grpSpPr>
      <p:sp>
        <p:nvSpPr>
          <p:cNvPr id="955" name="Google Shape;955;p163"/>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Người là Thiên Chúa bởi Thiên Chúa, Ánh Sáng bởi Ánh Sáng,</a:t>
            </a:r>
            <a:endParaRPr b="1" sz="7200">
              <a:solidFill>
                <a:schemeClr val="lt1"/>
              </a:solidFill>
              <a:latin typeface="Times"/>
              <a:ea typeface="Times"/>
              <a:cs typeface="Times"/>
              <a:sym typeface="Times"/>
            </a:endParaRPr>
          </a:p>
        </p:txBody>
      </p:sp>
    </p:spTree>
  </p:cSld>
  <p:clrMapOvr>
    <a:masterClrMapping/>
  </p:clrMapOvr>
</p:sld>
</file>

<file path=ppt/slides/slide1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9" name="Shape 959"/>
        <p:cNvGrpSpPr/>
        <p:nvPr/>
      </p:nvGrpSpPr>
      <p:grpSpPr>
        <a:xfrm>
          <a:off x="0" y="0"/>
          <a:ext cx="0" cy="0"/>
          <a:chOff x="0" y="0"/>
          <a:chExt cx="0" cy="0"/>
        </a:xfrm>
      </p:grpSpPr>
      <p:sp>
        <p:nvSpPr>
          <p:cNvPr id="960" name="Google Shape;960;p164"/>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Thiên Chúa thật bởi Thiên Chúa Thật Được sinh ra mà không phải được tạo thành, </a:t>
            </a:r>
            <a:endParaRPr b="1" sz="7200">
              <a:solidFill>
                <a:schemeClr val="lt1"/>
              </a:solidFill>
              <a:latin typeface="Times"/>
              <a:ea typeface="Times"/>
              <a:cs typeface="Times"/>
              <a:sym typeface="Times"/>
            </a:endParaRPr>
          </a:p>
        </p:txBody>
      </p:sp>
    </p:spTree>
  </p:cSld>
  <p:clrMapOvr>
    <a:masterClrMapping/>
  </p:clrMapOvr>
</p:sld>
</file>

<file path=ppt/slides/slide1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4" name="Shape 964"/>
        <p:cNvGrpSpPr/>
        <p:nvPr/>
      </p:nvGrpSpPr>
      <p:grpSpPr>
        <a:xfrm>
          <a:off x="0" y="0"/>
          <a:ext cx="0" cy="0"/>
          <a:chOff x="0" y="0"/>
          <a:chExt cx="0" cy="0"/>
        </a:xfrm>
      </p:grpSpPr>
      <p:sp>
        <p:nvSpPr>
          <p:cNvPr id="965" name="Google Shape;965;p165"/>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đồng bản thể với Đức Chúa Cha:nhờ Người mà muôn vật được tạo thành.</a:t>
            </a:r>
            <a:endParaRPr b="1" sz="7200">
              <a:solidFill>
                <a:schemeClr val="lt1"/>
              </a:solidFill>
              <a:latin typeface="Times"/>
              <a:ea typeface="Times"/>
              <a:cs typeface="Times"/>
              <a:sym typeface="Times"/>
            </a:endParaRPr>
          </a:p>
        </p:txBody>
      </p:sp>
    </p:spTree>
  </p:cSld>
  <p:clrMapOvr>
    <a:masterClrMapping/>
  </p:clrMapOvr>
</p:sld>
</file>

<file path=ppt/slides/slide1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9" name="Shape 969"/>
        <p:cNvGrpSpPr/>
        <p:nvPr/>
      </p:nvGrpSpPr>
      <p:grpSpPr>
        <a:xfrm>
          <a:off x="0" y="0"/>
          <a:ext cx="0" cy="0"/>
          <a:chOff x="0" y="0"/>
          <a:chExt cx="0" cy="0"/>
        </a:xfrm>
      </p:grpSpPr>
      <p:sp>
        <p:nvSpPr>
          <p:cNvPr id="970" name="Google Shape;970;p166"/>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Vì loài người chúng ta và để cứu độ chúng ta, Người đã từ trời xuống thế.</a:t>
            </a:r>
            <a:endParaRPr b="1" sz="7200">
              <a:solidFill>
                <a:schemeClr val="lt1"/>
              </a:solidFill>
              <a:latin typeface="Times"/>
              <a:ea typeface="Times"/>
              <a:cs typeface="Times"/>
              <a:sym typeface="Times"/>
            </a:endParaRPr>
          </a:p>
        </p:txBody>
      </p:sp>
    </p:spTree>
  </p:cSld>
  <p:clrMapOvr>
    <a:masterClrMapping/>
  </p:clrMapOvr>
</p:sld>
</file>

<file path=ppt/slides/slide1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4" name="Shape 974"/>
        <p:cNvGrpSpPr/>
        <p:nvPr/>
      </p:nvGrpSpPr>
      <p:grpSpPr>
        <a:xfrm>
          <a:off x="0" y="0"/>
          <a:ext cx="0" cy="0"/>
          <a:chOff x="0" y="0"/>
          <a:chExt cx="0" cy="0"/>
        </a:xfrm>
      </p:grpSpPr>
      <p:sp>
        <p:nvSpPr>
          <p:cNvPr id="975" name="Google Shape;975;p167"/>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6800">
                <a:solidFill>
                  <a:schemeClr val="lt1"/>
                </a:solidFill>
                <a:latin typeface="Times"/>
                <a:ea typeface="Times"/>
                <a:cs typeface="Times"/>
                <a:sym typeface="Times"/>
              </a:rPr>
              <a:t>Bởi phép Đức Chúa Thánh Thần Người đã nhập thể trong long Trinh Nữ Maria, và đã làm người.</a:t>
            </a:r>
            <a:endParaRPr b="1" sz="6800">
              <a:solidFill>
                <a:schemeClr val="lt1"/>
              </a:solidFill>
              <a:latin typeface="Times"/>
              <a:ea typeface="Times"/>
              <a:cs typeface="Times"/>
              <a:sym typeface="Times"/>
            </a:endParaRPr>
          </a:p>
        </p:txBody>
      </p:sp>
    </p:spTree>
  </p:cSld>
  <p:clrMapOvr>
    <a:masterClrMapping/>
  </p:clrMapOvr>
</p:sld>
</file>

<file path=ppt/slides/slide1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9" name="Shape 979"/>
        <p:cNvGrpSpPr/>
        <p:nvPr/>
      </p:nvGrpSpPr>
      <p:grpSpPr>
        <a:xfrm>
          <a:off x="0" y="0"/>
          <a:ext cx="0" cy="0"/>
          <a:chOff x="0" y="0"/>
          <a:chExt cx="0" cy="0"/>
        </a:xfrm>
      </p:grpSpPr>
      <p:sp>
        <p:nvSpPr>
          <p:cNvPr id="980" name="Google Shape;980;p168"/>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Người chịu đóng đinh vào thập giá vì chúng ta, Thời quan Phong-xi-ô Phi-la-tô; </a:t>
            </a:r>
            <a:endParaRPr b="1" sz="7200">
              <a:solidFill>
                <a:schemeClr val="lt1"/>
              </a:solidFill>
              <a:latin typeface="Times"/>
              <a:ea typeface="Times"/>
              <a:cs typeface="Times"/>
              <a:sym typeface="Times"/>
            </a:endParaRPr>
          </a:p>
        </p:txBody>
      </p:sp>
    </p:spTree>
  </p:cSld>
  <p:clrMapOvr>
    <a:masterClrMapping/>
  </p:clrMapOvr>
</p:sld>
</file>

<file path=ppt/slides/slide1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4" name="Shape 984"/>
        <p:cNvGrpSpPr/>
        <p:nvPr/>
      </p:nvGrpSpPr>
      <p:grpSpPr>
        <a:xfrm>
          <a:off x="0" y="0"/>
          <a:ext cx="0" cy="0"/>
          <a:chOff x="0" y="0"/>
          <a:chExt cx="0" cy="0"/>
        </a:xfrm>
      </p:grpSpPr>
      <p:sp>
        <p:nvSpPr>
          <p:cNvPr id="985" name="Google Shape;985;p169"/>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Người chịu khổ hình và mai táng, ngày thứ ba Người sống lại như lời Thánh Kinh.</a:t>
            </a:r>
            <a:endParaRPr b="1" sz="7200">
              <a:solidFill>
                <a:schemeClr val="lt1"/>
              </a:solidFill>
              <a:latin typeface="Times"/>
              <a:ea typeface="Times"/>
              <a:cs typeface="Times"/>
              <a:sym typeface="Times"/>
            </a:endParaRPr>
          </a:p>
        </p:txBody>
      </p:sp>
    </p:spTree>
  </p:cSld>
  <p:clrMapOvr>
    <a:masterClrMapping/>
  </p:clrMapOvr>
</p:sld>
</file>

<file path=ppt/slides/slide1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9" name="Shape 989"/>
        <p:cNvGrpSpPr/>
        <p:nvPr/>
      </p:nvGrpSpPr>
      <p:grpSpPr>
        <a:xfrm>
          <a:off x="0" y="0"/>
          <a:ext cx="0" cy="0"/>
          <a:chOff x="0" y="0"/>
          <a:chExt cx="0" cy="0"/>
        </a:xfrm>
      </p:grpSpPr>
      <p:sp>
        <p:nvSpPr>
          <p:cNvPr id="990" name="Google Shape;990;p170"/>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a:ea typeface="Times"/>
                <a:cs typeface="Times"/>
                <a:sym typeface="Times"/>
              </a:rPr>
              <a:t>Người lên trời, ngự bên hữu Đức Chúa Cha, và Người sẽ lại đến trong vinh quang</a:t>
            </a:r>
            <a:endParaRPr b="1" sz="7000">
              <a:solidFill>
                <a:schemeClr val="lt1"/>
              </a:solidFill>
              <a:latin typeface="Times"/>
              <a:ea typeface="Times"/>
              <a:cs typeface="Times"/>
              <a:sym typeface="Times"/>
            </a:endParaRPr>
          </a:p>
        </p:txBody>
      </p:sp>
    </p:spTree>
  </p:cSld>
  <p:clrMapOvr>
    <a:masterClrMapping/>
  </p:clrMapOvr>
</p:sld>
</file>

<file path=ppt/slides/slide1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4" name="Shape 994"/>
        <p:cNvGrpSpPr/>
        <p:nvPr/>
      </p:nvGrpSpPr>
      <p:grpSpPr>
        <a:xfrm>
          <a:off x="0" y="0"/>
          <a:ext cx="0" cy="0"/>
          <a:chOff x="0" y="0"/>
          <a:chExt cx="0" cy="0"/>
        </a:xfrm>
      </p:grpSpPr>
      <p:sp>
        <p:nvSpPr>
          <p:cNvPr id="995" name="Google Shape;995;p171"/>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để phán xét kẻ sống và kẻ chết, Nước Người sẽ không bao giờ cùng.</a:t>
            </a:r>
            <a:endParaRPr b="1" sz="7200">
              <a:solidFill>
                <a:schemeClr val="lt1"/>
              </a:solidFill>
              <a:latin typeface="Times"/>
              <a:ea typeface="Times"/>
              <a:cs typeface="Times"/>
              <a:sym typeface="Times"/>
            </a:endParaRPr>
          </a:p>
        </p:txBody>
      </p:sp>
    </p:spTree>
  </p:cSld>
  <p:clrMapOvr>
    <a:masterClrMapping/>
  </p:clrMapOvr>
</p:sld>
</file>

<file path=ppt/slides/slide1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9" name="Shape 999"/>
        <p:cNvGrpSpPr/>
        <p:nvPr/>
      </p:nvGrpSpPr>
      <p:grpSpPr>
        <a:xfrm>
          <a:off x="0" y="0"/>
          <a:ext cx="0" cy="0"/>
          <a:chOff x="0" y="0"/>
          <a:chExt cx="0" cy="0"/>
        </a:xfrm>
      </p:grpSpPr>
      <p:sp>
        <p:nvSpPr>
          <p:cNvPr id="1000" name="Google Shape;1000;p172"/>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Tôi tinh kính Đức Chúa Thánh Thần là Thiên Chúa, và là Đấng ban sự sống,</a:t>
            </a:r>
            <a:endParaRPr b="1" sz="7200">
              <a:solidFill>
                <a:schemeClr val="lt1"/>
              </a:solidFill>
              <a:latin typeface="Times"/>
              <a:ea typeface="Times"/>
              <a:cs typeface="Times"/>
              <a:sym typeface="Times"/>
            </a:endParaRPr>
          </a:p>
        </p:txBody>
      </p:sp>
    </p:spTree>
  </p:cSld>
  <p:clrMapOvr>
    <a:masterClrMapping/>
  </p:clrMapOvr>
</p:sld>
</file>

<file path=ppt/slides/slide1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4" name="Shape 1004"/>
        <p:cNvGrpSpPr/>
        <p:nvPr/>
      </p:nvGrpSpPr>
      <p:grpSpPr>
        <a:xfrm>
          <a:off x="0" y="0"/>
          <a:ext cx="0" cy="0"/>
          <a:chOff x="0" y="0"/>
          <a:chExt cx="0" cy="0"/>
        </a:xfrm>
      </p:grpSpPr>
      <p:sp>
        <p:nvSpPr>
          <p:cNvPr id="1005" name="Google Shape;1005;p173"/>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Người bởi Đức Chúa Cha và Đức Chúa Con mà ra.</a:t>
            </a:r>
            <a:endParaRPr b="1" sz="7200">
              <a:solidFill>
                <a:schemeClr val="lt1"/>
              </a:solidFill>
              <a:latin typeface="Times"/>
              <a:ea typeface="Times"/>
              <a:cs typeface="Times"/>
              <a:sym typeface="Times"/>
            </a:endParaRPr>
          </a:p>
        </p:txBody>
      </p:sp>
    </p:spTree>
  </p:cSld>
  <p:clrMapOvr>
    <a:masterClrMapping/>
  </p:clrMapOvr>
</p:sld>
</file>

<file path=ppt/slides/slide1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9" name="Shape 1009"/>
        <p:cNvGrpSpPr/>
        <p:nvPr/>
      </p:nvGrpSpPr>
      <p:grpSpPr>
        <a:xfrm>
          <a:off x="0" y="0"/>
          <a:ext cx="0" cy="0"/>
          <a:chOff x="0" y="0"/>
          <a:chExt cx="0" cy="0"/>
        </a:xfrm>
      </p:grpSpPr>
      <p:sp>
        <p:nvSpPr>
          <p:cNvPr id="1010" name="Google Shape;1010;p174"/>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Người được phụng thờ và tôn vinh cùng với Đức Chúa Cha và Đức Chúa Con.</a:t>
            </a:r>
            <a:endParaRPr b="1" sz="7200">
              <a:solidFill>
                <a:schemeClr val="lt1"/>
              </a:solidFill>
              <a:latin typeface="Times"/>
              <a:ea typeface="Times"/>
              <a:cs typeface="Times"/>
              <a:sym typeface="Times"/>
            </a:endParaRPr>
          </a:p>
        </p:txBody>
      </p:sp>
    </p:spTree>
  </p:cSld>
  <p:clrMapOvr>
    <a:masterClrMapping/>
  </p:clrMapOvr>
</p:sld>
</file>

<file path=ppt/slides/slide1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4" name="Shape 1014"/>
        <p:cNvGrpSpPr/>
        <p:nvPr/>
      </p:nvGrpSpPr>
      <p:grpSpPr>
        <a:xfrm>
          <a:off x="0" y="0"/>
          <a:ext cx="0" cy="0"/>
          <a:chOff x="0" y="0"/>
          <a:chExt cx="0" cy="0"/>
        </a:xfrm>
      </p:grpSpPr>
      <p:sp>
        <p:nvSpPr>
          <p:cNvPr id="1015" name="Google Shape;1015;p175"/>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Người đã dùng các Tiên tri mà phán dạy.</a:t>
            </a:r>
            <a:endParaRPr b="1" sz="7200">
              <a:solidFill>
                <a:schemeClr val="lt1"/>
              </a:solidFill>
              <a:latin typeface="Times"/>
              <a:ea typeface="Times"/>
              <a:cs typeface="Times"/>
              <a:sym typeface="Times"/>
            </a:endParaRPr>
          </a:p>
        </p:txBody>
      </p:sp>
    </p:spTree>
  </p:cSld>
  <p:clrMapOvr>
    <a:masterClrMapping/>
  </p:clrMapOvr>
</p:sld>
</file>

<file path=ppt/slides/slide1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9" name="Shape 1019"/>
        <p:cNvGrpSpPr/>
        <p:nvPr/>
      </p:nvGrpSpPr>
      <p:grpSpPr>
        <a:xfrm>
          <a:off x="0" y="0"/>
          <a:ext cx="0" cy="0"/>
          <a:chOff x="0" y="0"/>
          <a:chExt cx="0" cy="0"/>
        </a:xfrm>
      </p:grpSpPr>
      <p:sp>
        <p:nvSpPr>
          <p:cNvPr id="1020" name="Google Shape;1020;p176"/>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Tôi tin Hội Thánh duy nhất, thánh thiện, công giáo và tông truyền.</a:t>
            </a:r>
            <a:endParaRPr b="1" sz="7200">
              <a:solidFill>
                <a:schemeClr val="lt1"/>
              </a:solidFill>
              <a:latin typeface="Times"/>
              <a:ea typeface="Times"/>
              <a:cs typeface="Times"/>
              <a:sym typeface="Times"/>
            </a:endParaRPr>
          </a:p>
        </p:txBody>
      </p:sp>
    </p:spTree>
  </p:cSld>
  <p:clrMapOvr>
    <a:masterClrMapping/>
  </p:clrMapOvr>
</p:sld>
</file>

<file path=ppt/slides/slide1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4" name="Shape 1024"/>
        <p:cNvGrpSpPr/>
        <p:nvPr/>
      </p:nvGrpSpPr>
      <p:grpSpPr>
        <a:xfrm>
          <a:off x="0" y="0"/>
          <a:ext cx="0" cy="0"/>
          <a:chOff x="0" y="0"/>
          <a:chExt cx="0" cy="0"/>
        </a:xfrm>
      </p:grpSpPr>
      <p:sp>
        <p:nvSpPr>
          <p:cNvPr id="1025" name="Google Shape;1025;p177"/>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Tôi tuyên xưng có một Phép Rửa để tha tội.</a:t>
            </a:r>
            <a:endParaRPr b="1" sz="7200">
              <a:solidFill>
                <a:schemeClr val="lt1"/>
              </a:solidFill>
              <a:latin typeface="Times"/>
              <a:ea typeface="Times"/>
              <a:cs typeface="Times"/>
              <a:sym typeface="Times"/>
            </a:endParaRPr>
          </a:p>
        </p:txBody>
      </p:sp>
    </p:spTree>
  </p:cSld>
  <p:clrMapOvr>
    <a:masterClrMapping/>
  </p:clrMapOvr>
</p:sld>
</file>

<file path=ppt/slides/slide1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9" name="Shape 1029"/>
        <p:cNvGrpSpPr/>
        <p:nvPr/>
      </p:nvGrpSpPr>
      <p:grpSpPr>
        <a:xfrm>
          <a:off x="0" y="0"/>
          <a:ext cx="0" cy="0"/>
          <a:chOff x="0" y="0"/>
          <a:chExt cx="0" cy="0"/>
        </a:xfrm>
      </p:grpSpPr>
      <p:sp>
        <p:nvSpPr>
          <p:cNvPr id="1030" name="Google Shape;1030;p178"/>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Tôi trông đợi kẻ chết sống lại và sự sống đời sau. Amen.</a:t>
            </a:r>
            <a:endParaRPr b="1" sz="7200">
              <a:solidFill>
                <a:schemeClr val="lt1"/>
              </a:solidFill>
              <a:latin typeface="Times"/>
              <a:ea typeface="Times"/>
              <a:cs typeface="Times"/>
              <a:sym typeface="Times"/>
            </a:endParaRPr>
          </a:p>
        </p:txBody>
      </p:sp>
    </p:spTree>
  </p:cSld>
  <p:clrMapOvr>
    <a:masterClrMapping/>
  </p:clrMapOvr>
</p:sld>
</file>

<file path=ppt/slides/slide1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4" name="Shape 1034"/>
        <p:cNvGrpSpPr/>
        <p:nvPr/>
      </p:nvGrpSpPr>
      <p:grpSpPr>
        <a:xfrm>
          <a:off x="0" y="0"/>
          <a:ext cx="0" cy="0"/>
          <a:chOff x="0" y="0"/>
          <a:chExt cx="0" cy="0"/>
        </a:xfrm>
      </p:grpSpPr>
      <p:pic>
        <p:nvPicPr>
          <p:cNvPr id="1035" name="Google Shape;1035;g3ab13fdb44f_0_13"/>
          <p:cNvPicPr preferRelativeResize="0"/>
          <p:nvPr/>
        </p:nvPicPr>
        <p:blipFill>
          <a:blip r:embed="rId3">
            <a:alphaModFix/>
          </a:blip>
          <a:stretch>
            <a:fillRect/>
          </a:stretch>
        </p:blipFill>
        <p:spPr>
          <a:xfrm>
            <a:off x="0" y="0"/>
            <a:ext cx="9144003" cy="5183501"/>
          </a:xfrm>
          <a:prstGeom prst="rect">
            <a:avLst/>
          </a:prstGeom>
          <a:noFill/>
          <a:ln>
            <a:noFill/>
          </a:ln>
        </p:spPr>
      </p:pic>
    </p:spTree>
  </p:cSld>
  <p:clrMapOvr>
    <a:masterClrMapping/>
  </p:clrMapOvr>
</p:sld>
</file>

<file path=ppt/slides/slide1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9" name="Shape 1039"/>
        <p:cNvGrpSpPr/>
        <p:nvPr/>
      </p:nvGrpSpPr>
      <p:grpSpPr>
        <a:xfrm>
          <a:off x="0" y="0"/>
          <a:ext cx="0" cy="0"/>
          <a:chOff x="0" y="0"/>
          <a:chExt cx="0" cy="0"/>
        </a:xfrm>
      </p:grpSpPr>
      <p:sp>
        <p:nvSpPr>
          <p:cNvPr id="1040" name="Google Shape;1040;g3a42a8b53c1_2_195"/>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DÂNG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TÌNH YÊU MẾN</a:t>
            </a:r>
            <a:br>
              <a:rPr b="1" i="0" lang="en-US" sz="4700">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(Cao Huy Hoàng)</a:t>
            </a:r>
            <a:endParaRPr b="1" sz="4700">
              <a:solidFill>
                <a:schemeClr val="accent4"/>
              </a:solidFill>
              <a:latin typeface="Times New Roman"/>
              <a:ea typeface="Times New Roman"/>
              <a:cs typeface="Times New Roman"/>
              <a:sym typeface="Times New Roman"/>
            </a:endParaRPr>
          </a:p>
        </p:txBody>
      </p:sp>
    </p:spTree>
  </p:cSld>
  <p:clrMapOvr>
    <a:masterClrMapping/>
  </p:clrMapOvr>
</p:sld>
</file>

<file path=ppt/slides/slide1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4" name="Shape 1044"/>
        <p:cNvGrpSpPr/>
        <p:nvPr/>
      </p:nvGrpSpPr>
      <p:grpSpPr>
        <a:xfrm>
          <a:off x="0" y="0"/>
          <a:ext cx="0" cy="0"/>
          <a:chOff x="0" y="0"/>
          <a:chExt cx="0" cy="0"/>
        </a:xfrm>
      </p:grpSpPr>
      <p:sp>
        <p:nvSpPr>
          <p:cNvPr id="1045" name="Google Shape;1045;g3a42a8b53c1_2_199"/>
          <p:cNvSpPr txBox="1"/>
          <p:nvPr>
            <p:ph idx="1" type="subTitle"/>
          </p:nvPr>
        </p:nvSpPr>
        <p:spPr>
          <a:xfrm>
            <a:off x="0" y="0"/>
            <a:ext cx="9144000" cy="5143500"/>
          </a:xfrm>
          <a:prstGeom prst="rect">
            <a:avLst/>
          </a:prstGeom>
          <a:solidFill>
            <a:srgbClr val="002060"/>
          </a:solidFill>
          <a:ln>
            <a:noFill/>
          </a:ln>
        </p:spPr>
        <p:txBody>
          <a:bodyPr anchorCtr="0" anchor="ctr"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1. </a:t>
            </a:r>
            <a:r>
              <a:rPr b="1" lang="en-US" sz="8000">
                <a:solidFill>
                  <a:schemeClr val="lt1"/>
                </a:solidFill>
                <a:latin typeface="Times New Roman"/>
                <a:ea typeface="Times New Roman"/>
                <a:cs typeface="Times New Roman"/>
                <a:sym typeface="Times New Roman"/>
              </a:rPr>
              <a:t>Cuộc đời này con có gì mà dâng Chúa đâu.</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9" name="Shape 1049"/>
        <p:cNvGrpSpPr/>
        <p:nvPr/>
      </p:nvGrpSpPr>
      <p:grpSpPr>
        <a:xfrm>
          <a:off x="0" y="0"/>
          <a:ext cx="0" cy="0"/>
          <a:chOff x="0" y="0"/>
          <a:chExt cx="0" cy="0"/>
        </a:xfrm>
      </p:grpSpPr>
      <p:sp>
        <p:nvSpPr>
          <p:cNvPr id="1050" name="Google Shape;1050;g3a42a8b53c1_2_205"/>
          <p:cNvSpPr txBox="1"/>
          <p:nvPr>
            <p:ph idx="1" type="subTitle"/>
          </p:nvPr>
        </p:nvSpPr>
        <p:spPr>
          <a:xfrm>
            <a:off x="0" y="0"/>
            <a:ext cx="9144000" cy="5143500"/>
          </a:xfrm>
          <a:prstGeom prst="rect">
            <a:avLst/>
          </a:prstGeom>
          <a:solidFill>
            <a:srgbClr val="002060"/>
          </a:solidFill>
          <a:ln>
            <a:noFill/>
          </a:ln>
        </p:spPr>
        <p:txBody>
          <a:bodyPr anchorCtr="0" anchor="ctr"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Những luống cày sâu trời tối mau cha chưa kịp về;</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4" name="Shape 1054"/>
        <p:cNvGrpSpPr/>
        <p:nvPr/>
      </p:nvGrpSpPr>
      <p:grpSpPr>
        <a:xfrm>
          <a:off x="0" y="0"/>
          <a:ext cx="0" cy="0"/>
          <a:chOff x="0" y="0"/>
          <a:chExt cx="0" cy="0"/>
        </a:xfrm>
      </p:grpSpPr>
      <p:sp>
        <p:nvSpPr>
          <p:cNvPr id="1055" name="Google Shape;1055;p135"/>
          <p:cNvSpPr txBox="1"/>
          <p:nvPr>
            <p:ph idx="1" type="subTitle"/>
          </p:nvPr>
        </p:nvSpPr>
        <p:spPr>
          <a:xfrm>
            <a:off x="0" y="0"/>
            <a:ext cx="9144000" cy="5143500"/>
          </a:xfrm>
          <a:prstGeom prst="rect">
            <a:avLst/>
          </a:prstGeom>
          <a:solidFill>
            <a:srgbClr val="002060"/>
          </a:solidFill>
          <a:ln>
            <a:noFill/>
          </a:ln>
        </p:spPr>
        <p:txBody>
          <a:bodyPr anchorCtr="0" anchor="ctr"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Mẹ bận rộn từng ngày lo no cơm ấm áo;</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9" name="Shape 1059"/>
        <p:cNvGrpSpPr/>
        <p:nvPr/>
      </p:nvGrpSpPr>
      <p:grpSpPr>
        <a:xfrm>
          <a:off x="0" y="0"/>
          <a:ext cx="0" cy="0"/>
          <a:chOff x="0" y="0"/>
          <a:chExt cx="0" cy="0"/>
        </a:xfrm>
      </p:grpSpPr>
      <p:sp>
        <p:nvSpPr>
          <p:cNvPr id="1060" name="Google Shape;1060;g3b224b7d20a_0_105"/>
          <p:cNvSpPr txBox="1"/>
          <p:nvPr>
            <p:ph idx="1" type="subTitle"/>
          </p:nvPr>
        </p:nvSpPr>
        <p:spPr>
          <a:xfrm>
            <a:off x="0" y="0"/>
            <a:ext cx="9144000" cy="5143500"/>
          </a:xfrm>
          <a:prstGeom prst="rect">
            <a:avLst/>
          </a:prstGeom>
          <a:solidFill>
            <a:srgbClr val="002060"/>
          </a:solidFill>
          <a:ln>
            <a:noFill/>
          </a:ln>
        </p:spPr>
        <p:txBody>
          <a:bodyPr anchorCtr="0" anchor="ctr"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Có chi đâu Ngài ơi có chi dâng Ngài.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4" name="Shape 1064"/>
        <p:cNvGrpSpPr/>
        <p:nvPr/>
      </p:nvGrpSpPr>
      <p:grpSpPr>
        <a:xfrm>
          <a:off x="0" y="0"/>
          <a:ext cx="0" cy="0"/>
          <a:chOff x="0" y="0"/>
          <a:chExt cx="0" cy="0"/>
        </a:xfrm>
      </p:grpSpPr>
      <p:sp>
        <p:nvSpPr>
          <p:cNvPr id="1065" name="Google Shape;1065;g3a42a8b53c1_2_210"/>
          <p:cNvSpPr txBox="1"/>
          <p:nvPr>
            <p:ph idx="1" type="subTitle"/>
          </p:nvPr>
        </p:nvSpPr>
        <p:spPr>
          <a:xfrm>
            <a:off x="0" y="0"/>
            <a:ext cx="9144000" cy="5143500"/>
          </a:xfrm>
          <a:prstGeom prst="rect">
            <a:avLst/>
          </a:prstGeom>
          <a:solidFill>
            <a:srgbClr val="002060"/>
          </a:solidFill>
          <a:ln>
            <a:noFill/>
          </a:ln>
        </p:spPr>
        <p:txBody>
          <a:bodyPr anchorCtr="0" anchor="ctr"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Con xin tiến dâng lên tình yêu mến,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9" name="Shape 1069"/>
        <p:cNvGrpSpPr/>
        <p:nvPr/>
      </p:nvGrpSpPr>
      <p:grpSpPr>
        <a:xfrm>
          <a:off x="0" y="0"/>
          <a:ext cx="0" cy="0"/>
          <a:chOff x="0" y="0"/>
          <a:chExt cx="0" cy="0"/>
        </a:xfrm>
      </p:grpSpPr>
      <p:sp>
        <p:nvSpPr>
          <p:cNvPr id="1070" name="Google Shape;1070;g3b224b7d20a_0_112"/>
          <p:cNvSpPr txBox="1"/>
          <p:nvPr>
            <p:ph idx="1" type="subTitle"/>
          </p:nvPr>
        </p:nvSpPr>
        <p:spPr>
          <a:xfrm>
            <a:off x="0" y="0"/>
            <a:ext cx="9144000" cy="5143500"/>
          </a:xfrm>
          <a:prstGeom prst="rect">
            <a:avLst/>
          </a:prstGeom>
          <a:solidFill>
            <a:srgbClr val="002060"/>
          </a:solidFill>
          <a:ln>
            <a:noFill/>
          </a:ln>
        </p:spPr>
        <p:txBody>
          <a:bodyPr anchorCtr="0" anchor="ctr"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nhờ những hy sinh được êm ấm gia đình.</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4" name="Shape 1074"/>
        <p:cNvGrpSpPr/>
        <p:nvPr/>
      </p:nvGrpSpPr>
      <p:grpSpPr>
        <a:xfrm>
          <a:off x="0" y="0"/>
          <a:ext cx="0" cy="0"/>
          <a:chOff x="0" y="0"/>
          <a:chExt cx="0" cy="0"/>
        </a:xfrm>
      </p:grpSpPr>
      <p:sp>
        <p:nvSpPr>
          <p:cNvPr id="1075" name="Google Shape;1075;g3a42a8b53c1_2_215"/>
          <p:cNvSpPr txBox="1"/>
          <p:nvPr>
            <p:ph idx="1" type="subTitle"/>
          </p:nvPr>
        </p:nvSpPr>
        <p:spPr>
          <a:xfrm>
            <a:off x="0" y="0"/>
            <a:ext cx="9144000" cy="5143500"/>
          </a:xfrm>
          <a:prstGeom prst="rect">
            <a:avLst/>
          </a:prstGeom>
          <a:solidFill>
            <a:srgbClr val="002060"/>
          </a:solidFill>
          <a:ln>
            <a:noFill/>
          </a:ln>
        </p:spPr>
        <p:txBody>
          <a:bodyPr anchorCtr="0" anchor="ctr"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Con xin tiến dâng lên tình yêu mến,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9" name="Shape 1079"/>
        <p:cNvGrpSpPr/>
        <p:nvPr/>
      </p:nvGrpSpPr>
      <p:grpSpPr>
        <a:xfrm>
          <a:off x="0" y="0"/>
          <a:ext cx="0" cy="0"/>
          <a:chOff x="0" y="0"/>
          <a:chExt cx="0" cy="0"/>
        </a:xfrm>
      </p:grpSpPr>
      <p:sp>
        <p:nvSpPr>
          <p:cNvPr id="1080" name="Google Shape;1080;g3b224b7d20a_0_116"/>
          <p:cNvSpPr txBox="1"/>
          <p:nvPr>
            <p:ph idx="1" type="subTitle"/>
          </p:nvPr>
        </p:nvSpPr>
        <p:spPr>
          <a:xfrm>
            <a:off x="0" y="0"/>
            <a:ext cx="9144000" cy="5143500"/>
          </a:xfrm>
          <a:prstGeom prst="rect">
            <a:avLst/>
          </a:prstGeom>
          <a:solidFill>
            <a:srgbClr val="002060"/>
          </a:solidFill>
          <a:ln>
            <a:noFill/>
          </a:ln>
        </p:spPr>
        <p:txBody>
          <a:bodyPr anchorCtr="0" anchor="ctr"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nguyện Chúa đoái thương gia đình con được bình yên.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4" name="Shape 1084"/>
        <p:cNvGrpSpPr/>
        <p:nvPr/>
      </p:nvGrpSpPr>
      <p:grpSpPr>
        <a:xfrm>
          <a:off x="0" y="0"/>
          <a:ext cx="0" cy="0"/>
          <a:chOff x="0" y="0"/>
          <a:chExt cx="0" cy="0"/>
        </a:xfrm>
      </p:grpSpPr>
      <p:sp>
        <p:nvSpPr>
          <p:cNvPr id="1085" name="Google Shape;1085;g3a42a8b53c1_2_224"/>
          <p:cNvSpPr txBox="1"/>
          <p:nvPr>
            <p:ph idx="1" type="subTitle"/>
          </p:nvPr>
        </p:nvSpPr>
        <p:spPr>
          <a:xfrm>
            <a:off x="0" y="0"/>
            <a:ext cx="9144000" cy="5143500"/>
          </a:xfrm>
          <a:prstGeom prst="rect">
            <a:avLst/>
          </a:prstGeom>
          <a:solidFill>
            <a:srgbClr val="002060"/>
          </a:solidFill>
          <a:ln>
            <a:noFill/>
          </a:ln>
        </p:spPr>
        <p:txBody>
          <a:bodyPr anchorCtr="0" anchor="ctr"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2. </a:t>
            </a:r>
            <a:r>
              <a:rPr b="1" lang="en-US" sz="8000">
                <a:solidFill>
                  <a:schemeClr val="lt1"/>
                </a:solidFill>
                <a:latin typeface="Times New Roman"/>
                <a:ea typeface="Times New Roman"/>
                <a:cs typeface="Times New Roman"/>
                <a:sym typeface="Times New Roman"/>
              </a:rPr>
              <a:t>Đời tuyệt vời luôn thắm nồng tình yêu thiết tha.</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9" name="Shape 1089"/>
        <p:cNvGrpSpPr/>
        <p:nvPr/>
      </p:nvGrpSpPr>
      <p:grpSpPr>
        <a:xfrm>
          <a:off x="0" y="0"/>
          <a:ext cx="0" cy="0"/>
          <a:chOff x="0" y="0"/>
          <a:chExt cx="0" cy="0"/>
        </a:xfrm>
      </p:grpSpPr>
      <p:sp>
        <p:nvSpPr>
          <p:cNvPr id="1090" name="Google Shape;1090;g3a42a8b53c1_2_228"/>
          <p:cNvSpPr txBox="1"/>
          <p:nvPr>
            <p:ph idx="1" type="subTitle"/>
          </p:nvPr>
        </p:nvSpPr>
        <p:spPr>
          <a:xfrm>
            <a:off x="0" y="0"/>
            <a:ext cx="9144000" cy="5143500"/>
          </a:xfrm>
          <a:prstGeom prst="rect">
            <a:avLst/>
          </a:prstGeom>
          <a:solidFill>
            <a:srgbClr val="002060"/>
          </a:solidFill>
          <a:ln>
            <a:noFill/>
          </a:ln>
        </p:spPr>
        <p:txBody>
          <a:bodyPr anchorCtr="0" anchor="ctr"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Gương sáng mẹ cha ngày tháng qua luôn luôn hiền hoà;</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4" name="Shape 1094"/>
        <p:cNvGrpSpPr/>
        <p:nvPr/>
      </p:nvGrpSpPr>
      <p:grpSpPr>
        <a:xfrm>
          <a:off x="0" y="0"/>
          <a:ext cx="0" cy="0"/>
          <a:chOff x="0" y="0"/>
          <a:chExt cx="0" cy="0"/>
        </a:xfrm>
      </p:grpSpPr>
      <p:sp>
        <p:nvSpPr>
          <p:cNvPr id="1095" name="Google Shape;1095;p137"/>
          <p:cNvSpPr txBox="1"/>
          <p:nvPr>
            <p:ph idx="1" type="subTitle"/>
          </p:nvPr>
        </p:nvSpPr>
        <p:spPr>
          <a:xfrm>
            <a:off x="0" y="0"/>
            <a:ext cx="9144000" cy="5143500"/>
          </a:xfrm>
          <a:prstGeom prst="rect">
            <a:avLst/>
          </a:prstGeom>
          <a:solidFill>
            <a:srgbClr val="002060"/>
          </a:solidFill>
          <a:ln>
            <a:noFill/>
          </a:ln>
        </p:spPr>
        <p:txBody>
          <a:bodyPr anchorCtr="0" anchor="ctr"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Mẹ dặn dò đừng buồn nhau không vui mái ấm.</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9" name="Shape 1099"/>
        <p:cNvGrpSpPr/>
        <p:nvPr/>
      </p:nvGrpSpPr>
      <p:grpSpPr>
        <a:xfrm>
          <a:off x="0" y="0"/>
          <a:ext cx="0" cy="0"/>
          <a:chOff x="0" y="0"/>
          <a:chExt cx="0" cy="0"/>
        </a:xfrm>
      </p:grpSpPr>
      <p:sp>
        <p:nvSpPr>
          <p:cNvPr id="1100" name="Google Shape;1100;g3b224b7d20a_0_128"/>
          <p:cNvSpPr txBox="1"/>
          <p:nvPr>
            <p:ph idx="1" type="subTitle"/>
          </p:nvPr>
        </p:nvSpPr>
        <p:spPr>
          <a:xfrm>
            <a:off x="0" y="0"/>
            <a:ext cx="9144000" cy="5143500"/>
          </a:xfrm>
          <a:prstGeom prst="rect">
            <a:avLst/>
          </a:prstGeom>
          <a:solidFill>
            <a:srgbClr val="002060"/>
          </a:solidFill>
          <a:ln>
            <a:noFill/>
          </a:ln>
        </p:spPr>
        <p:txBody>
          <a:bodyPr anchorCtr="0" anchor="ctr"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Mến yêu nhau đẹp sao lễ dâng lên Ngài.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4" name="Shape 1104"/>
        <p:cNvGrpSpPr/>
        <p:nvPr/>
      </p:nvGrpSpPr>
      <p:grpSpPr>
        <a:xfrm>
          <a:off x="0" y="0"/>
          <a:ext cx="0" cy="0"/>
          <a:chOff x="0" y="0"/>
          <a:chExt cx="0" cy="0"/>
        </a:xfrm>
      </p:grpSpPr>
      <p:sp>
        <p:nvSpPr>
          <p:cNvPr id="1105" name="Google Shape;1105;g3b224b7d20a_0_133"/>
          <p:cNvSpPr txBox="1"/>
          <p:nvPr>
            <p:ph idx="1" type="subTitle"/>
          </p:nvPr>
        </p:nvSpPr>
        <p:spPr>
          <a:xfrm>
            <a:off x="0" y="0"/>
            <a:ext cx="9144000" cy="5143500"/>
          </a:xfrm>
          <a:prstGeom prst="rect">
            <a:avLst/>
          </a:prstGeom>
          <a:solidFill>
            <a:srgbClr val="002060"/>
          </a:solidFill>
          <a:ln>
            <a:noFill/>
          </a:ln>
        </p:spPr>
        <p:txBody>
          <a:bodyPr anchorCtr="0" anchor="ctr"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Con xin tiến dâng lên tình yêu mến,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9" name="Shape 1109"/>
        <p:cNvGrpSpPr/>
        <p:nvPr/>
      </p:nvGrpSpPr>
      <p:grpSpPr>
        <a:xfrm>
          <a:off x="0" y="0"/>
          <a:ext cx="0" cy="0"/>
          <a:chOff x="0" y="0"/>
          <a:chExt cx="0" cy="0"/>
        </a:xfrm>
      </p:grpSpPr>
      <p:sp>
        <p:nvSpPr>
          <p:cNvPr id="1110" name="Google Shape;1110;g3b224b7d20a_0_137"/>
          <p:cNvSpPr txBox="1"/>
          <p:nvPr>
            <p:ph idx="1" type="subTitle"/>
          </p:nvPr>
        </p:nvSpPr>
        <p:spPr>
          <a:xfrm>
            <a:off x="0" y="0"/>
            <a:ext cx="9144000" cy="5143500"/>
          </a:xfrm>
          <a:prstGeom prst="rect">
            <a:avLst/>
          </a:prstGeom>
          <a:solidFill>
            <a:srgbClr val="002060"/>
          </a:solidFill>
          <a:ln>
            <a:noFill/>
          </a:ln>
        </p:spPr>
        <p:txBody>
          <a:bodyPr anchorCtr="0" anchor="ctr"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nhờ những hy sinh được êm ấm gia đình.</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4" name="Shape 1114"/>
        <p:cNvGrpSpPr/>
        <p:nvPr/>
      </p:nvGrpSpPr>
      <p:grpSpPr>
        <a:xfrm>
          <a:off x="0" y="0"/>
          <a:ext cx="0" cy="0"/>
          <a:chOff x="0" y="0"/>
          <a:chExt cx="0" cy="0"/>
        </a:xfrm>
      </p:grpSpPr>
      <p:sp>
        <p:nvSpPr>
          <p:cNvPr id="1115" name="Google Shape;1115;g3b224b7d20a_0_141"/>
          <p:cNvSpPr txBox="1"/>
          <p:nvPr>
            <p:ph idx="1" type="subTitle"/>
          </p:nvPr>
        </p:nvSpPr>
        <p:spPr>
          <a:xfrm>
            <a:off x="0" y="0"/>
            <a:ext cx="9144000" cy="5143500"/>
          </a:xfrm>
          <a:prstGeom prst="rect">
            <a:avLst/>
          </a:prstGeom>
          <a:solidFill>
            <a:srgbClr val="002060"/>
          </a:solidFill>
          <a:ln>
            <a:noFill/>
          </a:ln>
        </p:spPr>
        <p:txBody>
          <a:bodyPr anchorCtr="0" anchor="ctr"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Con xin tiến dâng lên tình yêu mến,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9" name="Shape 1119"/>
        <p:cNvGrpSpPr/>
        <p:nvPr/>
      </p:nvGrpSpPr>
      <p:grpSpPr>
        <a:xfrm>
          <a:off x="0" y="0"/>
          <a:ext cx="0" cy="0"/>
          <a:chOff x="0" y="0"/>
          <a:chExt cx="0" cy="0"/>
        </a:xfrm>
      </p:grpSpPr>
      <p:sp>
        <p:nvSpPr>
          <p:cNvPr id="1120" name="Google Shape;1120;g3b224b7d20a_0_145"/>
          <p:cNvSpPr txBox="1"/>
          <p:nvPr>
            <p:ph idx="1" type="subTitle"/>
          </p:nvPr>
        </p:nvSpPr>
        <p:spPr>
          <a:xfrm>
            <a:off x="0" y="0"/>
            <a:ext cx="9144000" cy="5143500"/>
          </a:xfrm>
          <a:prstGeom prst="rect">
            <a:avLst/>
          </a:prstGeom>
          <a:solidFill>
            <a:srgbClr val="002060"/>
          </a:solidFill>
          <a:ln>
            <a:noFill/>
          </a:ln>
        </p:spPr>
        <p:txBody>
          <a:bodyPr anchorCtr="0" anchor="ctr"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nguyện Chúa đoái thương gia đình con được bình yên.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4" name="Shape 1124"/>
        <p:cNvGrpSpPr/>
        <p:nvPr/>
      </p:nvGrpSpPr>
      <p:grpSpPr>
        <a:xfrm>
          <a:off x="0" y="0"/>
          <a:ext cx="0" cy="0"/>
          <a:chOff x="0" y="0"/>
          <a:chExt cx="0" cy="0"/>
        </a:xfrm>
      </p:grpSpPr>
      <p:pic>
        <p:nvPicPr>
          <p:cNvPr descr="A golden chalice and a cross next to a book&#10;&#10;AI-generated content may be incorrect." id="1125" name="Google Shape;1125;p201"/>
          <p:cNvPicPr preferRelativeResize="0"/>
          <p:nvPr/>
        </p:nvPicPr>
        <p:blipFill rotWithShape="1">
          <a:blip r:embed="rId3">
            <a:alphaModFix/>
          </a:blip>
          <a:srcRect b="9844" l="0" r="0" t="5782"/>
          <a:stretch/>
        </p:blipFill>
        <p:spPr>
          <a:xfrm>
            <a:off x="0" y="0"/>
            <a:ext cx="9144000" cy="5143500"/>
          </a:xfrm>
          <a:prstGeom prst="rect">
            <a:avLst/>
          </a:prstGeom>
          <a:noFill/>
          <a:ln>
            <a:noFill/>
          </a:ln>
        </p:spPr>
      </p:pic>
    </p:spTree>
  </p:cSld>
  <p:clrMapOvr>
    <a:masterClrMapping/>
  </p:clrMapOvr>
</p:sld>
</file>

<file path=ppt/slides/slide2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9" name="Shape 1129"/>
        <p:cNvGrpSpPr/>
        <p:nvPr/>
      </p:nvGrpSpPr>
      <p:grpSpPr>
        <a:xfrm>
          <a:off x="0" y="0"/>
          <a:ext cx="0" cy="0"/>
          <a:chOff x="0" y="0"/>
          <a:chExt cx="0" cy="0"/>
        </a:xfrm>
      </p:grpSpPr>
      <p:sp>
        <p:nvSpPr>
          <p:cNvPr id="1130" name="Google Shape;1130;p202"/>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4000"/>
              <a:buFont typeface="Times"/>
              <a:buNone/>
            </a:pPr>
            <a:br>
              <a:rPr b="1" lang="en-US" sz="4000">
                <a:solidFill>
                  <a:schemeClr val="accent4"/>
                </a:solidFill>
                <a:latin typeface="Times"/>
                <a:ea typeface="Times"/>
                <a:cs typeface="Times"/>
                <a:sym typeface="Times"/>
              </a:rPr>
            </a:br>
            <a:r>
              <a:rPr b="1" lang="en-US" sz="4000">
                <a:solidFill>
                  <a:schemeClr val="accent4"/>
                </a:solidFill>
                <a:latin typeface="Times"/>
                <a:ea typeface="Times"/>
                <a:cs typeface="Times"/>
                <a:sym typeface="Times"/>
              </a:rPr>
              <a:t>KINH THÁNH, THÁNH</a:t>
            </a:r>
            <a:br>
              <a:rPr b="1" lang="en-US" sz="4000">
                <a:solidFill>
                  <a:schemeClr val="accent4"/>
                </a:solidFill>
                <a:latin typeface="Times"/>
                <a:ea typeface="Times"/>
                <a:cs typeface="Times"/>
                <a:sym typeface="Times"/>
              </a:rPr>
            </a:br>
            <a:r>
              <a:rPr b="1" lang="en-US" sz="7200">
                <a:solidFill>
                  <a:schemeClr val="lt1"/>
                </a:solidFill>
                <a:latin typeface="Times"/>
                <a:ea typeface="Times"/>
                <a:cs typeface="Times"/>
                <a:sym typeface="Times"/>
              </a:rPr>
              <a:t>Thánh, Thánh, Thánh. Chúa là Thiên Chúa các đạo binh</a:t>
            </a:r>
            <a:br>
              <a:rPr b="1" lang="en-US" sz="7200">
                <a:solidFill>
                  <a:schemeClr val="lt1"/>
                </a:solidFill>
                <a:latin typeface="Times"/>
                <a:ea typeface="Times"/>
                <a:cs typeface="Times"/>
                <a:sym typeface="Times"/>
              </a:rPr>
            </a:br>
            <a:endParaRPr b="1" sz="7200">
              <a:solidFill>
                <a:schemeClr val="lt1"/>
              </a:solidFill>
              <a:latin typeface="Times"/>
              <a:ea typeface="Times"/>
              <a:cs typeface="Times"/>
              <a:sym typeface="Times"/>
            </a:endParaRPr>
          </a:p>
        </p:txBody>
      </p:sp>
    </p:spTree>
  </p:cSld>
  <p:clrMapOvr>
    <a:masterClrMapping/>
  </p:clrMapOvr>
</p:sld>
</file>

<file path=ppt/slides/slide2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4" name="Shape 1134"/>
        <p:cNvGrpSpPr/>
        <p:nvPr/>
      </p:nvGrpSpPr>
      <p:grpSpPr>
        <a:xfrm>
          <a:off x="0" y="0"/>
          <a:ext cx="0" cy="0"/>
          <a:chOff x="0" y="0"/>
          <a:chExt cx="0" cy="0"/>
        </a:xfrm>
      </p:grpSpPr>
      <p:sp>
        <p:nvSpPr>
          <p:cNvPr id="1135" name="Google Shape;1135;p203"/>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Trời đất đầy vinh quang Chúa. Hoan hô Chúa trên các tầng trời.</a:t>
            </a:r>
            <a:endParaRPr b="1" sz="7200">
              <a:solidFill>
                <a:schemeClr val="lt1"/>
              </a:solidFill>
              <a:latin typeface="Times"/>
              <a:ea typeface="Times"/>
              <a:cs typeface="Times"/>
              <a:sym typeface="Times"/>
            </a:endParaRPr>
          </a:p>
        </p:txBody>
      </p:sp>
    </p:spTree>
  </p:cSld>
  <p:clrMapOvr>
    <a:masterClrMapping/>
  </p:clrMapOvr>
</p:sld>
</file>

<file path=ppt/slides/slide2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9" name="Shape 1139"/>
        <p:cNvGrpSpPr/>
        <p:nvPr/>
      </p:nvGrpSpPr>
      <p:grpSpPr>
        <a:xfrm>
          <a:off x="0" y="0"/>
          <a:ext cx="0" cy="0"/>
          <a:chOff x="0" y="0"/>
          <a:chExt cx="0" cy="0"/>
        </a:xfrm>
      </p:grpSpPr>
      <p:sp>
        <p:nvSpPr>
          <p:cNvPr id="1140" name="Google Shape;1140;p204"/>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Chúc tụng Đấng ngự đến nhân danh Chúa. Hoan hô Chúa trên các tầng trời.</a:t>
            </a:r>
            <a:endParaRPr b="1" sz="7200">
              <a:solidFill>
                <a:schemeClr val="lt1"/>
              </a:solidFill>
              <a:latin typeface="Times"/>
              <a:ea typeface="Times"/>
              <a:cs typeface="Times"/>
              <a:sym typeface="Times"/>
            </a:endParaRPr>
          </a:p>
        </p:txBody>
      </p:sp>
    </p:spTree>
  </p:cSld>
  <p:clrMapOvr>
    <a:masterClrMapping/>
  </p:clrMapOvr>
</p:sld>
</file>

<file path=ppt/slides/slide2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4" name="Shape 1144"/>
        <p:cNvGrpSpPr/>
        <p:nvPr/>
      </p:nvGrpSpPr>
      <p:grpSpPr>
        <a:xfrm>
          <a:off x="0" y="0"/>
          <a:ext cx="0" cy="0"/>
          <a:chOff x="0" y="0"/>
          <a:chExt cx="0" cy="0"/>
        </a:xfrm>
      </p:grpSpPr>
      <p:pic>
        <p:nvPicPr>
          <p:cNvPr descr="A golden chalice and a cross next to a book&#10;&#10;AI-generated content may be incorrect." id="1145" name="Google Shape;1145;p205"/>
          <p:cNvPicPr preferRelativeResize="0"/>
          <p:nvPr/>
        </p:nvPicPr>
        <p:blipFill rotWithShape="1">
          <a:blip r:embed="rId3">
            <a:alphaModFix/>
          </a:blip>
          <a:srcRect b="9844" l="0" r="0" t="5782"/>
          <a:stretch/>
        </p:blipFill>
        <p:spPr>
          <a:xfrm>
            <a:off x="0" y="0"/>
            <a:ext cx="9144000" cy="5143500"/>
          </a:xfrm>
          <a:prstGeom prst="rect">
            <a:avLst/>
          </a:prstGeom>
          <a:noFill/>
          <a:ln>
            <a:noFill/>
          </a:ln>
        </p:spPr>
      </p:pic>
    </p:spTree>
  </p:cSld>
  <p:clrMapOvr>
    <a:masterClrMapping/>
  </p:clrMapOvr>
</p:sld>
</file>

<file path=ppt/slides/slide2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9" name="Shape 1149"/>
        <p:cNvGrpSpPr/>
        <p:nvPr/>
      </p:nvGrpSpPr>
      <p:grpSpPr>
        <a:xfrm>
          <a:off x="0" y="0"/>
          <a:ext cx="0" cy="0"/>
          <a:chOff x="0" y="0"/>
          <a:chExt cx="0" cy="0"/>
        </a:xfrm>
      </p:grpSpPr>
      <p:sp>
        <p:nvSpPr>
          <p:cNvPr id="1150" name="Google Shape;1150;g3a42a8b53c1_2_268"/>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4000"/>
              <a:buFont typeface="Times"/>
              <a:buNone/>
            </a:pPr>
            <a:br>
              <a:rPr b="1" lang="en-US" sz="4000">
                <a:solidFill>
                  <a:schemeClr val="accent4"/>
                </a:solidFill>
                <a:latin typeface="Times"/>
                <a:ea typeface="Times"/>
                <a:cs typeface="Times"/>
                <a:sym typeface="Times"/>
              </a:rPr>
            </a:br>
            <a:r>
              <a:rPr b="1" lang="en-US" sz="4000">
                <a:solidFill>
                  <a:schemeClr val="accent4"/>
                </a:solidFill>
                <a:latin typeface="Times"/>
                <a:ea typeface="Times"/>
                <a:cs typeface="Times"/>
                <a:sym typeface="Times"/>
              </a:rPr>
              <a:t>CHIÊN THIÊN CHÚA</a:t>
            </a:r>
            <a:endParaRPr b="1" sz="4000">
              <a:solidFill>
                <a:schemeClr val="accent4"/>
              </a:solidFill>
              <a:latin typeface="Times"/>
              <a:ea typeface="Times"/>
              <a:cs typeface="Times"/>
              <a:sym typeface="Times"/>
            </a:endParaRPr>
          </a:p>
          <a:p>
            <a:pPr indent="0" lvl="0" marL="0" rtl="0" algn="just">
              <a:lnSpc>
                <a:spcPct val="100000"/>
              </a:lnSpc>
              <a:spcBef>
                <a:spcPts val="0"/>
              </a:spcBef>
              <a:spcAft>
                <a:spcPts val="0"/>
              </a:spcAft>
              <a:buClr>
                <a:schemeClr val="accent4"/>
              </a:buClr>
              <a:buSzPts val="4000"/>
              <a:buFont typeface="Times"/>
              <a:buNone/>
            </a:pPr>
            <a:r>
              <a:rPr b="1" lang="en-US" sz="6600">
                <a:solidFill>
                  <a:schemeClr val="lt1"/>
                </a:solidFill>
                <a:latin typeface="Times"/>
                <a:ea typeface="Times"/>
                <a:cs typeface="Times"/>
                <a:sym typeface="Times"/>
              </a:rPr>
              <a:t>Lạy Chiên Thiên Chúa, Đấng xóa tội trần gian, xin thương xót chúng con.</a:t>
            </a:r>
            <a:br>
              <a:rPr b="1" lang="en-US" sz="7200">
                <a:solidFill>
                  <a:schemeClr val="lt1"/>
                </a:solidFill>
                <a:latin typeface="Times"/>
                <a:ea typeface="Times"/>
                <a:cs typeface="Times"/>
                <a:sym typeface="Times"/>
              </a:rPr>
            </a:br>
            <a:endParaRPr b="1" sz="7200">
              <a:solidFill>
                <a:schemeClr val="lt1"/>
              </a:solidFill>
              <a:latin typeface="Times"/>
              <a:ea typeface="Times"/>
              <a:cs typeface="Times"/>
              <a:sym typeface="Times"/>
            </a:endParaRPr>
          </a:p>
        </p:txBody>
      </p:sp>
    </p:spTree>
  </p:cSld>
  <p:clrMapOvr>
    <a:masterClrMapping/>
  </p:clrMapOvr>
</p:sld>
</file>

<file path=ppt/slides/slide2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4" name="Shape 1154"/>
        <p:cNvGrpSpPr/>
        <p:nvPr/>
      </p:nvGrpSpPr>
      <p:grpSpPr>
        <a:xfrm>
          <a:off x="0" y="0"/>
          <a:ext cx="0" cy="0"/>
          <a:chOff x="0" y="0"/>
          <a:chExt cx="0" cy="0"/>
        </a:xfrm>
      </p:grpSpPr>
      <p:sp>
        <p:nvSpPr>
          <p:cNvPr id="1155" name="Google Shape;1155;p207"/>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a:ea typeface="Times"/>
                <a:cs typeface="Times"/>
                <a:sym typeface="Times"/>
              </a:rPr>
              <a:t>Lạy Chiên Thiên Chúa, Đấng xóa tội trần gian: xin thương xót chúng con.</a:t>
            </a:r>
            <a:endParaRPr b="1" sz="7000">
              <a:solidFill>
                <a:schemeClr val="lt1"/>
              </a:solidFill>
              <a:latin typeface="Times"/>
              <a:ea typeface="Times"/>
              <a:cs typeface="Times"/>
              <a:sym typeface="Times"/>
            </a:endParaRPr>
          </a:p>
        </p:txBody>
      </p:sp>
    </p:spTree>
  </p:cSld>
  <p:clrMapOvr>
    <a:masterClrMapping/>
  </p:clrMapOvr>
</p:sld>
</file>

<file path=ppt/slides/slide2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9" name="Shape 1159"/>
        <p:cNvGrpSpPr/>
        <p:nvPr/>
      </p:nvGrpSpPr>
      <p:grpSpPr>
        <a:xfrm>
          <a:off x="0" y="0"/>
          <a:ext cx="0" cy="0"/>
          <a:chOff x="0" y="0"/>
          <a:chExt cx="0" cy="0"/>
        </a:xfrm>
      </p:grpSpPr>
      <p:sp>
        <p:nvSpPr>
          <p:cNvPr id="1160" name="Google Shape;1160;p208"/>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a:ea typeface="Times"/>
                <a:cs typeface="Times"/>
                <a:sym typeface="Times"/>
              </a:rPr>
              <a:t>Lạy Chiên Thiên Chúa, Đấng xóa tội trần gian: xin ban bình an cho chúng con.</a:t>
            </a:r>
            <a:endParaRPr b="1" sz="7000">
              <a:solidFill>
                <a:schemeClr val="lt1"/>
              </a:solidFill>
              <a:latin typeface="Times"/>
              <a:ea typeface="Times"/>
              <a:cs typeface="Times"/>
              <a:sym typeface="Times"/>
            </a:endParaRPr>
          </a:p>
        </p:txBody>
      </p:sp>
    </p:spTree>
  </p:cSld>
  <p:clrMapOvr>
    <a:masterClrMapping/>
  </p:clrMapOvr>
</p:sld>
</file>

<file path=ppt/slides/slide2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4" name="Shape 1164"/>
        <p:cNvGrpSpPr/>
        <p:nvPr/>
      </p:nvGrpSpPr>
      <p:grpSpPr>
        <a:xfrm>
          <a:off x="0" y="0"/>
          <a:ext cx="0" cy="0"/>
          <a:chOff x="0" y="0"/>
          <a:chExt cx="0" cy="0"/>
        </a:xfrm>
      </p:grpSpPr>
      <p:pic>
        <p:nvPicPr>
          <p:cNvPr descr="A golden chalice and a cross next to a book&#10;&#10;AI-generated content may be incorrect." id="1165" name="Google Shape;1165;p209"/>
          <p:cNvPicPr preferRelativeResize="0"/>
          <p:nvPr/>
        </p:nvPicPr>
        <p:blipFill rotWithShape="1">
          <a:blip r:embed="rId3">
            <a:alphaModFix/>
          </a:blip>
          <a:srcRect b="9844" l="0" r="0" t="5782"/>
          <a:stretch/>
        </p:blipFill>
        <p:spPr>
          <a:xfrm>
            <a:off x="0" y="0"/>
            <a:ext cx="9144000" cy="5143500"/>
          </a:xfrm>
          <a:prstGeom prst="rect">
            <a:avLst/>
          </a:prstGeom>
          <a:noFill/>
          <a:ln>
            <a:noFill/>
          </a:ln>
        </p:spPr>
      </p:pic>
    </p:spTree>
  </p:cSld>
  <p:clrMapOvr>
    <a:masterClrMapping/>
  </p:clrMapOvr>
</p:sld>
</file>

<file path=ppt/slides/slide2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9" name="Shape 1169"/>
        <p:cNvGrpSpPr/>
        <p:nvPr/>
      </p:nvGrpSpPr>
      <p:grpSpPr>
        <a:xfrm>
          <a:off x="0" y="0"/>
          <a:ext cx="0" cy="0"/>
          <a:chOff x="0" y="0"/>
          <a:chExt cx="0" cy="0"/>
        </a:xfrm>
      </p:grpSpPr>
      <p:sp>
        <p:nvSpPr>
          <p:cNvPr id="1170" name="Google Shape;1170;g3a42a8b53c1_2_272"/>
          <p:cNvSpPr txBox="1"/>
          <p:nvPr>
            <p:ph type="ctrTitle"/>
          </p:nvPr>
        </p:nvSpPr>
        <p:spPr>
          <a:xfrm>
            <a:off x="0" y="680400"/>
            <a:ext cx="9144000" cy="4463100"/>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accent4"/>
              </a:buClr>
              <a:buSzPts val="4000"/>
              <a:buFont typeface="Times"/>
              <a:buNone/>
            </a:pPr>
            <a:r>
              <a:rPr b="1" lang="en-US" sz="7300">
                <a:solidFill>
                  <a:schemeClr val="lt1"/>
                </a:solidFill>
                <a:latin typeface="Times"/>
                <a:ea typeface="Times"/>
                <a:cs typeface="Times"/>
                <a:sym typeface="Times"/>
              </a:rPr>
              <a:t>Thiên Chúa đã xuất hiện trên mặt đất và sống giữa loài người chúng ta.</a:t>
            </a:r>
            <a:endParaRPr b="1" sz="6500">
              <a:solidFill>
                <a:schemeClr val="lt1"/>
              </a:solidFill>
              <a:latin typeface="Times"/>
              <a:ea typeface="Times"/>
              <a:cs typeface="Times"/>
              <a:sym typeface="Times"/>
            </a:endParaRPr>
          </a:p>
        </p:txBody>
      </p:sp>
      <p:sp>
        <p:nvSpPr>
          <p:cNvPr id="1171" name="Google Shape;1171;g3a42a8b53c1_2_272"/>
          <p:cNvSpPr txBox="1"/>
          <p:nvPr/>
        </p:nvSpPr>
        <p:spPr>
          <a:xfrm>
            <a:off x="0" y="0"/>
            <a:ext cx="9144000" cy="800400"/>
          </a:xfrm>
          <a:prstGeom prst="rect">
            <a:avLst/>
          </a:prstGeom>
          <a:solidFill>
            <a:srgbClr val="002060"/>
          </a:solid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4000"/>
              <a:buFont typeface="Arial"/>
              <a:buNone/>
            </a:pPr>
            <a:r>
              <a:rPr b="1" i="0" lang="en-US" sz="4000" u="none" cap="none" strike="noStrike">
                <a:solidFill>
                  <a:schemeClr val="accent4"/>
                </a:solidFill>
                <a:latin typeface="Times"/>
                <a:ea typeface="Times"/>
                <a:cs typeface="Times"/>
                <a:sym typeface="Times"/>
              </a:rPr>
              <a:t>CA HIỆP LỄ</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5" name="Shape 1175"/>
        <p:cNvGrpSpPr/>
        <p:nvPr/>
      </p:nvGrpSpPr>
      <p:grpSpPr>
        <a:xfrm>
          <a:off x="0" y="0"/>
          <a:ext cx="0" cy="0"/>
          <a:chOff x="0" y="0"/>
          <a:chExt cx="0" cy="0"/>
        </a:xfrm>
      </p:grpSpPr>
      <p:pic>
        <p:nvPicPr>
          <p:cNvPr descr="A gold chalice and two round objects on a plate&#10;&#10;AI-generated content may be incorrect." id="1176" name="Google Shape;1176;p212"/>
          <p:cNvPicPr preferRelativeResize="0"/>
          <p:nvPr/>
        </p:nvPicPr>
        <p:blipFill rotWithShape="1">
          <a:blip r:embed="rId3">
            <a:alphaModFix/>
          </a:blip>
          <a:srcRect b="0" l="0" r="0" t="0"/>
          <a:stretch/>
        </p:blipFill>
        <p:spPr>
          <a:xfrm>
            <a:off x="0" y="921"/>
            <a:ext cx="9144000" cy="5141658"/>
          </a:xfrm>
          <a:prstGeom prst="rect">
            <a:avLst/>
          </a:prstGeom>
          <a:noFill/>
          <a:ln>
            <a:noFill/>
          </a:ln>
        </p:spPr>
      </p:pic>
    </p:spTree>
  </p:cSld>
  <p:clrMapOvr>
    <a:masterClrMapping/>
  </p:clrMapOvr>
</p:sld>
</file>

<file path=ppt/slides/slide2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0" name="Shape 1180"/>
        <p:cNvGrpSpPr/>
        <p:nvPr/>
      </p:nvGrpSpPr>
      <p:grpSpPr>
        <a:xfrm>
          <a:off x="0" y="0"/>
          <a:ext cx="0" cy="0"/>
          <a:chOff x="0" y="0"/>
          <a:chExt cx="0" cy="0"/>
        </a:xfrm>
      </p:grpSpPr>
      <p:sp>
        <p:nvSpPr>
          <p:cNvPr id="1181" name="Google Shape;1181;g3a42a8b53c1_2_287"/>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HIỆP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CAO CUNG LÊN</a:t>
            </a:r>
            <a:br>
              <a:rPr b="1" i="0" lang="en-US" sz="4700">
                <a:latin typeface="Times New Roman"/>
                <a:ea typeface="Times New Roman"/>
                <a:cs typeface="Times New Roman"/>
                <a:sym typeface="Times New Roman"/>
              </a:rPr>
            </a:br>
            <a:r>
              <a:rPr b="1" i="1" lang="en-US" sz="3300">
                <a:solidFill>
                  <a:schemeClr val="accent4"/>
                </a:solidFill>
                <a:latin typeface="Times New Roman"/>
                <a:ea typeface="Times New Roman"/>
                <a:cs typeface="Times New Roman"/>
                <a:sym typeface="Times New Roman"/>
              </a:rPr>
              <a:t>(</a:t>
            </a:r>
            <a:r>
              <a:rPr b="1" i="1" lang="en-US" sz="3300">
                <a:solidFill>
                  <a:schemeClr val="accent4"/>
                </a:solidFill>
                <a:latin typeface="Times New Roman"/>
                <a:ea typeface="Times New Roman"/>
                <a:cs typeface="Times New Roman"/>
                <a:sym typeface="Times New Roman"/>
              </a:rPr>
              <a:t>Nguyễn Khắc Xuyên &amp; Hoài Đức</a:t>
            </a:r>
            <a:r>
              <a:rPr b="1" i="1" lang="en-US" sz="3300">
                <a:solidFill>
                  <a:schemeClr val="accent4"/>
                </a:solidFill>
                <a:latin typeface="Times New Roman"/>
                <a:ea typeface="Times New Roman"/>
                <a:cs typeface="Times New Roman"/>
                <a:sym typeface="Times New Roman"/>
              </a:rPr>
              <a:t>)</a:t>
            </a:r>
            <a:endParaRPr b="1" sz="3300">
              <a:solidFill>
                <a:schemeClr val="accent4"/>
              </a:solidFill>
              <a:latin typeface="Times New Roman"/>
              <a:ea typeface="Times New Roman"/>
              <a:cs typeface="Times New Roman"/>
              <a:sym typeface="Times New Roman"/>
            </a:endParaRPr>
          </a:p>
        </p:txBody>
      </p:sp>
    </p:spTree>
  </p:cSld>
  <p:clrMapOvr>
    <a:masterClrMapping/>
  </p:clrMapOvr>
</p:sld>
</file>

<file path=ppt/slides/slide2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5" name="Shape 1185"/>
        <p:cNvGrpSpPr/>
        <p:nvPr/>
      </p:nvGrpSpPr>
      <p:grpSpPr>
        <a:xfrm>
          <a:off x="0" y="0"/>
          <a:ext cx="0" cy="0"/>
          <a:chOff x="0" y="0"/>
          <a:chExt cx="0" cy="0"/>
        </a:xfrm>
      </p:grpSpPr>
      <p:sp>
        <p:nvSpPr>
          <p:cNvPr id="1186" name="Google Shape;1186;g3a42a8b53c1_2_29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a:t>
            </a:r>
            <a:r>
              <a:rPr b="1" lang="en-US" sz="8000">
                <a:solidFill>
                  <a:srgbClr val="FFFF00"/>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Cao cung lên khúc nhạc Thiên Thần Chúa.</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0" name="Shape 1190"/>
        <p:cNvGrpSpPr/>
        <p:nvPr/>
      </p:nvGrpSpPr>
      <p:grpSpPr>
        <a:xfrm>
          <a:off x="0" y="0"/>
          <a:ext cx="0" cy="0"/>
          <a:chOff x="0" y="0"/>
          <a:chExt cx="0" cy="0"/>
        </a:xfrm>
      </p:grpSpPr>
      <p:sp>
        <p:nvSpPr>
          <p:cNvPr id="1191" name="Google Shape;1191;g3ab13fdb44f_0_4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Hoà trong làn gió nhè nhẹ vấn vương.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5" name="Shape 1195"/>
        <p:cNvGrpSpPr/>
        <p:nvPr/>
      </p:nvGrpSpPr>
      <p:grpSpPr>
        <a:xfrm>
          <a:off x="0" y="0"/>
          <a:ext cx="0" cy="0"/>
          <a:chOff x="0" y="0"/>
          <a:chExt cx="0" cy="0"/>
        </a:xfrm>
      </p:grpSpPr>
      <p:sp>
        <p:nvSpPr>
          <p:cNvPr id="1196" name="Google Shape;1196;g3a42a8b53c1_2_29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Ôi linh thiêng lắng nghe thoang thoảng cung đàn.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0" name="Shape 1200"/>
        <p:cNvGrpSpPr/>
        <p:nvPr/>
      </p:nvGrpSpPr>
      <p:grpSpPr>
        <a:xfrm>
          <a:off x="0" y="0"/>
          <a:ext cx="0" cy="0"/>
          <a:chOff x="0" y="0"/>
          <a:chExt cx="0" cy="0"/>
        </a:xfrm>
      </p:grpSpPr>
      <p:sp>
        <p:nvSpPr>
          <p:cNvPr id="1201" name="Google Shape;1201;g3ab13fdb44f_0_4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Một đêm khuya vang vẳng trong tuyết sương.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5" name="Shape 1205"/>
        <p:cNvGrpSpPr/>
        <p:nvPr/>
      </p:nvGrpSpPr>
      <p:grpSpPr>
        <a:xfrm>
          <a:off x="0" y="0"/>
          <a:ext cx="0" cy="0"/>
          <a:chOff x="0" y="0"/>
          <a:chExt cx="0" cy="0"/>
        </a:xfrm>
      </p:grpSpPr>
      <p:sp>
        <p:nvSpPr>
          <p:cNvPr id="1206" name="Google Shape;1206;g3ab13fdb44f_0_5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Đàn ơi! Cứ rung những điệu réo rắt.</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0" name="Shape 1210"/>
        <p:cNvGrpSpPr/>
        <p:nvPr/>
      </p:nvGrpSpPr>
      <p:grpSpPr>
        <a:xfrm>
          <a:off x="0" y="0"/>
          <a:ext cx="0" cy="0"/>
          <a:chOff x="0" y="0"/>
          <a:chExt cx="0" cy="0"/>
        </a:xfrm>
      </p:grpSpPr>
      <p:sp>
        <p:nvSpPr>
          <p:cNvPr id="1211" name="Google Shape;1211;g3ab13fdb44f_0_5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Hát khen Con Một Chúa Trời rày sinh xuống cõi đời.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5" name="Shape 1215"/>
        <p:cNvGrpSpPr/>
        <p:nvPr/>
      </p:nvGrpSpPr>
      <p:grpSpPr>
        <a:xfrm>
          <a:off x="0" y="0"/>
          <a:ext cx="0" cy="0"/>
          <a:chOff x="0" y="0"/>
          <a:chExt cx="0" cy="0"/>
        </a:xfrm>
      </p:grpSpPr>
      <p:sp>
        <p:nvSpPr>
          <p:cNvPr id="1216" name="Google Shape;1216;g3ab13fdb44f_0_6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Hỡi người dương thế lặng nghe cung đàn.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0" name="Shape 1220"/>
        <p:cNvGrpSpPr/>
        <p:nvPr/>
      </p:nvGrpSpPr>
      <p:grpSpPr>
        <a:xfrm>
          <a:off x="0" y="0"/>
          <a:ext cx="0" cy="0"/>
          <a:chOff x="0" y="0"/>
          <a:chExt cx="0" cy="0"/>
        </a:xfrm>
      </p:grpSpPr>
      <p:sp>
        <p:nvSpPr>
          <p:cNvPr id="1221" name="Google Shape;1221;g3ab13fdb44f_0_6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Mau tìm cho tới thờ kính Vua giáng trần.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5" name="Shape 1225"/>
        <p:cNvGrpSpPr/>
        <p:nvPr/>
      </p:nvGrpSpPr>
      <p:grpSpPr>
        <a:xfrm>
          <a:off x="0" y="0"/>
          <a:ext cx="0" cy="0"/>
          <a:chOff x="0" y="0"/>
          <a:chExt cx="0" cy="0"/>
        </a:xfrm>
      </p:grpSpPr>
      <p:sp>
        <p:nvSpPr>
          <p:cNvPr id="1226" name="Google Shape;1226;g3a42a8b53c1_2_3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1.</a:t>
            </a:r>
            <a:r>
              <a:rPr b="1" lang="en-US" sz="8000">
                <a:solidFill>
                  <a:srgbClr val="FFFF00"/>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Thôi hỡi trần gian im tiếng đi mà cung kính!</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0" name="Shape 1230"/>
        <p:cNvGrpSpPr/>
        <p:nvPr/>
      </p:nvGrpSpPr>
      <p:grpSpPr>
        <a:xfrm>
          <a:off x="0" y="0"/>
          <a:ext cx="0" cy="0"/>
          <a:chOff x="0" y="0"/>
          <a:chExt cx="0" cy="0"/>
        </a:xfrm>
      </p:grpSpPr>
      <p:sp>
        <p:nvSpPr>
          <p:cNvPr id="1231" name="Google Shape;1231;g3a42a8b53c1_2_31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Chúa Con sinh ra trên nắm cỏ máng lừa.</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5" name="Shape 1235"/>
        <p:cNvGrpSpPr/>
        <p:nvPr/>
      </p:nvGrpSpPr>
      <p:grpSpPr>
        <a:xfrm>
          <a:off x="0" y="0"/>
          <a:ext cx="0" cy="0"/>
          <a:chOff x="0" y="0"/>
          <a:chExt cx="0" cy="0"/>
        </a:xfrm>
      </p:grpSpPr>
      <p:sp>
        <p:nvSpPr>
          <p:cNvPr id="1236" name="Google Shape;1236;g3a5c12958b4_0_2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Tuy Chúa là Vua muôn nước suy phục tôn kính.</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0" name="Shape 1240"/>
        <p:cNvGrpSpPr/>
        <p:nvPr/>
      </p:nvGrpSpPr>
      <p:grpSpPr>
        <a:xfrm>
          <a:off x="0" y="0"/>
          <a:ext cx="0" cy="0"/>
          <a:chOff x="0" y="0"/>
          <a:chExt cx="0" cy="0"/>
        </a:xfrm>
      </p:grpSpPr>
      <p:sp>
        <p:nvSpPr>
          <p:cNvPr id="1241" name="Google Shape;1241;g3b224b7d20a_0_16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Chúa bởi cõi trời sinh xuống trần đêm xưa.</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5" name="Shape 1245"/>
        <p:cNvGrpSpPr/>
        <p:nvPr/>
      </p:nvGrpSpPr>
      <p:grpSpPr>
        <a:xfrm>
          <a:off x="0" y="0"/>
          <a:ext cx="0" cy="0"/>
          <a:chOff x="0" y="0"/>
          <a:chExt cx="0" cy="0"/>
        </a:xfrm>
      </p:grpSpPr>
      <p:sp>
        <p:nvSpPr>
          <p:cNvPr id="1246" name="Google Shape;1246;g3ab13fdb44f_0_6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Cao cung lên khúc nhạc Thiên Thần Chúa.</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0" name="Shape 1250"/>
        <p:cNvGrpSpPr/>
        <p:nvPr/>
      </p:nvGrpSpPr>
      <p:grpSpPr>
        <a:xfrm>
          <a:off x="0" y="0"/>
          <a:ext cx="0" cy="0"/>
          <a:chOff x="0" y="0"/>
          <a:chExt cx="0" cy="0"/>
        </a:xfrm>
      </p:grpSpPr>
      <p:sp>
        <p:nvSpPr>
          <p:cNvPr id="1251" name="Google Shape;1251;g3ab13fdb44f_0_7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Hoà trong làn gió nhè nhẹ vấn vương.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5" name="Shape 1255"/>
        <p:cNvGrpSpPr/>
        <p:nvPr/>
      </p:nvGrpSpPr>
      <p:grpSpPr>
        <a:xfrm>
          <a:off x="0" y="0"/>
          <a:ext cx="0" cy="0"/>
          <a:chOff x="0" y="0"/>
          <a:chExt cx="0" cy="0"/>
        </a:xfrm>
      </p:grpSpPr>
      <p:sp>
        <p:nvSpPr>
          <p:cNvPr id="1256" name="Google Shape;1256;g3ab13fdb44f_0_7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Ôi linh thiêng lắng nghe thoang thoảng cung đàn.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0" name="Shape 1260"/>
        <p:cNvGrpSpPr/>
        <p:nvPr/>
      </p:nvGrpSpPr>
      <p:grpSpPr>
        <a:xfrm>
          <a:off x="0" y="0"/>
          <a:ext cx="0" cy="0"/>
          <a:chOff x="0" y="0"/>
          <a:chExt cx="0" cy="0"/>
        </a:xfrm>
      </p:grpSpPr>
      <p:sp>
        <p:nvSpPr>
          <p:cNvPr id="1261" name="Google Shape;1261;g3ab13fdb44f_0_8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Một đêm khuya vang vẳng trong tuyết sương.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5" name="Shape 1265"/>
        <p:cNvGrpSpPr/>
        <p:nvPr/>
      </p:nvGrpSpPr>
      <p:grpSpPr>
        <a:xfrm>
          <a:off x="0" y="0"/>
          <a:ext cx="0" cy="0"/>
          <a:chOff x="0" y="0"/>
          <a:chExt cx="0" cy="0"/>
        </a:xfrm>
      </p:grpSpPr>
      <p:sp>
        <p:nvSpPr>
          <p:cNvPr id="1266" name="Google Shape;1266;g3ab13fdb44f_0_8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Đàn ơi! Cứ rung những điệu réo rắt.</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0" name="Shape 1270"/>
        <p:cNvGrpSpPr/>
        <p:nvPr/>
      </p:nvGrpSpPr>
      <p:grpSpPr>
        <a:xfrm>
          <a:off x="0" y="0"/>
          <a:ext cx="0" cy="0"/>
          <a:chOff x="0" y="0"/>
          <a:chExt cx="0" cy="0"/>
        </a:xfrm>
      </p:grpSpPr>
      <p:sp>
        <p:nvSpPr>
          <p:cNvPr id="1271" name="Google Shape;1271;g3ab13fdb44f_0_8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Hát khen Con Một Chúa Trời rày sinh xuống cõi đời.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5" name="Shape 1275"/>
        <p:cNvGrpSpPr/>
        <p:nvPr/>
      </p:nvGrpSpPr>
      <p:grpSpPr>
        <a:xfrm>
          <a:off x="0" y="0"/>
          <a:ext cx="0" cy="0"/>
          <a:chOff x="0" y="0"/>
          <a:chExt cx="0" cy="0"/>
        </a:xfrm>
      </p:grpSpPr>
      <p:sp>
        <p:nvSpPr>
          <p:cNvPr id="1276" name="Google Shape;1276;g3ab13fdb44f_0_9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Hỡi người dương thế lặng nghe cung đàn.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0" name="Shape 1280"/>
        <p:cNvGrpSpPr/>
        <p:nvPr/>
      </p:nvGrpSpPr>
      <p:grpSpPr>
        <a:xfrm>
          <a:off x="0" y="0"/>
          <a:ext cx="0" cy="0"/>
          <a:chOff x="0" y="0"/>
          <a:chExt cx="0" cy="0"/>
        </a:xfrm>
      </p:grpSpPr>
      <p:sp>
        <p:nvSpPr>
          <p:cNvPr id="1281" name="Google Shape;1281;g3ab13fdb44f_0_9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Mau tìm cho tới thờ kính Vua giáng trần.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5" name="Shape 1285"/>
        <p:cNvGrpSpPr/>
        <p:nvPr/>
      </p:nvGrpSpPr>
      <p:grpSpPr>
        <a:xfrm>
          <a:off x="0" y="0"/>
          <a:ext cx="0" cy="0"/>
          <a:chOff x="0" y="0"/>
          <a:chExt cx="0" cy="0"/>
        </a:xfrm>
      </p:grpSpPr>
      <p:sp>
        <p:nvSpPr>
          <p:cNvPr id="1286" name="Google Shape;1286;g3ab13fdb44f_0_10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2</a:t>
            </a:r>
            <a:r>
              <a:rPr b="1" lang="en-US" sz="8000">
                <a:solidFill>
                  <a:srgbClr val="FFFF00"/>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Thôi hỡi trần gian bao tuyết sương cùng gió rét.</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0" name="Shape 1290"/>
        <p:cNvGrpSpPr/>
        <p:nvPr/>
      </p:nvGrpSpPr>
      <p:grpSpPr>
        <a:xfrm>
          <a:off x="0" y="0"/>
          <a:ext cx="0" cy="0"/>
          <a:chOff x="0" y="0"/>
          <a:chExt cx="0" cy="0"/>
        </a:xfrm>
      </p:grpSpPr>
      <p:sp>
        <p:nvSpPr>
          <p:cNvPr id="1291" name="Google Shape;1291;g3ab13fdb44f_0_10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Cớ sao nỡ làm cho Chúa lạnh quá chừng?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5" name="Shape 1295"/>
        <p:cNvGrpSpPr/>
        <p:nvPr/>
      </p:nvGrpSpPr>
      <p:grpSpPr>
        <a:xfrm>
          <a:off x="0" y="0"/>
          <a:ext cx="0" cy="0"/>
          <a:chOff x="0" y="0"/>
          <a:chExt cx="0" cy="0"/>
        </a:xfrm>
      </p:grpSpPr>
      <p:sp>
        <p:nvSpPr>
          <p:cNvPr id="1296" name="Google Shape;1296;g3ab13fdb44f_0_10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Ôi Đấng Toàn Năng xưa quá yêu người tha thiết.</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0" name="Shape 1300"/>
        <p:cNvGrpSpPr/>
        <p:nvPr/>
      </p:nvGrpSpPr>
      <p:grpSpPr>
        <a:xfrm>
          <a:off x="0" y="0"/>
          <a:ext cx="0" cy="0"/>
          <a:chOff x="0" y="0"/>
          <a:chExt cx="0" cy="0"/>
        </a:xfrm>
      </p:grpSpPr>
      <p:sp>
        <p:nvSpPr>
          <p:cNvPr id="1301" name="Google Shape;1301;g3ab13fdb44f_0_1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Xuống chịu khổ hèn trong tuyết ngàn dặm sương.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5" name="Shape 1305"/>
        <p:cNvGrpSpPr/>
        <p:nvPr/>
      </p:nvGrpSpPr>
      <p:grpSpPr>
        <a:xfrm>
          <a:off x="0" y="0"/>
          <a:ext cx="0" cy="0"/>
          <a:chOff x="0" y="0"/>
          <a:chExt cx="0" cy="0"/>
        </a:xfrm>
      </p:grpSpPr>
      <p:sp>
        <p:nvSpPr>
          <p:cNvPr id="1306" name="Google Shape;1306;g3ab13fdb44f_0_11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Cao cung lên khúc nhạc Thiên Thần Chúa.</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0" name="Shape 1310"/>
        <p:cNvGrpSpPr/>
        <p:nvPr/>
      </p:nvGrpSpPr>
      <p:grpSpPr>
        <a:xfrm>
          <a:off x="0" y="0"/>
          <a:ext cx="0" cy="0"/>
          <a:chOff x="0" y="0"/>
          <a:chExt cx="0" cy="0"/>
        </a:xfrm>
      </p:grpSpPr>
      <p:sp>
        <p:nvSpPr>
          <p:cNvPr id="1311" name="Google Shape;1311;g3ab13fdb44f_0_12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Hoà trong làn gió nhè nhẹ vấn vương.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5" name="Shape 1315"/>
        <p:cNvGrpSpPr/>
        <p:nvPr/>
      </p:nvGrpSpPr>
      <p:grpSpPr>
        <a:xfrm>
          <a:off x="0" y="0"/>
          <a:ext cx="0" cy="0"/>
          <a:chOff x="0" y="0"/>
          <a:chExt cx="0" cy="0"/>
        </a:xfrm>
      </p:grpSpPr>
      <p:sp>
        <p:nvSpPr>
          <p:cNvPr id="1316" name="Google Shape;1316;g3ab13fdb44f_0_12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Ôi linh thiêng lắng nghe thoang thoảng cung đàn.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0" name="Shape 1320"/>
        <p:cNvGrpSpPr/>
        <p:nvPr/>
      </p:nvGrpSpPr>
      <p:grpSpPr>
        <a:xfrm>
          <a:off x="0" y="0"/>
          <a:ext cx="0" cy="0"/>
          <a:chOff x="0" y="0"/>
          <a:chExt cx="0" cy="0"/>
        </a:xfrm>
      </p:grpSpPr>
      <p:sp>
        <p:nvSpPr>
          <p:cNvPr id="1321" name="Google Shape;1321;g3ab13fdb44f_0_12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Một đêm khuya vang vẳng trong tuyết sương.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5" name="Shape 1325"/>
        <p:cNvGrpSpPr/>
        <p:nvPr/>
      </p:nvGrpSpPr>
      <p:grpSpPr>
        <a:xfrm>
          <a:off x="0" y="0"/>
          <a:ext cx="0" cy="0"/>
          <a:chOff x="0" y="0"/>
          <a:chExt cx="0" cy="0"/>
        </a:xfrm>
      </p:grpSpPr>
      <p:sp>
        <p:nvSpPr>
          <p:cNvPr id="1326" name="Google Shape;1326;g3ab13fdb44f_0_13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Đàn ơi! Cứ rung những điệu réo rắt.</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0" name="Shape 1330"/>
        <p:cNvGrpSpPr/>
        <p:nvPr/>
      </p:nvGrpSpPr>
      <p:grpSpPr>
        <a:xfrm>
          <a:off x="0" y="0"/>
          <a:ext cx="0" cy="0"/>
          <a:chOff x="0" y="0"/>
          <a:chExt cx="0" cy="0"/>
        </a:xfrm>
      </p:grpSpPr>
      <p:sp>
        <p:nvSpPr>
          <p:cNvPr id="1331" name="Google Shape;1331;g3ab13fdb44f_0_13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Hát khen Con Một Chúa Trời rày sinh xuống cõi đời.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5" name="Shape 1335"/>
        <p:cNvGrpSpPr/>
        <p:nvPr/>
      </p:nvGrpSpPr>
      <p:grpSpPr>
        <a:xfrm>
          <a:off x="0" y="0"/>
          <a:ext cx="0" cy="0"/>
          <a:chOff x="0" y="0"/>
          <a:chExt cx="0" cy="0"/>
        </a:xfrm>
      </p:grpSpPr>
      <p:sp>
        <p:nvSpPr>
          <p:cNvPr id="1336" name="Google Shape;1336;g3ab13fdb44f_0_14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Hỡi người dương thế lặng nghe cung đàn.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0" name="Shape 1340"/>
        <p:cNvGrpSpPr/>
        <p:nvPr/>
      </p:nvGrpSpPr>
      <p:grpSpPr>
        <a:xfrm>
          <a:off x="0" y="0"/>
          <a:ext cx="0" cy="0"/>
          <a:chOff x="0" y="0"/>
          <a:chExt cx="0" cy="0"/>
        </a:xfrm>
      </p:grpSpPr>
      <p:sp>
        <p:nvSpPr>
          <p:cNvPr id="1341" name="Google Shape;1341;g3ab13fdb44f_0_14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Mau tìm cho tới thờ kính Vua giáng trần.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5" name="Shape 1345"/>
        <p:cNvGrpSpPr/>
        <p:nvPr/>
      </p:nvGrpSpPr>
      <p:grpSpPr>
        <a:xfrm>
          <a:off x="0" y="0"/>
          <a:ext cx="0" cy="0"/>
          <a:chOff x="0" y="0"/>
          <a:chExt cx="0" cy="0"/>
        </a:xfrm>
      </p:grpSpPr>
      <p:pic>
        <p:nvPicPr>
          <p:cNvPr id="1346" name="Google Shape;1346;g3ab13fdb44f_0_17"/>
          <p:cNvPicPr preferRelativeResize="0"/>
          <p:nvPr/>
        </p:nvPicPr>
        <p:blipFill>
          <a:blip r:embed="rId3">
            <a:alphaModFix/>
          </a:blip>
          <a:stretch>
            <a:fillRect/>
          </a:stretch>
        </p:blipFill>
        <p:spPr>
          <a:xfrm>
            <a:off x="0" y="0"/>
            <a:ext cx="9144003" cy="5183501"/>
          </a:xfrm>
          <a:prstGeom prst="rect">
            <a:avLst/>
          </a:prstGeom>
          <a:noFill/>
          <a:ln>
            <a:noFill/>
          </a:ln>
        </p:spPr>
      </p:pic>
    </p:spTree>
  </p:cSld>
  <p:clrMapOvr>
    <a:masterClrMapping/>
  </p:clrMapOvr>
</p:sld>
</file>

<file path=ppt/slides/slide2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0" name="Shape 1350"/>
        <p:cNvGrpSpPr/>
        <p:nvPr/>
      </p:nvGrpSpPr>
      <p:grpSpPr>
        <a:xfrm>
          <a:off x="0" y="0"/>
          <a:ext cx="0" cy="0"/>
          <a:chOff x="0" y="0"/>
          <a:chExt cx="0" cy="0"/>
        </a:xfrm>
      </p:grpSpPr>
      <p:sp>
        <p:nvSpPr>
          <p:cNvPr id="1351" name="Google Shape;1351;g3ab13fdb44f_0_151"/>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KẾT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LOÀI NGƯỜI ƠI</a:t>
            </a:r>
            <a:br>
              <a:rPr b="1" i="0" lang="en-US" sz="4700">
                <a:latin typeface="Times New Roman"/>
                <a:ea typeface="Times New Roman"/>
                <a:cs typeface="Times New Roman"/>
                <a:sym typeface="Times New Roman"/>
              </a:rPr>
            </a:br>
            <a:r>
              <a:rPr b="1" i="1" lang="en-US" sz="4700">
                <a:solidFill>
                  <a:srgbClr val="FFD966"/>
                </a:solidFill>
                <a:latin typeface="Times New Roman"/>
                <a:ea typeface="Times New Roman"/>
                <a:cs typeface="Times New Roman"/>
                <a:sym typeface="Times New Roman"/>
              </a:rPr>
              <a:t>(Văn Thiều)</a:t>
            </a:r>
            <a:endParaRPr b="1" sz="4700">
              <a:solidFill>
                <a:srgbClr val="FFD966"/>
              </a:solidFill>
              <a:latin typeface="Times New Roman"/>
              <a:ea typeface="Times New Roman"/>
              <a:cs typeface="Times New Roman"/>
              <a:sym typeface="Times New Roman"/>
            </a:endParaRPr>
          </a:p>
        </p:txBody>
      </p:sp>
    </p:spTree>
  </p:cSld>
  <p:clrMapOvr>
    <a:masterClrMapping/>
  </p:clrMapOvr>
</p:sld>
</file>

<file path=ppt/slides/slide2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5" name="Shape 1355"/>
        <p:cNvGrpSpPr/>
        <p:nvPr/>
      </p:nvGrpSpPr>
      <p:grpSpPr>
        <a:xfrm>
          <a:off x="0" y="0"/>
          <a:ext cx="0" cy="0"/>
          <a:chOff x="0" y="0"/>
          <a:chExt cx="0" cy="0"/>
        </a:xfrm>
      </p:grpSpPr>
      <p:sp>
        <p:nvSpPr>
          <p:cNvPr id="1356" name="Google Shape;1356;g3ab13fdb44f_0_155"/>
          <p:cNvSpPr txBox="1"/>
          <p:nvPr>
            <p:ph idx="1" type="subTitle"/>
          </p:nvPr>
        </p:nvSpPr>
        <p:spPr>
          <a:xfrm>
            <a:off x="0" y="0"/>
            <a:ext cx="9144000" cy="5143500"/>
          </a:xfrm>
          <a:prstGeom prst="rect">
            <a:avLst/>
          </a:prstGeom>
          <a:solidFill>
            <a:srgbClr val="002060"/>
          </a:solidFill>
          <a:ln>
            <a:noFill/>
          </a:ln>
        </p:spPr>
        <p:txBody>
          <a:bodyPr anchorCtr="0" anchor="ctr"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Loài người ơi! Tới Bê-lem kính thờ Ngôi Hai, Chúa cao sang!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0" name="Shape 1360"/>
        <p:cNvGrpSpPr/>
        <p:nvPr/>
      </p:nvGrpSpPr>
      <p:grpSpPr>
        <a:xfrm>
          <a:off x="0" y="0"/>
          <a:ext cx="0" cy="0"/>
          <a:chOff x="0" y="0"/>
          <a:chExt cx="0" cy="0"/>
        </a:xfrm>
      </p:grpSpPr>
      <p:sp>
        <p:nvSpPr>
          <p:cNvPr id="1361" name="Google Shape;1361;g3ab13fdb44f_0_15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Người thương xuống cứu muôn dân đang lầm than.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5" name="Shape 1365"/>
        <p:cNvGrpSpPr/>
        <p:nvPr/>
      </p:nvGrpSpPr>
      <p:grpSpPr>
        <a:xfrm>
          <a:off x="0" y="0"/>
          <a:ext cx="0" cy="0"/>
          <a:chOff x="0" y="0"/>
          <a:chExt cx="0" cy="0"/>
        </a:xfrm>
      </p:grpSpPr>
      <p:sp>
        <p:nvSpPr>
          <p:cNvPr id="1366" name="Google Shape;1366;g3ab13fdb44f_0_16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Nào Si-on! Hãy ca lên nhịp nhàng tung hô Chúa vinh quang,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0" name="Shape 1370"/>
        <p:cNvGrpSpPr/>
        <p:nvPr/>
      </p:nvGrpSpPr>
      <p:grpSpPr>
        <a:xfrm>
          <a:off x="0" y="0"/>
          <a:ext cx="0" cy="0"/>
          <a:chOff x="0" y="0"/>
          <a:chExt cx="0" cy="0"/>
        </a:xfrm>
      </p:grpSpPr>
      <p:sp>
        <p:nvSpPr>
          <p:cNvPr id="1371" name="Google Shape;1371;g3ab13fdb44f_0_16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Vì Yêu-Thương đã sinh ra trong cảnh âm thầm.</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5" name="Shape 1375"/>
        <p:cNvGrpSpPr/>
        <p:nvPr/>
      </p:nvGrpSpPr>
      <p:grpSpPr>
        <a:xfrm>
          <a:off x="0" y="0"/>
          <a:ext cx="0" cy="0"/>
          <a:chOff x="0" y="0"/>
          <a:chExt cx="0" cy="0"/>
        </a:xfrm>
      </p:grpSpPr>
      <p:sp>
        <p:nvSpPr>
          <p:cNvPr id="1376" name="Google Shape;1376;g3ab13fdb44f_0_171"/>
          <p:cNvSpPr txBox="1"/>
          <p:nvPr>
            <p:ph idx="1" type="subTitle"/>
          </p:nvPr>
        </p:nvSpPr>
        <p:spPr>
          <a:xfrm>
            <a:off x="0" y="0"/>
            <a:ext cx="9144000" cy="5143500"/>
          </a:xfrm>
          <a:prstGeom prst="rect">
            <a:avLst/>
          </a:prstGeom>
          <a:solidFill>
            <a:srgbClr val="002060"/>
          </a:solidFill>
          <a:ln>
            <a:noFill/>
          </a:ln>
        </p:spPr>
        <p:txBody>
          <a:bodyPr anchorCtr="0" anchor="ctr"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1. </a:t>
            </a:r>
            <a:r>
              <a:rPr b="1" lang="en-US" sz="8000">
                <a:solidFill>
                  <a:schemeClr val="lt1"/>
                </a:solidFill>
                <a:latin typeface="Times New Roman"/>
                <a:ea typeface="Times New Roman"/>
                <a:cs typeface="Times New Roman"/>
                <a:sym typeface="Times New Roman"/>
              </a:rPr>
              <a:t>Be-lem năm ấy ánh sao chiếu lan giữa trời mùa đông,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0" name="Shape 1380"/>
        <p:cNvGrpSpPr/>
        <p:nvPr/>
      </p:nvGrpSpPr>
      <p:grpSpPr>
        <a:xfrm>
          <a:off x="0" y="0"/>
          <a:ext cx="0" cy="0"/>
          <a:chOff x="0" y="0"/>
          <a:chExt cx="0" cy="0"/>
        </a:xfrm>
      </p:grpSpPr>
      <p:sp>
        <p:nvSpPr>
          <p:cNvPr id="1381" name="Google Shape;1381;g3ab13fdb44f_0_17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Vang trong tuyết sương bao điệu đàn ca dâng lên du dương.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5" name="Shape 1385"/>
        <p:cNvGrpSpPr/>
        <p:nvPr/>
      </p:nvGrpSpPr>
      <p:grpSpPr>
        <a:xfrm>
          <a:off x="0" y="0"/>
          <a:ext cx="0" cy="0"/>
          <a:chOff x="0" y="0"/>
          <a:chExt cx="0" cy="0"/>
        </a:xfrm>
      </p:grpSpPr>
      <p:sp>
        <p:nvSpPr>
          <p:cNvPr id="1386" name="Google Shape;1386;g3ab13fdb44f_0_17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Bên trong hang đá khó khăn thấp hèn giữa trời đầy sương,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0" name="Shape 1390"/>
        <p:cNvGrpSpPr/>
        <p:nvPr/>
      </p:nvGrpSpPr>
      <p:grpSpPr>
        <a:xfrm>
          <a:off x="0" y="0"/>
          <a:ext cx="0" cy="0"/>
          <a:chOff x="0" y="0"/>
          <a:chExt cx="0" cy="0"/>
        </a:xfrm>
      </p:grpSpPr>
      <p:sp>
        <p:nvSpPr>
          <p:cNvPr id="1391" name="Google Shape;1391;g3ab13fdb44f_0_18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Ngôi Hai giáng sinh làm người chuộc tội vì lòng xót thương.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5" name="Shape 1395"/>
        <p:cNvGrpSpPr/>
        <p:nvPr/>
      </p:nvGrpSpPr>
      <p:grpSpPr>
        <a:xfrm>
          <a:off x="0" y="0"/>
          <a:ext cx="0" cy="0"/>
          <a:chOff x="0" y="0"/>
          <a:chExt cx="0" cy="0"/>
        </a:xfrm>
      </p:grpSpPr>
      <p:sp>
        <p:nvSpPr>
          <p:cNvPr id="1396" name="Google Shape;1396;g3ab13fdb44f_0_187"/>
          <p:cNvSpPr txBox="1"/>
          <p:nvPr>
            <p:ph idx="1" type="subTitle"/>
          </p:nvPr>
        </p:nvSpPr>
        <p:spPr>
          <a:xfrm>
            <a:off x="0" y="0"/>
            <a:ext cx="9144000" cy="5143500"/>
          </a:xfrm>
          <a:prstGeom prst="rect">
            <a:avLst/>
          </a:prstGeom>
          <a:solidFill>
            <a:srgbClr val="002060"/>
          </a:solidFill>
          <a:ln>
            <a:noFill/>
          </a:ln>
        </p:spPr>
        <p:txBody>
          <a:bodyPr anchorCtr="0" anchor="ctr"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Loài người ơi! Tới Be-lem kính thờ Ngôi Hai, Chúa cao sang!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0" name="Shape 1400"/>
        <p:cNvGrpSpPr/>
        <p:nvPr/>
      </p:nvGrpSpPr>
      <p:grpSpPr>
        <a:xfrm>
          <a:off x="0" y="0"/>
          <a:ext cx="0" cy="0"/>
          <a:chOff x="0" y="0"/>
          <a:chExt cx="0" cy="0"/>
        </a:xfrm>
      </p:grpSpPr>
      <p:sp>
        <p:nvSpPr>
          <p:cNvPr id="1401" name="Google Shape;1401;g3ab13fdb44f_0_19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Người thương xuống cứu muôn dân đang lầm than.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5" name="Shape 1405"/>
        <p:cNvGrpSpPr/>
        <p:nvPr/>
      </p:nvGrpSpPr>
      <p:grpSpPr>
        <a:xfrm>
          <a:off x="0" y="0"/>
          <a:ext cx="0" cy="0"/>
          <a:chOff x="0" y="0"/>
          <a:chExt cx="0" cy="0"/>
        </a:xfrm>
      </p:grpSpPr>
      <p:sp>
        <p:nvSpPr>
          <p:cNvPr id="1406" name="Google Shape;1406;g3ab13fdb44f_0_19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Nào Xi-on! Hãy ca lên nhịp nhàng tung hô Chúa vinh quang,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0" name="Shape 1410"/>
        <p:cNvGrpSpPr/>
        <p:nvPr/>
      </p:nvGrpSpPr>
      <p:grpSpPr>
        <a:xfrm>
          <a:off x="0" y="0"/>
          <a:ext cx="0" cy="0"/>
          <a:chOff x="0" y="0"/>
          <a:chExt cx="0" cy="0"/>
        </a:xfrm>
      </p:grpSpPr>
      <p:sp>
        <p:nvSpPr>
          <p:cNvPr id="1411" name="Google Shape;1411;g3ab13fdb44f_0_19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Vì yêu thương đã sinh ra trong cảnh âm thầm.</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5" name="Shape 1415"/>
        <p:cNvGrpSpPr/>
        <p:nvPr/>
      </p:nvGrpSpPr>
      <p:grpSpPr>
        <a:xfrm>
          <a:off x="0" y="0"/>
          <a:ext cx="0" cy="0"/>
          <a:chOff x="0" y="0"/>
          <a:chExt cx="0" cy="0"/>
        </a:xfrm>
      </p:grpSpPr>
      <p:pic>
        <p:nvPicPr>
          <p:cNvPr id="1416" name="Google Shape;1416;g3ab13fdb44f_0_21"/>
          <p:cNvPicPr preferRelativeResize="0"/>
          <p:nvPr/>
        </p:nvPicPr>
        <p:blipFill>
          <a:blip r:embed="rId3">
            <a:alphaModFix/>
          </a:blip>
          <a:stretch>
            <a:fillRect/>
          </a:stretch>
        </p:blipFill>
        <p:spPr>
          <a:xfrm>
            <a:off x="0" y="0"/>
            <a:ext cx="9144003" cy="5183501"/>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2013 - 2022">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2023-01-29T22:00:16Z</dcterms:created>
</cp:coreProperties>
</file>