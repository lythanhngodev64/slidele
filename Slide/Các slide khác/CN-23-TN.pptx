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4"/>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300" r:id="rId119"/>
    <p:sldId id="10283" r:id="rId120"/>
    <p:sldId id="10284" r:id="rId121"/>
    <p:sldId id="10790" r:id="rId122"/>
    <p:sldId id="11110" r:id="rId123"/>
    <p:sldId id="10417" r:id="rId124"/>
    <p:sldId id="10791" r:id="rId125"/>
    <p:sldId id="11100" r:id="rId126"/>
    <p:sldId id="11301"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1302" r:id="rId144"/>
    <p:sldId id="385" r:id="rId145"/>
    <p:sldId id="10256" r:id="rId146"/>
    <p:sldId id="10142" r:id="rId147"/>
    <p:sldId id="11226" r:id="rId148"/>
    <p:sldId id="10501" r:id="rId149"/>
    <p:sldId id="11225" r:id="rId150"/>
    <p:sldId id="10982" r:id="rId151"/>
    <p:sldId id="11014" r:id="rId152"/>
    <p:sldId id="10143" r:id="rId153"/>
    <p:sldId id="11224" r:id="rId154"/>
    <p:sldId id="11227" r:id="rId155"/>
    <p:sldId id="11267" r:id="rId156"/>
    <p:sldId id="11268" r:id="rId157"/>
    <p:sldId id="11269" r:id="rId158"/>
    <p:sldId id="11270" r:id="rId159"/>
    <p:sldId id="11272" r:id="rId160"/>
    <p:sldId id="11273" r:id="rId161"/>
    <p:sldId id="11274" r:id="rId162"/>
    <p:sldId id="11307" r:id="rId163"/>
    <p:sldId id="11303" r:id="rId164"/>
    <p:sldId id="10280" r:id="rId165"/>
    <p:sldId id="11168" r:id="rId166"/>
    <p:sldId id="11308" r:id="rId167"/>
    <p:sldId id="9864" r:id="rId168"/>
    <p:sldId id="10316" r:id="rId169"/>
    <p:sldId id="10317" r:id="rId170"/>
    <p:sldId id="10318" r:id="rId171"/>
    <p:sldId id="10319" r:id="rId172"/>
    <p:sldId id="10320" r:id="rId173"/>
    <p:sldId id="10321" r:id="rId174"/>
    <p:sldId id="10322" r:id="rId175"/>
    <p:sldId id="10323" r:id="rId176"/>
    <p:sldId id="10324" r:id="rId177"/>
    <p:sldId id="10325" r:id="rId178"/>
    <p:sldId id="10337" r:id="rId179"/>
    <p:sldId id="10326" r:id="rId180"/>
    <p:sldId id="10327" r:id="rId181"/>
    <p:sldId id="10328" r:id="rId182"/>
    <p:sldId id="10336" r:id="rId183"/>
    <p:sldId id="10329" r:id="rId184"/>
    <p:sldId id="10330" r:id="rId185"/>
    <p:sldId id="10331" r:id="rId186"/>
    <p:sldId id="10332" r:id="rId187"/>
    <p:sldId id="10333" r:id="rId188"/>
    <p:sldId id="10334" r:id="rId189"/>
    <p:sldId id="10335" r:id="rId190"/>
    <p:sldId id="11304" r:id="rId191"/>
    <p:sldId id="10651" r:id="rId192"/>
    <p:sldId id="10652" r:id="rId193"/>
    <p:sldId id="10653" r:id="rId194"/>
    <p:sldId id="10918" r:id="rId195"/>
    <p:sldId id="11169" r:id="rId196"/>
    <p:sldId id="11275" r:id="rId197"/>
    <p:sldId id="11276" r:id="rId198"/>
    <p:sldId id="11277" r:id="rId199"/>
    <p:sldId id="11278" r:id="rId200"/>
    <p:sldId id="11279" r:id="rId201"/>
    <p:sldId id="11280" r:id="rId202"/>
    <p:sldId id="11281" r:id="rId203"/>
    <p:sldId id="11282" r:id="rId204"/>
    <p:sldId id="11283" r:id="rId205"/>
    <p:sldId id="11284" r:id="rId206"/>
    <p:sldId id="11285" r:id="rId207"/>
    <p:sldId id="11286" r:id="rId208"/>
    <p:sldId id="11221" r:id="rId209"/>
    <p:sldId id="10252" r:id="rId210"/>
    <p:sldId id="11182" r:id="rId211"/>
    <p:sldId id="10212" r:id="rId212"/>
    <p:sldId id="10823" r:id="rId213"/>
    <p:sldId id="10931" r:id="rId214"/>
    <p:sldId id="11185" r:id="rId215"/>
    <p:sldId id="10932" r:id="rId216"/>
    <p:sldId id="11247" r:id="rId217"/>
    <p:sldId id="11248" r:id="rId218"/>
    <p:sldId id="11249" r:id="rId219"/>
    <p:sldId id="11250" r:id="rId220"/>
    <p:sldId id="11251" r:id="rId221"/>
    <p:sldId id="11252" r:id="rId222"/>
    <p:sldId id="11253" r:id="rId223"/>
    <p:sldId id="11287" r:id="rId224"/>
    <p:sldId id="11288" r:id="rId225"/>
    <p:sldId id="11289" r:id="rId226"/>
    <p:sldId id="11290" r:id="rId227"/>
    <p:sldId id="11291" r:id="rId228"/>
    <p:sldId id="11292" r:id="rId229"/>
    <p:sldId id="11293" r:id="rId230"/>
    <p:sldId id="11294" r:id="rId231"/>
    <p:sldId id="11295" r:id="rId232"/>
    <p:sldId id="11296" r:id="rId233"/>
    <p:sldId id="11305" r:id="rId234"/>
    <p:sldId id="10769" r:id="rId235"/>
    <p:sldId id="10253" r:id="rId236"/>
    <p:sldId id="11006" r:id="rId237"/>
    <p:sldId id="11007" r:id="rId238"/>
    <p:sldId id="11059" r:id="rId239"/>
    <p:sldId id="11297" r:id="rId240"/>
    <p:sldId id="11298" r:id="rId241"/>
    <p:sldId id="11299" r:id="rId242"/>
    <p:sldId id="11306" r:id="rId24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4" autoAdjust="0"/>
    <p:restoredTop sz="94660"/>
  </p:normalViewPr>
  <p:slideViewPr>
    <p:cSldViewPr snapToGrid="0">
      <p:cViewPr>
        <p:scale>
          <a:sx n="75" d="100"/>
          <a:sy n="75" d="100"/>
        </p:scale>
        <p:origin x="2616" y="112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2481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microsoft.com/office/2016/11/relationships/changesInfo" Target="changesInfos/changesInfo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microsoft.com/office/2015/10/relationships/revisionInfo" Target="revisionInfo.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notesMaster" Target="notesMasters/notes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presProps" Target="pres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viewProps" Target="view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9/6/2025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3FEE-9BFE-E36A-6504-4C81932B2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DE677-66AD-54E5-01B5-30ED85681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FC414-365A-0022-2EF9-B50EC9CFC7F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571D8A7-EB2E-D723-1719-70BE4E070E37}"/>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909608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7FEA-3A18-8D0F-A8D6-136A5C15C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78136-39DE-02EF-57DC-D9A3B3183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A1701-04F8-D43B-28A4-8D9DBC83499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0215AF4-F02B-4A70-EEC0-BA73DE6773F9}"/>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508167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1255-D02D-5DF2-9CBC-0B1F661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AF54A-55F6-6174-9637-3C097194A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EABC6-5E34-9C3B-CFE4-DFFE4EB654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95EC1E0-C717-2DE1-26A3-9DCADC8A19A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38366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78AB-1679-16ED-FDCD-F75328982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79A20-FC21-9963-535E-C57E26E6E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F781A-79C3-234E-49AC-4AF80D35181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F778D81-809E-4C22-39D2-453FA8B0DA9D}"/>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64984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98A77-EDE8-3A74-32D3-C0ED17539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77A8D-5705-8849-9A76-412D5AD33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B644C-9DFF-8744-5128-E9A66357168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B18E93E-C617-AD57-EE53-96CEA60758F8}"/>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155992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A4088-CC15-45CB-CCC3-0FA234C79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ADDF1-4DE2-FE3C-FB24-D92882ECE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C3F41-151F-75E2-9E43-99A74925009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1184C77-152C-7D36-5453-8A247ECD5722}"/>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40653123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FA32-B4CE-A047-EBD6-930245DA9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7F979-2E35-870C-7E39-FC2EFC2E4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832BD-E8D5-A140-6A91-653121D26E4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CF78319-4173-C950-1932-6875A951FC3B}"/>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41495019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AAA2-FE03-62BF-57E2-F29749D7C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EF1C1-7C4E-4BA8-D000-96E186014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04C2E-2F13-D42C-7AA6-41E1833A373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40F50D9-0EA5-F834-60F1-976A3A2821CC}"/>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385249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9A1E6-244B-F600-59E2-5F0405A22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1D829-401B-8D1E-010C-394721E5C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94A0E-B050-5AF2-F68D-04829CDAB72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86A70E2-6C10-CE37-10D7-84C3D1BBB420}"/>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4380092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998FF-286A-152F-E434-EC66DAB0B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31D84-17FA-F9CA-D567-A4FBF241BF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8A695-BB8C-6610-9865-E2CDDC1E1B6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23A3AE0-DBC8-371B-772C-93FBC3765B23}"/>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32330168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53F8B-612A-7E60-92E6-95AC69EA6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A0163-4A1A-3877-6B6A-7D1BE3EED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4B08B-8938-E412-F411-580D3142F5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EE2D4DC-EE2A-A675-EDCD-DD363B1CAA24}"/>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482868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EEA3-7444-7F1C-4EDA-2BC7024E9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43AE3-E659-A3D2-F061-1F9254302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9CF59-C31D-6CC9-9898-DE878674885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DDFFD78-1797-C8D7-0836-A510E6A470E5}"/>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15718103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F6049-3D74-11A2-7327-6D3C1B728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40DDB-C8E0-28A4-B098-DD88D71B7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00C1F-23BE-B9FA-86DE-62DFDFC314D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D48F123-16F7-E956-7DF1-195F06E96DFE}"/>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6486091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EAE0-5B9B-77B6-7A39-5242BEB57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B486C-E596-D537-EC17-7BD8D3ACF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CDDA8-26EC-215E-CC52-072AAD870CE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18F4BAC-974C-D1AC-70EB-221437DDA035}"/>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25300888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FD2C2-E556-360C-5A51-9B7484B41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AA8A0-1731-20E4-4AC2-206433334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2BE5A-E18C-3233-B6A8-29D3CA24858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E906081-D528-7976-728F-A70423130E6F}"/>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34195396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FFCA9-B1CB-AEC5-DE20-9DA4B8AA5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AAD83-3DCE-8FAE-8581-2BB0BCECD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E0F2A-9D04-9E53-957A-D418799DE36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C60FF84-37AA-F756-0CB8-868844F8BD0C}"/>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4553342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9A2D2-C39F-E543-E7C9-C9B68A8FF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0A34-1FA4-1D57-9FAE-E110C0D78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20EC9-60F8-E110-F031-65AE443F4FA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C2D359F-F9A1-5E52-E44A-704DEEA080E9}"/>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6779293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49E90-F2BC-8728-C51C-0717605A0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92AEE-A609-90F4-71BF-9EBF41693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17964-F9E5-1EA2-EB49-F2610E10E9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17509B-32C7-1D04-8534-75B28B301D11}"/>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9991761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4F4FD-D117-2374-195C-66A2D2649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44089-32E6-9E5F-F218-6531E6F7A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1D2E9-7B55-F5C8-73FE-29B62E6B12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B98BD19-F6DC-4352-672E-1228BEE04F46}"/>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39446853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9901-5142-7F12-23B5-8AA4A73BF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27C30-6C5C-1B14-324F-EE4061359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E1D91-F2A6-EA2B-C7B9-2BBC0D8044B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7C8A5B-FB5D-B21B-9CAF-B6D5CF2AA9B7}"/>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6483772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67DFA-505E-B295-E947-1DE5C4AA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AD7D0-D432-8CB0-DE6C-0E010D3E9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576E6-F90B-D6EA-52BB-2558FE8BE2B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7450B25-0B4E-7ECC-753C-8630C408B453}"/>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41560167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918A-86EA-CE72-4194-8E83CA122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11160-72E6-444E-2DBA-A6EE0DB4A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9B043-56C0-9A2C-A3D0-3A8D242D7BD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AA37884-F1B0-3810-8AEB-6ABA4C90FD2E}"/>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11298483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2230-8E35-87C0-5CC3-4FC5F7994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BF685-A2A0-66A5-0E4E-99A12911D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3F5D8-6E2B-A6B4-E8D3-4DA03E7D29F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0304FCF-DBBE-58F7-031E-1E49F53525E2}"/>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16146334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F33D-8EB8-3952-EFA8-B888F3606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F2FD8-33CF-2344-1C61-9DB556A29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2C061-B8FB-FDF6-D09F-C0336A5B31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25203F-F96E-10D4-5098-3DFBAAA7CBB8}"/>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6968846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05F3-B30E-CCBD-1111-BB6D3F284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1B54E-C675-66B8-BB0E-1E579B201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3AB8-ED71-1FF3-2552-3D2CA9A80F3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A2D5DA-21A2-2AF2-D345-DAE978D21BCC}"/>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12034179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91C7-E1B2-E1EF-A4BD-BBCA11B31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94DD3-03DB-3D60-F25C-C100D6EBE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7FC98-9451-4F6E-BD59-BE4E7C83FE3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192C5A9-1FB9-E421-B5BD-AC9A46300755}"/>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5492692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8BD3-25C9-EF79-4785-245F5F3EF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11AF1-DEB6-2DF9-621D-D6CD5ADAC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D2F88-1DEC-00AE-B05E-01DFF8E902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1BDF3A-CDBA-C61B-D697-3C9D685F7393}"/>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28662227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40A66-AC31-0C41-4B37-4DD4F2D2B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8505B-27F4-EBAE-FAA8-4467A1284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1E634-1B13-03AB-E929-F40B6462774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2A5E54A-9ED9-085D-01A4-55F47CD61F88}"/>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15244367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5987-4FA3-5875-B74F-57ABF3522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F2716-B1D4-8D6C-671F-624C6D04E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63468-AE56-53BA-566B-54E7EADC554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A33E3B7-46C3-D56D-6BF5-66882B7CC9BF}"/>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4951724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6416B-07C9-52AE-DA07-B342FC44E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B5683-5EE5-6A0C-D343-6FD88D636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9F5A3-41DF-4E8A-B12D-D14CDA285AE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F8F79-91A1-AA36-2EED-BA7AD4A21C14}"/>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6658003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8548-E027-073C-E418-C8A5C9FE4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6C32E-700F-3CA7-E118-A4F9E903C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966ED-E756-05A5-4F5D-7629C174C49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7864BB-0323-768A-7631-FA7BCA94AAFC}"/>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0146118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F7B94-8576-3E0E-E9E5-2A65030D5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48392-6FEA-D889-B1E4-650C989F9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BAF15-BDA3-5228-F4A2-AC78D80B104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D33865B-057B-138E-7903-8981374045A2}"/>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12318426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0A781-67BD-5269-F830-8BCB0F39F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D0283-4399-26FF-64DC-1A7F20E2A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77AA0-099C-B9B5-C29B-D72F0EEFD30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3C5C7C7-2B18-D971-637F-6A53A7B3E937}"/>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7465433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5EC8-134A-B65F-7508-21CCF688C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025DE-85AB-024D-075F-1AF127314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0A619-B7D7-C664-6E0C-5E0D17E6D88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D1D466E-1E41-F29D-A620-D90FE2D1E95E}"/>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1099903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FC89-550E-2DC2-BA47-B768F182B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16704-00D3-0A3F-ED92-FEC10756B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7E3B7-DD7A-6EA7-F89E-EA3F486805A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7462260-33FF-3924-0A1C-5EB75F62D1FF}"/>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22320710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DC86E-8F93-5C7C-A152-C0EC4F388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1DA20-5702-77C6-5463-B9F90B60D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05ECB-E1B9-BE59-3084-8A050D0099D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3C7760C-F147-D49C-161F-0636F6F9E7BE}"/>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1233708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CC48-1132-2030-CBCB-C4ADA7F94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FCA9B-4914-D597-DF07-7CD057BE2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EFB73-7897-90B1-D1AB-6CFC66362CF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E43EBCB-E87E-CD1B-5CEE-C256ABBBBB4E}"/>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98436950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642A-0BDF-4761-CA20-A14DA842B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BBDA-86D7-0A72-F2D3-2A6D9CC07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016F-1468-DD1A-1A5A-4A918A60D5F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35E96DC-CF7A-6282-678C-6031F2B37C39}"/>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13489257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F228-D71E-9002-FE64-01F03B2FE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E80A7-5649-7397-6191-AAAA9FDDC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9318E-1DD5-B769-0C4B-26B589D29BF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21AF522-9078-0F11-BCC7-1ABCD5A75B04}"/>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21973348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D634-1143-6897-CAB0-EF3B6D71D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AA7E6-6CEA-1202-E642-BDF019B7A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F68F8-8AF6-7570-8A23-B7C4686D131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AE8913-F115-8A56-893B-6E8FD9B35791}"/>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3989151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F63C-E6DB-5F5B-F91B-F3E73D7B8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F5E73-97DB-3CDF-4C1A-2CAFE8BC4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A9943-4519-5DB2-08B3-111E13713E9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607A7D5-F64E-D376-0489-56462E00F142}"/>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7007685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2F15-3959-6EA2-6993-4CF5BDD9C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31908-D8C9-D348-C2B3-F9A50F24E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BC731-1705-5A21-62EF-6A230176080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929FD30-631B-3E7C-EDA2-AA27F333CAAD}"/>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5818402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95A6-6BEE-118A-DDA9-5E9391A9D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41C96-F895-2CCC-E5CF-E55266AFA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9FC77-87DA-CEC8-9557-3215E6ECABE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A0894BD-7854-1685-1BC7-7B7A06635878}"/>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36261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9/6/2025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4EE3F43D-B77B-C5AD-5621-0252F524F4AF}"/>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D847-260B-EA59-B1F4-2B66C0AB2D59}"/>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50A0F5B2-413B-E3BE-9CD3-3BDBEA35CDB3}"/>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28717937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LÊN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ĐỀN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NGÀI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panose="02020603050405020304" pitchFamily="18" charset="0"/>
                <a:cs typeface="Times New Roman" panose="02020603050405020304" pitchFamily="18" charset="0"/>
              </a:rPr>
              <a:t>1. Nhịp nhàng vui bước đi lên đền thánh Ngài.</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Dâng câu ca ngợi tình thương Chúa chan </a:t>
            </a:r>
            <a:r>
              <a:rPr lang="vi-VN" sz="8800" b="1" dirty="0" err="1">
                <a:effectLst/>
                <a:latin typeface="Times New Roman (Headings)"/>
                <a:cs typeface="Arial" panose="020B0604020202020204" pitchFamily="34" charset="0"/>
              </a:rPr>
              <a:t>hoà</a:t>
            </a:r>
            <a:r>
              <a:rPr lang="vi-VN" sz="8800" b="1" dirty="0">
                <a:effectLst/>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niềm</a:t>
            </a:r>
            <a:r>
              <a:rPr lang="en-US" sz="9600" b="1" dirty="0">
                <a:effectLst/>
                <a:latin typeface="Times New Roman (Headings)"/>
                <a:cs typeface="Arial" panose="020B0604020202020204" pitchFamily="34" charset="0"/>
              </a:rPr>
              <a:t> tin </a:t>
            </a:r>
            <a:r>
              <a:rPr lang="en-US" sz="9600" b="1" dirty="0" err="1">
                <a:effectLst/>
                <a:latin typeface="Times New Roman (Headings)"/>
                <a:cs typeface="Arial" panose="020B0604020202020204" pitchFamily="34" charset="0"/>
              </a:rPr>
              <a:t>mến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thiết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75656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effectLst/>
                <a:latin typeface="Times New Roman (Headings)"/>
                <a:cs typeface="Arial" panose="020B0604020202020204" pitchFamily="34" charset="0"/>
              </a:rPr>
              <a:t>Thu qua Đông </a:t>
            </a:r>
            <a:r>
              <a:rPr lang="en-US" sz="8800" b="1" dirty="0" err="1">
                <a:effectLst/>
                <a:latin typeface="Times New Roman (Headings)"/>
                <a:cs typeface="Arial" panose="020B0604020202020204" pitchFamily="34" charset="0"/>
              </a:rPr>
              <a:t>tàn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quyết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nhoà</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28852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rộn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rã</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Cất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câu</a:t>
            </a:r>
            <a:r>
              <a:rPr lang="en-US" sz="8000" b="1" dirty="0">
                <a:effectLst/>
                <a:latin typeface="Times New Roman (Headings)"/>
                <a:cs typeface="Arial" panose="020B0604020202020204" pitchFamily="34" charset="0"/>
              </a:rPr>
              <a:t> ca con </a:t>
            </a:r>
            <a:r>
              <a:rPr lang="en-US" sz="8000" b="1" dirty="0" err="1">
                <a:effectLst/>
                <a:latin typeface="Times New Roman (Headings)"/>
                <a:cs typeface="Arial" panose="020B0604020202020204" pitchFamily="34" charset="0"/>
              </a:rPr>
              <a:t>thấy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an </a:t>
            </a:r>
            <a:r>
              <a:rPr lang="en-US" sz="8000" b="1" dirty="0" err="1">
                <a:effectLst/>
                <a:latin typeface="Times New Roman (Headings)"/>
                <a:cs typeface="Arial" panose="020B0604020202020204" pitchFamily="34" charset="0"/>
              </a:rPr>
              <a:t>hoà</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1258147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77F43-7C49-0E3B-F6C1-5DFD8408E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8C0A9-7FF8-1666-075B-163C225251D2}"/>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panose="02020603050405020304" pitchFamily="18" charset="0"/>
                <a:cs typeface="Times New Roman" panose="02020603050405020304" pitchFamily="18" charset="0"/>
              </a:rPr>
              <a:t>Trong </a:t>
            </a:r>
            <a:r>
              <a:rPr lang="en-US" sz="8000" b="1" dirty="0" err="1">
                <a:effectLst/>
                <a:latin typeface="Times New Roman" panose="02020603050405020304" pitchFamily="18" charset="0"/>
                <a:cs typeface="Times New Roman" panose="02020603050405020304" pitchFamily="18" charset="0"/>
              </a:rPr>
              <a:t>tình</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yêu</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của</a:t>
            </a:r>
            <a:r>
              <a:rPr lang="en-US" sz="8000" b="1" dirty="0">
                <a:effectLst/>
                <a:latin typeface="Times New Roman" panose="02020603050405020304" pitchFamily="18" charset="0"/>
                <a:cs typeface="Times New Roman" panose="02020603050405020304" pitchFamily="18" charset="0"/>
              </a:rPr>
              <a:t> Thiên Chúa </a:t>
            </a:r>
            <a:r>
              <a:rPr lang="en-US" sz="8000" b="1" dirty="0" err="1">
                <a:effectLst/>
                <a:latin typeface="Times New Roman" panose="02020603050405020304" pitchFamily="18" charset="0"/>
                <a:cs typeface="Times New Roman" panose="02020603050405020304" pitchFamily="18" charset="0"/>
              </a:rPr>
              <a:t>là</a:t>
            </a:r>
            <a:r>
              <a:rPr lang="en-US" sz="8000" b="1" dirty="0">
                <a:effectLst/>
                <a:latin typeface="Times New Roman" panose="02020603050405020304" pitchFamily="18" charset="0"/>
                <a:cs typeface="Times New Roman" panose="02020603050405020304" pitchFamily="18" charset="0"/>
              </a:rPr>
              <a:t> Cha, con </a:t>
            </a:r>
            <a:r>
              <a:rPr lang="en-US" sz="8000" b="1" dirty="0" err="1">
                <a:effectLst/>
                <a:latin typeface="Times New Roman" panose="02020603050405020304" pitchFamily="18" charset="0"/>
                <a:cs typeface="Times New Roman" panose="02020603050405020304" pitchFamily="18" charset="0"/>
              </a:rPr>
              <a:t>cảm</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tạ</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ôi</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tình</a:t>
            </a:r>
            <a:r>
              <a:rPr lang="en-US" sz="8000" b="1" dirty="0">
                <a:effectLst/>
                <a:latin typeface="Times New Roman" panose="02020603050405020304" pitchFamily="18" charset="0"/>
                <a:cs typeface="Times New Roman" panose="02020603050405020304" pitchFamily="18" charset="0"/>
              </a:rPr>
              <a:t> Cha </a:t>
            </a:r>
            <a:r>
              <a:rPr lang="en-US" sz="8000" b="1" dirty="0" err="1">
                <a:effectLst/>
                <a:latin typeface="Times New Roman" panose="02020603050405020304" pitchFamily="18" charset="0"/>
                <a:cs typeface="Times New Roman" panose="02020603050405020304" pitchFamily="18" charset="0"/>
              </a:rPr>
              <a:t>muôn</a:t>
            </a:r>
            <a:r>
              <a:rPr lang="en-US" sz="8000" b="1" dirty="0">
                <a:effectLst/>
                <a:latin typeface="Times New Roman" panose="02020603050405020304" pitchFamily="18" charset="0"/>
                <a:cs typeface="Times New Roman" panose="02020603050405020304" pitchFamily="18" charset="0"/>
              </a:rPr>
              <a:t> </a:t>
            </a:r>
            <a:r>
              <a:rPr lang="en-US" sz="8000" b="1" dirty="0" err="1">
                <a:effectLst/>
                <a:latin typeface="Times New Roman" panose="02020603050405020304" pitchFamily="18" charset="0"/>
                <a:cs typeface="Times New Roman" panose="02020603050405020304" pitchFamily="18" charset="0"/>
              </a:rPr>
              <a:t>vàn</a:t>
            </a:r>
            <a:r>
              <a:rPr lang="en-US" sz="80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102817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469D-EA09-B413-FC63-18BDC7B374FC}"/>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F90428A9-0983-E84B-58BA-69C61C0E6EF9}"/>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50394467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solidFill>
                  <a:srgbClr val="EE0000"/>
                </a:solidFill>
                <a:effectLst/>
                <a:latin typeface="Times New Roman (Headings)"/>
                <a:cs typeface="Arial" panose="020B0604020202020204" pitchFamily="34" charset="0"/>
              </a:rPr>
              <a:t>A: </a:t>
            </a:r>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0000" b="1" dirty="0">
                <a:solidFill>
                  <a:schemeClr val="accent1"/>
                </a:solidFill>
                <a:effectLst/>
                <a:latin typeface="Times New Roman (Headings)"/>
                <a:cs typeface="Arial" panose="020B0604020202020204" pitchFamily="34" charset="0"/>
              </a:rPr>
              <a:t>B:</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1500" b="1" dirty="0">
                <a:solidFill>
                  <a:srgbClr val="EE0000"/>
                </a:solidFill>
                <a:effectLst/>
                <a:latin typeface="Times New Roman (Headings)"/>
                <a:cs typeface="Arial" panose="020B0604020202020204" pitchFamily="34" charset="0"/>
              </a:rPr>
              <a:t>A:</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solidFill>
                  <a:schemeClr val="accent1"/>
                </a:solidFill>
                <a:effectLst/>
                <a:latin typeface="Times New Roman (Headings)"/>
                <a:cs typeface="Arial" panose="020B0604020202020204" pitchFamily="34" charset="0"/>
              </a:rPr>
              <a:t>B: </a:t>
            </a:r>
            <a:r>
              <a:rPr lang="en-US" sz="9600" b="1" dirty="0" err="1">
                <a:effectLst/>
                <a:latin typeface="Times New Roman (Headings)"/>
                <a:cs typeface="Arial" panose="020B0604020202020204" pitchFamily="34" charset="0"/>
              </a:rPr>
              <a:t>chúng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tôn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vinh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vi-VN" sz="8800" b="1" dirty="0">
                <a:effectLst/>
                <a:latin typeface="Times New Roman (Headings)"/>
                <a:cs typeface="Arial" panose="020B0604020202020204" pitchFamily="34" charset="0"/>
              </a:rPr>
              <a:t>Chúa xóa tội trần gian,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E845B-9E3D-DD34-E347-ED1F29EEB4CD}"/>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D4E85707-C58A-1B9D-F96F-B0BDB1049B91}"/>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38100597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Kn</a:t>
            </a:r>
            <a:r>
              <a:rPr lang="en-US" sz="3800" b="1" dirty="0">
                <a:latin typeface="Arial" panose="020B0604020202020204" pitchFamily="34" charset="0"/>
                <a:cs typeface="Arial" panose="020B0604020202020204" pitchFamily="34" charset="0"/>
              </a:rPr>
              <a:t> 9, 13-18 </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1048255"/>
            <a:ext cx="9144000" cy="3139321"/>
          </a:xfrm>
          <a:prstGeom prst="rect">
            <a:avLst/>
          </a:prstGeom>
          <a:noFill/>
        </p:spPr>
        <p:txBody>
          <a:bodyPr wrap="square">
            <a:spAutoFit/>
          </a:bodyPr>
          <a:lstStyle/>
          <a:p>
            <a:pPr algn="ctr"/>
            <a:r>
              <a:rPr lang="vi-VN" sz="6600" b="1" i="1" dirty="0">
                <a:solidFill>
                  <a:srgbClr val="FF0000"/>
                </a:solidFill>
                <a:latin typeface="Arial" panose="020B0604020202020204" pitchFamily="34" charset="0"/>
                <a:cs typeface="Arial" panose="020B0604020202020204" pitchFamily="34" charset="0"/>
              </a:rPr>
              <a:t>“Ai có thể suy tưởng được sự Thiên Chúa muốn”</a:t>
            </a:r>
          </a:p>
        </p:txBody>
      </p:sp>
      <p:sp>
        <p:nvSpPr>
          <p:cNvPr id="7" name="TextBox 6">
            <a:extLst>
              <a:ext uri="{FF2B5EF4-FFF2-40B4-BE49-F238E27FC236}">
                <a16:creationId xmlns:a16="http://schemas.microsoft.com/office/drawing/2014/main" id="{FA7210C8-01DF-51DB-3853-C95430401C95}"/>
              </a:ext>
            </a:extLst>
          </p:cNvPr>
          <p:cNvSpPr txBox="1"/>
          <p:nvPr/>
        </p:nvSpPr>
        <p:spPr>
          <a:xfrm>
            <a:off x="0" y="4558724"/>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a:t>
            </a:r>
            <a:r>
              <a:rPr lang="en-US" sz="3200" dirty="0" err="1">
                <a:latin typeface="Arial" panose="020B0604020202020204" pitchFamily="34" charset="0"/>
                <a:cs typeface="Arial" panose="020B0604020202020204" pitchFamily="34" charset="0"/>
              </a:rPr>
              <a:t>Khôn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ngoan</a:t>
            </a:r>
            <a:r>
              <a:rPr lang="vi-VN" sz="3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725020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89</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Thực ngàn năm ở trước Thiên Nhan, tựa hồ như một ngày đã khuất,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như một đêm thức giấc cầm canh.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Chúa khiến con người trở về bụi đất thôi: "Hãy trở về gốc hỡi người".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D3B1-1526-3D8E-D9B7-539ECC7C8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322D3-380A-E988-603F-8E8BC1C0727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Thân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chỗ</a:t>
            </a:r>
            <a:r>
              <a:rPr lang="en-US" sz="8000" b="1" dirty="0">
                <a:effectLst/>
                <a:latin typeface="Times New Roman (Headings)"/>
                <a:cs typeface="Arial" panose="020B0604020202020204" pitchFamily="34" charset="0"/>
              </a:rPr>
              <a:t> dung </a:t>
            </a:r>
            <a:r>
              <a:rPr lang="en-US" sz="8000" b="1" dirty="0" err="1">
                <a:effectLst/>
                <a:latin typeface="Times New Roman (Headings)"/>
                <a:cs typeface="Arial" panose="020B0604020202020204" pitchFamily="34" charset="0"/>
              </a:rPr>
              <a:t>thân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54408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sáng</a:t>
            </a:r>
            <a:r>
              <a:rPr lang="en-US" sz="8000" b="1" dirty="0">
                <a:effectLst/>
                <a:latin typeface="Times New Roman (Headings)"/>
                <a:cs typeface="Arial" panose="020B0604020202020204" pitchFamily="34" charset="0"/>
              </a:rPr>
              <a:t> soi </a:t>
            </a:r>
            <a:r>
              <a:rPr lang="en-US" sz="8000" b="1" dirty="0" err="1">
                <a:effectLst/>
                <a:latin typeface="Times New Roman (Headings)"/>
                <a:cs typeface="Arial" panose="020B0604020202020204" pitchFamily="34" charset="0"/>
              </a:rPr>
              <a:t>rạng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kia.</a:t>
            </a:r>
          </a:p>
        </p:txBody>
      </p:sp>
    </p:spTree>
    <p:extLst>
      <p:ext uri="{BB962C8B-B14F-4D97-AF65-F5344CB8AC3E}">
        <p14:creationId xmlns:p14="http://schemas.microsoft.com/office/powerpoint/2010/main" val="35799939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6F70-7810-8DFC-109C-BB387682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D41A-711E-355A-D7F4-FDE62BF2144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2</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Cuộc đời qua tựa giấc chiêm bao, tựa hồ như cỏ đồng xanh thắm,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08097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10000" b="1" dirty="0" err="1">
                <a:effectLst/>
                <a:latin typeface="Times New Roman (Headings)"/>
                <a:cs typeface="Arial" panose="020B0604020202020204" pitchFamily="34" charset="0"/>
              </a:rPr>
              <a:t>Niềm</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hân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hoan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cho</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những</a:t>
            </a:r>
            <a:r>
              <a:rPr lang="en-US" sz="10000" b="1" dirty="0">
                <a:effectLst/>
                <a:latin typeface="Times New Roman (Headings)"/>
                <a:cs typeface="Arial" panose="020B0604020202020204" pitchFamily="34" charset="0"/>
              </a:rPr>
              <a:t> ai </a:t>
            </a:r>
            <a:r>
              <a:rPr lang="en-US" sz="10000" b="1" dirty="0" err="1">
                <a:effectLst/>
                <a:latin typeface="Times New Roman (Headings)"/>
                <a:cs typeface="Arial" panose="020B0604020202020204" pitchFamily="34" charset="0"/>
              </a:rPr>
              <a:t>sầu</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đau</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5E4F9-F2D7-3F55-C6B5-37A8E9E96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FD78F-0789-7179-0A26-61BC4226FCD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chiều</a:t>
            </a:r>
            <a:r>
              <a:rPr lang="en-US" sz="8800" b="1" dirty="0">
                <a:effectLst/>
                <a:latin typeface="Times New Roman (Headings)"/>
                <a:cs typeface="Arial" panose="020B0604020202020204" pitchFamily="34" charset="0"/>
              </a:rPr>
              <a:t> tan </a:t>
            </a:r>
            <a:r>
              <a:rPr lang="en-US" sz="8800" b="1" dirty="0" err="1">
                <a:effectLst/>
                <a:latin typeface="Times New Roman (Headings)"/>
                <a:cs typeface="Arial" panose="020B0604020202020204" pitchFamily="34" charset="0"/>
              </a:rPr>
              <a:t>lá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úa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khô</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734112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F47C-7315-4DCD-37CD-D961C41AE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7D4B9-330E-40D5-99AE-0DB0156D998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Chúa ơi xin Ngài trở lại và xót thương chớ còn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để tới bao giờ.</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7157895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50CE5-3FC4-BEDB-EBD0-45217019E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DC42F-E00A-2704-4802-9080002C4C2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Thân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chỗ</a:t>
            </a:r>
            <a:r>
              <a:rPr lang="en-US" sz="8000" b="1" dirty="0">
                <a:effectLst/>
                <a:latin typeface="Times New Roman (Headings)"/>
                <a:cs typeface="Arial" panose="020B0604020202020204" pitchFamily="34" charset="0"/>
              </a:rPr>
              <a:t> dung </a:t>
            </a:r>
            <a:r>
              <a:rPr lang="en-US" sz="8000" b="1" dirty="0" err="1">
                <a:effectLst/>
                <a:latin typeface="Times New Roman (Headings)"/>
                <a:cs typeface="Arial" panose="020B0604020202020204" pitchFamily="34" charset="0"/>
              </a:rPr>
              <a:t>thân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5074735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20E1-B542-0619-6C90-EBBD65202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034EC-7C88-2221-16AD-FE1FC39F6B1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sáng</a:t>
            </a:r>
            <a:r>
              <a:rPr lang="en-US" sz="8000" b="1" dirty="0">
                <a:effectLst/>
                <a:latin typeface="Times New Roman (Headings)"/>
                <a:cs typeface="Arial" panose="020B0604020202020204" pitchFamily="34" charset="0"/>
              </a:rPr>
              <a:t> soi </a:t>
            </a:r>
            <a:r>
              <a:rPr lang="en-US" sz="8000" b="1" dirty="0" err="1">
                <a:effectLst/>
                <a:latin typeface="Times New Roman (Headings)"/>
                <a:cs typeface="Arial" panose="020B0604020202020204" pitchFamily="34" charset="0"/>
              </a:rPr>
              <a:t>rạng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kia.</a:t>
            </a:r>
          </a:p>
        </p:txBody>
      </p:sp>
    </p:spTree>
    <p:extLst>
      <p:ext uri="{BB962C8B-B14F-4D97-AF65-F5344CB8AC3E}">
        <p14:creationId xmlns:p14="http://schemas.microsoft.com/office/powerpoint/2010/main" val="40428471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EF10B-E355-E65D-C6C8-8A2E47118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53A65-0579-20CD-55B7-823486FFDA19}"/>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3</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Nguyện xin Chúa Ngài hãy ban cho được đầy no ân tình của Chúa,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2023400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B58FE-33F3-A621-2A0E-1B4C0B26D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C888C-65A9-B2ED-328D-97A325CF3F9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niềm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301880161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7671-18C9-0D01-ADD0-BDF8D9F2F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05E91-FDE4-03D6-86BE-BC02EE01C85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Chúa thương ban ân sủng Ngài và điểm tô gia nghiệp mà chúng con làm.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5836086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6EAA9-5F0E-6EAA-434F-8D55D7DD7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35425-1693-27C0-F2F6-26E83E4533C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Thân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chỗ</a:t>
            </a:r>
            <a:r>
              <a:rPr lang="en-US" sz="8000" b="1" dirty="0">
                <a:effectLst/>
                <a:latin typeface="Times New Roman (Headings)"/>
                <a:cs typeface="Arial" panose="020B0604020202020204" pitchFamily="34" charset="0"/>
              </a:rPr>
              <a:t> dung </a:t>
            </a:r>
            <a:r>
              <a:rPr lang="en-US" sz="8000" b="1" dirty="0" err="1">
                <a:effectLst/>
                <a:latin typeface="Times New Roman (Headings)"/>
                <a:cs typeface="Arial" panose="020B0604020202020204" pitchFamily="34" charset="0"/>
              </a:rPr>
              <a:t>thân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212811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838E-A828-67A3-0651-70816AC8D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73E95-4750-7AC9-E5C0-7E97A9460F4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sáng</a:t>
            </a:r>
            <a:r>
              <a:rPr lang="en-US" sz="8000" b="1" dirty="0">
                <a:effectLst/>
                <a:latin typeface="Times New Roman (Headings)"/>
                <a:cs typeface="Arial" panose="020B0604020202020204" pitchFamily="34" charset="0"/>
              </a:rPr>
              <a:t> soi </a:t>
            </a:r>
            <a:r>
              <a:rPr lang="en-US" sz="8000" b="1" dirty="0" err="1">
                <a:effectLst/>
                <a:latin typeface="Times New Roman (Headings)"/>
                <a:cs typeface="Arial" panose="020B0604020202020204" pitchFamily="34" charset="0"/>
              </a:rPr>
              <a:t>rạng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kia.</a:t>
            </a:r>
          </a:p>
        </p:txBody>
      </p:sp>
    </p:spTree>
    <p:extLst>
      <p:ext uri="{BB962C8B-B14F-4D97-AF65-F5344CB8AC3E}">
        <p14:creationId xmlns:p14="http://schemas.microsoft.com/office/powerpoint/2010/main" val="7114963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E01852D-6AE7-DA05-03F6-4B64EC7BDEB9}"/>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Plm</a:t>
            </a:r>
            <a:r>
              <a:rPr lang="en-US" sz="3800" b="1" dirty="0">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9b</a:t>
            </a:r>
            <a:r>
              <a:rPr lang="en-US" sz="3800" b="1" dirty="0">
                <a:latin typeface="Arial" panose="020B0604020202020204" pitchFamily="34" charset="0"/>
                <a:cs typeface="Arial" panose="020B0604020202020204" pitchFamily="34" charset="0"/>
              </a:rPr>
              <a:t>-10. 12-17 </a:t>
            </a:r>
          </a:p>
        </p:txBody>
      </p:sp>
      <p:sp>
        <p:nvSpPr>
          <p:cNvPr id="5" name="TextBox 4">
            <a:extLst>
              <a:ext uri="{FF2B5EF4-FFF2-40B4-BE49-F238E27FC236}">
                <a16:creationId xmlns:a16="http://schemas.microsoft.com/office/drawing/2014/main" id="{0770617F-00D5-7019-D784-CF161297B38A}"/>
              </a:ext>
            </a:extLst>
          </p:cNvPr>
          <p:cNvSpPr txBox="1"/>
          <p:nvPr/>
        </p:nvSpPr>
        <p:spPr>
          <a:xfrm>
            <a:off x="0" y="986700"/>
            <a:ext cx="9144000" cy="3170099"/>
          </a:xfrm>
          <a:prstGeom prst="rect">
            <a:avLst/>
          </a:prstGeom>
          <a:noFill/>
        </p:spPr>
        <p:txBody>
          <a:bodyPr wrap="square">
            <a:spAutoFit/>
          </a:bodyPr>
          <a:lstStyle/>
          <a:p>
            <a:pPr algn="ctr"/>
            <a:r>
              <a:rPr lang="vi-VN" sz="5000" b="1" i="1" dirty="0">
                <a:solidFill>
                  <a:srgbClr val="FF0000"/>
                </a:solidFill>
                <a:latin typeface="Arial" panose="020B0604020202020204" pitchFamily="34" charset="0"/>
                <a:cs typeface="Arial" panose="020B0604020202020204" pitchFamily="34" charset="0"/>
              </a:rPr>
              <a:t>“Con hãy tiếp nhận nó không phải như một người nô lệ, nhưng như một người anh em rất thân mến”</a:t>
            </a:r>
          </a:p>
        </p:txBody>
      </p:sp>
      <p:sp>
        <p:nvSpPr>
          <p:cNvPr id="7" name="TextBox 6">
            <a:extLst>
              <a:ext uri="{FF2B5EF4-FFF2-40B4-BE49-F238E27FC236}">
                <a16:creationId xmlns:a16="http://schemas.microsoft.com/office/drawing/2014/main" id="{38ED6D49-F20A-DB75-FDEC-9F135309C7AE}"/>
              </a:ext>
            </a:extLst>
          </p:cNvPr>
          <p:cNvSpPr txBox="1"/>
          <p:nvPr/>
        </p:nvSpPr>
        <p:spPr>
          <a:xfrm>
            <a:off x="0" y="4558724"/>
            <a:ext cx="9144000"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thư Thánh </a:t>
            </a:r>
            <a:r>
              <a:rPr lang="vi-VN" sz="2800" dirty="0" err="1">
                <a:latin typeface="Arial" panose="020B0604020202020204" pitchFamily="34" charset="0"/>
                <a:cs typeface="Arial" panose="020B0604020202020204" pitchFamily="34" charset="0"/>
              </a:rPr>
              <a:t>Phaolô</a:t>
            </a:r>
            <a:r>
              <a:rPr lang="vi-VN" sz="2800" dirty="0">
                <a:latin typeface="Arial" panose="020B0604020202020204" pitchFamily="34" charset="0"/>
                <a:cs typeface="Arial" panose="020B0604020202020204" pitchFamily="34" charset="0"/>
              </a:rPr>
              <a:t> Tông đồ gởi cho </a:t>
            </a:r>
            <a:r>
              <a:rPr lang="vi-VN" sz="2800" dirty="0" err="1">
                <a:latin typeface="Arial" panose="020B0604020202020204" pitchFamily="34" charset="0"/>
                <a:cs typeface="Arial" panose="020B0604020202020204" pitchFamily="34" charset="0"/>
              </a:rPr>
              <a:t>Philêmon</a:t>
            </a:r>
            <a:r>
              <a:rPr lang="vi-VN"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905675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EBBD-C19C-05ED-62A0-AA08C2B130C9}"/>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6CF4078D-48C8-C75D-7513-073313E8A5B4}"/>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16432215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i="1" dirty="0">
                <a:effectLst/>
                <a:latin typeface="Times New Roman (Headings)"/>
                <a:cs typeface="Arial" panose="020B0604020202020204" pitchFamily="34" charset="0"/>
              </a:rPr>
              <a:t>Con </a:t>
            </a:r>
            <a:r>
              <a:rPr lang="en-US" sz="8000" b="1" i="1" dirty="0" err="1">
                <a:effectLst/>
                <a:latin typeface="Times New Roman (Headings)"/>
                <a:cs typeface="Arial" panose="020B0604020202020204" pitchFamily="34" charset="0"/>
              </a:rPr>
              <a:t>chiên</a:t>
            </a:r>
            <a:r>
              <a:rPr lang="en-US" sz="8000" b="1" i="1" dirty="0">
                <a:effectLst/>
                <a:latin typeface="Times New Roman (Headings)"/>
                <a:cs typeface="Arial" panose="020B0604020202020204" pitchFamily="34" charset="0"/>
              </a:rPr>
              <a:t> Ta </a:t>
            </a:r>
            <a:r>
              <a:rPr lang="en-US" sz="8000" b="1" i="1" dirty="0" err="1">
                <a:effectLst/>
                <a:latin typeface="Times New Roman (Headings)"/>
                <a:cs typeface="Arial" panose="020B0604020202020204" pitchFamily="34" charset="0"/>
              </a:rPr>
              <a:t>thì</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nghe</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tiếng</a:t>
            </a:r>
            <a:r>
              <a:rPr lang="en-US" sz="8000" b="1" i="1" dirty="0">
                <a:effectLst/>
                <a:latin typeface="Times New Roman (Headings)"/>
                <a:cs typeface="Arial" panose="020B0604020202020204" pitchFamily="34" charset="0"/>
              </a:rPr>
              <a:t> Ta,</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a:solidFill>
                  <a:srgbClr val="FF0000"/>
                </a:solidFill>
                <a:latin typeface="Times New Roman" panose="02020603050405020304" pitchFamily="18" charset="0"/>
                <a:cs typeface="Times New Roman" panose="02020603050405020304" pitchFamily="18" charset="0"/>
              </a:rPr>
              <a:t>TUNG </a:t>
            </a:r>
            <a:r>
              <a:rPr lang="en-US" sz="3200" b="1" u="sng" dirty="0" err="1">
                <a:solidFill>
                  <a:srgbClr val="FF0000"/>
                </a:solidFill>
                <a:latin typeface="Times New Roman" panose="02020603050405020304" pitchFamily="18" charset="0"/>
                <a:cs typeface="Times New Roman" panose="02020603050405020304" pitchFamily="18" charset="0"/>
              </a:rPr>
              <a:t>HÔ</a:t>
            </a:r>
            <a:r>
              <a:rPr lang="en-US" sz="3200" b="1" u="sng" dirty="0">
                <a:solidFill>
                  <a:srgbClr val="FF0000"/>
                </a:solidFill>
                <a:latin typeface="Times New Roman" panose="02020603050405020304" pitchFamily="18" charset="0"/>
                <a:cs typeface="Times New Roman" panose="02020603050405020304" pitchFamily="18" charset="0"/>
              </a:rPr>
              <a:t> TIN </a:t>
            </a:r>
            <a:r>
              <a:rPr lang="en-US" sz="3200" b="1" u="sng"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i="1" dirty="0">
                <a:latin typeface="Times New Roman (Headings)"/>
                <a:cs typeface="Arial" panose="020B0604020202020204" pitchFamily="34" charset="0"/>
              </a:rPr>
              <a:t>Ta </a:t>
            </a:r>
            <a:r>
              <a:rPr lang="en-US" sz="8000" b="1" i="1" dirty="0" err="1">
                <a:latin typeface="Times New Roman (Headings)"/>
                <a:cs typeface="Arial" panose="020B0604020202020204" pitchFamily="34" charset="0"/>
              </a:rPr>
              <a:t>biết</a:t>
            </a:r>
            <a:r>
              <a:rPr lang="en-US" sz="8000" b="1" i="1" dirty="0">
                <a:latin typeface="Times New Roman (Headings)"/>
                <a:cs typeface="Arial" panose="020B0604020202020204" pitchFamily="34" charset="0"/>
              </a:rPr>
              <a:t> </a:t>
            </a:r>
            <a:r>
              <a:rPr lang="en-US" sz="8000" b="1" i="1" dirty="0" err="1">
                <a:latin typeface="Times New Roman (Headings)"/>
                <a:cs typeface="Arial" panose="020B0604020202020204" pitchFamily="34" charset="0"/>
              </a:rPr>
              <a:t>chúng</a:t>
            </a:r>
            <a:r>
              <a:rPr lang="en-US" sz="8000" b="1" i="1" dirty="0">
                <a:latin typeface="Times New Roman (Headings)"/>
                <a:cs typeface="Arial" panose="020B0604020202020204" pitchFamily="34" charset="0"/>
              </a:rPr>
              <a:t> </a:t>
            </a:r>
            <a:r>
              <a:rPr lang="en-US" sz="8000" b="1" i="1" dirty="0" err="1">
                <a:latin typeface="Times New Roman (Headings)"/>
                <a:cs typeface="Arial" panose="020B0604020202020204" pitchFamily="34" charset="0"/>
              </a:rPr>
              <a:t>và</a:t>
            </a:r>
            <a:r>
              <a:rPr lang="en-US" sz="8000" b="1" i="1" dirty="0">
                <a:latin typeface="Times New Roman (Headings)"/>
                <a:cs typeface="Arial" panose="020B0604020202020204" pitchFamily="34" charset="0"/>
              </a:rPr>
              <a:t> </a:t>
            </a:r>
            <a:r>
              <a:rPr lang="en-US" sz="8000" b="1" i="1" dirty="0" err="1">
                <a:latin typeface="Times New Roman (Headings)"/>
                <a:cs typeface="Arial" panose="020B0604020202020204" pitchFamily="34" charset="0"/>
              </a:rPr>
              <a:t>chúng</a:t>
            </a:r>
            <a:r>
              <a:rPr lang="en-US" sz="8000" b="1" i="1" dirty="0">
                <a:latin typeface="Times New Roman (Headings)"/>
                <a:cs typeface="Arial" panose="020B0604020202020204" pitchFamily="34" charset="0"/>
              </a:rPr>
              <a:t> </a:t>
            </a:r>
            <a:r>
              <a:rPr lang="en-US" sz="8000" b="1" i="1" dirty="0" err="1">
                <a:latin typeface="Times New Roman (Headings)"/>
                <a:cs typeface="Arial" panose="020B0604020202020204" pitchFamily="34" charset="0"/>
              </a:rPr>
              <a:t>theo</a:t>
            </a:r>
            <a:r>
              <a:rPr lang="en-US" sz="8000" b="1" i="1" dirty="0">
                <a:latin typeface="Times New Roman (Headings)"/>
                <a:cs typeface="Arial" panose="020B0604020202020204" pitchFamily="34" charset="0"/>
              </a:rPr>
              <a:t> </a:t>
            </a:r>
            <a:br>
              <a:rPr lang="en-US" sz="8000" b="1" i="1" dirty="0">
                <a:latin typeface="Times New Roman (Headings)"/>
                <a:cs typeface="Arial" panose="020B0604020202020204" pitchFamily="34" charset="0"/>
              </a:rPr>
            </a:br>
            <a:r>
              <a:rPr lang="en-US" sz="8000" b="1" i="1" dirty="0" err="1">
                <a:latin typeface="Times New Roman (Headings)"/>
                <a:cs typeface="Arial" panose="020B0604020202020204" pitchFamily="34" charset="0"/>
              </a:rPr>
              <a:t>bước</a:t>
            </a:r>
            <a:r>
              <a:rPr lang="en-US" sz="8000" b="1" i="1" dirty="0">
                <a:latin typeface="Times New Roman (Headings)"/>
                <a:cs typeface="Arial" panose="020B0604020202020204" pitchFamily="34" charset="0"/>
              </a:rPr>
              <a:t> </a:t>
            </a:r>
            <a:r>
              <a:rPr lang="en-US" sz="8000" b="1" i="1" dirty="0" err="1">
                <a:latin typeface="Times New Roman (Headings)"/>
                <a:cs typeface="Arial" panose="020B0604020202020204" pitchFamily="34" charset="0"/>
              </a:rPr>
              <a:t>của</a:t>
            </a:r>
            <a:r>
              <a:rPr lang="en-US" sz="8000" b="1" i="1" dirty="0">
                <a:latin typeface="Times New Roman (Headings)"/>
                <a:cs typeface="Arial" panose="020B0604020202020204" pitchFamily="34" charset="0"/>
              </a:rPr>
              <a:t> Ta”.</a:t>
            </a:r>
            <a:br>
              <a:rPr lang="en-US" sz="8000" b="1" dirty="0">
                <a:latin typeface="Times New Roman (Headings)"/>
                <a:cs typeface="Arial" panose="020B0604020202020204" pitchFamily="34" charset="0"/>
              </a:rPr>
            </a:br>
            <a:r>
              <a:rPr lang="en-US" sz="8000" b="1" i="1" dirty="0">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F653A-E25E-F7B2-C205-7C12B9E78C48}"/>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F0C7E3C0-232D-9B48-5EF9-5E0AAED57047}"/>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2746485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err="1">
                <a:solidFill>
                  <a:srgbClr val="FF3399"/>
                </a:solidFill>
                <a:effectLst/>
                <a:latin typeface="Times New Roman (Headings)"/>
                <a:cs typeface="Arial" panose="020B0604020202020204" pitchFamily="34" charset="0"/>
              </a:rPr>
              <a:t>A+B</a:t>
            </a:r>
            <a:r>
              <a:rPr lang="en-US" sz="8800" b="1" dirty="0">
                <a:solidFill>
                  <a:srgbClr val="FF3399"/>
                </a:solidFill>
                <a:effectLst/>
                <a:latin typeface="Times New Roman (Headings)"/>
                <a:cs typeface="Arial" panose="020B0604020202020204" pitchFamily="34" charset="0"/>
              </a:rPr>
              <a: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Giê-</a:t>
            </a:r>
            <a:r>
              <a:rPr lang="en-US" sz="8800" b="1" dirty="0" err="1">
                <a:effectLst/>
                <a:latin typeface="Times New Roman (Headings)"/>
                <a:cs typeface="Arial" panose="020B0604020202020204" pitchFamily="34" charset="0"/>
              </a:rPr>
              <a:t>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7000" b="1" dirty="0">
                <a:solidFill>
                  <a:srgbClr val="EE0000"/>
                </a:solidFill>
                <a:effectLst/>
                <a:latin typeface="Times New Roman (Headings)"/>
                <a:cs typeface="Arial" panose="020B0604020202020204" pitchFamily="34" charset="0"/>
              </a:rPr>
              <a:t>A: </a:t>
            </a:r>
            <a:r>
              <a:rPr lang="vi-VN" sz="70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solidFill>
                  <a:schemeClr val="accent1"/>
                </a:solidFill>
                <a:effectLst/>
                <a:latin typeface="Times New Roman (Headings)"/>
                <a:cs typeface="Arial" panose="020B0604020202020204" pitchFamily="34" charset="0"/>
              </a:rPr>
              <a:t>B: </a:t>
            </a:r>
            <a:r>
              <a:rPr lang="vi-VN" sz="8800" b="1" dirty="0">
                <a:effectLst/>
                <a:latin typeface="Times New Roman (Headings)"/>
                <a:cs typeface="Arial" panose="020B0604020202020204" pitchFamily="34" charset="0"/>
              </a:rPr>
              <a:t>Người chịu đóng đinh vào thập giá vì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chúng ta,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vi-VN" sz="8800" b="1" dirty="0">
                <a:effectLst/>
                <a:latin typeface="Times New Roman (Headings)"/>
                <a:cs typeface="Arial" panose="020B0604020202020204" pitchFamily="34" charset="0"/>
              </a:rPr>
              <a:t>Ngày thứ ba Người sống lại như lời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Thánh kinh.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800" b="1" dirty="0">
                <a:solidFill>
                  <a:schemeClr val="accent1"/>
                </a:solidFill>
                <a:effectLst/>
                <a:latin typeface="Times New Roman (Headings)"/>
                <a:cs typeface="Arial" panose="020B0604020202020204" pitchFamily="34" charset="0"/>
              </a:rPr>
              <a:t>B: </a:t>
            </a:r>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7200" b="1" dirty="0">
                <a:solidFill>
                  <a:srgbClr val="EE0000"/>
                </a:solidFill>
                <a:effectLst/>
                <a:latin typeface="Times New Roman (Headings)"/>
                <a:cs typeface="Arial" panose="020B0604020202020204" pitchFamily="34" charset="0"/>
              </a:rPr>
              <a:t>A: </a:t>
            </a:r>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r>
              <a:rPr lang="en-US" sz="8000" b="1" dirty="0" err="1">
                <a:solidFill>
                  <a:srgbClr val="FF3399"/>
                </a:solidFill>
                <a:effectLst/>
                <a:latin typeface="Times New Roman (Headings)"/>
                <a:cs typeface="Arial" panose="020B0604020202020204" pitchFamily="34" charset="0"/>
              </a:rPr>
              <a:t>A+B</a:t>
            </a:r>
            <a:r>
              <a:rPr lang="en-US" sz="8000" b="1" dirty="0">
                <a:solidFill>
                  <a:srgbClr val="FF3399"/>
                </a:solidFill>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E2EE2-907A-A27B-5AB7-FBDA94E112EE}"/>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AC8B8D8A-6329-C1BA-A139-00D706A54F15}"/>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195134326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TIẾN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LÊN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Phanxico</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effectLst/>
                <a:latin typeface="Times New Roman (Headings)"/>
                <a:cs typeface="Arial" panose="020B0604020202020204" pitchFamily="34" charset="0"/>
              </a:rPr>
              <a:t>1. Tiến dâng lên thiên cung này </a:t>
            </a:r>
            <a:br>
              <a:rPr lang="en-US" sz="9600" b="1" dirty="0">
                <a:effectLst/>
                <a:latin typeface="Times New Roman (Headings)"/>
                <a:cs typeface="Arial" panose="020B0604020202020204" pitchFamily="34" charset="0"/>
              </a:rPr>
            </a:br>
            <a:r>
              <a:rPr lang="vi-VN" sz="9600" b="1" dirty="0">
                <a:effectLst/>
                <a:latin typeface="Times New Roman (Headings)"/>
                <a:cs typeface="Arial" panose="020B0604020202020204" pitchFamily="34" charset="0"/>
              </a:rPr>
              <a:t>lễ vật.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latin typeface="Times New Roman (Headings)"/>
                <a:cs typeface="Arial" panose="020B0604020202020204" pitchFamily="34" charset="0"/>
              </a:rPr>
              <a:t>Nguyện dâng Chúa bánh thơm với rượu nho,</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effectLst/>
                <a:latin typeface="Times New Roman (Headings)"/>
                <a:cs typeface="Arial" panose="020B0604020202020204" pitchFamily="34" charset="0"/>
              </a:rPr>
              <a:t>và nước mắt </a:t>
            </a:r>
            <a:br>
              <a:rPr lang="en-US" sz="9600" b="1" dirty="0">
                <a:effectLst/>
                <a:latin typeface="Times New Roman (Headings)"/>
                <a:cs typeface="Arial" panose="020B0604020202020204" pitchFamily="34" charset="0"/>
              </a:rPr>
            </a:br>
            <a:r>
              <a:rPr lang="vi-VN" sz="9600" b="1" dirty="0">
                <a:effectLst/>
                <a:latin typeface="Times New Roman (Headings)"/>
                <a:cs typeface="Arial" panose="020B0604020202020204" pitchFamily="34" charset="0"/>
              </a:rPr>
              <a:t>tiếng hát trong cuộc đời.</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effectLst/>
                <a:latin typeface="Times New Roman (Headings)"/>
                <a:cs typeface="Arial" panose="020B0604020202020204" pitchFamily="34" charset="0"/>
              </a:rPr>
              <a:t>Xin Chúa </a:t>
            </a:r>
            <a:r>
              <a:rPr lang="en-US" sz="9600" b="1" dirty="0" err="1">
                <a:effectLst/>
                <a:latin typeface="Times New Roman (Headings)"/>
                <a:cs typeface="Arial" panose="020B0604020202020204" pitchFamily="34" charset="0"/>
              </a:rPr>
              <a:t>nhận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đền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bù</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muôn</a:t>
            </a:r>
            <a:r>
              <a:rPr lang="en-US" sz="9600" b="1" dirty="0">
                <a:effectLst/>
                <a:latin typeface="Times New Roman (Headings)"/>
                <a:cs typeface="Arial" panose="020B0604020202020204" pitchFamily="34" charset="0"/>
              </a:rPr>
              <a:t> </a:t>
            </a:r>
            <a:br>
              <a:rPr lang="en-US" sz="9600" b="1" dirty="0">
                <a:effectLst/>
                <a:latin typeface="Times New Roman (Headings)"/>
                <a:cs typeface="Arial" panose="020B0604020202020204" pitchFamily="34" charset="0"/>
              </a:rPr>
            </a:br>
            <a:r>
              <a:rPr lang="en-US" sz="9600" b="1" dirty="0" err="1">
                <a:effectLst/>
                <a:latin typeface="Times New Roman (Headings)"/>
                <a:cs typeface="Arial" panose="020B0604020202020204" pitchFamily="34" charset="0"/>
              </a:rPr>
              <a:t>tội</a:t>
            </a:r>
            <a:r>
              <a:rPr lang="en-US" sz="96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04684188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8760317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3354-DA7F-AE2C-B296-17C429A28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0D1C4-220E-BDE8-7F68-232EAAA79E8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bao </a:t>
            </a:r>
            <a:r>
              <a:rPr lang="en-US" sz="8800" b="1" dirty="0" err="1">
                <a:effectLst/>
                <a:latin typeface="Times New Roman (Headings)"/>
                <a:cs typeface="Arial" panose="020B0604020202020204" pitchFamily="34" charset="0"/>
              </a:rPr>
              <a:t>nỗi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niềm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0539152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C48C-70AC-B12B-01B5-7CA84D473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ED679-7EBF-4DBA-6462-5D219761923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9961244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E6E37-47E8-FB6B-0609-49403E781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7BB0F-9AA5-ED58-D94F-C9D8531A1D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tựa hương xa bay lên tòa Chúa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3070235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59274-03D9-8173-8138-91A8DA601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C0D19-C146-3113-3121-1127BF8578E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effectLst/>
                <a:latin typeface="Times New Roman (Headings)"/>
                <a:cs typeface="Arial" panose="020B0604020202020204" pitchFamily="34" charset="0"/>
              </a:rPr>
              <a:t>2. Tiến dâng lên thiên cung lời ước nguyện,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350687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900D-847D-A61E-ECF7-C69BF2A12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A7258-7BA6-E21E-1998-123F0F4C50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latin typeface="Times New Roman (Headings)"/>
                <a:cs typeface="Arial" panose="020B0604020202020204" pitchFamily="34" charset="0"/>
              </a:rPr>
              <a:t>nguyện xin Chúa </a:t>
            </a:r>
            <a:r>
              <a:rPr lang="vi-VN" sz="9600" b="1" dirty="0" err="1">
                <a:latin typeface="Times New Roman (Headings)"/>
                <a:cs typeface="Arial" panose="020B0604020202020204" pitchFamily="34" charset="0"/>
              </a:rPr>
              <a:t>khấng</a:t>
            </a:r>
            <a:r>
              <a:rPr lang="vi-VN" sz="9600" b="1" dirty="0">
                <a:latin typeface="Times New Roman (Headings)"/>
                <a:cs typeface="Arial" panose="020B0604020202020204" pitchFamily="34" charset="0"/>
              </a:rPr>
              <a:t> ban phúc bình yên,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2386265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0AAFF-A393-93BC-8A0D-578E9A6D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E5CF5-A6DC-E2F6-B18F-59E454D9B7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9600" b="1" dirty="0">
                <a:effectLst/>
                <a:latin typeface="Times New Roman (Headings)"/>
                <a:cs typeface="Arial" panose="020B0604020202020204" pitchFamily="34" charset="0"/>
              </a:rPr>
              <a:t>được như nước nối kết trong rượu nồng,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0120732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F2C9F-EC4A-A9A0-373A-9820CF997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1F01A-D9FA-DED3-64B3-CEFFCE202C2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effectLst/>
                <a:latin typeface="Times New Roman (Headings)"/>
                <a:cs typeface="Arial" panose="020B0604020202020204" pitchFamily="34" charset="0"/>
              </a:rPr>
              <a:t>bao </a:t>
            </a:r>
            <a:r>
              <a:rPr lang="en-US" sz="9600" b="1" dirty="0" err="1">
                <a:effectLst/>
                <a:latin typeface="Times New Roman (Headings)"/>
                <a:cs typeface="Arial" panose="020B0604020202020204" pitchFamily="34" charset="0"/>
              </a:rPr>
              <a:t>tấm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hòa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đồng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yêu</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886002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B42AB-2A34-DD99-C735-3D5B7536B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61C32-3A5B-B112-72B9-3D51D896402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8699020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B6A1-22AD-475B-226B-0DB51660D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5F3A3-3649-8212-EE9D-A177A59BEBB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bao </a:t>
            </a:r>
            <a:r>
              <a:rPr lang="en-US" sz="8800" b="1" dirty="0" err="1">
                <a:effectLst/>
                <a:latin typeface="Times New Roman (Headings)"/>
                <a:cs typeface="Arial" panose="020B0604020202020204" pitchFamily="34" charset="0"/>
              </a:rPr>
              <a:t>nỗi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niềm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4958482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95025-E551-9EE9-738C-762A46C8A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319A4-110A-2B47-98BB-BC261B5DD92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7968686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8665-D239-3C88-498C-8D8426514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A6A15-5088-9C86-F566-9462676F9B0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tựa hương xa bay lên tòa Chúa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4737208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dirty="0">
                <a:latin typeface="Times New Roman (Headings)"/>
                <a:cs typeface="Arial" panose="020B0604020202020204" pitchFamily="34" charset="0"/>
              </a:rPr>
              <a:t>Như nai rừng khát mong nguồn nước, hồn tôi khát Chúa,</a:t>
            </a:r>
            <a:endParaRPr lang="en-US" sz="8800" b="1" dirty="0">
              <a:latin typeface="Times New Roman (Headings)"/>
              <a:cs typeface="Arial" panose="020B0604020202020204" pitchFamily="34" charset="0"/>
            </a:endParaRP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8800" b="1" dirty="0">
                <a:latin typeface="Times New Roman (Headings)"/>
                <a:cs typeface="Arial" panose="020B0604020202020204" pitchFamily="34" charset="0"/>
              </a:rPr>
              <a:t>Chúa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ôi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hồn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tôi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khát</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hằng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sống</a:t>
            </a:r>
            <a:r>
              <a:rPr lang="en-US" sz="8800" b="1" dirty="0">
                <a:latin typeface="Times New Roman (Headings)"/>
                <a:cs typeface="Arial" panose="020B0604020202020204" pitchFamily="34" charset="0"/>
              </a:rPr>
              <a:t>.</a:t>
            </a:r>
          </a:p>
        </p:txBody>
      </p:sp>
    </p:spTree>
    <p:extLst>
      <p:ext uri="{BB962C8B-B14F-4D97-AF65-F5344CB8AC3E}">
        <p14:creationId xmlns:p14="http://schemas.microsoft.com/office/powerpoint/2010/main" val="304456690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TRÔNG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CẬY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Nguyễn Duy)</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1. Con vẫn trông cậy Chúa, lòng con tin tưởng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nơi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con hy vọng vào Ngài, đời con nương bóng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Chúa thôi.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Con xin trao về Chúa, niềm tin và ước mơ này,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được quên đi những âu lo, tìm vui theo bước chân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6884-A021-B950-A22D-6F3D8AC42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C2E8D-DEBD-2AEC-3484-487E1D367F0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khác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em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bé</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ngủ</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615052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BFD4-977A-E650-4F33-DEC77084E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836D7-5340-3D50-9EA2-6F02B487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âu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yếm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29283041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9AA8-14C4-E54D-87BD-376D90D32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B769F-3FD7-7F03-813B-203DECD6C60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cho tâm hồn dù trong mưa gió,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5667865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3C11-297B-60D2-2146-7A5494FFB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14D40-BACC-C7A4-D148-F710CFCA66E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2. Giữa tháng năm đời sống nhiều khi mưa đổ bên trời,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0675173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FCEE-D0C5-116C-8BD9-DAC424C82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57506-4FCF-0D61-CC55-BB7E2E4A2C0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err="1">
                <a:effectLst/>
                <a:latin typeface="Times New Roman (Headings)"/>
                <a:cs typeface="Arial" panose="020B0604020202020204" pitchFamily="34" charset="0"/>
              </a:rPr>
              <a:t>đam</a:t>
            </a:r>
            <a:r>
              <a:rPr lang="vi-VN" sz="8800" b="1" dirty="0">
                <a:effectLst/>
                <a:latin typeface="Times New Roman (Headings)"/>
                <a:cs typeface="Arial" panose="020B0604020202020204" pitchFamily="34" charset="0"/>
              </a:rPr>
              <a:t> mê nặng lòng người, niềm đau khơi nước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mắt rơi.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2469365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6153-660C-1A4F-E537-27A824FEE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76B64-B325-6BBF-C935-FD7AAC9466C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Những ánh sao còn đó, còn tin yêu ngước lên trời,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3604879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C2E8-9D49-D432-0425-FD942E45A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D8324-3E7B-B61E-C564-413821B7F7A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tình thương Thiên Chúa muôn nơi, ngàn năm soi ấm tin vui.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2295527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BAACC-1120-548F-46CC-2A5F7D426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040D4-7CB9-4C38-374D-9866DF4D27F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khác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em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bé</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ngủ</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1269567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B02C-1062-335A-1A7C-BF7DD8137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85005-D74E-6CB3-99AE-8B72C9D75A2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âu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yếm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75982078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E70AC-656E-F38C-3CE1-D945D4F0C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F9747-D2AD-33C0-F1CA-73868F2F485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cho tâm hồn dù trong mưa gió,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2499103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DF3DA-3C1E-87A4-373C-A1308B454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02221-A1D7-6985-8F92-CFCB730975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3. Nếu Chúa không gọi nắng thì hoa đâu nở trong vườn.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792114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47A4-0FFC-AE3F-26DE-0C5153239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F9B38-0E3E-D994-6D8C-DB126712469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Con không tựa vào Ngài thì con như lá </a:t>
            </a:r>
            <a:r>
              <a:rPr lang="vi-VN" sz="8800" b="1" dirty="0" err="1">
                <a:effectLst/>
                <a:latin typeface="Times New Roman (Headings)"/>
                <a:cs typeface="Arial" panose="020B0604020202020204" pitchFamily="34" charset="0"/>
              </a:rPr>
              <a:t>úa</a:t>
            </a:r>
            <a:r>
              <a:rPr lang="vi-VN" sz="8800" b="1" dirty="0">
                <a:effectLst/>
                <a:latin typeface="Times New Roman (Headings)"/>
                <a:cs typeface="Arial" panose="020B0604020202020204" pitchFamily="34" charset="0"/>
              </a:rPr>
              <a:t> phai.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2093893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F0B5-53DB-E204-7914-51161BA14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98D31-039A-BFD5-F88A-8FCC6CADF01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Yếu đuối trong cuộc sống,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đời con tay trắng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hư không,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5682437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6073-46AF-89DB-5195-CF3902F70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F692-5DF3-D2CB-896A-F3BDD2FF2CE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đường đi sông núi mênh mông, làm sao qua hết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long đong.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4169358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CB5A1-58D2-5B45-636D-A34C3A911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92D0F-651E-96C3-311A-18611CEA986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khác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em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bé</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ngủ</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5983976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8A01-4B50-A64B-AEB6-84CB839F0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845C2-EDA6-E4D1-AE22-6C734B468D0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âu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yếm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55544298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5AC9C-CEB2-8178-ED4F-A9971C264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2AAD0-2C8E-B296-8210-1A460F226F9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cho tâm hồn dù trong mưa gió,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 mãi </a:t>
            </a:r>
            <a:r>
              <a:rPr lang="vi-VN" sz="8800" b="1" dirty="0" err="1">
                <a:effectLst/>
                <a:latin typeface="Times New Roman (Headings)"/>
                <a:cs typeface="Arial" panose="020B0604020202020204" pitchFamily="34" charset="0"/>
              </a:rPr>
              <a:t>mãi</a:t>
            </a:r>
            <a:r>
              <a:rPr lang="vi-VN" sz="8800" b="1" dirty="0">
                <a:effectLst/>
                <a:latin typeface="Times New Roman (Headings)"/>
                <a:cs typeface="Arial" panose="020B0604020202020204" pitchFamily="34" charset="0"/>
              </a:rPr>
              <a:t> bình yên.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699518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E3BD5-F985-4B80-D31F-8AB994C27334}"/>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DCAFA715-747B-1561-5338-2E225E9C49F3}"/>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159121596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1</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600" b="1" dirty="0">
                <a:effectLst/>
                <a:latin typeface="Times New Roman (Headings)"/>
                <a:cs typeface="Arial" panose="020B0604020202020204" pitchFamily="34" charset="0"/>
              </a:rPr>
              <a:t>1. Mẹ ơi! </a:t>
            </a:r>
            <a:r>
              <a:rPr lang="vi-VN" sz="8600" b="1" dirty="0" err="1">
                <a:effectLst/>
                <a:latin typeface="Times New Roman (Headings)"/>
                <a:cs typeface="Arial" panose="020B0604020202020204" pitchFamily="34" charset="0"/>
              </a:rPr>
              <a:t>Ðời</a:t>
            </a:r>
            <a:r>
              <a:rPr lang="vi-VN" sz="8600" b="1" dirty="0">
                <a:effectLst/>
                <a:latin typeface="Times New Roman (Headings)"/>
                <a:cs typeface="Arial" panose="020B0604020202020204" pitchFamily="34" charset="0"/>
              </a:rPr>
              <a:t> con dõi bước theo Mẹ, lòng con quyết noi gương Mẹ,</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5844606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Mẹ ơi! </a:t>
            </a:r>
            <a:r>
              <a:rPr lang="vi-VN" sz="8800" b="1" dirty="0" err="1">
                <a:effectLst/>
                <a:latin typeface="Times New Roman (Headings)"/>
                <a:cs typeface="Arial" panose="020B0604020202020204" pitchFamily="34" charset="0"/>
              </a:rPr>
              <a:t>Ðường</a:t>
            </a:r>
            <a:r>
              <a:rPr lang="vi-VN" sz="8800" b="1" dirty="0">
                <a:effectLst/>
                <a:latin typeface="Times New Roman (Headings)"/>
                <a:cs typeface="Arial" panose="020B0604020202020204" pitchFamily="34" charset="0"/>
              </a:rPr>
              <a:t> đi trăm ngàn nguy khó, hiểm nguy dâng tràn đây dó.</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76382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41108-3CE4-AE96-4B75-20B7ECFD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C2EF0-2FB2-F812-E5F1-D67AE30963F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5226111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6928-79ED-5CDB-7DCA-53B37B916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AA43F-1B75-78AD-5F13-9382027DDEC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qua </a:t>
            </a:r>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nay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589189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23EB-3F1C-548F-1303-34F387C23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0C35A-A001-AF5D-51F0-6F7E3F005FB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Mẹ dạy con hai tiếng xin vâng. Hôm nay tương lai và suốt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6419850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06119-2BC7-4C13-5D4F-0AF3D380D227}"/>
            </a:ext>
          </a:extLst>
        </p:cNvPr>
        <p:cNvGrpSpPr/>
        <p:nvPr/>
      </p:nvGrpSpPr>
      <p:grpSpPr>
        <a:xfrm>
          <a:off x="0" y="0"/>
          <a:ext cx="0" cy="0"/>
          <a:chOff x="0" y="0"/>
          <a:chExt cx="0" cy="0"/>
        </a:xfrm>
      </p:grpSpPr>
      <p:pic>
        <p:nvPicPr>
          <p:cNvPr id="2" name="Picture 1" descr="Có thể là hình ảnh về 1 người và văn bản cho biết 'CHÚA NHẬT X THƯỜNG NIÊN- NĂM C Hay từ bỏ chĩnh mình UÁC THÂP GIÁ mà theo Chúa Giêsu び米乳 &quot;Ai không vấc Thập Gia mình mã theo Ta, thì không thể lãm môn đệ Ta.&quot; (Lc 14, (Lc14,25-33) 25-33)'">
            <a:extLst>
              <a:ext uri="{FF2B5EF4-FFF2-40B4-BE49-F238E27FC236}">
                <a16:creationId xmlns:a16="http://schemas.microsoft.com/office/drawing/2014/main" id="{A6DB9050-7068-AF48-1AF5-7D66AC91188A}"/>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3008670620"/>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1051</TotalTime>
  <Words>4230</Words>
  <Application>Microsoft Office PowerPoint</Application>
  <PresentationFormat>On-screen Show (16:9)</PresentationFormat>
  <Paragraphs>404</Paragraphs>
  <Slides>242</Slides>
  <Notes>81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242</vt:i4>
      </vt:variant>
    </vt:vector>
  </HeadingPairs>
  <TitlesOfParts>
    <vt:vector size="249"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LÊN ĐỀN NGÀI (Lm. Thái Nguyên)</vt:lpstr>
      <vt:lpstr>1. Nhịp nhàng vui bước đi lên đền thánh Ngài.</vt:lpstr>
      <vt:lpstr>Dâng câu ca ngợi tình thương Chúa chan hoà.</vt:lpstr>
      <vt:lpstr>Đây con dâng Ngài niềm tin mến thiết tha.</vt:lpstr>
      <vt:lpstr>Thu qua Đông tàn lòng thành quyết không phai nhoà.</vt:lpstr>
      <vt:lpstr>ĐK. Về nhà Chúa ôi lòng đầy rộn rã.  Cất câu ca con thấy lòng an hoà.</vt:lpstr>
      <vt:lpstr>Trong tình yêu của Thiên Chúa là Cha, con cảm tạ ôi tình Cha muôn vàn.</vt:lpstr>
      <vt:lpstr>PowerPoint Presentation</vt:lpstr>
      <vt:lpstr>KINH VINH DANH</vt:lpstr>
      <vt:lpstr>A+B: và bình an dưới thế cho người thiện tâm.</vt:lpstr>
      <vt:lpstr>A: Chúng con ca ngợi Chúa,</vt:lpstr>
      <vt:lpstr>B: chúng con chúc tụng Chúa,</vt:lpstr>
      <vt:lpstr>A: chúng   con  thờ lạy Chúa,</vt:lpstr>
      <vt:lpstr>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89 (Lm. Thái Nguyên)  (03 câu)</vt:lpstr>
      <vt:lpstr>1/3. Thực ngàn năm ở trước Thiên Nhan, tựa hồ như một ngày đã khuất,</vt:lpstr>
      <vt:lpstr>như một đêm thức giấc cầm canh.</vt:lpstr>
      <vt:lpstr>Chúa khiến con người trở về bụi đất thôi: "Hãy trở về gốc hỡi người".</vt:lpstr>
      <vt:lpstr>ĐK: Thân lạy Chúa, Ngài là chỗ dung thân muôn đời.</vt:lpstr>
      <vt:lpstr>Ngài là ánh sáng soi rạng ngời, từ đời này cho tới đời kia.</vt:lpstr>
      <vt:lpstr>2/3. Cuộc đời qua tựa giấc chiêm bao, tựa hồ như cỏ đồng xanh thắm,</vt:lpstr>
      <vt:lpstr>Niềm hân hoan cho những ai sầu đau.</vt:lpstr>
      <vt:lpstr>khi chiều tan lá úa tàn khô.</vt:lpstr>
      <vt:lpstr>Chúa ơi xin Ngài trở lại và xót thương chớ còn  để tới bao giờ.</vt:lpstr>
      <vt:lpstr>ĐK: Thân lạy Chúa, Ngài là chỗ dung thân muôn đời.</vt:lpstr>
      <vt:lpstr>Ngài là ánh sáng soi rạng ngời, từ đời này cho tới đời kia.</vt:lpstr>
      <vt:lpstr>3/3. Nguyện xin Chúa Ngài hãy ban cho được đầy no ân tình của Chúa,</vt:lpstr>
      <vt:lpstr>để niềm vui thắm mãi đời con.</vt:lpstr>
      <vt:lpstr>Chúa thương ban ân sủng Ngài và điểm tô gia nghiệp mà chúng con làm.</vt:lpstr>
      <vt:lpstr>ĐK: Thân lạy Chúa, Ngài là chỗ dung thân muôn đời.</vt:lpstr>
      <vt:lpstr>Ngài là ánh sáng soi rạng ngời, từ đời này cho tới đời kia.</vt:lpstr>
      <vt:lpstr>PowerPoint Presentation</vt:lpstr>
      <vt:lpstr>PowerPoint Presentation</vt:lpstr>
      <vt:lpstr>All… All...   Chúa phán: “Con chiên Ta thì nghe tiếng Ta,</vt:lpstr>
      <vt:lpstr>Ta biết chúng và chúng theo  bước của Ta”. All…All…</vt:lpstr>
      <vt:lpstr>PowerPoint Presentation</vt:lpstr>
      <vt:lpstr>CT: Tôi tin kính một Thiên Chúa là Cha toàn năng.</vt:lpstr>
      <vt:lpstr>A+B: Đấng tạo thành trời đất muôn vật hữu hình và vô hình.</vt:lpstr>
      <vt:lpstr>A: Tôi tin kính một Chúa Giê-su Ki-tô Con Một Thiên Chúa,</vt:lpstr>
      <vt:lpstr>A: sinh bởi Đức Chúa Cha từ trước muôn đời.</vt:lpstr>
      <vt:lpstr>B: Người là Thiên Chúa bởi Thiên Chúa, Ánh Sáng bởi Ánh Sáng,</vt:lpstr>
      <vt:lpstr>Thiên Chúa thật bởi Thiên Chúa thật.</vt:lpstr>
      <vt:lpstr>A: Được sinh ra mà không phải được tạo thành đồng bản thể với Đức Chúa Cha:</vt:lpstr>
      <vt:lpstr>nhờ Người mà muôn vật được tạo thành.</vt:lpstr>
      <vt:lpstr>B: Vì loài người chúng ta và để cứu độ chúng ta, Người đã từ trời xuống thế.</vt:lpstr>
      <vt:lpstr>A: Bởi phép Đức Chúa Thánh Thần, Người đã nhập thể trong lòng Trinh Nữ Ma-ri-a, và đã làm người.</vt:lpstr>
      <vt:lpstr>B: Người chịu đóng đinh vào thập giá vì  chúng ta,</vt:lpstr>
      <vt:lpstr>thời quan Phong-xi-ô Phi-la-tô; Người chịu khổ hình và mai táng.</vt:lpstr>
      <vt:lpstr>A: Ngày thứ ba Người sống lại như lời  Thánh kinh.</vt:lpstr>
      <vt:lpstr>B: Người lên trời, ngự bên hữu Đức Chúa Cha.</vt:lpstr>
      <vt:lpstr>A: Và Người sẽ lại đến trong vinh quang để phán xét kẻ sống và kẻ chết,</vt:lpstr>
      <vt:lpstr>Nước Người sẽ không bao giờ cùng.</vt:lpstr>
      <vt:lpstr>B: Tôi tinh kính Đức Chúa Thánh Thần là Thiên Chúa, và là Đấng ban sự sống,</vt:lpstr>
      <vt:lpstr>Người bởi Đức Chúa Cha và Đức Chúa Con mà ra.</vt:lpstr>
      <vt:lpstr>A: Người được phụng thờ và tôn vinh cùng với Đức Chúa Cha và Đức Chúa Con</vt:lpstr>
      <vt:lpstr>Người đã dùng các Tiên tri mà phán dạy.</vt:lpstr>
      <vt:lpstr>B: Tôi tin Hội Thánh duy nhất, thánh thiện, công giáo và tông truyền.</vt:lpstr>
      <vt:lpstr>A: Tôi tuyên xưng có một Phép Rửa  để tha tội.</vt:lpstr>
      <vt:lpstr>A+B: Tôi trông đợi kẻ chết sống lại và sự sống đời sau. Amen.</vt:lpstr>
      <vt:lpstr>PowerPoint Presentation</vt:lpstr>
      <vt:lpstr>DÂNG LỄ TIẾN DÂNG LÊN  (Phanxico)</vt:lpstr>
      <vt:lpstr>1. Tiến dâng lên thiên cung này  lễ vật.</vt:lpstr>
      <vt:lpstr>Nguyện dâng Chúa bánh thơm với rượu nho,</vt:lpstr>
      <vt:lpstr>và nước mắt  tiếng hát trong cuộc đời.</vt:lpstr>
      <vt:lpstr>Xin Chúa nhận đền bù muôn  tội con.</vt:lpstr>
      <vt:lpstr>ÐK: Cùng dâng tiến tiếng hát trên môi nguyện cầu,</vt:lpstr>
      <vt:lpstr>bao nỗi sầu dâng lên cùng với  niềm vui.</vt:lpstr>
      <vt:lpstr>cùng dâng tiến với hết tâm tình  thiết tha,</vt:lpstr>
      <vt:lpstr>tựa hương xa bay lên tòa Chúa  bao la.</vt:lpstr>
      <vt:lpstr>2. Tiến dâng lên thiên cung lời ước nguyện,</vt:lpstr>
      <vt:lpstr>nguyện xin Chúa khấng ban phúc bình yên,</vt:lpstr>
      <vt:lpstr>được như nước nối kết trong rượu nồng,</vt:lpstr>
      <vt:lpstr>bao tấm lòng hòa đồng trong tình yêu.</vt:lpstr>
      <vt:lpstr>ÐK: Cùng dâng tiến tiếng hát trên môi nguyện cầu,</vt:lpstr>
      <vt:lpstr>bao nỗi sầu dâng lên cùng với  niềm vui.</vt:lpstr>
      <vt:lpstr>cùng dâng tiến với hết tâm tình  thiết tha,</vt:lpstr>
      <vt:lpstr>tựa hương xa bay lên tòa Chúa  bao la.</vt:lpstr>
      <vt:lpstr>PowerPoint Presentation</vt:lpstr>
      <vt:lpstr>PowerPoint Presentation</vt:lpstr>
      <vt:lpstr>PowerPoint Presentation</vt:lpstr>
      <vt:lpstr>HIỆP LỄ TRÔNG CẬY CHÚA (Lm. Nguyễn Duy)</vt:lpstr>
      <vt:lpstr>1. Con vẫn trông cậy Chúa, lòng con tin tưởng  nơi Ngài,</vt:lpstr>
      <vt:lpstr>con hy vọng vào Ngài, đời con nương bóng  Chúa thôi.</vt:lpstr>
      <vt:lpstr>Con xin trao về Chúa, niềm tin và ước mơ này,</vt:lpstr>
      <vt:lpstr>được quên đi những âu lo, tìm vui theo bước chân Cha.</vt:lpstr>
      <vt:lpstr>ĐK. Con luôn trông cậy Chúa khác nào em bé ngủ yên trong</vt:lpstr>
      <vt:lpstr>tay mẹ hiền bên lời âu yếm. Tình Chúa mãi mãi theo con,</vt:lpstr>
      <vt:lpstr>cho tâm hồn dù trong mưa gió, mãi mãi bình yên, mãi mãi bình yên.</vt:lpstr>
      <vt:lpstr>2. Giữa tháng năm đời sống nhiều khi mưa đổ bên trời,</vt:lpstr>
      <vt:lpstr>đam mê nặng lòng người, niềm đau khơi nước  mắt rơi.</vt:lpstr>
      <vt:lpstr>Những ánh sao còn đó, còn tin yêu ngước lên trời,</vt:lpstr>
      <vt:lpstr>tình thương Thiên Chúa muôn nơi, ngàn năm soi ấm tin vui.</vt:lpstr>
      <vt:lpstr>ĐK. Con luôn trông cậy Chúa khác nào em bé ngủ yên trong</vt:lpstr>
      <vt:lpstr>tay mẹ hiền bên lời âu yếm. Tình Chúa mãi mãi theo con,</vt:lpstr>
      <vt:lpstr>cho tâm hồn dù trong mưa gió, mãi mãi bình yên, mãi mãi bình yên.</vt:lpstr>
      <vt:lpstr>3. Nếu Chúa không gọi nắng thì hoa đâu nở trong vườn.</vt:lpstr>
      <vt:lpstr>Con không tựa vào Ngài thì con như lá úa phai.</vt:lpstr>
      <vt:lpstr>Yếu đuối trong cuộc sống,  đời con tay trắng  hư không,</vt:lpstr>
      <vt:lpstr>đường đi sông núi mênh mông, làm sao qua hết  long đong.</vt:lpstr>
      <vt:lpstr>ĐK. Con luôn trông cậy Chúa khác nào em bé ngủ yên trong</vt:lpstr>
      <vt:lpstr>tay mẹ hiền bên lời âu yếm. Tình Chúa mãi mãi theo con,</vt:lpstr>
      <vt:lpstr>cho tâm hồn dù trong mưa gió, mãi mãi bình yên, mãi mãi bình yên.</vt:lpstr>
      <vt:lpstr>PowerPoint Presentation</vt:lpstr>
      <vt:lpstr>KẾT LỄ XIN VÂNG 1 (Lm. Mi Trầm)</vt:lpstr>
      <vt:lpstr>1. Mẹ ơi! Ðời con dõi bước theo Mẹ, lòng con quyết noi gương Mẹ,</vt:lpstr>
      <vt:lpstr>xin Mẹ dạy con hai tiếng xin vâng.</vt:lpstr>
      <vt:lpstr>Mẹ ơi! Ðường đi trăm ngàn nguy khó, hiểm nguy dâng tràn đây dó.</vt:lpstr>
      <vt:lpstr>Xin Mẹ dạy con hai tiếng xin vâng.</vt:lpstr>
      <vt:lpstr>ÐK. Xin vâng. Mẹ dạy con hai tiếng xin vâng.</vt:lpstr>
      <vt:lpstr>Hôm qua hôm nay và ngày mai xin vâng.</vt:lpstr>
      <vt:lpstr>Mẹ dạy con hai tiếng xin vâng. Hôm nay tương lai và suốt đời.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1136</cp:revision>
  <cp:lastPrinted>2025-03-29T15:09:16Z</cp:lastPrinted>
  <dcterms:created xsi:type="dcterms:W3CDTF">2023-01-29T22:00:16Z</dcterms:created>
  <dcterms:modified xsi:type="dcterms:W3CDTF">2025-09-06T14:09:55Z</dcterms:modified>
</cp:coreProperties>
</file>