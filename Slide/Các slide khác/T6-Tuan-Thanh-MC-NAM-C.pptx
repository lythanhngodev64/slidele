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1"/>
  </p:notesMasterIdLst>
  <p:sldIdLst>
    <p:sldId id="10031" r:id="rId2"/>
    <p:sldId id="321" r:id="rId3"/>
    <p:sldId id="371" r:id="rId4"/>
    <p:sldId id="322" r:id="rId5"/>
    <p:sldId id="372" r:id="rId6"/>
    <p:sldId id="323" r:id="rId7"/>
    <p:sldId id="9865" r:id="rId8"/>
    <p:sldId id="324" r:id="rId9"/>
    <p:sldId id="9866" r:id="rId10"/>
    <p:sldId id="9867" r:id="rId11"/>
    <p:sldId id="992" r:id="rId12"/>
    <p:sldId id="9868" r:id="rId13"/>
    <p:sldId id="9869" r:id="rId14"/>
    <p:sldId id="9870" r:id="rId15"/>
    <p:sldId id="9871" r:id="rId16"/>
    <p:sldId id="9872" r:id="rId17"/>
    <p:sldId id="9873" r:id="rId18"/>
    <p:sldId id="9874" r:id="rId19"/>
    <p:sldId id="1000" r:id="rId20"/>
    <p:sldId id="1001" r:id="rId21"/>
    <p:sldId id="9876" r:id="rId22"/>
    <p:sldId id="9877" r:id="rId23"/>
    <p:sldId id="9878"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405" r:id="rId50"/>
    <p:sldId id="9984" r:id="rId51"/>
    <p:sldId id="406" r:id="rId52"/>
    <p:sldId id="408" r:id="rId53"/>
    <p:sldId id="365" r:id="rId54"/>
    <p:sldId id="9985" r:id="rId55"/>
    <p:sldId id="366" r:id="rId56"/>
    <p:sldId id="9961" r:id="rId57"/>
    <p:sldId id="423" r:id="rId58"/>
    <p:sldId id="424" r:id="rId59"/>
    <p:sldId id="9810" r:id="rId60"/>
    <p:sldId id="385" r:id="rId61"/>
    <p:sldId id="9941" r:id="rId62"/>
    <p:sldId id="9799" r:id="rId63"/>
    <p:sldId id="9848" r:id="rId64"/>
    <p:sldId id="10001" r:id="rId65"/>
    <p:sldId id="9849" r:id="rId66"/>
    <p:sldId id="10040" r:id="rId67"/>
    <p:sldId id="10098" r:id="rId68"/>
    <p:sldId id="10041" r:id="rId69"/>
    <p:sldId id="10099" r:id="rId70"/>
    <p:sldId id="10100" r:id="rId71"/>
    <p:sldId id="10101" r:id="rId72"/>
    <p:sldId id="10102" r:id="rId73"/>
    <p:sldId id="10103" r:id="rId74"/>
    <p:sldId id="9857" r:id="rId75"/>
    <p:sldId id="9800" r:id="rId76"/>
    <p:sldId id="10005" r:id="rId77"/>
    <p:sldId id="10107" r:id="rId78"/>
    <p:sldId id="10108" r:id="rId79"/>
    <p:sldId id="10097" r:id="rId80"/>
    <p:sldId id="9943" r:id="rId81"/>
    <p:sldId id="10110" r:id="rId82"/>
    <p:sldId id="10112" r:id="rId83"/>
    <p:sldId id="10113" r:id="rId84"/>
    <p:sldId id="10114" r:id="rId85"/>
    <p:sldId id="10115" r:id="rId86"/>
    <p:sldId id="10116" r:id="rId87"/>
    <p:sldId id="10117" r:id="rId88"/>
    <p:sldId id="10118" r:id="rId89"/>
    <p:sldId id="10111" r:id="rId90"/>
    <p:sldId id="10109" r:id="rId91"/>
    <p:sldId id="9803" r:id="rId92"/>
    <p:sldId id="9962" r:id="rId93"/>
    <p:sldId id="10012" r:id="rId94"/>
    <p:sldId id="10104" r:id="rId95"/>
    <p:sldId id="10071" r:id="rId96"/>
    <p:sldId id="10072" r:id="rId97"/>
    <p:sldId id="10105" r:id="rId98"/>
    <p:sldId id="10106" r:id="rId99"/>
    <p:sldId id="10095" r:id="rId10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3041" autoAdjust="0"/>
    <p:restoredTop sz="84364" autoAdjust="0"/>
  </p:normalViewPr>
  <p:slideViewPr>
    <p:cSldViewPr>
      <p:cViewPr>
        <p:scale>
          <a:sx n="100" d="100"/>
          <a:sy n="100" d="100"/>
        </p:scale>
        <p:origin x="834" y="468"/>
      </p:cViewPr>
      <p:guideLst>
        <p:guide orient="horz" pos="1620"/>
        <p:guide pos="2880"/>
      </p:guideLst>
    </p:cSldViewPr>
  </p:slideViewPr>
  <p:outlineViewPr>
    <p:cViewPr>
      <p:scale>
        <a:sx n="33" d="100"/>
        <a:sy n="33" d="100"/>
      </p:scale>
      <p:origin x="0" y="5083"/>
    </p:cViewPr>
  </p:outlineViewPr>
  <p:notesTextViewPr>
    <p:cViewPr>
      <p:scale>
        <a:sx n="1" d="1"/>
        <a:sy n="1" d="1"/>
      </p:scale>
      <p:origin x="0" y="0"/>
    </p:cViewPr>
  </p:notesTextViewPr>
  <p:sorterViewPr>
    <p:cViewPr varScale="1">
      <p:scale>
        <a:sx n="1" d="1"/>
        <a:sy n="1" d="1"/>
      </p:scale>
      <p:origin x="0" y="-1774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4/16/2025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62</a:t>
            </a:fld>
            <a:endParaRPr lang="en-US"/>
          </a:p>
        </p:txBody>
      </p:sp>
    </p:spTree>
    <p:extLst>
      <p:ext uri="{BB962C8B-B14F-4D97-AF65-F5344CB8AC3E}">
        <p14:creationId xmlns:p14="http://schemas.microsoft.com/office/powerpoint/2010/main" val="3719829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3896F-9D20-976A-2BB9-5875C7038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B5F31-B4F9-E904-3767-705DCCCECD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5A67A-3611-8C1C-EFD2-7CCEE90F0DB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17AB875-3BCC-3C2C-FFB3-44396AD97B65}"/>
              </a:ext>
            </a:extLst>
          </p:cNvPr>
          <p:cNvSpPr>
            <a:spLocks noGrp="1"/>
          </p:cNvSpPr>
          <p:nvPr>
            <p:ph type="sldNum" sz="quarter" idx="5"/>
          </p:nvPr>
        </p:nvSpPr>
        <p:spPr/>
        <p:txBody>
          <a:bodyPr/>
          <a:lstStyle/>
          <a:p>
            <a:fld id="{648246CF-7178-41AD-B6F8-BACEEA28FBE0}" type="slidenum">
              <a:rPr lang="en-US" smtClean="0"/>
              <a:t>63</a:t>
            </a:fld>
            <a:endParaRPr lang="en-US"/>
          </a:p>
        </p:txBody>
      </p:sp>
    </p:spTree>
    <p:extLst>
      <p:ext uri="{BB962C8B-B14F-4D97-AF65-F5344CB8AC3E}">
        <p14:creationId xmlns:p14="http://schemas.microsoft.com/office/powerpoint/2010/main" val="2442081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A9B15-43B5-67E1-05E1-6EF429148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48F29-C0F3-0BAE-9A2B-4FCE799D2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A0CA54-DAEC-3BC8-236D-001B0B2BB26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78081D4-F8B3-52FF-EAF2-5C07D511E4D0}"/>
              </a:ext>
            </a:extLst>
          </p:cNvPr>
          <p:cNvSpPr>
            <a:spLocks noGrp="1"/>
          </p:cNvSpPr>
          <p:nvPr>
            <p:ph type="sldNum" sz="quarter" idx="5"/>
          </p:nvPr>
        </p:nvSpPr>
        <p:spPr/>
        <p:txBody>
          <a:bodyPr/>
          <a:lstStyle/>
          <a:p>
            <a:fld id="{648246CF-7178-41AD-B6F8-BACEEA28FBE0}" type="slidenum">
              <a:rPr lang="en-US" smtClean="0"/>
              <a:t>64</a:t>
            </a:fld>
            <a:endParaRPr lang="en-US"/>
          </a:p>
        </p:txBody>
      </p:sp>
    </p:spTree>
    <p:extLst>
      <p:ext uri="{BB962C8B-B14F-4D97-AF65-F5344CB8AC3E}">
        <p14:creationId xmlns:p14="http://schemas.microsoft.com/office/powerpoint/2010/main" val="2384399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86C2D-5173-F25A-457D-D3CA53F51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6F590-AEEE-0FFE-BAC0-5309E2D3D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D1C7B-45C0-6172-0363-23FF543596C8}"/>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a:p>
            <a:endParaRPr lang="en-US" dirty="0"/>
          </a:p>
        </p:txBody>
      </p:sp>
      <p:sp>
        <p:nvSpPr>
          <p:cNvPr id="4" name="Slide Number Placeholder 3">
            <a:extLst>
              <a:ext uri="{FF2B5EF4-FFF2-40B4-BE49-F238E27FC236}">
                <a16:creationId xmlns:a16="http://schemas.microsoft.com/office/drawing/2014/main" id="{D55C42CD-4A32-884D-37BD-444F2E08776D}"/>
              </a:ext>
            </a:extLst>
          </p:cNvPr>
          <p:cNvSpPr>
            <a:spLocks noGrp="1"/>
          </p:cNvSpPr>
          <p:nvPr>
            <p:ph type="sldNum" sz="quarter" idx="5"/>
          </p:nvPr>
        </p:nvSpPr>
        <p:spPr/>
        <p:txBody>
          <a:bodyPr/>
          <a:lstStyle/>
          <a:p>
            <a:fld id="{648246CF-7178-41AD-B6F8-BACEEA28FBE0}" type="slidenum">
              <a:rPr lang="en-US" smtClean="0"/>
              <a:t>65</a:t>
            </a:fld>
            <a:endParaRPr lang="en-US"/>
          </a:p>
        </p:txBody>
      </p:sp>
    </p:spTree>
    <p:extLst>
      <p:ext uri="{BB962C8B-B14F-4D97-AF65-F5344CB8AC3E}">
        <p14:creationId xmlns:p14="http://schemas.microsoft.com/office/powerpoint/2010/main" val="3497034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D8DDB-BAF8-FFA1-14EE-209D84A40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16B82-CACC-FDA4-89B9-58A152EE13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26BD1-0143-08A0-6F4E-0B84F4BBB69D}"/>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a:p>
            <a:endParaRPr lang="en-US" dirty="0"/>
          </a:p>
        </p:txBody>
      </p:sp>
      <p:sp>
        <p:nvSpPr>
          <p:cNvPr id="4" name="Slide Number Placeholder 3">
            <a:extLst>
              <a:ext uri="{FF2B5EF4-FFF2-40B4-BE49-F238E27FC236}">
                <a16:creationId xmlns:a16="http://schemas.microsoft.com/office/drawing/2014/main" id="{48DD8169-964C-78AF-C28C-B4466548E85A}"/>
              </a:ext>
            </a:extLst>
          </p:cNvPr>
          <p:cNvSpPr>
            <a:spLocks noGrp="1"/>
          </p:cNvSpPr>
          <p:nvPr>
            <p:ph type="sldNum" sz="quarter" idx="5"/>
          </p:nvPr>
        </p:nvSpPr>
        <p:spPr/>
        <p:txBody>
          <a:bodyPr/>
          <a:lstStyle/>
          <a:p>
            <a:fld id="{648246CF-7178-41AD-B6F8-BACEEA28FBE0}" type="slidenum">
              <a:rPr lang="en-US" smtClean="0"/>
              <a:t>66</a:t>
            </a:fld>
            <a:endParaRPr lang="en-US"/>
          </a:p>
        </p:txBody>
      </p:sp>
    </p:spTree>
    <p:extLst>
      <p:ext uri="{BB962C8B-B14F-4D97-AF65-F5344CB8AC3E}">
        <p14:creationId xmlns:p14="http://schemas.microsoft.com/office/powerpoint/2010/main" val="2110725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361BA-E646-EE19-8D8F-87FBF740D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4F917-FBD5-2BEB-CCDE-9779B2A081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2308D-B70A-EDEF-77E6-77EE4E6899FA}"/>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a:p>
            <a:endParaRPr lang="en-US" dirty="0"/>
          </a:p>
        </p:txBody>
      </p:sp>
      <p:sp>
        <p:nvSpPr>
          <p:cNvPr id="4" name="Slide Number Placeholder 3">
            <a:extLst>
              <a:ext uri="{FF2B5EF4-FFF2-40B4-BE49-F238E27FC236}">
                <a16:creationId xmlns:a16="http://schemas.microsoft.com/office/drawing/2014/main" id="{A819845E-797D-4C50-84AF-3D85444603D8}"/>
              </a:ext>
            </a:extLst>
          </p:cNvPr>
          <p:cNvSpPr>
            <a:spLocks noGrp="1"/>
          </p:cNvSpPr>
          <p:nvPr>
            <p:ph type="sldNum" sz="quarter" idx="5"/>
          </p:nvPr>
        </p:nvSpPr>
        <p:spPr/>
        <p:txBody>
          <a:bodyPr/>
          <a:lstStyle/>
          <a:p>
            <a:fld id="{648246CF-7178-41AD-B6F8-BACEEA28FBE0}" type="slidenum">
              <a:rPr lang="en-US" smtClean="0"/>
              <a:t>67</a:t>
            </a:fld>
            <a:endParaRPr lang="en-US"/>
          </a:p>
        </p:txBody>
      </p:sp>
    </p:spTree>
    <p:extLst>
      <p:ext uri="{BB962C8B-B14F-4D97-AF65-F5344CB8AC3E}">
        <p14:creationId xmlns:p14="http://schemas.microsoft.com/office/powerpoint/2010/main" val="4124421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E7EBC-C794-E13C-C08E-471C00790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6039BD-7C39-4A0D-66E5-191CD82D2D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7AAB1-3F20-8D2A-139E-9C8BC8EE9977}"/>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C738A474-34B8-6DF6-FAE8-5553F2C5AF6B}"/>
              </a:ext>
            </a:extLst>
          </p:cNvPr>
          <p:cNvSpPr>
            <a:spLocks noGrp="1"/>
          </p:cNvSpPr>
          <p:nvPr>
            <p:ph type="sldNum" sz="quarter" idx="5"/>
          </p:nvPr>
        </p:nvSpPr>
        <p:spPr/>
        <p:txBody>
          <a:bodyPr/>
          <a:lstStyle/>
          <a:p>
            <a:fld id="{648246CF-7178-41AD-B6F8-BACEEA28FBE0}" type="slidenum">
              <a:rPr lang="en-US" smtClean="0"/>
              <a:t>68</a:t>
            </a:fld>
            <a:endParaRPr lang="en-US"/>
          </a:p>
        </p:txBody>
      </p:sp>
    </p:spTree>
    <p:extLst>
      <p:ext uri="{BB962C8B-B14F-4D97-AF65-F5344CB8AC3E}">
        <p14:creationId xmlns:p14="http://schemas.microsoft.com/office/powerpoint/2010/main" val="773007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141C4-8AEC-ECE3-840C-727A46C99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D7B38-7D7A-3372-0F16-FC950ED0E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BD2805-2A1D-1D62-B67F-078018C28905}"/>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a:p>
            <a:endParaRPr lang="en-US" dirty="0"/>
          </a:p>
        </p:txBody>
      </p:sp>
      <p:sp>
        <p:nvSpPr>
          <p:cNvPr id="4" name="Slide Number Placeholder 3">
            <a:extLst>
              <a:ext uri="{FF2B5EF4-FFF2-40B4-BE49-F238E27FC236}">
                <a16:creationId xmlns:a16="http://schemas.microsoft.com/office/drawing/2014/main" id="{188188A3-6D82-4563-B6D6-C3B62BA1F1D5}"/>
              </a:ext>
            </a:extLst>
          </p:cNvPr>
          <p:cNvSpPr>
            <a:spLocks noGrp="1"/>
          </p:cNvSpPr>
          <p:nvPr>
            <p:ph type="sldNum" sz="quarter" idx="5"/>
          </p:nvPr>
        </p:nvSpPr>
        <p:spPr/>
        <p:txBody>
          <a:bodyPr/>
          <a:lstStyle/>
          <a:p>
            <a:fld id="{648246CF-7178-41AD-B6F8-BACEEA28FBE0}" type="slidenum">
              <a:rPr lang="en-US" smtClean="0"/>
              <a:t>69</a:t>
            </a:fld>
            <a:endParaRPr lang="en-US"/>
          </a:p>
        </p:txBody>
      </p:sp>
    </p:spTree>
    <p:extLst>
      <p:ext uri="{BB962C8B-B14F-4D97-AF65-F5344CB8AC3E}">
        <p14:creationId xmlns:p14="http://schemas.microsoft.com/office/powerpoint/2010/main" val="39768315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34033-5FF9-6965-7D6A-FD0A7D935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38B492-3C93-5520-0DCD-E2D2F08E56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E995E-A5B6-A88B-B9E2-745497922FB4}"/>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a:p>
            <a:endParaRPr lang="en-US" dirty="0"/>
          </a:p>
        </p:txBody>
      </p:sp>
      <p:sp>
        <p:nvSpPr>
          <p:cNvPr id="4" name="Slide Number Placeholder 3">
            <a:extLst>
              <a:ext uri="{FF2B5EF4-FFF2-40B4-BE49-F238E27FC236}">
                <a16:creationId xmlns:a16="http://schemas.microsoft.com/office/drawing/2014/main" id="{E424FA06-D808-FD12-A1DB-37C0AC70AE9E}"/>
              </a:ext>
            </a:extLst>
          </p:cNvPr>
          <p:cNvSpPr>
            <a:spLocks noGrp="1"/>
          </p:cNvSpPr>
          <p:nvPr>
            <p:ph type="sldNum" sz="quarter" idx="5"/>
          </p:nvPr>
        </p:nvSpPr>
        <p:spPr/>
        <p:txBody>
          <a:bodyPr/>
          <a:lstStyle/>
          <a:p>
            <a:fld id="{648246CF-7178-41AD-B6F8-BACEEA28FBE0}" type="slidenum">
              <a:rPr lang="en-US" smtClean="0"/>
              <a:t>70</a:t>
            </a:fld>
            <a:endParaRPr lang="en-US"/>
          </a:p>
        </p:txBody>
      </p:sp>
    </p:spTree>
    <p:extLst>
      <p:ext uri="{BB962C8B-B14F-4D97-AF65-F5344CB8AC3E}">
        <p14:creationId xmlns:p14="http://schemas.microsoft.com/office/powerpoint/2010/main" val="1543696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E6970-2F6B-FA4D-0A64-41BD83C30E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2B639-8197-038B-C181-C79A62CD73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AAC10B-C25E-9C27-60FA-69222900806F}"/>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a:p>
            <a:endParaRPr lang="en-US" dirty="0"/>
          </a:p>
        </p:txBody>
      </p:sp>
      <p:sp>
        <p:nvSpPr>
          <p:cNvPr id="4" name="Slide Number Placeholder 3">
            <a:extLst>
              <a:ext uri="{FF2B5EF4-FFF2-40B4-BE49-F238E27FC236}">
                <a16:creationId xmlns:a16="http://schemas.microsoft.com/office/drawing/2014/main" id="{9A22C3DC-DF29-0299-56F1-72CF9A301334}"/>
              </a:ext>
            </a:extLst>
          </p:cNvPr>
          <p:cNvSpPr>
            <a:spLocks noGrp="1"/>
          </p:cNvSpPr>
          <p:nvPr>
            <p:ph type="sldNum" sz="quarter" idx="5"/>
          </p:nvPr>
        </p:nvSpPr>
        <p:spPr/>
        <p:txBody>
          <a:bodyPr/>
          <a:lstStyle/>
          <a:p>
            <a:fld id="{648246CF-7178-41AD-B6F8-BACEEA28FBE0}" type="slidenum">
              <a:rPr lang="en-US" smtClean="0"/>
              <a:t>71</a:t>
            </a:fld>
            <a:endParaRPr lang="en-US"/>
          </a:p>
        </p:txBody>
      </p:sp>
    </p:spTree>
    <p:extLst>
      <p:ext uri="{BB962C8B-B14F-4D97-AF65-F5344CB8AC3E}">
        <p14:creationId xmlns:p14="http://schemas.microsoft.com/office/powerpoint/2010/main" val="909397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59393-A7D0-C1EF-4138-CAC2F3ED17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2D69B-2794-5200-22A6-704EE7AB7A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A640B-A0CE-A59D-62C8-316D59556C32}"/>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D557C326-821B-D9C3-E693-2BEB64EBC292}"/>
              </a:ext>
            </a:extLst>
          </p:cNvPr>
          <p:cNvSpPr>
            <a:spLocks noGrp="1"/>
          </p:cNvSpPr>
          <p:nvPr>
            <p:ph type="sldNum" sz="quarter" idx="5"/>
          </p:nvPr>
        </p:nvSpPr>
        <p:spPr/>
        <p:txBody>
          <a:bodyPr/>
          <a:lstStyle/>
          <a:p>
            <a:fld id="{648246CF-7178-41AD-B6F8-BACEEA28FBE0}" type="slidenum">
              <a:rPr lang="en-US" smtClean="0"/>
              <a:t>72</a:t>
            </a:fld>
            <a:endParaRPr lang="en-US"/>
          </a:p>
        </p:txBody>
      </p:sp>
    </p:spTree>
    <p:extLst>
      <p:ext uri="{BB962C8B-B14F-4D97-AF65-F5344CB8AC3E}">
        <p14:creationId xmlns:p14="http://schemas.microsoft.com/office/powerpoint/2010/main" val="839435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6D2B9-EBE5-A40B-EA07-922D54F2C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B8FA6-10D5-6973-B809-04B790CA7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02080-64C9-BD79-F556-E9EE2BA8E347}"/>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a:p>
            <a:endParaRPr lang="en-US" dirty="0"/>
          </a:p>
        </p:txBody>
      </p:sp>
      <p:sp>
        <p:nvSpPr>
          <p:cNvPr id="4" name="Slide Number Placeholder 3">
            <a:extLst>
              <a:ext uri="{FF2B5EF4-FFF2-40B4-BE49-F238E27FC236}">
                <a16:creationId xmlns:a16="http://schemas.microsoft.com/office/drawing/2014/main" id="{29377C8D-10D6-FC76-9DFC-AF0E260EE55F}"/>
              </a:ext>
            </a:extLst>
          </p:cNvPr>
          <p:cNvSpPr>
            <a:spLocks noGrp="1"/>
          </p:cNvSpPr>
          <p:nvPr>
            <p:ph type="sldNum" sz="quarter" idx="5"/>
          </p:nvPr>
        </p:nvSpPr>
        <p:spPr/>
        <p:txBody>
          <a:bodyPr/>
          <a:lstStyle/>
          <a:p>
            <a:fld id="{648246CF-7178-41AD-B6F8-BACEEA28FBE0}" type="slidenum">
              <a:rPr lang="en-US" smtClean="0"/>
              <a:t>73</a:t>
            </a:fld>
            <a:endParaRPr lang="en-US"/>
          </a:p>
        </p:txBody>
      </p:sp>
    </p:spTree>
    <p:extLst>
      <p:ext uri="{BB962C8B-B14F-4D97-AF65-F5344CB8AC3E}">
        <p14:creationId xmlns:p14="http://schemas.microsoft.com/office/powerpoint/2010/main" val="11656737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8246CF-7178-41AD-B6F8-BACEEA28FBE0}" type="slidenum">
              <a:rPr lang="en-US" smtClean="0"/>
              <a:t>74</a:t>
            </a:fld>
            <a:endParaRPr lang="en-US"/>
          </a:p>
        </p:txBody>
      </p:sp>
    </p:spTree>
    <p:extLst>
      <p:ext uri="{BB962C8B-B14F-4D97-AF65-F5344CB8AC3E}">
        <p14:creationId xmlns:p14="http://schemas.microsoft.com/office/powerpoint/2010/main" val="2119652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338C7-1700-5B23-4F43-9B7B0089D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F1063-B4FC-67A0-EF7E-20B9F47E37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0D1A5-3685-E9BE-2595-C7BF42CC4DE7}"/>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54454022-32B6-73EB-9F3A-865BDA2A2893}"/>
              </a:ext>
            </a:extLst>
          </p:cNvPr>
          <p:cNvSpPr>
            <a:spLocks noGrp="1"/>
          </p:cNvSpPr>
          <p:nvPr>
            <p:ph type="sldNum" sz="quarter" idx="5"/>
          </p:nvPr>
        </p:nvSpPr>
        <p:spPr/>
        <p:txBody>
          <a:bodyPr/>
          <a:lstStyle/>
          <a:p>
            <a:fld id="{648246CF-7178-41AD-B6F8-BACEEA28FBE0}" type="slidenum">
              <a:rPr lang="en-US" smtClean="0"/>
              <a:t>81</a:t>
            </a:fld>
            <a:endParaRPr lang="en-US"/>
          </a:p>
        </p:txBody>
      </p:sp>
    </p:spTree>
    <p:extLst>
      <p:ext uri="{BB962C8B-B14F-4D97-AF65-F5344CB8AC3E}">
        <p14:creationId xmlns:p14="http://schemas.microsoft.com/office/powerpoint/2010/main" val="374799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4E2B2-9064-47AF-4BE1-0D46A94B0E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BF5B93-BF30-3345-352C-4AB0C3CE03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CAB9E-7238-4A86-6E5A-4107252EBAEF}"/>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AE4D9D47-00D0-F155-8987-DA709BB71D04}"/>
              </a:ext>
            </a:extLst>
          </p:cNvPr>
          <p:cNvSpPr>
            <a:spLocks noGrp="1"/>
          </p:cNvSpPr>
          <p:nvPr>
            <p:ph type="sldNum" sz="quarter" idx="5"/>
          </p:nvPr>
        </p:nvSpPr>
        <p:spPr/>
        <p:txBody>
          <a:bodyPr/>
          <a:lstStyle/>
          <a:p>
            <a:fld id="{648246CF-7178-41AD-B6F8-BACEEA28FBE0}" type="slidenum">
              <a:rPr lang="en-US" smtClean="0"/>
              <a:t>82</a:t>
            </a:fld>
            <a:endParaRPr lang="en-US"/>
          </a:p>
        </p:txBody>
      </p:sp>
    </p:spTree>
    <p:extLst>
      <p:ext uri="{BB962C8B-B14F-4D97-AF65-F5344CB8AC3E}">
        <p14:creationId xmlns:p14="http://schemas.microsoft.com/office/powerpoint/2010/main" val="10825444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0BC4E-7EB1-AA9E-6776-DFA0E91E7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18878-8C19-9A11-B747-D1631534EE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97C19C-D454-9D0A-BF5B-3A7EE8DE4BA6}"/>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A1D07FAD-C46D-2270-568D-E499051D2343}"/>
              </a:ext>
            </a:extLst>
          </p:cNvPr>
          <p:cNvSpPr>
            <a:spLocks noGrp="1"/>
          </p:cNvSpPr>
          <p:nvPr>
            <p:ph type="sldNum" sz="quarter" idx="5"/>
          </p:nvPr>
        </p:nvSpPr>
        <p:spPr/>
        <p:txBody>
          <a:bodyPr/>
          <a:lstStyle/>
          <a:p>
            <a:fld id="{648246CF-7178-41AD-B6F8-BACEEA28FBE0}" type="slidenum">
              <a:rPr lang="en-US" smtClean="0"/>
              <a:t>83</a:t>
            </a:fld>
            <a:endParaRPr lang="en-US"/>
          </a:p>
        </p:txBody>
      </p:sp>
    </p:spTree>
    <p:extLst>
      <p:ext uri="{BB962C8B-B14F-4D97-AF65-F5344CB8AC3E}">
        <p14:creationId xmlns:p14="http://schemas.microsoft.com/office/powerpoint/2010/main" val="2140878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4F14B-CDD7-58B9-A0E9-536F5B206C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8CCF9-149F-1D10-710D-D73C4C9331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F02D9-F60B-6D40-C631-0787BD2E4349}"/>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DD87C653-56B3-6F94-1BFE-A7B48945F761}"/>
              </a:ext>
            </a:extLst>
          </p:cNvPr>
          <p:cNvSpPr>
            <a:spLocks noGrp="1"/>
          </p:cNvSpPr>
          <p:nvPr>
            <p:ph type="sldNum" sz="quarter" idx="5"/>
          </p:nvPr>
        </p:nvSpPr>
        <p:spPr/>
        <p:txBody>
          <a:bodyPr/>
          <a:lstStyle/>
          <a:p>
            <a:fld id="{648246CF-7178-41AD-B6F8-BACEEA28FBE0}" type="slidenum">
              <a:rPr lang="en-US" smtClean="0"/>
              <a:t>84</a:t>
            </a:fld>
            <a:endParaRPr lang="en-US"/>
          </a:p>
        </p:txBody>
      </p:sp>
    </p:spTree>
    <p:extLst>
      <p:ext uri="{BB962C8B-B14F-4D97-AF65-F5344CB8AC3E}">
        <p14:creationId xmlns:p14="http://schemas.microsoft.com/office/powerpoint/2010/main" val="2922393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E845C-26BF-112E-7DFE-C8634AEE10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CB683-8D21-8BA0-4A0B-C012631B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CF8214-99E7-003F-F395-09FC5503ABB9}"/>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91FE154C-EA66-5B9D-350B-8A91824F0580}"/>
              </a:ext>
            </a:extLst>
          </p:cNvPr>
          <p:cNvSpPr>
            <a:spLocks noGrp="1"/>
          </p:cNvSpPr>
          <p:nvPr>
            <p:ph type="sldNum" sz="quarter" idx="5"/>
          </p:nvPr>
        </p:nvSpPr>
        <p:spPr/>
        <p:txBody>
          <a:bodyPr/>
          <a:lstStyle/>
          <a:p>
            <a:fld id="{648246CF-7178-41AD-B6F8-BACEEA28FBE0}" type="slidenum">
              <a:rPr lang="en-US" smtClean="0"/>
              <a:t>85</a:t>
            </a:fld>
            <a:endParaRPr lang="en-US"/>
          </a:p>
        </p:txBody>
      </p:sp>
    </p:spTree>
    <p:extLst>
      <p:ext uri="{BB962C8B-B14F-4D97-AF65-F5344CB8AC3E}">
        <p14:creationId xmlns:p14="http://schemas.microsoft.com/office/powerpoint/2010/main" val="33914392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3734A-2E55-E592-F6DA-10F7FDBE5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4EDFE-414F-96CB-258F-572B44CFBA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04156-D9F6-85BE-1839-207BF413E984}"/>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8CDE5CF-F320-663C-EDE5-D95B06E9036E}"/>
              </a:ext>
            </a:extLst>
          </p:cNvPr>
          <p:cNvSpPr>
            <a:spLocks noGrp="1"/>
          </p:cNvSpPr>
          <p:nvPr>
            <p:ph type="sldNum" sz="quarter" idx="5"/>
          </p:nvPr>
        </p:nvSpPr>
        <p:spPr/>
        <p:txBody>
          <a:bodyPr/>
          <a:lstStyle/>
          <a:p>
            <a:fld id="{648246CF-7178-41AD-B6F8-BACEEA28FBE0}" type="slidenum">
              <a:rPr lang="en-US" smtClean="0"/>
              <a:t>86</a:t>
            </a:fld>
            <a:endParaRPr lang="en-US"/>
          </a:p>
        </p:txBody>
      </p:sp>
    </p:spTree>
    <p:extLst>
      <p:ext uri="{BB962C8B-B14F-4D97-AF65-F5344CB8AC3E}">
        <p14:creationId xmlns:p14="http://schemas.microsoft.com/office/powerpoint/2010/main" val="3383700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3BBF1-1C6E-7EE0-F6F7-EF5FCF34B0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75C06-A580-39BE-063A-B70BC95FB1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66829-CBC7-7553-EB91-C5E7DC0CF8CC}"/>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DD117D0B-12DE-3DCA-CA63-DFDF324AD9FD}"/>
              </a:ext>
            </a:extLst>
          </p:cNvPr>
          <p:cNvSpPr>
            <a:spLocks noGrp="1"/>
          </p:cNvSpPr>
          <p:nvPr>
            <p:ph type="sldNum" sz="quarter" idx="5"/>
          </p:nvPr>
        </p:nvSpPr>
        <p:spPr/>
        <p:txBody>
          <a:bodyPr/>
          <a:lstStyle/>
          <a:p>
            <a:fld id="{648246CF-7178-41AD-B6F8-BACEEA28FBE0}" type="slidenum">
              <a:rPr lang="en-US" smtClean="0"/>
              <a:t>87</a:t>
            </a:fld>
            <a:endParaRPr lang="en-US"/>
          </a:p>
        </p:txBody>
      </p:sp>
    </p:spTree>
    <p:extLst>
      <p:ext uri="{BB962C8B-B14F-4D97-AF65-F5344CB8AC3E}">
        <p14:creationId xmlns:p14="http://schemas.microsoft.com/office/powerpoint/2010/main" val="32357790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FB3A8-EBE7-2B5E-2E3A-660E9D397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7724A-6DD6-BB06-686F-479D1FB270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2DB5A6-429B-3BC3-4F08-38C194D1A136}"/>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A9FE5203-3266-E3A4-818B-65882B1EC520}"/>
              </a:ext>
            </a:extLst>
          </p:cNvPr>
          <p:cNvSpPr>
            <a:spLocks noGrp="1"/>
          </p:cNvSpPr>
          <p:nvPr>
            <p:ph type="sldNum" sz="quarter" idx="5"/>
          </p:nvPr>
        </p:nvSpPr>
        <p:spPr/>
        <p:txBody>
          <a:bodyPr/>
          <a:lstStyle/>
          <a:p>
            <a:fld id="{648246CF-7178-41AD-B6F8-BACEEA28FBE0}" type="slidenum">
              <a:rPr lang="en-US" smtClean="0"/>
              <a:t>88</a:t>
            </a:fld>
            <a:endParaRPr lang="en-US"/>
          </a:p>
        </p:txBody>
      </p:sp>
    </p:spTree>
    <p:extLst>
      <p:ext uri="{BB962C8B-B14F-4D97-AF65-F5344CB8AC3E}">
        <p14:creationId xmlns:p14="http://schemas.microsoft.com/office/powerpoint/2010/main" val="17257247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p:cNvSpPr>
            <a:spLocks noGrp="1"/>
          </p:cNvSpPr>
          <p:nvPr>
            <p:ph type="sldNum" sz="quarter" idx="5"/>
          </p:nvPr>
        </p:nvSpPr>
        <p:spPr/>
        <p:txBody>
          <a:bodyPr/>
          <a:lstStyle/>
          <a:p>
            <a:fld id="{648246CF-7178-41AD-B6F8-BACEEA28FBE0}" type="slidenum">
              <a:rPr lang="en-US" smtClean="0"/>
              <a:t>91</a:t>
            </a:fld>
            <a:endParaRPr lang="en-US"/>
          </a:p>
        </p:txBody>
      </p:sp>
    </p:spTree>
    <p:extLst>
      <p:ext uri="{BB962C8B-B14F-4D97-AF65-F5344CB8AC3E}">
        <p14:creationId xmlns:p14="http://schemas.microsoft.com/office/powerpoint/2010/main" val="30436227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194DE-9CF3-A55D-3CE7-BA11BC2D33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65913E-4365-FBFB-73AB-F765842677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4D7201-A3CB-89DA-DA9F-028C9CF6DF97}"/>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67A8350-AE9E-0BD6-3680-DE710EC3E126}"/>
              </a:ext>
            </a:extLst>
          </p:cNvPr>
          <p:cNvSpPr>
            <a:spLocks noGrp="1"/>
          </p:cNvSpPr>
          <p:nvPr>
            <p:ph type="sldNum" sz="quarter" idx="5"/>
          </p:nvPr>
        </p:nvSpPr>
        <p:spPr/>
        <p:txBody>
          <a:bodyPr/>
          <a:lstStyle/>
          <a:p>
            <a:fld id="{648246CF-7178-41AD-B6F8-BACEEA28FBE0}" type="slidenum">
              <a:rPr lang="en-US" smtClean="0"/>
              <a:t>92</a:t>
            </a:fld>
            <a:endParaRPr lang="en-US"/>
          </a:p>
        </p:txBody>
      </p:sp>
    </p:spTree>
    <p:extLst>
      <p:ext uri="{BB962C8B-B14F-4D97-AF65-F5344CB8AC3E}">
        <p14:creationId xmlns:p14="http://schemas.microsoft.com/office/powerpoint/2010/main" val="41269355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85F31-C81B-2344-DA77-8A08838F7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0F73E-0E36-8440-D924-27E152E087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A84EF-E96F-9987-18D6-D1342FFBE56A}"/>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23E8B91-037E-F91E-BC59-7E26830F57D6}"/>
              </a:ext>
            </a:extLst>
          </p:cNvPr>
          <p:cNvSpPr>
            <a:spLocks noGrp="1"/>
          </p:cNvSpPr>
          <p:nvPr>
            <p:ph type="sldNum" sz="quarter" idx="5"/>
          </p:nvPr>
        </p:nvSpPr>
        <p:spPr/>
        <p:txBody>
          <a:bodyPr/>
          <a:lstStyle/>
          <a:p>
            <a:fld id="{648246CF-7178-41AD-B6F8-BACEEA28FBE0}" type="slidenum">
              <a:rPr lang="en-US" smtClean="0"/>
              <a:t>93</a:t>
            </a:fld>
            <a:endParaRPr lang="en-US"/>
          </a:p>
        </p:txBody>
      </p:sp>
    </p:spTree>
    <p:extLst>
      <p:ext uri="{BB962C8B-B14F-4D97-AF65-F5344CB8AC3E}">
        <p14:creationId xmlns:p14="http://schemas.microsoft.com/office/powerpoint/2010/main" val="5730899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8B51B-E0B9-C5EB-A78D-707F2BAE6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1F1244-0D5C-C4A9-5B4A-92E8B8C71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A0755-56FD-B554-A911-53C24340B169}"/>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A07C4FBD-6BDE-35A0-367A-B449485661C1}"/>
              </a:ext>
            </a:extLst>
          </p:cNvPr>
          <p:cNvSpPr>
            <a:spLocks noGrp="1"/>
          </p:cNvSpPr>
          <p:nvPr>
            <p:ph type="sldNum" sz="quarter" idx="5"/>
          </p:nvPr>
        </p:nvSpPr>
        <p:spPr/>
        <p:txBody>
          <a:bodyPr/>
          <a:lstStyle/>
          <a:p>
            <a:fld id="{648246CF-7178-41AD-B6F8-BACEEA28FBE0}" type="slidenum">
              <a:rPr lang="en-US" smtClean="0"/>
              <a:t>94</a:t>
            </a:fld>
            <a:endParaRPr lang="en-US"/>
          </a:p>
        </p:txBody>
      </p:sp>
    </p:spTree>
    <p:extLst>
      <p:ext uri="{BB962C8B-B14F-4D97-AF65-F5344CB8AC3E}">
        <p14:creationId xmlns:p14="http://schemas.microsoft.com/office/powerpoint/2010/main" val="14274452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FE50-A73C-AF21-7BDB-05AA36351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FA74B-003A-6F4D-F94D-E780C8EDB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B94435-E2CF-C1C5-FA37-AB096CA9B392}"/>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F78895C-786A-8B75-4A85-2AE710424791}"/>
              </a:ext>
            </a:extLst>
          </p:cNvPr>
          <p:cNvSpPr>
            <a:spLocks noGrp="1"/>
          </p:cNvSpPr>
          <p:nvPr>
            <p:ph type="sldNum" sz="quarter" idx="5"/>
          </p:nvPr>
        </p:nvSpPr>
        <p:spPr/>
        <p:txBody>
          <a:bodyPr/>
          <a:lstStyle/>
          <a:p>
            <a:fld id="{648246CF-7178-41AD-B6F8-BACEEA28FBE0}" type="slidenum">
              <a:rPr lang="en-US" smtClean="0"/>
              <a:t>95</a:t>
            </a:fld>
            <a:endParaRPr lang="en-US"/>
          </a:p>
        </p:txBody>
      </p:sp>
    </p:spTree>
    <p:extLst>
      <p:ext uri="{BB962C8B-B14F-4D97-AF65-F5344CB8AC3E}">
        <p14:creationId xmlns:p14="http://schemas.microsoft.com/office/powerpoint/2010/main" val="31400098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E6B1B-9DF5-0554-41BF-66B3584D83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B61D4-FBFD-9795-C267-652DD44246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91F10-8990-9CEA-DEA1-82F6AC757068}"/>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EE41EF8-887B-121E-D83F-C5918FF3021F}"/>
              </a:ext>
            </a:extLst>
          </p:cNvPr>
          <p:cNvSpPr>
            <a:spLocks noGrp="1"/>
          </p:cNvSpPr>
          <p:nvPr>
            <p:ph type="sldNum" sz="quarter" idx="5"/>
          </p:nvPr>
        </p:nvSpPr>
        <p:spPr/>
        <p:txBody>
          <a:bodyPr/>
          <a:lstStyle/>
          <a:p>
            <a:fld id="{648246CF-7178-41AD-B6F8-BACEEA28FBE0}" type="slidenum">
              <a:rPr lang="en-US" smtClean="0"/>
              <a:t>96</a:t>
            </a:fld>
            <a:endParaRPr lang="en-US"/>
          </a:p>
        </p:txBody>
      </p:sp>
    </p:spTree>
    <p:extLst>
      <p:ext uri="{BB962C8B-B14F-4D97-AF65-F5344CB8AC3E}">
        <p14:creationId xmlns:p14="http://schemas.microsoft.com/office/powerpoint/2010/main" val="2114884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8E36A-D722-93ED-93A8-E4A36A2CA3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D672B-EED1-7C2F-7044-81EF37720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DEC400-72A1-0F86-E21E-B7D16292D45F}"/>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6715184-A2AB-69FE-5CE6-136868D446C1}"/>
              </a:ext>
            </a:extLst>
          </p:cNvPr>
          <p:cNvSpPr>
            <a:spLocks noGrp="1"/>
          </p:cNvSpPr>
          <p:nvPr>
            <p:ph type="sldNum" sz="quarter" idx="5"/>
          </p:nvPr>
        </p:nvSpPr>
        <p:spPr/>
        <p:txBody>
          <a:bodyPr/>
          <a:lstStyle/>
          <a:p>
            <a:fld id="{648246CF-7178-41AD-B6F8-BACEEA28FBE0}" type="slidenum">
              <a:rPr lang="en-US" smtClean="0"/>
              <a:t>97</a:t>
            </a:fld>
            <a:endParaRPr lang="en-US"/>
          </a:p>
        </p:txBody>
      </p:sp>
    </p:spTree>
    <p:extLst>
      <p:ext uri="{BB962C8B-B14F-4D97-AF65-F5344CB8AC3E}">
        <p14:creationId xmlns:p14="http://schemas.microsoft.com/office/powerpoint/2010/main" val="33983095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CAAE3-DE34-1429-6A5A-207761A18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344414-22DC-6B9F-5A25-46E82D7128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18602-FD99-09CB-91FD-E121C862ABF0}"/>
              </a:ext>
            </a:extLst>
          </p:cNvPr>
          <p:cNvSpPr>
            <a:spLocks noGrp="1"/>
          </p:cNvSpPr>
          <p:nvPr>
            <p:ph type="body" idx="1"/>
          </p:nvPr>
        </p:nvSpPr>
        <p:spPr/>
        <p:txBody>
          <a:bodyPr/>
          <a:lstStyle/>
          <a:p>
            <a:pPr algn="l" fontAlgn="base">
              <a:buNone/>
            </a:pPr>
            <a:endParaRPr lang="vi-VN" b="0" i="0" dirty="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FF06916-8173-2121-ACF3-365240EAABC3}"/>
              </a:ext>
            </a:extLst>
          </p:cNvPr>
          <p:cNvSpPr>
            <a:spLocks noGrp="1"/>
          </p:cNvSpPr>
          <p:nvPr>
            <p:ph type="sldNum" sz="quarter" idx="5"/>
          </p:nvPr>
        </p:nvSpPr>
        <p:spPr/>
        <p:txBody>
          <a:bodyPr/>
          <a:lstStyle/>
          <a:p>
            <a:fld id="{648246CF-7178-41AD-B6F8-BACEEA28FBE0}" type="slidenum">
              <a:rPr lang="en-US" smtClean="0"/>
              <a:t>98</a:t>
            </a:fld>
            <a:endParaRPr lang="en-US"/>
          </a:p>
        </p:txBody>
      </p:sp>
    </p:spTree>
    <p:extLst>
      <p:ext uri="{BB962C8B-B14F-4D97-AF65-F5344CB8AC3E}">
        <p14:creationId xmlns:p14="http://schemas.microsoft.com/office/powerpoint/2010/main" val="1486228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4/16/2025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4/16/2025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4/16/2025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4/16/2025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5652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593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16401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6735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9159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746019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6057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31203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72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biến đổi từ bên trong nhân loại và</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toàn</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thể</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vũ</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trụ này,</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F96AD63-65D3-BCE1-38EE-AD91BB5FD2EE}"/>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D3AAAFC-7E8E-D1FC-575A-B0272A66007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755389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1:</a:t>
            </a:r>
            <a:r>
              <a:rPr lang="en-US" sz="3800" b="1" dirty="0">
                <a:solidFill>
                  <a:srgbClr val="FF0000"/>
                </a:solidFill>
                <a:latin typeface="Arial" panose="020B0604020202020204" pitchFamily="34" charset="0"/>
                <a:cs typeface="Arial" panose="020B0604020202020204" pitchFamily="34" charset="0"/>
              </a:rPr>
              <a:t> </a:t>
            </a:r>
            <a:r>
              <a:rPr lang="en-US" sz="3800" b="1" dirty="0">
                <a:latin typeface="Arial" panose="020B0604020202020204" pitchFamily="34" charset="0"/>
                <a:cs typeface="Arial" panose="020B0604020202020204" pitchFamily="34" charset="0"/>
              </a:rPr>
              <a:t>Is 52, 13-53, 12</a:t>
            </a:r>
          </a:p>
        </p:txBody>
      </p:sp>
      <p:sp>
        <p:nvSpPr>
          <p:cNvPr id="5" name="TextBox 4">
            <a:extLst>
              <a:ext uri="{FF2B5EF4-FFF2-40B4-BE49-F238E27FC236}">
                <a16:creationId xmlns:a16="http://schemas.microsoft.com/office/drawing/2014/main" id="{EC9E90A0-57EF-B562-11BD-EFA379BF3A1F}"/>
              </a:ext>
            </a:extLst>
          </p:cNvPr>
          <p:cNvSpPr txBox="1"/>
          <p:nvPr/>
        </p:nvSpPr>
        <p:spPr>
          <a:xfrm>
            <a:off x="0" y="1559778"/>
            <a:ext cx="9144000" cy="1754326"/>
          </a:xfrm>
          <a:prstGeom prst="rect">
            <a:avLst/>
          </a:prstGeom>
          <a:noFill/>
        </p:spPr>
        <p:txBody>
          <a:bodyPr wrap="square">
            <a:spAutoFit/>
          </a:bodyPr>
          <a:lstStyle/>
          <a:p>
            <a:pPr algn="ctr"/>
            <a:r>
              <a:rPr lang="vi-VN" sz="5400" b="1" i="1" dirty="0">
                <a:solidFill>
                  <a:srgbClr val="FF0000"/>
                </a:solidFill>
                <a:latin typeface="Arial" panose="020B0604020202020204" pitchFamily="34" charset="0"/>
                <a:cs typeface="Arial" panose="020B0604020202020204" pitchFamily="34" charset="0"/>
              </a:rPr>
              <a:t>“N</a:t>
            </a:r>
            <a:r>
              <a:rPr lang="en-US" sz="5400" b="1" i="1" dirty="0" err="1">
                <a:solidFill>
                  <a:srgbClr val="FF0000"/>
                </a:solidFill>
                <a:latin typeface="Arial" panose="020B0604020202020204" pitchFamily="34" charset="0"/>
                <a:cs typeface="Arial" panose="020B0604020202020204" pitchFamily="34" charset="0"/>
              </a:rPr>
              <a:t>gười</a:t>
            </a:r>
            <a:r>
              <a:rPr lang="en-US" sz="5400" b="1" i="1" dirty="0">
                <a:solidFill>
                  <a:srgbClr val="FF0000"/>
                </a:solidFill>
                <a:latin typeface="Arial" panose="020B0604020202020204" pitchFamily="34" charset="0"/>
                <a:cs typeface="Arial" panose="020B0604020202020204" pitchFamily="34" charset="0"/>
              </a:rPr>
              <a:t> </a:t>
            </a:r>
            <a:r>
              <a:rPr lang="en-US" sz="5400" b="1" i="1" dirty="0" err="1">
                <a:solidFill>
                  <a:srgbClr val="FF0000"/>
                </a:solidFill>
                <a:latin typeface="Arial" panose="020B0604020202020204" pitchFamily="34" charset="0"/>
                <a:cs typeface="Arial" panose="020B0604020202020204" pitchFamily="34" charset="0"/>
              </a:rPr>
              <a:t>đã</a:t>
            </a:r>
            <a:r>
              <a:rPr lang="en-US" sz="5400" b="1" i="1" dirty="0">
                <a:solidFill>
                  <a:srgbClr val="FF0000"/>
                </a:solidFill>
                <a:latin typeface="Arial" panose="020B0604020202020204" pitchFamily="34" charset="0"/>
                <a:cs typeface="Arial" panose="020B0604020202020204" pitchFamily="34" charset="0"/>
              </a:rPr>
              <a:t> </a:t>
            </a:r>
            <a:r>
              <a:rPr lang="en-US" sz="5400" b="1" i="1" dirty="0" err="1">
                <a:solidFill>
                  <a:srgbClr val="FF0000"/>
                </a:solidFill>
                <a:latin typeface="Arial" panose="020B0604020202020204" pitchFamily="34" charset="0"/>
                <a:cs typeface="Arial" panose="020B0604020202020204" pitchFamily="34" charset="0"/>
              </a:rPr>
              <a:t>bị</a:t>
            </a:r>
            <a:r>
              <a:rPr lang="en-US" sz="5400" b="1" i="1" dirty="0">
                <a:solidFill>
                  <a:srgbClr val="FF0000"/>
                </a:solidFill>
                <a:latin typeface="Arial" panose="020B0604020202020204" pitchFamily="34" charset="0"/>
                <a:cs typeface="Arial" panose="020B0604020202020204" pitchFamily="34" charset="0"/>
              </a:rPr>
              <a:t> </a:t>
            </a:r>
            <a:r>
              <a:rPr lang="en-US" sz="5400" b="1" i="1" dirty="0" err="1">
                <a:solidFill>
                  <a:srgbClr val="FF0000"/>
                </a:solidFill>
                <a:latin typeface="Arial" panose="020B0604020202020204" pitchFamily="34" charset="0"/>
                <a:cs typeface="Arial" panose="020B0604020202020204" pitchFamily="34" charset="0"/>
              </a:rPr>
              <a:t>thuong</a:t>
            </a:r>
            <a:r>
              <a:rPr lang="en-US" sz="5400" b="1" i="1" dirty="0">
                <a:solidFill>
                  <a:srgbClr val="FF0000"/>
                </a:solidFill>
                <a:latin typeface="Arial" panose="020B0604020202020204" pitchFamily="34" charset="0"/>
                <a:cs typeface="Arial" panose="020B0604020202020204" pitchFamily="34" charset="0"/>
              </a:rPr>
              <a:t> </a:t>
            </a:r>
            <a:r>
              <a:rPr lang="en-US" sz="5400" b="1" i="1" dirty="0" err="1">
                <a:solidFill>
                  <a:srgbClr val="FF0000"/>
                </a:solidFill>
                <a:latin typeface="Arial" panose="020B0604020202020204" pitchFamily="34" charset="0"/>
                <a:cs typeface="Arial" panose="020B0604020202020204" pitchFamily="34" charset="0"/>
              </a:rPr>
              <a:t>tích</a:t>
            </a:r>
            <a:r>
              <a:rPr lang="en-US" sz="5400" b="1" i="1" dirty="0">
                <a:solidFill>
                  <a:srgbClr val="FF0000"/>
                </a:solidFill>
                <a:latin typeface="Arial" panose="020B0604020202020204" pitchFamily="34" charset="0"/>
                <a:cs typeface="Arial" panose="020B0604020202020204" pitchFamily="34" charset="0"/>
              </a:rPr>
              <a:t> </a:t>
            </a:r>
            <a:r>
              <a:rPr lang="en-US" sz="5400" b="1" i="1" dirty="0" err="1">
                <a:solidFill>
                  <a:srgbClr val="FF0000"/>
                </a:solidFill>
                <a:latin typeface="Arial" panose="020B0604020202020204" pitchFamily="34" charset="0"/>
                <a:cs typeface="Arial" panose="020B0604020202020204" pitchFamily="34" charset="0"/>
              </a:rPr>
              <a:t>vì</a:t>
            </a:r>
            <a:r>
              <a:rPr lang="en-US" sz="5400" b="1" i="1" dirty="0">
                <a:solidFill>
                  <a:srgbClr val="FF0000"/>
                </a:solidFill>
                <a:latin typeface="Arial" panose="020B0604020202020204" pitchFamily="34" charset="0"/>
                <a:cs typeface="Arial" panose="020B0604020202020204" pitchFamily="34" charset="0"/>
              </a:rPr>
              <a:t> </a:t>
            </a:r>
            <a:r>
              <a:rPr lang="en-US" sz="5400" b="1" i="1" dirty="0" err="1">
                <a:solidFill>
                  <a:srgbClr val="FF0000"/>
                </a:solidFill>
                <a:latin typeface="Arial" panose="020B0604020202020204" pitchFamily="34" charset="0"/>
                <a:cs typeface="Arial" panose="020B0604020202020204" pitchFamily="34" charset="0"/>
              </a:rPr>
              <a:t>tội</a:t>
            </a:r>
            <a:r>
              <a:rPr lang="en-US" sz="5400" b="1" i="1" dirty="0">
                <a:solidFill>
                  <a:srgbClr val="FF0000"/>
                </a:solidFill>
                <a:latin typeface="Arial" panose="020B0604020202020204" pitchFamily="34" charset="0"/>
                <a:cs typeface="Arial" panose="020B0604020202020204" pitchFamily="34" charset="0"/>
              </a:rPr>
              <a:t> </a:t>
            </a:r>
            <a:r>
              <a:rPr lang="en-US" sz="5400" b="1" i="1" dirty="0" err="1">
                <a:solidFill>
                  <a:srgbClr val="FF0000"/>
                </a:solidFill>
                <a:latin typeface="Arial" panose="020B0604020202020204" pitchFamily="34" charset="0"/>
                <a:cs typeface="Arial" panose="020B0604020202020204" pitchFamily="34" charset="0"/>
              </a:rPr>
              <a:t>lỗi</a:t>
            </a:r>
            <a:r>
              <a:rPr lang="en-US" sz="5400" b="1" i="1" dirty="0">
                <a:solidFill>
                  <a:srgbClr val="FF0000"/>
                </a:solidFill>
                <a:latin typeface="Arial" panose="020B0604020202020204" pitchFamily="34" charset="0"/>
                <a:cs typeface="Arial" panose="020B0604020202020204" pitchFamily="34" charset="0"/>
              </a:rPr>
              <a:t> </a:t>
            </a:r>
            <a:r>
              <a:rPr lang="en-US" sz="5400" b="1" i="1" dirty="0" err="1">
                <a:solidFill>
                  <a:srgbClr val="FF0000"/>
                </a:solidFill>
                <a:latin typeface="Arial" panose="020B0604020202020204" pitchFamily="34" charset="0"/>
                <a:cs typeface="Arial" panose="020B0604020202020204" pitchFamily="34" charset="0"/>
              </a:rPr>
              <a:t>chúng</a:t>
            </a:r>
            <a:r>
              <a:rPr lang="en-US" sz="5400" b="1" i="1" dirty="0">
                <a:solidFill>
                  <a:srgbClr val="FF0000"/>
                </a:solidFill>
                <a:latin typeface="Arial" panose="020B0604020202020204" pitchFamily="34" charset="0"/>
                <a:cs typeface="Arial" panose="020B0604020202020204" pitchFamily="34" charset="0"/>
              </a:rPr>
              <a:t> ta</a:t>
            </a:r>
            <a:r>
              <a:rPr lang="vi-VN" sz="5400" b="1" i="1" dirty="0">
                <a:solidFill>
                  <a:srgbClr val="FF0000"/>
                </a:solidFill>
                <a:latin typeface="Arial" panose="020B0604020202020204" pitchFamily="34" charset="0"/>
                <a:cs typeface="Arial" panose="020B0604020202020204" pitchFamily="34" charset="0"/>
              </a:rPr>
              <a:t>”.</a:t>
            </a:r>
          </a:p>
        </p:txBody>
      </p:sp>
      <p:sp>
        <p:nvSpPr>
          <p:cNvPr id="7" name="TextBox 6">
            <a:extLst>
              <a:ext uri="{FF2B5EF4-FFF2-40B4-BE49-F238E27FC236}">
                <a16:creationId xmlns:a16="http://schemas.microsoft.com/office/drawing/2014/main" id="{FA7210C8-01DF-51DB-3853-C95430401C95}"/>
              </a:ext>
            </a:extLst>
          </p:cNvPr>
          <p:cNvSpPr txBox="1"/>
          <p:nvPr/>
        </p:nvSpPr>
        <p:spPr>
          <a:xfrm>
            <a:off x="228600" y="4196775"/>
            <a:ext cx="9144000" cy="584775"/>
          </a:xfrm>
          <a:prstGeom prst="rect">
            <a:avLst/>
          </a:prstGeom>
          <a:noFill/>
        </p:spPr>
        <p:txBody>
          <a:bodyPr wrap="square">
            <a:spAutoFit/>
          </a:bodyPr>
          <a:lstStyle/>
          <a:p>
            <a:r>
              <a:rPr lang="vi-VN" sz="3200" b="1" dirty="0">
                <a:latin typeface="Arial" panose="020B0604020202020204" pitchFamily="34" charset="0"/>
                <a:cs typeface="Arial" panose="020B0604020202020204" pitchFamily="34" charset="0"/>
              </a:rPr>
              <a:t>Bài trích sách </a:t>
            </a:r>
            <a:r>
              <a:rPr lang="en-US" sz="3200" b="1" dirty="0">
                <a:latin typeface="Arial" panose="020B0604020202020204" pitchFamily="34" charset="0"/>
                <a:cs typeface="Arial" panose="020B0604020202020204" pitchFamily="34" charset="0"/>
              </a:rPr>
              <a:t>Tiên tri Isaia</a:t>
            </a:r>
            <a:r>
              <a:rPr lang="vi-VN" sz="3200" b="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4725020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0DC77-3AE4-873D-6F97-3F1FAB7B77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3BBC3-CF78-1F09-8F73-5276A745A17C}"/>
              </a:ext>
            </a:extLst>
          </p:cNvPr>
          <p:cNvSpPr>
            <a:spLocks noGrp="1"/>
          </p:cNvSpPr>
          <p:nvPr>
            <p:ph type="ctrTitle"/>
          </p:nvPr>
        </p:nvSpPr>
        <p:spPr>
          <a:xfrm>
            <a:off x="609600" y="756744"/>
            <a:ext cx="7848600" cy="2881806"/>
          </a:xfrm>
        </p:spPr>
        <p:txBody>
          <a:bodyPr lIns="91440" tIns="0" rIns="91440" bIns="0" anchor="b">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30</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9909369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E582A-3A90-D2A9-125D-B40D30E63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9F752-64A9-AEFA-6988-B977A51087C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1. Thương đoái nhìn con lạy Chúa Trời, đây con đến nương nhờ Ngài,</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85141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64090-3547-4C5C-7BD5-4AC0197253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0A5E2-77DC-7B9F-1C02-600C97B0A74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trông cậy Ngài ôi Đấng công minh. Chúa thương tình xin Ngài cứu chữa,</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115874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EE602-5086-B42A-A25A-B244CE156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78E8C-5112-312E-6834-655E389DD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chớ</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để</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muôn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tủi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hổ</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thân</a:t>
            </a:r>
            <a:r>
              <a:rPr lang="en-US" sz="7500" b="1" dirty="0">
                <a:effectLst/>
                <a:latin typeface="Times New Roman (Headings)"/>
                <a:cs typeface="Arial" panose="020B0604020202020204" pitchFamily="34" charset="0"/>
              </a:rPr>
              <a:t> con, </a:t>
            </a:r>
            <a:r>
              <a:rPr lang="en-US" sz="7500" b="1" dirty="0" err="1">
                <a:effectLst/>
                <a:latin typeface="Times New Roman (Headings)"/>
                <a:cs typeface="Arial" panose="020B0604020202020204" pitchFamily="34" charset="0"/>
              </a:rPr>
              <a:t>phó</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thác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tâm</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hồn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vào</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tay</a:t>
            </a:r>
            <a:r>
              <a:rPr lang="en-US" sz="7500" b="1" dirty="0">
                <a:effectLst/>
                <a:latin typeface="Times New Roman (Headings)"/>
                <a:cs typeface="Arial" panose="020B0604020202020204" pitchFamily="34" charset="0"/>
              </a:rPr>
              <a:t> Chúa </a:t>
            </a:r>
            <a:r>
              <a:rPr lang="en-US" sz="7500" b="1" dirty="0" err="1">
                <a:effectLst/>
                <a:latin typeface="Times New Roman (Headings)"/>
                <a:cs typeface="Arial" panose="020B0604020202020204" pitchFamily="34" charset="0"/>
              </a:rPr>
              <a:t>thôi</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5461047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49E01-C686-7FE0-D82B-1A47E5AF6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313AE-8DE9-EF7A-A539-00E8E541870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ĐK</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Lạy</a:t>
            </a:r>
            <a:r>
              <a:rPr lang="en-US" sz="7500" b="1" dirty="0">
                <a:effectLst/>
                <a:latin typeface="Times New Roman (Headings)"/>
                <a:cs typeface="Arial" panose="020B0604020202020204" pitchFamily="34" charset="0"/>
              </a:rPr>
              <a:t> Cha, con </a:t>
            </a:r>
            <a:r>
              <a:rPr lang="en-US" sz="7500" b="1" dirty="0" err="1">
                <a:effectLst/>
                <a:latin typeface="Times New Roman (Headings)"/>
                <a:cs typeface="Arial" panose="020B0604020202020204" pitchFamily="34" charset="0"/>
              </a:rPr>
              <a:t>xin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phó</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thác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tâm</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hồn</a:t>
            </a:r>
            <a:r>
              <a:rPr lang="en-US" sz="7500" b="1" dirty="0">
                <a:effectLst/>
                <a:latin typeface="Times New Roman (Headings)"/>
                <a:cs typeface="Arial" panose="020B0604020202020204" pitchFamily="34" charset="0"/>
              </a:rPr>
              <a:t> con </a:t>
            </a:r>
            <a:r>
              <a:rPr lang="en-US" sz="7500" b="1" dirty="0" err="1">
                <a:effectLst/>
                <a:latin typeface="Times New Roman (Headings)"/>
                <a:cs typeface="Arial" panose="020B0604020202020204" pitchFamily="34" charset="0"/>
              </a:rPr>
              <a:t>trong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tay</a:t>
            </a:r>
            <a:r>
              <a:rPr lang="en-US" sz="7500" b="1" dirty="0">
                <a:effectLst/>
                <a:latin typeface="Times New Roman (Headings)"/>
                <a:cs typeface="Arial" panose="020B0604020202020204" pitchFamily="34" charset="0"/>
              </a:rPr>
              <a:t> Cha.</a:t>
            </a:r>
          </a:p>
        </p:txBody>
      </p:sp>
    </p:spTree>
    <p:extLst>
      <p:ext uri="{BB962C8B-B14F-4D97-AF65-F5344CB8AC3E}">
        <p14:creationId xmlns:p14="http://schemas.microsoft.com/office/powerpoint/2010/main" val="34146435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8F84C-311C-CC56-6E45-693F60C1B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381A5-4071-306C-BCE6-CD2142A6BC7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2. Con đã trở nên đồ ô nhục trước bao ác nhân địch thù,</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171621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0AA80-C51C-08A9-E770-1B728A3774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7759C-0BD4-E7A8-6AAB-E9C53E43E1A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nên trò cười cho khách lân bang, nỗi lo sợ cho người quen biết,</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766490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1F406-A3DF-70DB-7223-EFAB59576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68045-9955-E1E7-1EB3-AF3FA30E32D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thấy con trên đường họ tránh xa con, giữa cơn khốn cùng mọi người lãng quên.</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380296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BB25B-16CF-97F3-DAD4-154194105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7134C-7F19-25B1-1C75-7B403A9B69F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ĐK</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Lạy</a:t>
            </a:r>
            <a:r>
              <a:rPr lang="en-US" sz="7500" b="1" dirty="0">
                <a:effectLst/>
                <a:latin typeface="Times New Roman (Headings)"/>
                <a:cs typeface="Arial" panose="020B0604020202020204" pitchFamily="34" charset="0"/>
              </a:rPr>
              <a:t> Cha, con </a:t>
            </a:r>
            <a:r>
              <a:rPr lang="en-US" sz="7500" b="1" dirty="0" err="1">
                <a:effectLst/>
                <a:latin typeface="Times New Roman (Headings)"/>
                <a:cs typeface="Arial" panose="020B0604020202020204" pitchFamily="34" charset="0"/>
              </a:rPr>
              <a:t>xin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phó</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thác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tâm</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hồn</a:t>
            </a:r>
            <a:r>
              <a:rPr lang="en-US" sz="7500" b="1" dirty="0">
                <a:effectLst/>
                <a:latin typeface="Times New Roman (Headings)"/>
                <a:cs typeface="Arial" panose="020B0604020202020204" pitchFamily="34" charset="0"/>
              </a:rPr>
              <a:t> con </a:t>
            </a:r>
            <a:r>
              <a:rPr lang="en-US" sz="7500" b="1" dirty="0" err="1">
                <a:effectLst/>
                <a:latin typeface="Times New Roman (Headings)"/>
                <a:cs typeface="Arial" panose="020B0604020202020204" pitchFamily="34" charset="0"/>
              </a:rPr>
              <a:t>trong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tay</a:t>
            </a:r>
            <a:r>
              <a:rPr lang="en-US" sz="7500" b="1" dirty="0">
                <a:effectLst/>
                <a:latin typeface="Times New Roman (Headings)"/>
                <a:cs typeface="Arial" panose="020B0604020202020204" pitchFamily="34" charset="0"/>
              </a:rPr>
              <a:t> Cha.</a:t>
            </a:r>
          </a:p>
        </p:txBody>
      </p:sp>
    </p:spTree>
    <p:extLst>
      <p:ext uri="{BB962C8B-B14F-4D97-AF65-F5344CB8AC3E}">
        <p14:creationId xmlns:p14="http://schemas.microsoft.com/office/powerpoint/2010/main" val="31009189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2C96D-A787-48EF-DA67-FC943FAB7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CD830-73B6-31D4-9A00-190C11A8CCA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3. Cuộc sống đời con còn có gì, tim con đớn đau bồi hồi,</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286351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A4BC4-0DC9-09F3-27BF-56BBD7019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2F547-B137-4939-E122-89BA0E2706A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tin cậy Ngài Thiên Chúa yêu thương, Đấng trung thành với lời giao ước,</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246486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5C5A-15B7-1784-59A5-78AA233117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3E6A9-F227-974E-082A-ABD2CD54CC0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trước bao quân thù hãy cứu nguy con, phó thác nơi Ngài mạng sống Chúa ơi.</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723865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169F8-87AA-4BFD-7F98-6BD1A63592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F1206-0F77-695D-75CB-D654007CE78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ĐK</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Lạy</a:t>
            </a:r>
            <a:r>
              <a:rPr lang="en-US" sz="7500" b="1" dirty="0">
                <a:effectLst/>
                <a:latin typeface="Times New Roman (Headings)"/>
                <a:cs typeface="Arial" panose="020B0604020202020204" pitchFamily="34" charset="0"/>
              </a:rPr>
              <a:t> Cha, con </a:t>
            </a:r>
            <a:r>
              <a:rPr lang="en-US" sz="7500" b="1" dirty="0" err="1">
                <a:effectLst/>
                <a:latin typeface="Times New Roman (Headings)"/>
                <a:cs typeface="Arial" panose="020B0604020202020204" pitchFamily="34" charset="0"/>
              </a:rPr>
              <a:t>xin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phó</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thác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tâm</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hồn</a:t>
            </a:r>
            <a:r>
              <a:rPr lang="en-US" sz="7500" b="1" dirty="0">
                <a:effectLst/>
                <a:latin typeface="Times New Roman (Headings)"/>
                <a:cs typeface="Arial" panose="020B0604020202020204" pitchFamily="34" charset="0"/>
              </a:rPr>
              <a:t> con </a:t>
            </a:r>
            <a:r>
              <a:rPr lang="en-US" sz="7500" b="1" dirty="0" err="1">
                <a:effectLst/>
                <a:latin typeface="Times New Roman (Headings)"/>
                <a:cs typeface="Arial" panose="020B0604020202020204" pitchFamily="34" charset="0"/>
              </a:rPr>
              <a:t>trong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tay</a:t>
            </a:r>
            <a:r>
              <a:rPr lang="en-US" sz="7500" b="1" dirty="0">
                <a:effectLst/>
                <a:latin typeface="Times New Roman (Headings)"/>
                <a:cs typeface="Arial" panose="020B0604020202020204" pitchFamily="34" charset="0"/>
              </a:rPr>
              <a:t> Cha.</a:t>
            </a:r>
          </a:p>
        </p:txBody>
      </p:sp>
    </p:spTree>
    <p:extLst>
      <p:ext uri="{BB962C8B-B14F-4D97-AF65-F5344CB8AC3E}">
        <p14:creationId xmlns:p14="http://schemas.microsoft.com/office/powerpoint/2010/main" val="23376252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6118D-83B8-9F26-C9BD-D967D3050CB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3C1662-DE3B-485E-D039-6DAF01222417}"/>
              </a:ext>
            </a:extLst>
          </p:cNvPr>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2:</a:t>
            </a:r>
            <a:r>
              <a:rPr lang="en-US" sz="3800" b="1" dirty="0">
                <a:solidFill>
                  <a:srgbClr val="FF0000"/>
                </a:solidFill>
                <a:latin typeface="Arial" panose="020B0604020202020204" pitchFamily="34" charset="0"/>
                <a:cs typeface="Arial" panose="020B0604020202020204" pitchFamily="34" charset="0"/>
              </a:rPr>
              <a:t> </a:t>
            </a:r>
            <a:r>
              <a:rPr lang="en-US" sz="3800" b="1" dirty="0">
                <a:latin typeface="Arial" panose="020B0604020202020204" pitchFamily="34" charset="0"/>
                <a:cs typeface="Arial" panose="020B0604020202020204" pitchFamily="34" charset="0"/>
              </a:rPr>
              <a:t>Dt 4, 14-16; 5, 7-9</a:t>
            </a:r>
          </a:p>
        </p:txBody>
      </p:sp>
      <p:sp>
        <p:nvSpPr>
          <p:cNvPr id="5" name="TextBox 4">
            <a:extLst>
              <a:ext uri="{FF2B5EF4-FFF2-40B4-BE49-F238E27FC236}">
                <a16:creationId xmlns:a16="http://schemas.microsoft.com/office/drawing/2014/main" id="{885A7151-12D0-D5E7-4150-116F20C67271}"/>
              </a:ext>
            </a:extLst>
          </p:cNvPr>
          <p:cNvSpPr txBox="1"/>
          <p:nvPr/>
        </p:nvSpPr>
        <p:spPr>
          <a:xfrm>
            <a:off x="0" y="971550"/>
            <a:ext cx="9144000" cy="2862322"/>
          </a:xfrm>
          <a:prstGeom prst="rect">
            <a:avLst/>
          </a:prstGeom>
          <a:noFill/>
        </p:spPr>
        <p:txBody>
          <a:bodyPr wrap="square">
            <a:spAutoFit/>
          </a:bodyPr>
          <a:lstStyle/>
          <a:p>
            <a:pPr algn="ctr"/>
            <a:r>
              <a:rPr lang="en-US" sz="6000" b="1" i="1" dirty="0">
                <a:solidFill>
                  <a:srgbClr val="FF0000"/>
                </a:solidFill>
                <a:latin typeface="Arial" panose="020B0604020202020204" pitchFamily="34" charset="0"/>
                <a:cs typeface="Arial" panose="020B0604020202020204" pitchFamily="34" charset="0"/>
              </a:rPr>
              <a:t>“Người </a:t>
            </a:r>
            <a:r>
              <a:rPr lang="en-US" sz="6000" b="1" i="1" dirty="0" err="1">
                <a:solidFill>
                  <a:srgbClr val="FF0000"/>
                </a:solidFill>
                <a:latin typeface="Arial" panose="020B0604020202020204" pitchFamily="34" charset="0"/>
                <a:cs typeface="Arial" panose="020B0604020202020204" pitchFamily="34" charset="0"/>
              </a:rPr>
              <a:t>đã</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học</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vâng</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phục</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vụ</a:t>
            </a:r>
            <a:r>
              <a:rPr lang="en-US" sz="6000" b="1" i="1" dirty="0">
                <a:solidFill>
                  <a:srgbClr val="FF0000"/>
                </a:solidFill>
                <a:latin typeface="Arial" panose="020B0604020202020204" pitchFamily="34" charset="0"/>
                <a:cs typeface="Arial" panose="020B0604020202020204" pitchFamily="34" charset="0"/>
              </a:rPr>
              <a:t> do </a:t>
            </a:r>
            <a:r>
              <a:rPr lang="en-US" sz="6000" b="1" i="1" dirty="0" err="1">
                <a:solidFill>
                  <a:srgbClr val="FF0000"/>
                </a:solidFill>
                <a:latin typeface="Arial" panose="020B0604020202020204" pitchFamily="34" charset="0"/>
                <a:cs typeface="Arial" panose="020B0604020202020204" pitchFamily="34" charset="0"/>
              </a:rPr>
              <a:t>những</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đau</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khổ</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người</a:t>
            </a:r>
            <a:r>
              <a:rPr lang="en-US" sz="6000" b="1" i="1" dirty="0">
                <a:solidFill>
                  <a:srgbClr val="FF0000"/>
                </a:solidFill>
                <a:latin typeface="Arial" panose="020B0604020202020204" pitchFamily="34" charset="0"/>
                <a:cs typeface="Arial" panose="020B0604020202020204" pitchFamily="34" charset="0"/>
              </a:rPr>
              <a:t> </a:t>
            </a:r>
            <a:r>
              <a:rPr lang="en-US" sz="6000" b="1" i="1" dirty="0" err="1">
                <a:solidFill>
                  <a:srgbClr val="FF0000"/>
                </a:solidFill>
                <a:latin typeface="Arial" panose="020B0604020202020204" pitchFamily="34" charset="0"/>
                <a:cs typeface="Arial" panose="020B0604020202020204" pitchFamily="34" charset="0"/>
              </a:rPr>
              <a:t>chịu</a:t>
            </a:r>
            <a:r>
              <a:rPr lang="en-US" sz="6000" b="1" i="1" dirty="0">
                <a:solidFill>
                  <a:srgbClr val="FF0000"/>
                </a:solidFill>
                <a:latin typeface="Arial" panose="020B0604020202020204" pitchFamily="34" charset="0"/>
                <a:cs typeface="Arial" panose="020B0604020202020204" pitchFamily="34" charset="0"/>
              </a:rPr>
              <a:t>”.</a:t>
            </a:r>
            <a:endParaRPr lang="vi-VN" sz="6000" b="1" i="1" dirty="0">
              <a:solidFill>
                <a:srgbClr val="FF000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7682D36-7139-D43C-8AC6-2259120A3B6A}"/>
              </a:ext>
            </a:extLst>
          </p:cNvPr>
          <p:cNvSpPr txBox="1"/>
          <p:nvPr/>
        </p:nvSpPr>
        <p:spPr>
          <a:xfrm>
            <a:off x="0" y="4528602"/>
            <a:ext cx="9144000" cy="400110"/>
          </a:xfrm>
          <a:prstGeom prst="rect">
            <a:avLst/>
          </a:prstGeom>
          <a:noFill/>
        </p:spPr>
        <p:txBody>
          <a:bodyPr wrap="square">
            <a:spAutoFit/>
          </a:bodyPr>
          <a:lstStyle/>
          <a:p>
            <a:r>
              <a:rPr lang="vi-VN" sz="2000" b="1" dirty="0">
                <a:latin typeface="Arial" panose="020B0604020202020204" pitchFamily="34" charset="0"/>
                <a:cs typeface="Arial" panose="020B0604020202020204" pitchFamily="34" charset="0"/>
              </a:rPr>
              <a:t>Bài trích thư </a:t>
            </a:r>
            <a:r>
              <a:rPr lang="en-US" sz="2000" b="1" dirty="0" err="1">
                <a:latin typeface="Arial" panose="020B0604020202020204" pitchFamily="34" charset="0"/>
                <a:cs typeface="Arial" panose="020B0604020202020204" pitchFamily="34" charset="0"/>
              </a:rPr>
              <a:t>gửi</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tín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hữu</a:t>
            </a:r>
            <a:r>
              <a:rPr lang="en-US" sz="2000" b="1" dirty="0">
                <a:latin typeface="Arial" panose="020B0604020202020204" pitchFamily="34" charset="0"/>
                <a:cs typeface="Arial" panose="020B0604020202020204" pitchFamily="34" charset="0"/>
              </a:rPr>
              <a:t> Do-</a:t>
            </a:r>
            <a:r>
              <a:rPr lang="en-US" sz="2000" b="1" dirty="0" err="1">
                <a:latin typeface="Arial" panose="020B0604020202020204" pitchFamily="34" charset="0"/>
                <a:cs typeface="Arial" panose="020B0604020202020204" pitchFamily="34" charset="0"/>
              </a:rPr>
              <a:t>thái</a:t>
            </a:r>
            <a:endParaRPr lang="vi-V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05381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819150"/>
            <a:ext cx="9144000" cy="4191000"/>
          </a:xfrm>
          <a:solidFill>
            <a:schemeClr val="bg1"/>
          </a:solidFill>
        </p:spPr>
        <p:txBody>
          <a:bodyPr lIns="91440" tIns="0" rIns="91440" bIns="0">
            <a:noAutofit/>
          </a:bodyPr>
          <a:lstStyle/>
          <a:p>
            <a:pPr algn="just"/>
            <a:r>
              <a:rPr lang="vi-VN" sz="7700" b="1" dirty="0">
                <a:effectLst/>
                <a:latin typeface="Times New Roman (Headings)"/>
                <a:cs typeface="Arial" panose="020B0604020202020204" pitchFamily="34" charset="0"/>
              </a:rPr>
              <a:t>Chúa Ki-tô vì chúng ta đã vâng lời cho đến chết, và chết trên thập hình. </a:t>
            </a:r>
            <a:endParaRPr lang="en-US" sz="7700" b="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81915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200" b="1" u="sng" dirty="0">
                <a:solidFill>
                  <a:srgbClr val="FF0000"/>
                </a:solidFill>
                <a:latin typeface="Arial" panose="020B0604020202020204" pitchFamily="34" charset="0"/>
                <a:cs typeface="Arial" panose="020B0604020202020204" pitchFamily="34" charset="0"/>
              </a:rPr>
              <a:t>CÂU XƯỚNG TRƯỚC PHÚC ÂM</a:t>
            </a:r>
            <a:endParaRPr lang="vi-VN" sz="32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76682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E6D56-B7C7-D151-DE0B-E23D3F04F9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31BBE-32F9-899C-A9B1-B9FC15D7CA5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thế, Thiên Chúa đã tôn vinh Người, và ban cho Người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061689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một danh hiệu vượt trên các danh hiệu.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722AD-D55F-08BB-6B14-488B9AE23E26}"/>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4E51A0B5-B7A5-A9C9-6D1F-2A86C2B306D0}"/>
              </a:ext>
            </a:extLst>
          </p:cNvPr>
          <p:cNvPicPr>
            <a:picLocks noChangeAspect="1"/>
          </p:cNvPicPr>
          <p:nvPr/>
        </p:nvPicPr>
        <p:blipFill>
          <a:blip r:embed="rId2"/>
          <a:srcRect t="7656" b="7656"/>
          <a:stretch/>
        </p:blipFill>
        <p:spPr>
          <a:xfrm>
            <a:off x="-2285" y="-19050"/>
            <a:ext cx="9143999" cy="5162550"/>
          </a:xfrm>
          <a:prstGeom prst="rect">
            <a:avLst/>
          </a:prstGeom>
        </p:spPr>
      </p:pic>
      <p:sp>
        <p:nvSpPr>
          <p:cNvPr id="13" name="TextBox 12">
            <a:extLst>
              <a:ext uri="{FF2B5EF4-FFF2-40B4-BE49-F238E27FC236}">
                <a16:creationId xmlns:a16="http://schemas.microsoft.com/office/drawing/2014/main" id="{B72AA0DB-02F6-AA37-7A4C-97E2F94AE2F8}"/>
              </a:ext>
            </a:extLst>
          </p:cNvPr>
          <p:cNvSpPr txBox="1"/>
          <p:nvPr/>
        </p:nvSpPr>
        <p:spPr>
          <a:xfrm>
            <a:off x="2286" y="3644475"/>
            <a:ext cx="9141714" cy="1243548"/>
          </a:xfrm>
          <a:prstGeom prst="rect">
            <a:avLst/>
          </a:prstGeom>
          <a:noFill/>
          <a:effectLst>
            <a:outerShdw blurRad="50800" dist="38100" dir="2700000" algn="tl" rotWithShape="0">
              <a:prstClr val="black">
                <a:alpha val="40000"/>
              </a:prstClr>
            </a:outerShdw>
          </a:effectLst>
        </p:spPr>
        <p:txBody>
          <a:bodyPr vert="horz" lIns="91440" tIns="45720" rIns="91440" bIns="45720" rtlCol="0" anchor="b">
            <a:normAutofit fontScale="32500" lnSpcReduction="20000"/>
          </a:bodyPr>
          <a:lstStyle/>
          <a:p>
            <a:pPr algn="ctr">
              <a:lnSpc>
                <a:spcPct val="90000"/>
              </a:lnSpc>
              <a:spcBef>
                <a:spcPct val="0"/>
              </a:spcBef>
              <a:spcAft>
                <a:spcPts val="600"/>
              </a:spcAft>
            </a:pPr>
            <a:endParaRPr lang="en-US" sz="200" b="1" dirty="0">
              <a:ln w="12700" cmpd="sng">
                <a:solidFill>
                  <a:srgbClr val="C00000"/>
                </a:solidFill>
                <a:prstDash val="solid"/>
              </a:ln>
              <a:solidFill>
                <a:srgbClr val="FFFFFF"/>
              </a:solidFill>
              <a:latin typeface="+mj-lt"/>
              <a:ea typeface="+mj-ea"/>
              <a:cs typeface="+mj-cs"/>
            </a:endParaRPr>
          </a:p>
          <a:p>
            <a:pPr algn="ctr">
              <a:lnSpc>
                <a:spcPct val="90000"/>
              </a:lnSpc>
              <a:spcBef>
                <a:spcPct val="0"/>
              </a:spcBef>
              <a:spcAft>
                <a:spcPts val="600"/>
              </a:spcAft>
            </a:pPr>
            <a:r>
              <a:rPr lang="en-US" sz="15400" b="1" dirty="0" err="1">
                <a:ln w="12700" cmpd="sng">
                  <a:solidFill>
                    <a:srgbClr val="C00000"/>
                  </a:solidFill>
                  <a:prstDash val="solid"/>
                </a:ln>
                <a:solidFill>
                  <a:srgbClr val="FFFFFF"/>
                </a:solidFill>
                <a:latin typeface="+mj-lt"/>
                <a:ea typeface="+mj-ea"/>
                <a:cs typeface="+mj-cs"/>
              </a:rPr>
              <a:t>THỨ</a:t>
            </a:r>
            <a:r>
              <a:rPr lang="en-US" sz="15400" b="1" dirty="0">
                <a:ln w="12700" cmpd="sng">
                  <a:solidFill>
                    <a:srgbClr val="C00000"/>
                  </a:solidFill>
                  <a:prstDash val="solid"/>
                </a:ln>
                <a:solidFill>
                  <a:srgbClr val="FFFFFF"/>
                </a:solidFill>
                <a:latin typeface="+mj-lt"/>
                <a:ea typeface="+mj-ea"/>
                <a:cs typeface="+mj-cs"/>
              </a:rPr>
              <a:t> </a:t>
            </a:r>
            <a:r>
              <a:rPr lang="en-US" sz="15400" b="1" dirty="0" err="1">
                <a:ln w="12700" cmpd="sng">
                  <a:solidFill>
                    <a:srgbClr val="C00000"/>
                  </a:solidFill>
                  <a:prstDash val="solid"/>
                </a:ln>
                <a:solidFill>
                  <a:srgbClr val="FFFFFF"/>
                </a:solidFill>
                <a:latin typeface="+mj-lt"/>
                <a:ea typeface="+mj-ea"/>
                <a:cs typeface="+mj-cs"/>
              </a:rPr>
              <a:t>SÁU</a:t>
            </a:r>
            <a:r>
              <a:rPr lang="en-US" sz="15400" b="1" dirty="0">
                <a:ln w="12700" cmpd="sng">
                  <a:solidFill>
                    <a:srgbClr val="C00000"/>
                  </a:solidFill>
                  <a:prstDash val="solid"/>
                </a:ln>
                <a:solidFill>
                  <a:srgbClr val="FFFFFF"/>
                </a:solidFill>
                <a:latin typeface="+mj-lt"/>
                <a:ea typeface="+mj-ea"/>
                <a:cs typeface="+mj-cs"/>
              </a:rPr>
              <a:t> </a:t>
            </a:r>
            <a:r>
              <a:rPr lang="en-US" sz="15400" b="1" dirty="0" err="1">
                <a:ln w="12700" cmpd="sng">
                  <a:solidFill>
                    <a:srgbClr val="C00000"/>
                  </a:solidFill>
                  <a:prstDash val="solid"/>
                </a:ln>
                <a:solidFill>
                  <a:srgbClr val="FFFFFF"/>
                </a:solidFill>
                <a:latin typeface="+mj-lt"/>
                <a:ea typeface="+mj-ea"/>
                <a:cs typeface="+mj-cs"/>
              </a:rPr>
              <a:t>TUẦN</a:t>
            </a:r>
            <a:r>
              <a:rPr lang="en-US" sz="15400" b="1" dirty="0">
                <a:ln w="12700" cmpd="sng">
                  <a:solidFill>
                    <a:srgbClr val="C00000"/>
                  </a:solidFill>
                  <a:prstDash val="solid"/>
                </a:ln>
                <a:solidFill>
                  <a:srgbClr val="FFFFFF"/>
                </a:solidFill>
                <a:latin typeface="+mj-lt"/>
                <a:ea typeface="+mj-ea"/>
                <a:cs typeface="+mj-cs"/>
              </a:rPr>
              <a:t> THÁNH - </a:t>
            </a:r>
            <a:r>
              <a:rPr lang="en-US" sz="15400" b="1" dirty="0" err="1">
                <a:ln w="12700" cmpd="sng">
                  <a:solidFill>
                    <a:srgbClr val="C00000"/>
                  </a:solidFill>
                  <a:prstDash val="solid"/>
                </a:ln>
                <a:solidFill>
                  <a:srgbClr val="FFFFFF"/>
                </a:solidFill>
                <a:latin typeface="+mj-lt"/>
                <a:ea typeface="+mj-ea"/>
                <a:cs typeface="+mj-cs"/>
              </a:rPr>
              <a:t>NĂM</a:t>
            </a:r>
            <a:r>
              <a:rPr lang="en-US" sz="15400" b="1" dirty="0">
                <a:ln w="12700" cmpd="sng">
                  <a:solidFill>
                    <a:srgbClr val="C00000"/>
                  </a:solidFill>
                  <a:prstDash val="solid"/>
                </a:ln>
                <a:solidFill>
                  <a:srgbClr val="FFFFFF"/>
                </a:solidFill>
                <a:latin typeface="+mj-lt"/>
                <a:ea typeface="+mj-ea"/>
                <a:cs typeface="+mj-cs"/>
              </a:rPr>
              <a:t> C</a:t>
            </a:r>
          </a:p>
          <a:p>
            <a:pPr algn="ctr">
              <a:lnSpc>
                <a:spcPct val="90000"/>
              </a:lnSpc>
              <a:spcBef>
                <a:spcPct val="0"/>
              </a:spcBef>
              <a:spcAft>
                <a:spcPts val="600"/>
              </a:spcAft>
            </a:pPr>
            <a:r>
              <a:rPr lang="en-US" sz="8000" b="1" i="1" dirty="0">
                <a:ln>
                  <a:solidFill>
                    <a:schemeClr val="accent5">
                      <a:lumMod val="50000"/>
                    </a:schemeClr>
                  </a:solidFill>
                </a:ln>
                <a:solidFill>
                  <a:srgbClr val="FFFFFF"/>
                </a:solidFill>
              </a:rPr>
              <a:t>“</a:t>
            </a:r>
            <a:r>
              <a:rPr lang="en-US" sz="8000" b="1" i="1" dirty="0" err="1">
                <a:ln>
                  <a:solidFill>
                    <a:schemeClr val="accent5">
                      <a:lumMod val="50000"/>
                    </a:schemeClr>
                  </a:solidFill>
                </a:ln>
                <a:solidFill>
                  <a:srgbClr val="FFFFFF"/>
                </a:solidFill>
              </a:rPr>
              <a:t>Sự</a:t>
            </a:r>
            <a:r>
              <a:rPr lang="en-US" sz="8000" b="1" i="1" dirty="0">
                <a:ln>
                  <a:solidFill>
                    <a:schemeClr val="accent5">
                      <a:lumMod val="50000"/>
                    </a:schemeClr>
                  </a:solidFill>
                </a:ln>
                <a:solidFill>
                  <a:srgbClr val="FFFFFF"/>
                </a:solidFill>
              </a:rPr>
              <a:t> Thương </a:t>
            </a:r>
            <a:r>
              <a:rPr lang="en-US" sz="8000" b="1" i="1" dirty="0" err="1">
                <a:ln>
                  <a:solidFill>
                    <a:schemeClr val="accent5">
                      <a:lumMod val="50000"/>
                    </a:schemeClr>
                  </a:solidFill>
                </a:ln>
                <a:solidFill>
                  <a:srgbClr val="FFFFFF"/>
                </a:solidFill>
              </a:rPr>
              <a:t>Khó</a:t>
            </a:r>
            <a:r>
              <a:rPr lang="en-US" sz="8000" b="1" i="1" dirty="0">
                <a:ln>
                  <a:solidFill>
                    <a:schemeClr val="accent5">
                      <a:lumMod val="50000"/>
                    </a:schemeClr>
                  </a:solidFill>
                </a:ln>
                <a:solidFill>
                  <a:srgbClr val="FFFFFF"/>
                </a:solidFill>
              </a:rPr>
              <a:t> Đức </a:t>
            </a:r>
            <a:r>
              <a:rPr lang="en-US" sz="8000" b="1" i="1" dirty="0" err="1">
                <a:ln>
                  <a:solidFill>
                    <a:schemeClr val="accent5">
                      <a:lumMod val="50000"/>
                    </a:schemeClr>
                  </a:solidFill>
                </a:ln>
                <a:solidFill>
                  <a:srgbClr val="FFFFFF"/>
                </a:solidFill>
              </a:rPr>
              <a:t>Giêsu</a:t>
            </a:r>
            <a:r>
              <a:rPr lang="en-US" sz="8000" b="1" i="1" dirty="0">
                <a:ln>
                  <a:solidFill>
                    <a:schemeClr val="accent5">
                      <a:lumMod val="50000"/>
                    </a:schemeClr>
                  </a:solidFill>
                </a:ln>
                <a:solidFill>
                  <a:srgbClr val="FFFFFF"/>
                </a:solidFill>
              </a:rPr>
              <a:t> </a:t>
            </a:r>
            <a:r>
              <a:rPr lang="en-US" sz="8000" b="1" i="1" dirty="0" err="1">
                <a:ln>
                  <a:solidFill>
                    <a:schemeClr val="accent5">
                      <a:lumMod val="50000"/>
                    </a:schemeClr>
                  </a:solidFill>
                </a:ln>
                <a:solidFill>
                  <a:srgbClr val="FFFFFF"/>
                </a:solidFill>
              </a:rPr>
              <a:t>Kitô</a:t>
            </a:r>
            <a:r>
              <a:rPr lang="en-US" sz="8000" b="1" i="1" dirty="0">
                <a:ln>
                  <a:solidFill>
                    <a:schemeClr val="accent5">
                      <a:lumMod val="50000"/>
                    </a:schemeClr>
                  </a:solidFill>
                </a:ln>
                <a:solidFill>
                  <a:srgbClr val="FFFFFF"/>
                </a:solidFill>
              </a:rPr>
              <a:t>, Chúa </a:t>
            </a:r>
            <a:r>
              <a:rPr lang="en-US" sz="8000" b="1" i="1" dirty="0" err="1">
                <a:ln>
                  <a:solidFill>
                    <a:schemeClr val="accent5">
                      <a:lumMod val="50000"/>
                    </a:schemeClr>
                  </a:solidFill>
                </a:ln>
                <a:solidFill>
                  <a:srgbClr val="FFFFFF"/>
                </a:solidFill>
              </a:rPr>
              <a:t>chúng</a:t>
            </a:r>
            <a:r>
              <a:rPr lang="en-US" sz="8000" b="1" i="1" dirty="0">
                <a:ln>
                  <a:solidFill>
                    <a:schemeClr val="accent5">
                      <a:lumMod val="50000"/>
                    </a:schemeClr>
                  </a:solidFill>
                </a:ln>
                <a:solidFill>
                  <a:srgbClr val="FFFFFF"/>
                </a:solidFill>
              </a:rPr>
              <a:t> ta”</a:t>
            </a:r>
          </a:p>
        </p:txBody>
      </p:sp>
      <p:sp>
        <p:nvSpPr>
          <p:cNvPr id="15" name="TextBox 14">
            <a:extLst>
              <a:ext uri="{FF2B5EF4-FFF2-40B4-BE49-F238E27FC236}">
                <a16:creationId xmlns:a16="http://schemas.microsoft.com/office/drawing/2014/main" id="{432798D8-84F3-E4BA-C26E-BC29274155C9}"/>
              </a:ext>
            </a:extLst>
          </p:cNvPr>
          <p:cNvSpPr txBox="1"/>
          <p:nvPr/>
        </p:nvSpPr>
        <p:spPr>
          <a:xfrm>
            <a:off x="5387875" y="4859376"/>
            <a:ext cx="3715738" cy="685800"/>
          </a:xfrm>
          <a:prstGeom prst="rect">
            <a:avLst/>
          </a:prstGeom>
        </p:spPr>
        <p:txBody>
          <a:bodyPr vert="horz" lIns="91440" tIns="45720" rIns="91440" bIns="45720" rtlCol="0">
            <a:normAutofit/>
          </a:bodyPr>
          <a:lstStyle/>
          <a:p>
            <a:pPr algn="r">
              <a:lnSpc>
                <a:spcPct val="90000"/>
              </a:lnSpc>
              <a:spcAft>
                <a:spcPts val="600"/>
              </a:spcAft>
            </a:pPr>
            <a:r>
              <a:rPr lang="en-US" sz="1400" b="1" dirty="0">
                <a:solidFill>
                  <a:schemeClr val="bg1"/>
                </a:solidFill>
                <a:latin typeface="Arial" panose="020B0604020202020204" pitchFamily="34" charset="0"/>
                <a:cs typeface="Arial" panose="020B0604020202020204" pitchFamily="34" charset="0"/>
              </a:rPr>
              <a:t>(Ga 18, 1  - 19, 42)</a:t>
            </a:r>
          </a:p>
        </p:txBody>
      </p:sp>
    </p:spTree>
    <p:extLst>
      <p:ext uri="{BB962C8B-B14F-4D97-AF65-F5344CB8AC3E}">
        <p14:creationId xmlns:p14="http://schemas.microsoft.com/office/powerpoint/2010/main" val="18764415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BE89CEC-A2F0-8687-48E1-BC562826D3C2}"/>
            </a:ext>
          </a:extLst>
        </p:cNvPr>
        <p:cNvGrpSpPr/>
        <p:nvPr/>
      </p:nvGrpSpPr>
      <p:grpSpPr>
        <a:xfrm>
          <a:off x="0" y="0"/>
          <a:ext cx="0" cy="0"/>
          <a:chOff x="0" y="0"/>
          <a:chExt cx="0" cy="0"/>
        </a:xfrm>
      </p:grpSpPr>
    </p:spTree>
    <p:extLst>
      <p:ext uri="{BB962C8B-B14F-4D97-AF65-F5344CB8AC3E}">
        <p14:creationId xmlns:p14="http://schemas.microsoft.com/office/powerpoint/2010/main" val="40689835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C95F3-B4EB-63B4-9316-7553221924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1B0499-28FB-DE88-7ED6-4994F19B6B34}"/>
              </a:ext>
            </a:extLst>
          </p:cNvPr>
          <p:cNvSpPr>
            <a:spLocks noGrp="1"/>
          </p:cNvSpPr>
          <p:nvPr>
            <p:ph type="ctrTitle"/>
          </p:nvPr>
        </p:nvSpPr>
        <p:spPr>
          <a:xfrm>
            <a:off x="609600" y="756744"/>
            <a:ext cx="7848600" cy="2958006"/>
          </a:xfrm>
        </p:spPr>
        <p:txBody>
          <a:bodyPr lIns="91440" tIns="0" rIns="91440" bIns="0" anchor="b">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HÔN</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CHÂN</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THÁNH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GIÁ</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TA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ƠI</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Kim Long</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788114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B5E6D-2DF3-8F7C-6320-8A074F6FAB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7928B6-0AD9-D024-1792-92B57E77855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err="1">
                <a:effectLst/>
                <a:latin typeface="Times New Roman (Headings)"/>
                <a:cs typeface="Arial" panose="020B0604020202020204" pitchFamily="34" charset="0"/>
              </a:rPr>
              <a:t>ĐK</a:t>
            </a:r>
            <a:r>
              <a:rPr lang="vi-VN" sz="6600" b="1" dirty="0">
                <a:effectLst/>
                <a:latin typeface="Times New Roman (Headings)"/>
                <a:cs typeface="Arial" panose="020B0604020202020204" pitchFamily="34" charset="0"/>
              </a:rPr>
              <a:t>: Dân Ta ơi! Dân Ta ơi! Ta đã làm gì cho ngươi? Hay Ta đã làm phiền chi ngươi? Hãy trả lời Ta đi. </a:t>
            </a:r>
            <a:endParaRPr lang="en-US" sz="6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27512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45A86-7477-FE06-5975-D264FB4F8B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CFD285-4580-2D6F-6AD0-A16724EBBD7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a:effectLst/>
                <a:latin typeface="Times New Roman (Headings)"/>
                <a:cs typeface="Arial" panose="020B0604020202020204" pitchFamily="34" charset="0"/>
              </a:rPr>
              <a:t>1. Phải chăng vì Ta dẫn đưa ngươi ra khỏi đất Ai Cập mà ngươi dọn thập tự cho Đấng đã cứu ngươi. </a:t>
            </a:r>
            <a:endParaRPr lang="en-US" sz="6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479332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36AD6-C060-3DEE-DDE7-DF36C6C65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0A81D-65FD-F9DA-0F90-ABE6CCD3196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2. Phải chăng vì Ta dẫn ngươi qua sa mạc bốn mươi năm trường, cho ngươi ăn Man-na </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435033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1425A-0766-C3CA-4337-7B87FDF966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82ADD1-DB7D-0EE8-099F-FC8308B853C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đưa ngươi vào đất hứa, mà ngươi dọn thập tự cho Đấng đã cứu ngươi?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811766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EC63C-AD13-9827-21EC-2E4788FFD1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99D89-4F9B-A528-EFA8-6B1BD811B1C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err="1">
                <a:effectLst/>
                <a:latin typeface="Times New Roman (Headings)"/>
                <a:cs typeface="Arial" panose="020B0604020202020204" pitchFamily="34" charset="0"/>
              </a:rPr>
              <a:t>ĐK</a:t>
            </a:r>
            <a:r>
              <a:rPr lang="vi-VN" sz="6600" b="1" dirty="0">
                <a:effectLst/>
                <a:latin typeface="Times New Roman (Headings)"/>
                <a:cs typeface="Arial" panose="020B0604020202020204" pitchFamily="34" charset="0"/>
              </a:rPr>
              <a:t>: Dân Ta ơi! Dân Ta ơi! Ta đã làm gì cho ngươi? Hay Ta đã làm phiền chi ngươi? Hãy trả lời Ta đi. </a:t>
            </a:r>
            <a:endParaRPr lang="en-US" sz="6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116253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36B7D-12AE-3186-FAE4-6E99DB1A63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A6078-C4A9-F228-DDF8-160604A4BE9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800" b="1" dirty="0">
                <a:effectLst/>
                <a:latin typeface="Times New Roman (Headings)"/>
                <a:cs typeface="Arial" panose="020B0604020202020204" pitchFamily="34" charset="0"/>
              </a:rPr>
              <a:t>3. Có chi phải làm mà Ta đã không làm cho ngươi? Ta trồng ngươi như vun trồng cây nho quí,</a:t>
            </a:r>
            <a:endParaRPr lang="en-US" sz="6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8480498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1660D-7E85-8555-4FF5-0D67AB5C5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1349C-8072-FA13-6082-8AE732E843F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mà ngươi lấy đòng đâm thấu tim Ta, cùng dâng Ta của cay đắng với dấm chua.</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4616084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8EFFC-1E63-7A72-D7FE-64FD9042B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977C7-B14A-F080-A755-6158B614C48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err="1">
                <a:effectLst/>
                <a:latin typeface="Times New Roman (Headings)"/>
                <a:cs typeface="Arial" panose="020B0604020202020204" pitchFamily="34" charset="0"/>
              </a:rPr>
              <a:t>ĐK</a:t>
            </a:r>
            <a:r>
              <a:rPr lang="vi-VN" sz="6600" b="1" dirty="0">
                <a:effectLst/>
                <a:latin typeface="Times New Roman (Headings)"/>
                <a:cs typeface="Arial" panose="020B0604020202020204" pitchFamily="34" charset="0"/>
              </a:rPr>
              <a:t>: Dân Ta ơi! Dân Ta ơi! Ta đã làm gì cho ngươi? Hay Ta đã làm phiền chi ngươi? Hãy trả lời Ta đi. </a:t>
            </a:r>
            <a:endParaRPr lang="en-US" sz="6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707792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EEA1DD6-DCE8-AA7A-1D8D-832980B179F3}"/>
            </a:ext>
          </a:extLst>
        </p:cNvPr>
        <p:cNvGrpSpPr/>
        <p:nvPr/>
      </p:nvGrpSpPr>
      <p:grpSpPr>
        <a:xfrm>
          <a:off x="0" y="0"/>
          <a:ext cx="0" cy="0"/>
          <a:chOff x="0" y="0"/>
          <a:chExt cx="0" cy="0"/>
        </a:xfrm>
      </p:grpSpPr>
    </p:spTree>
    <p:extLst>
      <p:ext uri="{BB962C8B-B14F-4D97-AF65-F5344CB8AC3E}">
        <p14:creationId xmlns:p14="http://schemas.microsoft.com/office/powerpoint/2010/main" val="10185928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E4DE2-34A5-08DC-EE9F-81E7D3E6D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DB3A8-DE97-523E-CDF9-73FD6027112F}"/>
              </a:ext>
            </a:extLst>
          </p:cNvPr>
          <p:cNvSpPr>
            <a:spLocks noGrp="1"/>
          </p:cNvSpPr>
          <p:nvPr>
            <p:ph type="ctrTitle"/>
          </p:nvPr>
        </p:nvSpPr>
        <p:spPr>
          <a:xfrm>
            <a:off x="609600" y="1137744"/>
            <a:ext cx="7848600" cy="2958006"/>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YÊU</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NHƯ</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CHÚA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YÊU</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170075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2AFCE-7081-F071-261D-4E469B710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DB8AF-DBC1-FC77-9BEB-926C6D7AF5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6200" b="1" dirty="0">
                <a:effectLst/>
                <a:latin typeface="Times New Roman (Headings)"/>
                <a:cs typeface="Arial" panose="020B0604020202020204" pitchFamily="34" charset="0"/>
              </a:rPr>
              <a:t>1. </a:t>
            </a:r>
            <a:r>
              <a:rPr lang="en-US" sz="6200" b="1" dirty="0" err="1">
                <a:effectLst/>
                <a:latin typeface="Times New Roman (Headings)"/>
                <a:cs typeface="Arial" panose="020B0604020202020204" pitchFamily="34" charset="0"/>
              </a:rPr>
              <a:t>Một</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tình</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yêu</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không</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phai</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nhòa</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là</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tình</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yêu</a:t>
            </a:r>
            <a:r>
              <a:rPr lang="en-US" sz="6200" b="1" dirty="0">
                <a:effectLst/>
                <a:latin typeface="Times New Roman (Headings)"/>
                <a:cs typeface="Arial" panose="020B0604020202020204" pitchFamily="34" charset="0"/>
              </a:rPr>
              <a:t> Thiên Chúa, </a:t>
            </a:r>
            <a:r>
              <a:rPr lang="en-US" sz="6200" b="1" dirty="0" err="1">
                <a:effectLst/>
                <a:latin typeface="Times New Roman (Headings)"/>
                <a:cs typeface="Arial" panose="020B0604020202020204" pitchFamily="34" charset="0"/>
              </a:rPr>
              <a:t>đã</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vì</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yêu</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Ngài</a:t>
            </a:r>
            <a:r>
              <a:rPr lang="en-US" sz="6200" b="1" dirty="0">
                <a:effectLst/>
                <a:latin typeface="Times New Roman (Headings)"/>
                <a:cs typeface="Arial" panose="020B0604020202020204" pitchFamily="34" charset="0"/>
              </a:rPr>
              <a:t> hy </a:t>
            </a:r>
            <a:r>
              <a:rPr lang="en-US" sz="6200" b="1" dirty="0" err="1">
                <a:effectLst/>
                <a:latin typeface="Times New Roman (Headings)"/>
                <a:cs typeface="Arial" panose="020B0604020202020204" pitchFamily="34" charset="0"/>
              </a:rPr>
              <a:t>sinh</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quên</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đi</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tấm</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thân</a:t>
            </a:r>
            <a:r>
              <a:rPr lang="en-US" sz="6200" b="1" dirty="0">
                <a:effectLst/>
                <a:latin typeface="Times New Roman (Headings)"/>
                <a:cs typeface="Arial" panose="020B0604020202020204" pitchFamily="34" charset="0"/>
              </a:rPr>
              <a:t> </a:t>
            </a:r>
            <a:r>
              <a:rPr lang="en-US" sz="6200" b="1" dirty="0" err="1">
                <a:effectLst/>
                <a:latin typeface="Times New Roman (Headings)"/>
                <a:cs typeface="Arial" panose="020B0604020202020204" pitchFamily="34" charset="0"/>
              </a:rPr>
              <a:t>mình</a:t>
            </a:r>
            <a:r>
              <a:rPr lang="en-US" sz="6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34230158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9D17F-CF2E-339F-EC54-FBAE1DED1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4D9BF-8FAF-06D2-C497-C7325FD962E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800" b="1" dirty="0">
                <a:effectLst/>
                <a:latin typeface="Times New Roman (Headings)"/>
                <a:cs typeface="Arial" panose="020B0604020202020204" pitchFamily="34" charset="0"/>
              </a:rPr>
              <a:t>Hỡi người ơi! Hãy nhìn lên trên cây thập tự giá, Chúa vì ta chẳng còn chi người ơi hỡi chớ quên.</a:t>
            </a:r>
            <a:endParaRPr lang="en-US" sz="6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247668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AD283-E5B9-82A5-DF6A-D489254DB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285C4-B75F-8349-94FC-FEBA83FF2CA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Tình yêu Chúa con ghi khắc trong tim thề nguyền luôn tín trung. </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707206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9E5D9-3B83-E684-FFBB-BC60DEB40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6DACCF-2938-9638-16A0-5960F4E8B5B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Xin cho con biết yêu như Ngài yêu, biết thương như Ngài thương.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880748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AB774-A7BD-8985-618D-028109CC2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552E1-8441-8AA0-CFF9-790C1DE7AD2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600" b="1" dirty="0">
                <a:effectLst/>
                <a:latin typeface="Times New Roman (Headings)"/>
                <a:cs typeface="Arial" panose="020B0604020202020204" pitchFamily="34" charset="0"/>
              </a:rPr>
              <a:t>2. Tình yêu Chúa luôn sáng ngời làm đời con tươi mới, có nhiều khi lòng con như vô ơn trước nhan Ngài. </a:t>
            </a:r>
            <a:endParaRPr lang="en-US" sz="6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3625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BBC68-88FB-8A08-E847-1C2492C6BB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4E33CD-22B2-CC2E-EBAA-AD779CBAFCD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6200" b="1" dirty="0">
                <a:effectLst/>
                <a:latin typeface="Times New Roman (Headings)"/>
                <a:cs typeface="Arial" panose="020B0604020202020204" pitchFamily="34" charset="0"/>
              </a:rPr>
              <a:t>Chúa vẫn luôn chở che con trong âm thầm đưa bước, vẫn chờ con vẫn đợi con dù năm tháng héo mòn.</a:t>
            </a:r>
            <a:endParaRPr lang="en-US" sz="6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505631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F9507-2ADE-4A15-5949-4FA1BD6CE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87DEFF-3C82-7E2E-91DA-CA7574EAB5A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Tình yêu Chúa con ghi khắc trong tim thề nguyền luôn tín trung. </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6500123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72758-6026-4E97-9B75-1A44A7EE2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F557BB-49DD-B732-3757-5308C2AC8DD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Xin cho con biết yêu như Ngài yêu, biết thương như Ngài thương.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0010655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3C8CD33-15E3-FCB3-5C45-01ABD36D1B74}"/>
            </a:ext>
          </a:extLst>
        </p:cNvPr>
        <p:cNvGrpSpPr/>
        <p:nvPr/>
      </p:nvGrpSpPr>
      <p:grpSpPr>
        <a:xfrm>
          <a:off x="0" y="0"/>
          <a:ext cx="0" cy="0"/>
          <a:chOff x="0" y="0"/>
          <a:chExt cx="0" cy="0"/>
        </a:xfrm>
      </p:grpSpPr>
    </p:spTree>
    <p:extLst>
      <p:ext uri="{BB962C8B-B14F-4D97-AF65-F5344CB8AC3E}">
        <p14:creationId xmlns:p14="http://schemas.microsoft.com/office/powerpoint/2010/main" val="1696830464"/>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1997</TotalTime>
  <Words>3143</Words>
  <Application>Microsoft Office PowerPoint</Application>
  <PresentationFormat>On-screen Show (16:9)</PresentationFormat>
  <Paragraphs>193</Paragraphs>
  <Slides>99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99</vt:i4>
      </vt:variant>
    </vt:vector>
  </HeadingPairs>
  <TitlesOfParts>
    <vt:vector size="106"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ĐÁP CA THÁNH VỊNH 30 (Lm. Thái Nguyên)</vt:lpstr>
      <vt:lpstr>1. Thương đoái nhìn con lạy Chúa Trời, đây con đến nương nhờ Ngài,</vt:lpstr>
      <vt:lpstr>trông cậy Ngài ôi Đấng công minh. Chúa thương tình xin Ngài cứu chữa,</vt:lpstr>
      <vt:lpstr>chớ để muôn đời tủi hổ thân con, phó thác tâm hồn vào tay Chúa thôi.</vt:lpstr>
      <vt:lpstr>ĐK: Lạy Cha, con xin phó thác tâm hồn con trong tay Cha.</vt:lpstr>
      <vt:lpstr>2. Con đã trở nên đồ ô nhục trước bao ác nhân địch thù,</vt:lpstr>
      <vt:lpstr>nên trò cười cho khách lân bang, nỗi lo sợ cho người quen biết,</vt:lpstr>
      <vt:lpstr>thấy con trên đường họ tránh xa con, giữa cơn khốn cùng mọi người lãng quên.</vt:lpstr>
      <vt:lpstr>ĐK: Lạy Cha, con xin phó thác tâm hồn con trong tay Cha.</vt:lpstr>
      <vt:lpstr>3. Cuộc sống đời con còn có gì, tim con đớn đau bồi hồi,</vt:lpstr>
      <vt:lpstr>tin cậy Ngài Thiên Chúa yêu thương, Đấng trung thành với lời giao ước,</vt:lpstr>
      <vt:lpstr>trước bao quân thù hãy cứu nguy con, phó thác nơi Ngài mạng sống Chúa ơi.</vt:lpstr>
      <vt:lpstr>ĐK: Lạy Cha, con xin phó thác tâm hồn con trong tay Cha.</vt:lpstr>
      <vt:lpstr>PowerPoint Presentation</vt:lpstr>
      <vt:lpstr>Chúa Ki-tô vì chúng ta đã vâng lời cho đến chết, và chết trên thập hình. </vt:lpstr>
      <vt:lpstr>Vì thế, Thiên Chúa đã tôn vinh Người, và ban cho Người</vt:lpstr>
      <vt:lpstr>một danh hiệu vượt trên các danh hiệu.</vt:lpstr>
      <vt:lpstr>PowerPoint Presentation</vt:lpstr>
      <vt:lpstr>PowerPoint Presentation</vt:lpstr>
      <vt:lpstr>HÔN CHÂN THÁNH GIÁ  DÂN TA ƠI (Lm. Kim Long)</vt:lpstr>
      <vt:lpstr>ĐK: Dân Ta ơi! Dân Ta ơi! Ta đã làm gì cho ngươi? Hay Ta đã làm phiền chi ngươi? Hãy trả lời Ta đi. </vt:lpstr>
      <vt:lpstr>1. Phải chăng vì Ta dẫn đưa ngươi ra khỏi đất Ai Cập mà ngươi dọn thập tự cho Đấng đã cứu ngươi. </vt:lpstr>
      <vt:lpstr>2. Phải chăng vì Ta dẫn ngươi qua sa mạc bốn mươi năm trường, cho ngươi ăn Man-na </vt:lpstr>
      <vt:lpstr>và đưa ngươi vào đất hứa, mà ngươi dọn thập tự cho Đấng đã cứu ngươi?</vt:lpstr>
      <vt:lpstr>ĐK: Dân Ta ơi! Dân Ta ơi! Ta đã làm gì cho ngươi? Hay Ta đã làm phiền chi ngươi? Hãy trả lời Ta đi. </vt:lpstr>
      <vt:lpstr>3. Có chi phải làm mà Ta đã không làm cho ngươi? Ta trồng ngươi như vun trồng cây nho quí,</vt:lpstr>
      <vt:lpstr>mà ngươi lấy đòng đâm thấu tim Ta, cùng dâng Ta của cay đắng với dấm chua.</vt:lpstr>
      <vt:lpstr>ĐK: Dân Ta ơi! Dân Ta ơi! Ta đã làm gì cho ngươi? Hay Ta đã làm phiền chi ngươi? Hãy trả lời Ta đi. </vt:lpstr>
      <vt:lpstr>PowerPoint Presentation</vt:lpstr>
      <vt:lpstr>HIỆP LỄ YÊU NHƯ CHÚA YÊU (Lm. Thái Nguyên)</vt:lpstr>
      <vt:lpstr>1. Một tình yêu không phai nhòa là tình yêu Thiên Chúa, đã vì yêu Ngài hy sinh quên đi tấm thân mình.</vt:lpstr>
      <vt:lpstr>Hỡi người ơi! Hãy nhìn lên trên cây thập tự giá, Chúa vì ta chẳng còn chi người ơi hỡi chớ quên.</vt:lpstr>
      <vt:lpstr>ĐK. Tình yêu Chúa con ghi khắc trong tim thề nguyền luôn tín trung. </vt:lpstr>
      <vt:lpstr>Xin cho con biết yêu như Ngài yêu, biết thương như Ngài thương.</vt:lpstr>
      <vt:lpstr>2. Tình yêu Chúa luôn sáng ngời làm đời con tươi mới, có nhiều khi lòng con như vô ơn trước nhan Ngài. </vt:lpstr>
      <vt:lpstr>Chúa vẫn luôn chở che con trong âm thầm đưa bước, vẫn chờ con vẫn đợi con dù năm tháng héo mòn.</vt:lpstr>
      <vt:lpstr>ĐK. Tình yêu Chúa con ghi khắc trong tim thề nguyền luôn tín trung. </vt:lpstr>
      <vt:lpstr>Xin cho con biết yêu như Ngài yêu, biết thương như Ngài thương.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274</cp:revision>
  <cp:lastPrinted>2025-03-29T15:09:16Z</cp:lastPrinted>
  <dcterms:created xsi:type="dcterms:W3CDTF">2023-01-29T22:00:16Z</dcterms:created>
  <dcterms:modified xsi:type="dcterms:W3CDTF">2025-04-16T15:00:12Z</dcterms:modified>
</cp:coreProperties>
</file>