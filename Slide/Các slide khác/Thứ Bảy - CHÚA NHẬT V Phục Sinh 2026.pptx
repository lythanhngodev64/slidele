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168.xml"/>
  <Override ContentType="application/vnd.openxmlformats-officedocument.presentationml.notesSlide+xml" PartName="/ppt/notesSlides/notesSlide125.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117.xml"/>
  <Override ContentType="application/vnd.openxmlformats-officedocument.presentationml.notesSlide+xml" PartName="/ppt/notesSlides/notesSlide91.xml"/>
  <Override ContentType="application/vnd.openxmlformats-officedocument.presentationml.notesSlide+xml" PartName="/ppt/notesSlides/notesSlide133.xml"/>
  <Override ContentType="application/vnd.openxmlformats-officedocument.presentationml.notesSlide+xml" PartName="/ppt/notesSlides/notesSlide176.xml"/>
  <Override ContentType="application/vnd.openxmlformats-officedocument.presentationml.notesSlide+xml" PartName="/ppt/notesSlides/notesSlide109.xml"/>
  <Override ContentType="application/vnd.openxmlformats-officedocument.presentationml.notesSlide+xml" PartName="/ppt/notesSlides/notesSlide24.xml"/>
  <Override ContentType="application/vnd.openxmlformats-officedocument.presentationml.notesSlide+xml" PartName="/ppt/notesSlides/notesSlide16.xml"/>
  <Override ContentType="application/vnd.openxmlformats-officedocument.presentationml.notesSlide+xml" PartName="/ppt/notesSlides/notesSlide1.xml"/>
  <Override ContentType="application/vnd.openxmlformats-officedocument.presentationml.notesSlide+xml" PartName="/ppt/notesSlides/notesSlide105.xml"/>
  <Override ContentType="application/vnd.openxmlformats-officedocument.presentationml.notesSlide+xml" PartName="/ppt/notesSlides/notesSlide148.xml"/>
  <Override ContentType="application/vnd.openxmlformats-officedocument.presentationml.notesSlide+xml" PartName="/ppt/notesSlides/notesSlide39.xml"/>
  <Override ContentType="application/vnd.openxmlformats-officedocument.presentationml.notesSlide+xml" PartName="/ppt/notesSlides/notesSlide137.xml"/>
  <Override ContentType="application/vnd.openxmlformats-officedocument.presentationml.notesSlide+xml" PartName="/ppt/notesSlides/notesSlide87.xml"/>
  <Override ContentType="application/vnd.openxmlformats-officedocument.presentationml.notesSlide+xml" PartName="/ppt/notesSlides/notesSlide44.xml"/>
  <Override ContentType="application/vnd.openxmlformats-officedocument.presentationml.notesSlide+xml" PartName="/ppt/notesSlides/notesSlide141.xml"/>
  <Override ContentType="application/vnd.openxmlformats-officedocument.presentationml.notesSlide+xml" PartName="/ppt/notesSlides/notesSlide153.xml"/>
  <Override ContentType="application/vnd.openxmlformats-officedocument.presentationml.notesSlide+xml" PartName="/ppt/notesSlides/notesSlide110.xml"/>
  <Override ContentType="application/vnd.openxmlformats-officedocument.presentationml.notesSlide+xml" PartName="/ppt/notesSlides/notesSlide184.xml"/>
  <Override ContentType="application/vnd.openxmlformats-officedocument.presentationml.notesSlide+xml" PartName="/ppt/notesSlides/notesSlide75.xml"/>
  <Override ContentType="application/vnd.openxmlformats-officedocument.presentationml.notesSlide+xml" PartName="/ppt/notesSlides/notesSlide180.xml"/>
  <Override ContentType="application/vnd.openxmlformats-officedocument.presentationml.notesSlide+xml" PartName="/ppt/notesSlides/notesSlide172.xml"/>
  <Override ContentType="application/vnd.openxmlformats-officedocument.presentationml.notesSlide+xml" PartName="/ppt/notesSlides/notesSlide9.xml"/>
  <Override ContentType="application/vnd.openxmlformats-officedocument.presentationml.notesSlide+xml" PartName="/ppt/notesSlides/notesSlide63.xml"/>
  <Override ContentType="application/vnd.openxmlformats-officedocument.presentationml.notesSlide+xml" PartName="/ppt/notesSlides/notesSlide20.xml"/>
  <Override ContentType="application/vnd.openxmlformats-officedocument.presentationml.notesSlide+xml" PartName="/ppt/notesSlides/notesSlide129.xml"/>
  <Override ContentType="application/vnd.openxmlformats-officedocument.presentationml.notesSlide+xml" PartName="/ppt/notesSlides/notesSlide60.xml"/>
  <Override ContentType="application/vnd.openxmlformats-officedocument.presentationml.notesSlide+xml" PartName="/ppt/notesSlides/notesSlide144.xml"/>
  <Override ContentType="application/vnd.openxmlformats-officedocument.presentationml.notesSlide+xml" PartName="/ppt/notesSlides/notesSlide48.xml"/>
  <Override ContentType="application/vnd.openxmlformats-officedocument.presentationml.notesSlide+xml" PartName="/ppt/notesSlides/notesSlide157.xml"/>
  <Override ContentType="application/vnd.openxmlformats-officedocument.presentationml.notesSlide+xml" PartName="/ppt/notesSlides/notesSlide114.xml"/>
  <Override ContentType="application/vnd.openxmlformats-officedocument.presentationml.notesSlide+xml" PartName="/ppt/notesSlides/notesSlide101.xml"/>
  <Override ContentType="application/vnd.openxmlformats-officedocument.presentationml.notesSlide+xml" PartName="/ppt/notesSlides/notesSlide95.xml"/>
  <Override ContentType="application/vnd.openxmlformats-officedocument.presentationml.notesSlide+xml" PartName="/ppt/notesSlides/notesSlide52.xml"/>
  <Override ContentType="application/vnd.openxmlformats-officedocument.presentationml.notesSlide+xml" PartName="/ppt/notesSlides/notesSlide35.xml"/>
  <Override ContentType="application/vnd.openxmlformats-officedocument.presentationml.notesSlide+xml" PartName="/ppt/notesSlides/notesSlide161.xml"/>
  <Override ContentType="application/vnd.openxmlformats-officedocument.presentationml.notesSlide+xml" PartName="/ppt/notesSlides/notesSlide5.xml"/>
  <Override ContentType="application/vnd.openxmlformats-officedocument.presentationml.notesSlide+xml" PartName="/ppt/notesSlides/notesSlide187.xml"/>
  <Override ContentType="application/vnd.openxmlformats-officedocument.presentationml.notesSlide+xml" PartName="/ppt/notesSlides/notesSlide78.xml"/>
  <Override ContentType="application/vnd.openxmlformats-officedocument.presentationml.notesSlide+xml" PartName="/ppt/notesSlides/notesSlide71.xml"/>
  <Override ContentType="application/vnd.openxmlformats-officedocument.presentationml.notesSlide+xml" PartName="/ppt/notesSlides/notesSlide84.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24.xml"/>
  <Override ContentType="application/vnd.openxmlformats-officedocument.presentationml.notesSlide+xml" PartName="/ppt/notesSlides/notesSlide17.xml"/>
  <Override ContentType="application/vnd.openxmlformats-officedocument.presentationml.notesSlide+xml" PartName="/ppt/notesSlides/notesSlide82.xml"/>
  <Override ContentType="application/vnd.openxmlformats-officedocument.presentationml.notesSlide+xml" PartName="/ppt/notesSlides/notesSlide177.xml"/>
  <Override ContentType="application/vnd.openxmlformats-officedocument.presentationml.notesSlide+xml" PartName="/ppt/notesSlides/notesSlide94.xml"/>
  <Override ContentType="application/vnd.openxmlformats-officedocument.presentationml.notesSlide+xml" PartName="/ppt/notesSlides/notesSlide51.xml"/>
  <Override ContentType="application/vnd.openxmlformats-officedocument.presentationml.notesSlide+xml" PartName="/ppt/notesSlides/notesSlide90.xml"/>
  <Override ContentType="application/vnd.openxmlformats-officedocument.presentationml.notesSlide+xml" PartName="/ppt/notesSlides/notesSlide134.xml"/>
  <Override ContentType="application/vnd.openxmlformats-officedocument.presentationml.notesSlide+xml" PartName="/ppt/notesSlides/notesSlide4.xml"/>
  <Override ContentType="application/vnd.openxmlformats-officedocument.presentationml.notesSlide+xml" PartName="/ppt/notesSlides/notesSlide13.xml"/>
  <Override ContentType="application/vnd.openxmlformats-officedocument.presentationml.notesSlide+xml" PartName="/ppt/notesSlides/notesSlide106.xml"/>
  <Override ContentType="application/vnd.openxmlformats-officedocument.presentationml.notesSlide+xml" PartName="/ppt/notesSlides/notesSlide99.xml"/>
  <Override ContentType="application/vnd.openxmlformats-officedocument.presentationml.notesSlide+xml" PartName="/ppt/notesSlides/notesSlide56.xml"/>
  <Override ContentType="application/vnd.openxmlformats-officedocument.presentationml.notesSlide+xml" PartName="/ppt/notesSlides/notesSlide152.xml"/>
  <Override ContentType="application/vnd.openxmlformats-officedocument.presentationml.notesSlide+xml" PartName="/ppt/notesSlides/notesSlide183.xml"/>
  <Override ContentType="application/vnd.openxmlformats-officedocument.presentationml.notesSlide+xml" PartName="/ppt/notesSlides/notesSlide61.xml"/>
  <Override ContentType="application/vnd.openxmlformats-officedocument.presentationml.notesSlide+xml" PartName="/ppt/notesSlides/notesSlide118.xml"/>
  <Override ContentType="application/vnd.openxmlformats-officedocument.presentationml.notesSlide+xml" PartName="/ppt/notesSlides/notesSlide167.xml"/>
  <Override ContentType="application/vnd.openxmlformats-officedocument.presentationml.notesSlide+xml" PartName="/ppt/notesSlides/notesSlide140.xml"/>
  <Override ContentType="application/vnd.openxmlformats-officedocument.presentationml.notesSlide+xml" PartName="/ppt/notesSlides/notesSlide27.xml"/>
  <Override ContentType="application/vnd.openxmlformats-officedocument.presentationml.notesSlide+xml" PartName="/ppt/notesSlides/notesSlide88.xml"/>
  <Override ContentType="application/vnd.openxmlformats-officedocument.presentationml.notesSlide+xml" PartName="/ppt/notesSlides/notesSlide149.xml"/>
  <Override ContentType="application/vnd.openxmlformats-officedocument.presentationml.notesSlide+xml" PartName="/ppt/notesSlides/notesSlide62.xml"/>
  <Override ContentType="application/vnd.openxmlformats-officedocument.presentationml.notesSlide+xml" PartName="/ppt/notesSlides/notesSlide45.xml"/>
  <Override ContentType="application/vnd.openxmlformats-officedocument.presentationml.notesSlide+xml" PartName="/ppt/notesSlides/notesSlide28.xml"/>
  <Override ContentType="application/vnd.openxmlformats-officedocument.presentationml.notesSlide+xml" PartName="/ppt/notesSlides/notesSlide139.xml"/>
  <Override ContentType="application/vnd.openxmlformats-officedocument.presentationml.notesSlide+xml" PartName="/ppt/notesSlides/notesSlide55.xml"/>
  <Override ContentType="application/vnd.openxmlformats-officedocument.presentationml.notesSlide+xml" PartName="/ppt/notesSlides/notesSlide156.xml"/>
  <Override ContentType="application/vnd.openxmlformats-officedocument.presentationml.notesSlide+xml" PartName="/ppt/notesSlides/notesSlide12.xml"/>
  <Override ContentType="application/vnd.openxmlformats-officedocument.presentationml.notesSlide+xml" PartName="/ppt/notesSlides/notesSlide113.xml"/>
  <Override ContentType="application/vnd.openxmlformats-officedocument.presentationml.notesSlide+xml" PartName="/ppt/notesSlides/notesSlide72.xml"/>
  <Override ContentType="application/vnd.openxmlformats-officedocument.presentationml.notesSlide+xml" PartName="/ppt/notesSlides/notesSlide98.xml"/>
  <Override ContentType="application/vnd.openxmlformats-officedocument.presentationml.notesSlide+xml" PartName="/ppt/notesSlides/notesSlide190.xml"/>
  <Override ContentType="application/vnd.openxmlformats-officedocument.presentationml.notesSlide+xml" PartName="/ppt/notesSlides/notesSlide8.xml"/>
  <Override ContentType="application/vnd.openxmlformats-officedocument.presentationml.notesSlide+xml" PartName="/ppt/notesSlides/notesSlide130.xml"/>
  <Override ContentType="application/vnd.openxmlformats-officedocument.presentationml.notesSlide+xml" PartName="/ppt/notesSlides/notesSlide38.xml"/>
  <Override ContentType="application/vnd.openxmlformats-officedocument.presentationml.notesSlide+xml" PartName="/ppt/notesSlides/notesSlide173.xml"/>
  <Override ContentType="application/vnd.openxmlformats-officedocument.presentationml.notesSlide+xml" PartName="/ppt/notesSlides/notesSlide128.xml"/>
  <Override ContentType="application/vnd.openxmlformats-officedocument.presentationml.notesSlide+xml" PartName="/ppt/notesSlides/notesSlide162.xml"/>
  <Override ContentType="application/vnd.openxmlformats-officedocument.presentationml.notesSlide+xml" PartName="/ppt/notesSlides/notesSlide49.xml"/>
  <Override ContentType="application/vnd.openxmlformats-officedocument.presentationml.notesSlide+xml" PartName="/ppt/notesSlides/notesSlide145.xml"/>
  <Override ContentType="application/vnd.openxmlformats-officedocument.presentationml.notesSlide+xml" PartName="/ppt/notesSlides/notesSlide102.xml"/>
  <Override ContentType="application/vnd.openxmlformats-officedocument.presentationml.notesSlide+xml" PartName="/ppt/notesSlides/notesSlide8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88.xml"/>
  <Override ContentType="application/vnd.openxmlformats-officedocument.presentationml.notesSlide+xml" PartName="/ppt/notesSlides/notesSlide3.xml"/>
  <Override ContentType="application/vnd.openxmlformats-officedocument.presentationml.notesSlide+xml" PartName="/ppt/notesSlides/notesSlide50.xml"/>
  <Override ContentType="application/vnd.openxmlformats-officedocument.presentationml.notesSlide+xml" PartName="/ppt/notesSlides/notesSlide107.xml"/>
  <Override ContentType="application/vnd.openxmlformats-officedocument.presentationml.notesSlide+xml" PartName="/ppt/notesSlides/notesSlide186.xml"/>
  <Override ContentType="application/vnd.openxmlformats-officedocument.presentationml.notesSlide+xml" PartName="/ppt/notesSlides/notesSlide143.xml"/>
  <Override ContentType="application/vnd.openxmlformats-officedocument.presentationml.notesSlide+xml" PartName="/ppt/notesSlides/notesSlide151.xml"/>
  <Override ContentType="application/vnd.openxmlformats-officedocument.presentationml.notesSlide+xml" PartName="/ppt/notesSlides/notesSlide100.xml"/>
  <Override ContentType="application/vnd.openxmlformats-officedocument.presentationml.notesSlide+xml" PartName="/ppt/notesSlides/notesSlide42.xml"/>
  <Override ContentType="application/vnd.openxmlformats-officedocument.presentationml.notesSlide+xml" PartName="/ppt/notesSlides/notesSlide85.xml"/>
  <Override ContentType="application/vnd.openxmlformats-officedocument.presentationml.notesSlide+xml" PartName="/ppt/notesSlides/notesSlide194.xml"/>
  <Override ContentType="application/vnd.openxmlformats-officedocument.presentationml.notesSlide+xml" PartName="/ppt/notesSlides/notesSlide34.xml"/>
  <Override ContentType="application/vnd.openxmlformats-officedocument.presentationml.notesSlide+xml" PartName="/ppt/notesSlides/notesSlide77.xml"/>
  <Override ContentType="application/vnd.openxmlformats-officedocument.presentationml.notesSlide+xml" PartName="/ppt/notesSlides/notesSlide73.xml"/>
  <Override ContentType="application/vnd.openxmlformats-officedocument.presentationml.notesSlide+xml" PartName="/ppt/notesSlides/notesSlide119.xml"/>
  <Override ContentType="application/vnd.openxmlformats-officedocument.presentationml.notesSlide+xml" PartName="/ppt/notesSlides/notesSlide81.xml"/>
  <Override ContentType="application/vnd.openxmlformats-officedocument.presentationml.notesSlide+xml" PartName="/ppt/notesSlides/notesSlide166.xml"/>
  <Override ContentType="application/vnd.openxmlformats-officedocument.presentationml.notesSlide+xml" PartName="/ppt/notesSlides/notesSlide182.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178.xml"/>
  <Override ContentType="application/vnd.openxmlformats-officedocument.presentationml.notesSlide+xml" PartName="/ppt/notesSlides/notesSlide26.xml"/>
  <Override ContentType="application/vnd.openxmlformats-officedocument.presentationml.notesSlide+xml" PartName="/ppt/notesSlides/notesSlide135.xml"/>
  <Override ContentType="application/vnd.openxmlformats-officedocument.presentationml.notesSlide+xml" PartName="/ppt/notesSlides/notesSlide93.xml"/>
  <Override ContentType="application/vnd.openxmlformats-officedocument.presentationml.notesSlide+xml" PartName="/ppt/notesSlides/notesSlide57.xml"/>
  <Override ContentType="application/vnd.openxmlformats-officedocument.presentationml.notesSlide+xml" PartName="/ppt/notesSlides/notesSlide123.xml"/>
  <Override ContentType="application/vnd.openxmlformats-officedocument.presentationml.notesSlide+xml" PartName="/ppt/notesSlides/notesSlide171.xml"/>
  <Override ContentType="application/vnd.openxmlformats-officedocument.presentationml.notesSlide+xml" PartName="/ppt/notesSlides/notesSlide14.xml"/>
  <Override ContentType="application/vnd.openxmlformats-officedocument.presentationml.notesSlide+xml" PartName="/ppt/notesSlides/notesSlide37.xml"/>
  <Override ContentType="application/vnd.openxmlformats-officedocument.presentationml.notesSlide+xml" PartName="/ppt/notesSlides/notesSlide138.xml"/>
  <Override ContentType="application/vnd.openxmlformats-officedocument.presentationml.notesSlide+xml" PartName="/ppt/notesSlides/notesSlide163.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112.xml"/>
  <Override ContentType="application/vnd.openxmlformats-officedocument.presentationml.notesSlide+xml" PartName="/ppt/notesSlides/notesSlide103.xml"/>
  <Override ContentType="application/vnd.openxmlformats-officedocument.presentationml.notesSlide+xml" PartName="/ppt/notesSlides/notesSlide97.xml"/>
  <Override ContentType="application/vnd.openxmlformats-officedocument.presentationml.notesSlide+xml" PartName="/ppt/notesSlides/notesSlide155.xml"/>
  <Override ContentType="application/vnd.openxmlformats-officedocument.presentationml.notesSlide+xml" PartName="/ppt/notesSlides/notesSlide189.xml"/>
  <Override ContentType="application/vnd.openxmlformats-officedocument.presentationml.notesSlide+xml" PartName="/ppt/notesSlides/notesSlide46.xml"/>
  <Override ContentType="application/vnd.openxmlformats-officedocument.presentationml.notesSlide+xml" PartName="/ppt/notesSlides/notesSlide89.xml"/>
  <Override ContentType="application/vnd.openxmlformats-officedocument.presentationml.notesSlide+xml" PartName="/ppt/notesSlides/notesSlide146.xml"/>
  <Override ContentType="application/vnd.openxmlformats-officedocument.presentationml.notesSlide+xml" PartName="/ppt/notesSlides/notesSlide11.xml"/>
  <Override ContentType="application/vnd.openxmlformats-officedocument.presentationml.notesSlide+xml" PartName="/ppt/notesSlides/notesSlide120.xml"/>
  <Override ContentType="application/vnd.openxmlformats-officedocument.presentationml.notesSlide+xml" PartName="/ppt/notesSlides/notesSlide18.xml"/>
  <Override ContentType="application/vnd.openxmlformats-officedocument.presentationml.notesSlide+xml" PartName="/ppt/notesSlides/notesSlide131.xml"/>
  <Override ContentType="application/vnd.openxmlformats-officedocument.presentationml.notesSlide+xml" PartName="/ppt/notesSlides/notesSlide127.xml"/>
  <Override ContentType="application/vnd.openxmlformats-officedocument.presentationml.notesSlide+xml" PartName="/ppt/notesSlides/notesSlide19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65.xml"/>
  <Override ContentType="application/vnd.openxmlformats-officedocument.presentationml.notesSlide+xml" PartName="/ppt/notesSlides/notesSlide174.xml"/>
  <Override ContentType="application/vnd.openxmlformats-officedocument.presentationml.notesSlide+xml" PartName="/ppt/notesSlides/notesSlide92.xml"/>
  <Override ContentType="application/vnd.openxmlformats-officedocument.presentationml.notesSlide+xml" PartName="/ppt/notesSlides/notesSlide193.xml"/>
  <Override ContentType="application/vnd.openxmlformats-officedocument.presentationml.notesSlide+xml" PartName="/ppt/notesSlides/notesSlide150.xml"/>
  <Override ContentType="application/vnd.openxmlformats-officedocument.presentationml.notesSlide+xml" PartName="/ppt/notesSlides/notesSlide142.xml"/>
  <Override ContentType="application/vnd.openxmlformats-officedocument.presentationml.notesSlide+xml" PartName="/ppt/notesSlides/notesSlide116.xml"/>
  <Override ContentType="application/vnd.openxmlformats-officedocument.presentationml.notesSlide+xml" PartName="/ppt/notesSlides/notesSlide15.xml"/>
  <Override ContentType="application/vnd.openxmlformats-officedocument.presentationml.notesSlide+xml" PartName="/ppt/notesSlides/notesSlide159.xml"/>
  <Override ContentType="application/vnd.openxmlformats-officedocument.presentationml.notesSlide+xml" PartName="/ppt/notesSlides/notesSlide185.xml"/>
  <Override ContentType="application/vnd.openxmlformats-officedocument.presentationml.notesSlide+xml" PartName="/ppt/notesSlides/notesSlide126.xml"/>
  <Override ContentType="application/vnd.openxmlformats-officedocument.presentationml.notesSlide+xml" PartName="/ppt/notesSlides/notesSlide68.xml"/>
  <Override ContentType="application/vnd.openxmlformats-officedocument.presentationml.notesSlide+xml" PartName="/ppt/notesSlides/notesSlide169.xml"/>
  <Override ContentType="application/vnd.openxmlformats-officedocument.presentationml.notesSlide+xml" PartName="/ppt/notesSlides/notesSlide108.xml"/>
  <Override ContentType="application/vnd.openxmlformats-officedocument.presentationml.notesSlide+xml" PartName="/ppt/notesSlides/notesSlide25.xml"/>
  <Override ContentType="application/vnd.openxmlformats-officedocument.presentationml.notesSlide+xml" PartName="/ppt/notesSlides/notesSlide160.xml"/>
  <Override ContentType="application/vnd.openxmlformats-officedocument.presentationml.notesSlide+xml" PartName="/ppt/notesSlides/notesSlide43.xml"/>
  <Override ContentType="application/vnd.openxmlformats-officedocument.presentationml.notesSlide+xml" PartName="/ppt/notesSlides/notesSlide86.xml"/>
  <Override ContentType="application/vnd.openxmlformats-officedocument.presentationml.notesSlide+xml" PartName="/ppt/notesSlides/notesSlide179.xml"/>
  <Override ContentType="application/vnd.openxmlformats-officedocument.presentationml.notesSlide+xml" PartName="/ppt/notesSlides/notesSlide165.xml"/>
  <Override ContentType="application/vnd.openxmlformats-officedocument.presentationml.notesSlide+xml" PartName="/ppt/notesSlides/notesSlide122.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74.xml"/>
  <Override ContentType="application/vnd.openxmlformats-officedocument.presentationml.notesSlide+xml" PartName="/ppt/notesSlides/notesSlide170.xml"/>
  <Override ContentType="application/vnd.openxmlformats-officedocument.presentationml.notesSlide+xml" PartName="/ppt/notesSlides/notesSlide58.xml"/>
  <Override ContentType="application/vnd.openxmlformats-officedocument.presentationml.notesSlide+xml" PartName="/ppt/notesSlides/notesSlide154.xml"/>
  <Override ContentType="application/vnd.openxmlformats-officedocument.presentationml.notesSlide+xml" PartName="/ppt/notesSlides/notesSlide136.xml"/>
  <Override ContentType="application/vnd.openxmlformats-officedocument.presentationml.notesSlide+xml" PartName="/ppt/notesSlides/notesSlide2.xml"/>
  <Override ContentType="application/vnd.openxmlformats-officedocument.presentationml.notesSlide+xml" PartName="/ppt/notesSlides/notesSlide70.xml"/>
  <Override ContentType="application/vnd.openxmlformats-officedocument.presentationml.notesSlide+xml" PartName="/ppt/notesSlides/notesSlide111.xml"/>
  <Override ContentType="application/vnd.openxmlformats-officedocument.presentationml.notesSlide+xml" PartName="/ppt/notesSlides/notesSlide181.xml"/>
  <Override ContentType="application/vnd.openxmlformats-officedocument.presentationml.notesSlide+xml" PartName="/ppt/notesSlides/notesSlide47.xml"/>
  <Override ContentType="application/vnd.openxmlformats-officedocument.presentationml.notesSlide+xml" PartName="/ppt/notesSlides/notesSlide104.xml"/>
  <Override ContentType="application/vnd.openxmlformats-officedocument.presentationml.notesSlide+xml" PartName="/ppt/notesSlides/notesSlide147.xml"/>
  <Override ContentType="application/vnd.openxmlformats-officedocument.presentationml.notesSlide+xml" PartName="/ppt/notesSlides/notesSlide21.xml"/>
  <Override ContentType="application/vnd.openxmlformats-officedocument.presentationml.notesSlide+xml" PartName="/ppt/notesSlides/notesSlide164.xml"/>
  <Override ContentType="application/vnd.openxmlformats-officedocument.presentationml.notesSlide+xml" PartName="/ppt/notesSlides/notesSlide64.xml"/>
  <Override ContentType="application/vnd.openxmlformats-officedocument.presentationml.notesSlide+xml" PartName="/ppt/notesSlides/notesSlide121.xml"/>
  <Override ContentType="application/vnd.openxmlformats-officedocument.presentationml.notesSlide+xml" PartName="/ppt/notesSlides/notesSlide6.xml"/>
  <Override ContentType="application/vnd.openxmlformats-officedocument.presentationml.notesSlide+xml" PartName="/ppt/notesSlides/notesSlide79.xml"/>
  <Override ContentType="application/vnd.openxmlformats-officedocument.presentationml.notesSlide+xml" PartName="/ppt/notesSlides/notesSlide132.xml"/>
  <Override ContentType="application/vnd.openxmlformats-officedocument.presentationml.notesSlide+xml" PartName="/ppt/notesSlides/notesSlide36.xml"/>
  <Override ContentType="application/vnd.openxmlformats-officedocument.presentationml.notesSlide+xml" PartName="/ppt/notesSlides/notesSlide96.xml"/>
  <Override ContentType="application/vnd.openxmlformats-officedocument.presentationml.notesSlide+xml" PartName="/ppt/notesSlides/notesSlide192.xml"/>
  <Override ContentType="application/vnd.openxmlformats-officedocument.presentationml.notesSlide+xml" PartName="/ppt/notesSlides/notesSlide19.xml"/>
  <Override ContentType="application/vnd.openxmlformats-officedocument.presentationml.notesSlide+xml" PartName="/ppt/notesSlides/notesSlide115.xml"/>
  <Override ContentType="application/vnd.openxmlformats-officedocument.presentationml.notesSlide+xml" PartName="/ppt/notesSlides/notesSlide53.xml"/>
  <Override ContentType="application/vnd.openxmlformats-officedocument.presentationml.notesSlide+xml" PartName="/ppt/notesSlides/notesSlide158.xml"/>
  <Override ContentType="application/vnd.openxmlformats-officedocument.presentationml.notesSlide+xml" PartName="/ppt/notesSlides/notesSlide175.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21.xml"/>
  <Override ContentType="application/vnd.openxmlformats-officedocument.presentationml.slide+xml" PartName="/ppt/slides/slide164.xml"/>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105.xml"/>
  <Override ContentType="application/vnd.openxmlformats-officedocument.presentationml.slide+xml" PartName="/ppt/slides/slide148.xml"/>
  <Override ContentType="application/vnd.openxmlformats-officedocument.presentationml.slide+xml" PartName="/ppt/slides/slide172.xml"/>
  <Override ContentType="application/vnd.openxmlformats-officedocument.presentationml.slide+xml" PartName="/ppt/slides/slide19.xml"/>
  <Override ContentType="application/vnd.openxmlformats-officedocument.presentationml.slide+xml" PartName="/ppt/slides/slide5.xml"/>
  <Override ContentType="application/vnd.openxmlformats-officedocument.presentationml.slide+xml" PartName="/ppt/slides/slide51.xml"/>
  <Override ContentType="application/vnd.openxmlformats-officedocument.presentationml.slide+xml" PartName="/ppt/slides/slide113.xml"/>
  <Override ContentType="application/vnd.openxmlformats-officedocument.presentationml.slide+xml" PartName="/ppt/slides/slide94.xml"/>
  <Override ContentType="application/vnd.openxmlformats-officedocument.presentationml.slide+xml" PartName="/ppt/slides/slide156.xml"/>
  <Override ContentType="application/vnd.openxmlformats-officedocument.presentationml.slide+xml" PartName="/ppt/slides/slide71.xml"/>
  <Override ContentType="application/vnd.openxmlformats-officedocument.presentationml.slide+xml" PartName="/ppt/slides/slide179.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136.xml"/>
  <Override ContentType="application/vnd.openxmlformats-officedocument.presentationml.slide+xml" PartName="/ppt/slides/slide184.xml"/>
  <Override ContentType="application/vnd.openxmlformats-officedocument.presentationml.slide+xml" PartName="/ppt/slides/slide141.xml"/>
  <Override ContentType="application/vnd.openxmlformats-officedocument.presentationml.slide+xml" PartName="/ppt/slides/slide82.xml"/>
  <Override ContentType="application/vnd.openxmlformats-officedocument.presentationml.slide+xml" PartName="/ppt/slides/slide9.xml"/>
  <Override ContentType="application/vnd.openxmlformats-officedocument.presentationml.slide+xml" PartName="/ppt/slides/slide168.xml"/>
  <Override ContentType="application/vnd.openxmlformats-officedocument.presentationml.slide+xml" PartName="/ppt/slides/slide12.xml"/>
  <Override ContentType="application/vnd.openxmlformats-officedocument.presentationml.slide+xml" PartName="/ppt/slides/slide108.xml"/>
  <Override ContentType="application/vnd.openxmlformats-officedocument.presentationml.slide+xml" PartName="/ppt/slides/slide187.xml"/>
  <Override ContentType="application/vnd.openxmlformats-officedocument.presentationml.slide+xml" PartName="/ppt/slides/slide98.xml"/>
  <Override ContentType="application/vnd.openxmlformats-officedocument.presentationml.slide+xml" PartName="/ppt/slides/slide152.xml"/>
  <Override ContentType="application/vnd.openxmlformats-officedocument.presentationml.slide+xml" PartName="/ppt/slides/slide125.xml"/>
  <Override ContentType="application/vnd.openxmlformats-officedocument.presentationml.slide+xml" PartName="/ppt/slides/slide20.xml"/>
  <Override ContentType="application/vnd.openxmlformats-officedocument.presentationml.slide+xml" PartName="/ppt/slides/slide16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55.xml"/>
  <Override ContentType="application/vnd.openxmlformats-officedocument.presentationml.slide+xml" PartName="/ppt/slides/slide59.xml"/>
  <Override ContentType="application/vnd.openxmlformats-officedocument.presentationml.slide+xml" PartName="/ppt/slides/slide89.xml"/>
  <Override ContentType="application/vnd.openxmlformats-officedocument.presentationml.slide+xml" PartName="/ppt/slides/slide129.xml"/>
  <Override ContentType="application/vnd.openxmlformats-officedocument.presentationml.slide+xml" PartName="/ppt/slides/slide63.xml"/>
  <Override ContentType="application/vnd.openxmlformats-officedocument.presentationml.slide+xml" PartName="/ppt/slides/slide159.xml"/>
  <Override ContentType="application/vnd.openxmlformats-officedocument.presentationml.slide+xml" PartName="/ppt/slides/slide101.xml"/>
  <Override ContentType="application/vnd.openxmlformats-officedocument.presentationml.slide+xml" PartName="/ppt/slides/slide116.xml"/>
  <Override ContentType="application/vnd.openxmlformats-officedocument.presentationml.slide+xml" PartName="/ppt/slides/slide144.xml"/>
  <Override ContentType="application/vnd.openxmlformats-officedocument.presentationml.slide+xml" PartName="/ppt/slides/slide133.xml"/>
  <Override ContentType="application/vnd.openxmlformats-officedocument.presentationml.slide+xml" PartName="/ppt/slides/slide91.xml"/>
  <Override ContentType="application/vnd.openxmlformats-officedocument.presentationml.slide+xml" PartName="/ppt/slides/slide31.xml"/>
  <Override ContentType="application/vnd.openxmlformats-officedocument.presentationml.slide+xml" PartName="/ppt/slides/slide74.xml"/>
  <Override ContentType="application/vnd.openxmlformats-officedocument.presentationml.slide+xml" PartName="/ppt/slides/slide176.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180.xml"/>
  <Override ContentType="application/vnd.openxmlformats-officedocument.presentationml.slide+xml" PartName="/ppt/slides/slide18.xml"/>
  <Override ContentType="application/vnd.openxmlformats-officedocument.presentationml.slide+xml" PartName="/ppt/slides/slide52.xml"/>
  <Override ContentType="application/vnd.openxmlformats-officedocument.presentationml.slide+xml" PartName="/ppt/slides/slide95.xml"/>
  <Override ContentType="application/vnd.openxmlformats-officedocument.presentationml.slide+xml" PartName="/ppt/slides/slide181.xml"/>
  <Override ContentType="application/vnd.openxmlformats-officedocument.presentationml.slide+xml" PartName="/ppt/slides/slide157.xml"/>
  <Override ContentType="application/vnd.openxmlformats-officedocument.presentationml.slide+xml" PartName="/ppt/slides/slide77.xml"/>
  <Override ContentType="application/vnd.openxmlformats-officedocument.presentationml.slide+xml" PartName="/ppt/slides/slide165.xml"/>
  <Override ContentType="application/vnd.openxmlformats-officedocument.presentationml.slide+xml" PartName="/ppt/slides/slide34.xml"/>
  <Override ContentType="application/vnd.openxmlformats-officedocument.presentationml.slide+xml" PartName="/ppt/slides/slide122.xml"/>
  <Override ContentType="application/vnd.openxmlformats-officedocument.presentationml.slide+xml" PartName="/ppt/slides/slide147.xml"/>
  <Override ContentType="application/vnd.openxmlformats-officedocument.presentationml.slide+xml" PartName="/ppt/slides/slide191.xml"/>
  <Override ContentType="application/vnd.openxmlformats-officedocument.presentationml.slide+xml" PartName="/ppt/slides/slide104.xml"/>
  <Override ContentType="application/vnd.openxmlformats-officedocument.presentationml.slide+xml" PartName="/ppt/slides/slide24.xml"/>
  <Override ContentType="application/vnd.openxmlformats-officedocument.presentationml.slide+xml" PartName="/ppt/slides/slide137.xml"/>
  <Override ContentType="application/vnd.openxmlformats-officedocument.presentationml.slide+xml" PartName="/ppt/slides/slide110.xml"/>
  <Override ContentType="application/vnd.openxmlformats-officedocument.presentationml.slide+xml" PartName="/ppt/slides/slide153.xml"/>
  <Override ContentType="application/vnd.openxmlformats-officedocument.presentationml.slide+xml" PartName="/ppt/slides/slide67.xml"/>
  <Override ContentType="application/vnd.openxmlformats-officedocument.presentationml.slide+xml" PartName="/ppt/slides/slide171.xml"/>
  <Override ContentType="application/vnd.openxmlformats-officedocument.presentationml.slide+xml" PartName="/ppt/slides/slide49.xml"/>
  <Override ContentType="application/vnd.openxmlformats-officedocument.presentationml.slide+xml" PartName="/ppt/slides/slide83.xml"/>
  <Override ContentType="application/vnd.openxmlformats-officedocument.presentationml.slide+xml" PartName="/ppt/slides/slide6.xml"/>
  <Override ContentType="application/vnd.openxmlformats-officedocument.presentationml.slide+xml" PartName="/ppt/slides/slide119.xml"/>
  <Override ContentType="application/vnd.openxmlformats-officedocument.presentationml.slide+xml" PartName="/ppt/slides/slide40.xml"/>
  <Override ContentType="application/vnd.openxmlformats-officedocument.presentationml.slide+xml" PartName="/ppt/slides/slide73.xml"/>
  <Override ContentType="application/vnd.openxmlformats-officedocument.presentationml.slide+xml" PartName="/ppt/slides/slide169.xml"/>
  <Override ContentType="application/vnd.openxmlformats-officedocument.presentationml.slide+xml" PartName="/ppt/slides/slide30.xml"/>
  <Override ContentType="application/vnd.openxmlformats-officedocument.presentationml.slide+xml" PartName="/ppt/slides/slide126.xml"/>
  <Override ContentType="application/vnd.openxmlformats-officedocument.presentationml.slide+xml" PartName="/ppt/slides/slide186.xml"/>
  <Override ContentType="application/vnd.openxmlformats-officedocument.presentationml.slide+xml" PartName="/ppt/slides/slide109.xml"/>
  <Override ContentType="application/vnd.openxmlformats-officedocument.presentationml.slide+xml" PartName="/ppt/slides/slide99.xml"/>
  <Override ContentType="application/vnd.openxmlformats-officedocument.presentationml.slide+xml" PartName="/ppt/slides/slide3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60.xml"/>
  <Override ContentType="application/vnd.openxmlformats-officedocument.presentationml.slide+xml" PartName="/ppt/slides/slide100.xml"/>
  <Override ContentType="application/vnd.openxmlformats-officedocument.presentationml.slide+xml" PartName="/ppt/slides/slide90.xml"/>
  <Override ContentType="application/vnd.openxmlformats-officedocument.presentationml.slide+xml" PartName="/ppt/slides/slide143.xml"/>
  <Override ContentType="application/vnd.openxmlformats-officedocument.presentationml.slide+xml" PartName="/ppt/slides/slide132.xml"/>
  <Override ContentType="application/vnd.openxmlformats-officedocument.presentationml.slide+xml" PartName="/ppt/slides/slide62.xml"/>
  <Override ContentType="application/vnd.openxmlformats-officedocument.presentationml.slide+xml" PartName="/ppt/slides/slide175.xml"/>
  <Override ContentType="application/vnd.openxmlformats-officedocument.presentationml.slide+xml" PartName="/ppt/slides/slide1.xml"/>
  <Override ContentType="application/vnd.openxmlformats-officedocument.presentationml.slide+xml" PartName="/ppt/slides/slide192.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88.xml"/>
  <Override ContentType="application/vnd.openxmlformats-officedocument.presentationml.slide+xml" PartName="/ppt/slides/slide158.xml"/>
  <Override ContentType="application/vnd.openxmlformats-officedocument.presentationml.slide+xml" PartName="/ppt/slides/slide115.xml"/>
  <Override ContentType="application/vnd.openxmlformats-officedocument.presentationml.slide+xml" PartName="/ppt/slides/slide3.xml"/>
  <Override ContentType="application/vnd.openxmlformats-officedocument.presentationml.slide+xml" PartName="/ppt/slides/slide182.xml"/>
  <Override ContentType="application/vnd.openxmlformats-officedocument.presentationml.slide+xml" PartName="/ppt/slides/slide17.xml"/>
  <Override ContentType="application/vnd.openxmlformats-officedocument.presentationml.slide+xml" PartName="/ppt/slides/slide138.xml"/>
  <Override ContentType="application/vnd.openxmlformats-officedocument.presentationml.slide+xml" PartName="/ppt/slides/slide25.xml"/>
  <Override ContentType="application/vnd.openxmlformats-officedocument.presentationml.slide+xml" PartName="/ppt/slides/slide174.xml"/>
  <Override ContentType="application/vnd.openxmlformats-officedocument.presentationml.slide+xml" PartName="/ppt/slides/slide190.xml"/>
  <Override ContentType="application/vnd.openxmlformats-officedocument.presentationml.slide+xml" PartName="/ppt/slides/slide33.xml"/>
  <Override ContentType="application/vnd.openxmlformats-officedocument.presentationml.slide+xml" PartName="/ppt/slides/slide68.xml"/>
  <Override ContentType="application/vnd.openxmlformats-officedocument.presentationml.slide+xml" PartName="/ppt/slides/slide170.xml"/>
  <Override ContentType="application/vnd.openxmlformats-officedocument.presentationml.slide+xml" PartName="/ppt/slides/slide84.xml"/>
  <Override ContentType="application/vnd.openxmlformats-officedocument.presentationml.slide+xml" PartName="/ppt/slides/slide107.xml"/>
  <Override ContentType="application/vnd.openxmlformats-officedocument.presentationml.slide+xml" PartName="/ppt/slides/slide37.xml"/>
  <Override ContentType="application/vnd.openxmlformats-officedocument.presentationml.slide+xml" PartName="/ppt/slides/slide123.xml"/>
  <Override ContentType="application/vnd.openxmlformats-officedocument.presentationml.slide+xml" PartName="/ppt/slides/slide166.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4.xml"/>
  <Override ContentType="application/vnd.openxmlformats-officedocument.presentationml.slide+xml" PartName="/ppt/slides/slide10.xml"/>
  <Override ContentType="application/vnd.openxmlformats-officedocument.presentationml.slide+xml" PartName="/ppt/slides/slide111.xml"/>
  <Override ContentType="application/vnd.openxmlformats-officedocument.presentationml.slide+xml" PartName="/ppt/slides/slide53.xml"/>
  <Override ContentType="application/vnd.openxmlformats-officedocument.presentationml.slide+xml" PartName="/ppt/slides/slide96.xml"/>
  <Override ContentType="application/vnd.openxmlformats-officedocument.presentationml.slide+xml" PartName="/ppt/slides/slide48.xml"/>
  <Override ContentType="application/vnd.openxmlformats-officedocument.presentationml.slide+xml" PartName="/ppt/slides/slide22.xml"/>
  <Override ContentType="application/vnd.openxmlformats-officedocument.presentationml.slide+xml" PartName="/ppt/slides/slide185.xml"/>
  <Override ContentType="application/vnd.openxmlformats-officedocument.presentationml.slide+xml" PartName="/ppt/slides/slide65.xml"/>
  <Override ContentType="application/vnd.openxmlformats-officedocument.presentationml.slide+xml" PartName="/ppt/slides/slide118.xml"/>
  <Override ContentType="application/vnd.openxmlformats-officedocument.presentationml.slide+xml" PartName="/ppt/slides/slide142.xml"/>
  <Override ContentType="application/vnd.openxmlformats-officedocument.presentationml.slide+xml" PartName="/ppt/slides/slide72.xml"/>
  <Override ContentType="application/vnd.openxmlformats-officedocument.presentationml.slide+xml" PartName="/ppt/slides/slide135.xml"/>
  <Override ContentType="application/vnd.openxmlformats-officedocument.presentationml.slide+xml" PartName="/ppt/slides/slide178.xml"/>
  <Override ContentType="application/vnd.openxmlformats-officedocument.presentationml.slide+xml" PartName="/ppt/slides/slide29.xml"/>
  <Override ContentType="application/vnd.openxmlformats-officedocument.presentationml.slide+xml" PartName="/ppt/slides/slide76.xml"/>
  <Override ContentType="application/vnd.openxmlformats-officedocument.presentationml.slide+xml" PartName="/ppt/slides/slide131.xml"/>
  <Override ContentType="application/vnd.openxmlformats-officedocument.presentationml.slide+xml" PartName="/ppt/slides/slide93.xml"/>
  <Override ContentType="application/vnd.openxmlformats-officedocument.presentationml.slide+xml" PartName="/ppt/slides/slide80.xml"/>
  <Override ContentType="application/vnd.openxmlformats-officedocument.presentationml.slide+xml" PartName="/ppt/slides/slide103.xml"/>
  <Override ContentType="application/vnd.openxmlformats-officedocument.presentationml.slide+xml" PartName="/ppt/slides/slide61.xml"/>
  <Override ContentType="application/vnd.openxmlformats-officedocument.presentationml.slide+xml" PartName="/ppt/slides/slide114.xml"/>
  <Override ContentType="application/vnd.openxmlformats-officedocument.presentationml.slide+xml" PartName="/ppt/slides/slide163.xml"/>
  <Override ContentType="application/vnd.openxmlformats-officedocument.presentationml.slide+xml" PartName="/ppt/slides/slide127.xml"/>
  <Override ContentType="application/vnd.openxmlformats-officedocument.presentationml.slide+xml" PartName="/ppt/slides/slide146.xml"/>
  <Override ContentType="application/vnd.openxmlformats-officedocument.presentationml.slide+xml" PartName="/ppt/slides/slide150.xml"/>
  <Override ContentType="application/vnd.openxmlformats-officedocument.presentationml.slide+xml" PartName="/ppt/slides/slide189.xml"/>
  <Override ContentType="application/vnd.openxmlformats-officedocument.presentationml.slide+xml" PartName="/ppt/slides/slide120.xml"/>
  <Override ContentType="application/vnd.openxmlformats-officedocument.presentationml.slide+xml" PartName="/ppt/slides/slide87.xml"/>
  <Override ContentType="application/vnd.openxmlformats-officedocument.presentationml.slide+xml" PartName="/ppt/slides/slide57.xml"/>
  <Override ContentType="application/vnd.openxmlformats-officedocument.presentationml.slide+xml" PartName="/ppt/slides/slide44.xml"/>
  <Override ContentType="application/vnd.openxmlformats-officedocument.presentationml.slide+xml" PartName="/ppt/slides/slide193.xml"/>
  <Override ContentType="application/vnd.openxmlformats-officedocument.presentationml.slide+xml" PartName="/ppt/slides/slide14.xml"/>
  <Override ContentType="application/vnd.openxmlformats-officedocument.presentationml.slide+xml" PartName="/ppt/slides/slide4.xml"/>
  <Override ContentType="application/vnd.openxmlformats-officedocument.presentationml.slide+xml" PartName="/ppt/slides/slide139.xml"/>
  <Override ContentType="application/vnd.openxmlformats-officedocument.presentationml.slide+xml" PartName="/ppt/slides/slide60.xml"/>
  <Override ContentType="application/vnd.openxmlformats-officedocument.presentationml.slide+xml" PartName="/ppt/slides/slide26.xml"/>
  <Override ContentType="application/vnd.openxmlformats-officedocument.presentationml.slide+xml" PartName="/ppt/slides/slide112.xml"/>
  <Override ContentType="application/vnd.openxmlformats-officedocument.presentationml.slide+xml" PartName="/ppt/slides/slide155.xml"/>
  <Override ContentType="application/vnd.openxmlformats-officedocument.presentationml.slide+xml" PartName="/ppt/slides/slide69.xml"/>
  <Override ContentType="application/vnd.openxmlformats-officedocument.presentationml.slide+xml" PartName="/ppt/slides/slide85.xml"/>
  <Override ContentType="application/vnd.openxmlformats-officedocument.presentationml.slide+xml" PartName="/ppt/slides/slide42.xml"/>
  <Override ContentType="application/vnd.openxmlformats-officedocument.presentationml.slide+xml" PartName="/ppt/slides/slide50.xml"/>
  <Override ContentType="application/vnd.openxmlformats-officedocument.presentationml.slide+xml" PartName="/ppt/slides/slide130.xml"/>
  <Override ContentType="application/vnd.openxmlformats-officedocument.presentationml.slide+xml" PartName="/ppt/slides/slide173.xml"/>
  <Override ContentType="application/vnd.openxmlformats-officedocument.presentationml.slide+xml" PartName="/ppt/slides/slide16.xml"/>
  <Override ContentType="application/vnd.openxmlformats-officedocument.presentationml.slide+xml" PartName="/ppt/slides/slide97.xml"/>
  <Override ContentType="application/vnd.openxmlformats-officedocument.presentationml.slide+xml" PartName="/ppt/slides/slide140.xml"/>
  <Override ContentType="application/vnd.openxmlformats-officedocument.presentationml.slide+xml" PartName="/ppt/slides/slide11.xml"/>
  <Override ContentType="application/vnd.openxmlformats-officedocument.presentationml.slide+xml" PartName="/ppt/slides/slide183.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79.xml"/>
  <Override ContentType="application/vnd.openxmlformats-officedocument.presentationml.slide+xml" PartName="/ppt/slides/slide149.xml"/>
  <Override ContentType="application/vnd.openxmlformats-officedocument.presentationml.slide+xml" PartName="/ppt/slides/slide124.xml"/>
  <Override ContentType="application/vnd.openxmlformats-officedocument.presentationml.slide+xml" PartName="/ppt/slides/slide106.xml"/>
  <Override ContentType="application/vnd.openxmlformats-officedocument.presentationml.slide+xml" PartName="/ppt/slides/slide167.xml"/>
  <Override ContentType="application/vnd.openxmlformats-officedocument.presentationml.slide+xml" PartName="/ppt/slides/slide70.xml"/>
  <Override ContentType="application/vnd.openxmlformats-officedocument.presentationml.slide+xml" PartName="/ppt/slides/slide194.xml"/>
  <Override ContentType="application/vnd.openxmlformats-officedocument.presentationml.slide+xml" PartName="/ppt/slides/slide151.xml"/>
  <Override ContentType="application/vnd.openxmlformats-officedocument.presentationml.slide+xml" PartName="/ppt/slides/slide177.xml"/>
  <Override ContentType="application/vnd.openxmlformats-officedocument.presentationml.slide+xml" PartName="/ppt/slides/slide134.xml"/>
  <Override ContentType="application/vnd.openxmlformats-officedocument.presentationml.slide+xml" PartName="/ppt/slides/slide47.xml"/>
  <Override ContentType="application/vnd.openxmlformats-officedocument.presentationml.slide+xml" PartName="/ppt/slides/slide21.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8.xml"/>
  <Override ContentType="application/vnd.openxmlformats-officedocument.presentationml.slide+xml" PartName="/ppt/slides/slide117.xml"/>
  <Override ContentType="application/vnd.openxmlformats-officedocument.presentationml.slide+xml" PartName="/ppt/slides/slide145.xml"/>
  <Override ContentType="application/vnd.openxmlformats-officedocument.presentationml.slide+xml" PartName="/ppt/slides/slide188.xml"/>
  <Override ContentType="application/vnd.openxmlformats-officedocument.presentationml.slide+xml" PartName="/ppt/slides/slide162.xml"/>
  <Override ContentType="application/vnd.openxmlformats-officedocument.presentationml.slide+xml" PartName="/ppt/slides/slide32.xml"/>
  <Override ContentType="application/vnd.openxmlformats-officedocument.presentationml.slide+xml" PartName="/ppt/slides/slide75.xml"/>
  <Override ContentType="application/vnd.openxmlformats-officedocument.presentationml.slide+xml" PartName="/ppt/slides/slide58.xml"/>
  <Override ContentType="application/vnd.openxmlformats-officedocument.presentationml.slide+xml" PartName="/ppt/slides/slide15.xml"/>
  <Override ContentType="application/vnd.openxmlformats-officedocument.presentationml.slide+xml" PartName="/ppt/slides/slide128.xml"/>
  <Override ContentType="application/vnd.openxmlformats-officedocument.presentationml.slide+xml" PartName="/ppt/slides/slide92.xml"/>
  <Override ContentType="application/vnd.openxmlformats-officedocument.presentationml.slide+xml" PartName="/ppt/slides/slide102.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 id="323" r:id="rId73"/>
    <p:sldId id="324" r:id="rId74"/>
    <p:sldId id="325" r:id="rId75"/>
    <p:sldId id="326" r:id="rId76"/>
    <p:sldId id="327" r:id="rId77"/>
    <p:sldId id="328" r:id="rId78"/>
    <p:sldId id="329" r:id="rId79"/>
    <p:sldId id="330" r:id="rId80"/>
    <p:sldId id="331" r:id="rId81"/>
    <p:sldId id="332" r:id="rId82"/>
    <p:sldId id="333" r:id="rId83"/>
    <p:sldId id="334" r:id="rId84"/>
    <p:sldId id="335" r:id="rId85"/>
    <p:sldId id="336" r:id="rId86"/>
    <p:sldId id="337" r:id="rId87"/>
    <p:sldId id="338" r:id="rId88"/>
    <p:sldId id="339" r:id="rId89"/>
    <p:sldId id="340" r:id="rId90"/>
    <p:sldId id="341" r:id="rId91"/>
    <p:sldId id="342" r:id="rId92"/>
    <p:sldId id="343" r:id="rId93"/>
    <p:sldId id="344" r:id="rId94"/>
    <p:sldId id="345" r:id="rId95"/>
    <p:sldId id="346" r:id="rId96"/>
    <p:sldId id="347" r:id="rId97"/>
    <p:sldId id="348" r:id="rId98"/>
    <p:sldId id="349" r:id="rId99"/>
    <p:sldId id="350" r:id="rId100"/>
    <p:sldId id="351" r:id="rId101"/>
    <p:sldId id="352" r:id="rId102"/>
    <p:sldId id="353" r:id="rId103"/>
    <p:sldId id="354" r:id="rId104"/>
    <p:sldId id="355" r:id="rId105"/>
    <p:sldId id="356" r:id="rId106"/>
    <p:sldId id="357" r:id="rId107"/>
    <p:sldId id="358" r:id="rId108"/>
    <p:sldId id="359" r:id="rId109"/>
    <p:sldId id="360" r:id="rId110"/>
    <p:sldId id="361" r:id="rId111"/>
    <p:sldId id="362" r:id="rId112"/>
    <p:sldId id="363" r:id="rId113"/>
    <p:sldId id="364" r:id="rId114"/>
    <p:sldId id="365" r:id="rId115"/>
    <p:sldId id="366" r:id="rId116"/>
    <p:sldId id="367" r:id="rId117"/>
    <p:sldId id="368" r:id="rId118"/>
    <p:sldId id="369" r:id="rId119"/>
    <p:sldId id="370" r:id="rId120"/>
    <p:sldId id="371" r:id="rId121"/>
    <p:sldId id="372" r:id="rId122"/>
    <p:sldId id="373" r:id="rId123"/>
    <p:sldId id="374" r:id="rId124"/>
    <p:sldId id="375" r:id="rId125"/>
    <p:sldId id="376" r:id="rId126"/>
    <p:sldId id="377" r:id="rId127"/>
    <p:sldId id="378" r:id="rId128"/>
    <p:sldId id="379" r:id="rId129"/>
    <p:sldId id="380" r:id="rId130"/>
    <p:sldId id="381" r:id="rId131"/>
    <p:sldId id="382" r:id="rId132"/>
    <p:sldId id="383" r:id="rId133"/>
    <p:sldId id="384" r:id="rId134"/>
    <p:sldId id="385" r:id="rId135"/>
    <p:sldId id="386" r:id="rId136"/>
    <p:sldId id="387" r:id="rId137"/>
    <p:sldId id="388" r:id="rId138"/>
    <p:sldId id="389" r:id="rId139"/>
    <p:sldId id="390" r:id="rId140"/>
    <p:sldId id="391" r:id="rId141"/>
    <p:sldId id="392" r:id="rId142"/>
    <p:sldId id="393" r:id="rId143"/>
    <p:sldId id="394" r:id="rId144"/>
    <p:sldId id="395" r:id="rId145"/>
    <p:sldId id="396" r:id="rId146"/>
    <p:sldId id="397" r:id="rId147"/>
    <p:sldId id="398" r:id="rId148"/>
    <p:sldId id="399" r:id="rId149"/>
    <p:sldId id="400" r:id="rId150"/>
    <p:sldId id="401" r:id="rId151"/>
    <p:sldId id="402" r:id="rId152"/>
    <p:sldId id="403" r:id="rId153"/>
    <p:sldId id="404" r:id="rId154"/>
    <p:sldId id="405" r:id="rId155"/>
    <p:sldId id="406" r:id="rId156"/>
    <p:sldId id="407" r:id="rId157"/>
    <p:sldId id="408" r:id="rId158"/>
    <p:sldId id="409" r:id="rId159"/>
    <p:sldId id="410" r:id="rId160"/>
    <p:sldId id="411" r:id="rId161"/>
    <p:sldId id="412" r:id="rId162"/>
    <p:sldId id="413" r:id="rId163"/>
    <p:sldId id="414" r:id="rId164"/>
    <p:sldId id="415" r:id="rId165"/>
    <p:sldId id="416" r:id="rId166"/>
    <p:sldId id="417" r:id="rId167"/>
    <p:sldId id="418" r:id="rId168"/>
    <p:sldId id="419" r:id="rId169"/>
    <p:sldId id="420" r:id="rId170"/>
    <p:sldId id="421" r:id="rId171"/>
    <p:sldId id="422" r:id="rId172"/>
    <p:sldId id="423" r:id="rId173"/>
    <p:sldId id="424" r:id="rId174"/>
    <p:sldId id="425" r:id="rId175"/>
    <p:sldId id="426" r:id="rId176"/>
    <p:sldId id="427" r:id="rId177"/>
    <p:sldId id="428" r:id="rId178"/>
    <p:sldId id="429" r:id="rId179"/>
    <p:sldId id="430" r:id="rId180"/>
    <p:sldId id="431" r:id="rId181"/>
    <p:sldId id="432" r:id="rId182"/>
    <p:sldId id="433" r:id="rId183"/>
    <p:sldId id="434" r:id="rId184"/>
    <p:sldId id="435" r:id="rId185"/>
    <p:sldId id="436" r:id="rId186"/>
    <p:sldId id="437" r:id="rId187"/>
    <p:sldId id="438" r:id="rId188"/>
    <p:sldId id="439" r:id="rId189"/>
    <p:sldId id="440" r:id="rId190"/>
    <p:sldId id="441" r:id="rId191"/>
    <p:sldId id="442" r:id="rId192"/>
    <p:sldId id="443" r:id="rId193"/>
    <p:sldId id="444" r:id="rId194"/>
    <p:sldId id="445" r:id="rId195"/>
    <p:sldId id="446" r:id="rId196"/>
    <p:sldId id="447" r:id="rId197"/>
    <p:sldId id="448" r:id="rId198"/>
    <p:sldId id="449" r:id="rId199"/>
  </p:sldIdLst>
  <p:sldSz cy="5143500" cx="9144000"/>
  <p:notesSz cx="9144000" cy="6858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 uri="GoogleSlidesCustomDataVersion2">
      <go:slidesCustomData xmlns:go="http://customooxmlschemas.google.com/" r:id="rId200" roundtripDataSignature="AMtx7mhy2fZYWxlgaoQW502uO/5JeJFSk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190" Type="http://schemas.openxmlformats.org/officeDocument/2006/relationships/slide" Target="slides/slide18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194" Type="http://schemas.openxmlformats.org/officeDocument/2006/relationships/slide" Target="slides/slide189.xml"/><Relationship Id="rId43" Type="http://schemas.openxmlformats.org/officeDocument/2006/relationships/slide" Target="slides/slide38.xml"/><Relationship Id="rId193" Type="http://schemas.openxmlformats.org/officeDocument/2006/relationships/slide" Target="slides/slide188.xml"/><Relationship Id="rId46" Type="http://schemas.openxmlformats.org/officeDocument/2006/relationships/slide" Target="slides/slide41.xml"/><Relationship Id="rId192" Type="http://schemas.openxmlformats.org/officeDocument/2006/relationships/slide" Target="slides/slide187.xml"/><Relationship Id="rId45" Type="http://schemas.openxmlformats.org/officeDocument/2006/relationships/slide" Target="slides/slide40.xml"/><Relationship Id="rId191" Type="http://schemas.openxmlformats.org/officeDocument/2006/relationships/slide" Target="slides/slide186.xml"/><Relationship Id="rId48" Type="http://schemas.openxmlformats.org/officeDocument/2006/relationships/slide" Target="slides/slide43.xml"/><Relationship Id="rId187" Type="http://schemas.openxmlformats.org/officeDocument/2006/relationships/slide" Target="slides/slide182.xml"/><Relationship Id="rId47" Type="http://schemas.openxmlformats.org/officeDocument/2006/relationships/slide" Target="slides/slide42.xml"/><Relationship Id="rId186" Type="http://schemas.openxmlformats.org/officeDocument/2006/relationships/slide" Target="slides/slide181.xml"/><Relationship Id="rId185" Type="http://schemas.openxmlformats.org/officeDocument/2006/relationships/slide" Target="slides/slide180.xml"/><Relationship Id="rId49" Type="http://schemas.openxmlformats.org/officeDocument/2006/relationships/slide" Target="slides/slide44.xml"/><Relationship Id="rId184" Type="http://schemas.openxmlformats.org/officeDocument/2006/relationships/slide" Target="slides/slide179.xml"/><Relationship Id="rId189" Type="http://schemas.openxmlformats.org/officeDocument/2006/relationships/slide" Target="slides/slide184.xml"/><Relationship Id="rId188" Type="http://schemas.openxmlformats.org/officeDocument/2006/relationships/slide" Target="slides/slide18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183" Type="http://schemas.openxmlformats.org/officeDocument/2006/relationships/slide" Target="slides/slide178.xml"/><Relationship Id="rId32" Type="http://schemas.openxmlformats.org/officeDocument/2006/relationships/slide" Target="slides/slide27.xml"/><Relationship Id="rId182" Type="http://schemas.openxmlformats.org/officeDocument/2006/relationships/slide" Target="slides/slide177.xml"/><Relationship Id="rId35" Type="http://schemas.openxmlformats.org/officeDocument/2006/relationships/slide" Target="slides/slide30.xml"/><Relationship Id="rId181" Type="http://schemas.openxmlformats.org/officeDocument/2006/relationships/slide" Target="slides/slide176.xml"/><Relationship Id="rId34" Type="http://schemas.openxmlformats.org/officeDocument/2006/relationships/slide" Target="slides/slide29.xml"/><Relationship Id="rId180" Type="http://schemas.openxmlformats.org/officeDocument/2006/relationships/slide" Target="slides/slide175.xml"/><Relationship Id="rId37" Type="http://schemas.openxmlformats.org/officeDocument/2006/relationships/slide" Target="slides/slide32.xml"/><Relationship Id="rId176" Type="http://schemas.openxmlformats.org/officeDocument/2006/relationships/slide" Target="slides/slide171.xml"/><Relationship Id="rId36" Type="http://schemas.openxmlformats.org/officeDocument/2006/relationships/slide" Target="slides/slide31.xml"/><Relationship Id="rId175" Type="http://schemas.openxmlformats.org/officeDocument/2006/relationships/slide" Target="slides/slide170.xml"/><Relationship Id="rId39" Type="http://schemas.openxmlformats.org/officeDocument/2006/relationships/slide" Target="slides/slide34.xml"/><Relationship Id="rId174" Type="http://schemas.openxmlformats.org/officeDocument/2006/relationships/slide" Target="slides/slide169.xml"/><Relationship Id="rId38" Type="http://schemas.openxmlformats.org/officeDocument/2006/relationships/slide" Target="slides/slide33.xml"/><Relationship Id="rId173" Type="http://schemas.openxmlformats.org/officeDocument/2006/relationships/slide" Target="slides/slide168.xml"/><Relationship Id="rId179" Type="http://schemas.openxmlformats.org/officeDocument/2006/relationships/slide" Target="slides/slide174.xml"/><Relationship Id="rId178" Type="http://schemas.openxmlformats.org/officeDocument/2006/relationships/slide" Target="slides/slide173.xml"/><Relationship Id="rId177" Type="http://schemas.openxmlformats.org/officeDocument/2006/relationships/slide" Target="slides/slide172.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98" Type="http://schemas.openxmlformats.org/officeDocument/2006/relationships/slide" Target="slides/slide193.xml"/><Relationship Id="rId14" Type="http://schemas.openxmlformats.org/officeDocument/2006/relationships/slide" Target="slides/slide9.xml"/><Relationship Id="rId197" Type="http://schemas.openxmlformats.org/officeDocument/2006/relationships/slide" Target="slides/slide192.xml"/><Relationship Id="rId17" Type="http://schemas.openxmlformats.org/officeDocument/2006/relationships/slide" Target="slides/slide12.xml"/><Relationship Id="rId196" Type="http://schemas.openxmlformats.org/officeDocument/2006/relationships/slide" Target="slides/slide191.xml"/><Relationship Id="rId16" Type="http://schemas.openxmlformats.org/officeDocument/2006/relationships/slide" Target="slides/slide11.xml"/><Relationship Id="rId195" Type="http://schemas.openxmlformats.org/officeDocument/2006/relationships/slide" Target="slides/slide190.xml"/><Relationship Id="rId19" Type="http://schemas.openxmlformats.org/officeDocument/2006/relationships/slide" Target="slides/slide14.xml"/><Relationship Id="rId18" Type="http://schemas.openxmlformats.org/officeDocument/2006/relationships/slide" Target="slides/slide13.xml"/><Relationship Id="rId199" Type="http://schemas.openxmlformats.org/officeDocument/2006/relationships/slide" Target="slides/slide194.xml"/><Relationship Id="rId84" Type="http://schemas.openxmlformats.org/officeDocument/2006/relationships/slide" Target="slides/slide79.xml"/><Relationship Id="rId83" Type="http://schemas.openxmlformats.org/officeDocument/2006/relationships/slide" Target="slides/slide78.xml"/><Relationship Id="rId86" Type="http://schemas.openxmlformats.org/officeDocument/2006/relationships/slide" Target="slides/slide81.xml"/><Relationship Id="rId85" Type="http://schemas.openxmlformats.org/officeDocument/2006/relationships/slide" Target="slides/slide80.xml"/><Relationship Id="rId88" Type="http://schemas.openxmlformats.org/officeDocument/2006/relationships/slide" Target="slides/slide83.xml"/><Relationship Id="rId150" Type="http://schemas.openxmlformats.org/officeDocument/2006/relationships/slide" Target="slides/slide145.xml"/><Relationship Id="rId87" Type="http://schemas.openxmlformats.org/officeDocument/2006/relationships/slide" Target="slides/slide82.xml"/><Relationship Id="rId89" Type="http://schemas.openxmlformats.org/officeDocument/2006/relationships/slide" Target="slides/slide84.xml"/><Relationship Id="rId80" Type="http://schemas.openxmlformats.org/officeDocument/2006/relationships/slide" Target="slides/slide75.xml"/><Relationship Id="rId82" Type="http://schemas.openxmlformats.org/officeDocument/2006/relationships/slide" Target="slides/slide77.xml"/><Relationship Id="rId81" Type="http://schemas.openxmlformats.org/officeDocument/2006/relationships/slide" Target="slides/slide76.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149" Type="http://schemas.openxmlformats.org/officeDocument/2006/relationships/slide" Target="slides/slide144.xml"/><Relationship Id="rId4" Type="http://schemas.openxmlformats.org/officeDocument/2006/relationships/slideMaster" Target="slideMasters/slideMaster1.xml"/><Relationship Id="rId148" Type="http://schemas.openxmlformats.org/officeDocument/2006/relationships/slide" Target="slides/slide143.xml"/><Relationship Id="rId9" Type="http://schemas.openxmlformats.org/officeDocument/2006/relationships/slide" Target="slides/slide4.xml"/><Relationship Id="rId143" Type="http://schemas.openxmlformats.org/officeDocument/2006/relationships/slide" Target="slides/slide138.xml"/><Relationship Id="rId142" Type="http://schemas.openxmlformats.org/officeDocument/2006/relationships/slide" Target="slides/slide137.xml"/><Relationship Id="rId141" Type="http://schemas.openxmlformats.org/officeDocument/2006/relationships/slide" Target="slides/slide136.xml"/><Relationship Id="rId140" Type="http://schemas.openxmlformats.org/officeDocument/2006/relationships/slide" Target="slides/slide135.xml"/><Relationship Id="rId5" Type="http://schemas.openxmlformats.org/officeDocument/2006/relationships/notesMaster" Target="notesMasters/notesMaster1.xml"/><Relationship Id="rId147" Type="http://schemas.openxmlformats.org/officeDocument/2006/relationships/slide" Target="slides/slide142.xml"/><Relationship Id="rId6" Type="http://schemas.openxmlformats.org/officeDocument/2006/relationships/slide" Target="slides/slide1.xml"/><Relationship Id="rId146" Type="http://schemas.openxmlformats.org/officeDocument/2006/relationships/slide" Target="slides/slide141.xml"/><Relationship Id="rId7" Type="http://schemas.openxmlformats.org/officeDocument/2006/relationships/slide" Target="slides/slide2.xml"/><Relationship Id="rId145" Type="http://schemas.openxmlformats.org/officeDocument/2006/relationships/slide" Target="slides/slide140.xml"/><Relationship Id="rId8" Type="http://schemas.openxmlformats.org/officeDocument/2006/relationships/slide" Target="slides/slide3.xml"/><Relationship Id="rId144" Type="http://schemas.openxmlformats.org/officeDocument/2006/relationships/slide" Target="slides/slide139.xml"/><Relationship Id="rId73" Type="http://schemas.openxmlformats.org/officeDocument/2006/relationships/slide" Target="slides/slide68.xml"/><Relationship Id="rId72" Type="http://schemas.openxmlformats.org/officeDocument/2006/relationships/slide" Target="slides/slide67.xml"/><Relationship Id="rId75" Type="http://schemas.openxmlformats.org/officeDocument/2006/relationships/slide" Target="slides/slide70.xml"/><Relationship Id="rId74" Type="http://schemas.openxmlformats.org/officeDocument/2006/relationships/slide" Target="slides/slide69.xml"/><Relationship Id="rId77" Type="http://schemas.openxmlformats.org/officeDocument/2006/relationships/slide" Target="slides/slide72.xml"/><Relationship Id="rId76" Type="http://schemas.openxmlformats.org/officeDocument/2006/relationships/slide" Target="slides/slide71.xml"/><Relationship Id="rId79" Type="http://schemas.openxmlformats.org/officeDocument/2006/relationships/slide" Target="slides/slide74.xml"/><Relationship Id="rId78" Type="http://schemas.openxmlformats.org/officeDocument/2006/relationships/slide" Target="slides/slide73.xml"/><Relationship Id="rId71" Type="http://schemas.openxmlformats.org/officeDocument/2006/relationships/slide" Target="slides/slide66.xml"/><Relationship Id="rId70" Type="http://schemas.openxmlformats.org/officeDocument/2006/relationships/slide" Target="slides/slide65.xml"/><Relationship Id="rId139" Type="http://schemas.openxmlformats.org/officeDocument/2006/relationships/slide" Target="slides/slide134.xml"/><Relationship Id="rId138" Type="http://schemas.openxmlformats.org/officeDocument/2006/relationships/slide" Target="slides/slide133.xml"/><Relationship Id="rId137" Type="http://schemas.openxmlformats.org/officeDocument/2006/relationships/slide" Target="slides/slide132.xml"/><Relationship Id="rId132" Type="http://schemas.openxmlformats.org/officeDocument/2006/relationships/slide" Target="slides/slide127.xml"/><Relationship Id="rId131" Type="http://schemas.openxmlformats.org/officeDocument/2006/relationships/slide" Target="slides/slide126.xml"/><Relationship Id="rId130" Type="http://schemas.openxmlformats.org/officeDocument/2006/relationships/slide" Target="slides/slide125.xml"/><Relationship Id="rId136" Type="http://schemas.openxmlformats.org/officeDocument/2006/relationships/slide" Target="slides/slide131.xml"/><Relationship Id="rId135" Type="http://schemas.openxmlformats.org/officeDocument/2006/relationships/slide" Target="slides/slide130.xml"/><Relationship Id="rId134" Type="http://schemas.openxmlformats.org/officeDocument/2006/relationships/slide" Target="slides/slide129.xml"/><Relationship Id="rId133" Type="http://schemas.openxmlformats.org/officeDocument/2006/relationships/slide" Target="slides/slide128.xml"/><Relationship Id="rId62" Type="http://schemas.openxmlformats.org/officeDocument/2006/relationships/slide" Target="slides/slide57.xml"/><Relationship Id="rId61" Type="http://schemas.openxmlformats.org/officeDocument/2006/relationships/slide" Target="slides/slide56.xml"/><Relationship Id="rId64" Type="http://schemas.openxmlformats.org/officeDocument/2006/relationships/slide" Target="slides/slide59.xml"/><Relationship Id="rId63" Type="http://schemas.openxmlformats.org/officeDocument/2006/relationships/slide" Target="slides/slide58.xml"/><Relationship Id="rId66" Type="http://schemas.openxmlformats.org/officeDocument/2006/relationships/slide" Target="slides/slide61.xml"/><Relationship Id="rId172" Type="http://schemas.openxmlformats.org/officeDocument/2006/relationships/slide" Target="slides/slide167.xml"/><Relationship Id="rId65" Type="http://schemas.openxmlformats.org/officeDocument/2006/relationships/slide" Target="slides/slide60.xml"/><Relationship Id="rId171" Type="http://schemas.openxmlformats.org/officeDocument/2006/relationships/slide" Target="slides/slide166.xml"/><Relationship Id="rId68" Type="http://schemas.openxmlformats.org/officeDocument/2006/relationships/slide" Target="slides/slide63.xml"/><Relationship Id="rId170" Type="http://schemas.openxmlformats.org/officeDocument/2006/relationships/slide" Target="slides/slide165.xml"/><Relationship Id="rId67" Type="http://schemas.openxmlformats.org/officeDocument/2006/relationships/slide" Target="slides/slide62.xml"/><Relationship Id="rId60" Type="http://schemas.openxmlformats.org/officeDocument/2006/relationships/slide" Target="slides/slide55.xml"/><Relationship Id="rId165" Type="http://schemas.openxmlformats.org/officeDocument/2006/relationships/slide" Target="slides/slide160.xml"/><Relationship Id="rId69" Type="http://schemas.openxmlformats.org/officeDocument/2006/relationships/slide" Target="slides/slide64.xml"/><Relationship Id="rId164" Type="http://schemas.openxmlformats.org/officeDocument/2006/relationships/slide" Target="slides/slide159.xml"/><Relationship Id="rId163" Type="http://schemas.openxmlformats.org/officeDocument/2006/relationships/slide" Target="slides/slide158.xml"/><Relationship Id="rId162" Type="http://schemas.openxmlformats.org/officeDocument/2006/relationships/slide" Target="slides/slide157.xml"/><Relationship Id="rId169" Type="http://schemas.openxmlformats.org/officeDocument/2006/relationships/slide" Target="slides/slide164.xml"/><Relationship Id="rId168" Type="http://schemas.openxmlformats.org/officeDocument/2006/relationships/slide" Target="slides/slide163.xml"/><Relationship Id="rId167" Type="http://schemas.openxmlformats.org/officeDocument/2006/relationships/slide" Target="slides/slide162.xml"/><Relationship Id="rId166" Type="http://schemas.openxmlformats.org/officeDocument/2006/relationships/slide" Target="slides/slide161.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55" Type="http://schemas.openxmlformats.org/officeDocument/2006/relationships/slide" Target="slides/slide50.xml"/><Relationship Id="rId161" Type="http://schemas.openxmlformats.org/officeDocument/2006/relationships/slide" Target="slides/slide156.xml"/><Relationship Id="rId54" Type="http://schemas.openxmlformats.org/officeDocument/2006/relationships/slide" Target="slides/slide49.xml"/><Relationship Id="rId160" Type="http://schemas.openxmlformats.org/officeDocument/2006/relationships/slide" Target="slides/slide155.xml"/><Relationship Id="rId57" Type="http://schemas.openxmlformats.org/officeDocument/2006/relationships/slide" Target="slides/slide52.xml"/><Relationship Id="rId56" Type="http://schemas.openxmlformats.org/officeDocument/2006/relationships/slide" Target="slides/slide51.xml"/><Relationship Id="rId159" Type="http://schemas.openxmlformats.org/officeDocument/2006/relationships/slide" Target="slides/slide154.xml"/><Relationship Id="rId59" Type="http://schemas.openxmlformats.org/officeDocument/2006/relationships/slide" Target="slides/slide54.xml"/><Relationship Id="rId154" Type="http://schemas.openxmlformats.org/officeDocument/2006/relationships/slide" Target="slides/slide149.xml"/><Relationship Id="rId58" Type="http://schemas.openxmlformats.org/officeDocument/2006/relationships/slide" Target="slides/slide53.xml"/><Relationship Id="rId153" Type="http://schemas.openxmlformats.org/officeDocument/2006/relationships/slide" Target="slides/slide148.xml"/><Relationship Id="rId152" Type="http://schemas.openxmlformats.org/officeDocument/2006/relationships/slide" Target="slides/slide147.xml"/><Relationship Id="rId151" Type="http://schemas.openxmlformats.org/officeDocument/2006/relationships/slide" Target="slides/slide146.xml"/><Relationship Id="rId158" Type="http://schemas.openxmlformats.org/officeDocument/2006/relationships/slide" Target="slides/slide153.xml"/><Relationship Id="rId157" Type="http://schemas.openxmlformats.org/officeDocument/2006/relationships/slide" Target="slides/slide152.xml"/><Relationship Id="rId156" Type="http://schemas.openxmlformats.org/officeDocument/2006/relationships/slide" Target="slides/slide151.xml"/><Relationship Id="rId155" Type="http://schemas.openxmlformats.org/officeDocument/2006/relationships/slide" Target="slides/slide150.xml"/><Relationship Id="rId107" Type="http://schemas.openxmlformats.org/officeDocument/2006/relationships/slide" Target="slides/slide102.xml"/><Relationship Id="rId106" Type="http://schemas.openxmlformats.org/officeDocument/2006/relationships/slide" Target="slides/slide101.xml"/><Relationship Id="rId105" Type="http://schemas.openxmlformats.org/officeDocument/2006/relationships/slide" Target="slides/slide100.xml"/><Relationship Id="rId104" Type="http://schemas.openxmlformats.org/officeDocument/2006/relationships/slide" Target="slides/slide99.xml"/><Relationship Id="rId109" Type="http://schemas.openxmlformats.org/officeDocument/2006/relationships/slide" Target="slides/slide104.xml"/><Relationship Id="rId108" Type="http://schemas.openxmlformats.org/officeDocument/2006/relationships/slide" Target="slides/slide103.xml"/><Relationship Id="rId103" Type="http://schemas.openxmlformats.org/officeDocument/2006/relationships/slide" Target="slides/slide98.xml"/><Relationship Id="rId102" Type="http://schemas.openxmlformats.org/officeDocument/2006/relationships/slide" Target="slides/slide97.xml"/><Relationship Id="rId101" Type="http://schemas.openxmlformats.org/officeDocument/2006/relationships/slide" Target="slides/slide96.xml"/><Relationship Id="rId100" Type="http://schemas.openxmlformats.org/officeDocument/2006/relationships/slide" Target="slides/slide95.xml"/><Relationship Id="rId129" Type="http://schemas.openxmlformats.org/officeDocument/2006/relationships/slide" Target="slides/slide124.xml"/><Relationship Id="rId128" Type="http://schemas.openxmlformats.org/officeDocument/2006/relationships/slide" Target="slides/slide123.xml"/><Relationship Id="rId127" Type="http://schemas.openxmlformats.org/officeDocument/2006/relationships/slide" Target="slides/slide122.xml"/><Relationship Id="rId126" Type="http://schemas.openxmlformats.org/officeDocument/2006/relationships/slide" Target="slides/slide121.xml"/><Relationship Id="rId121" Type="http://schemas.openxmlformats.org/officeDocument/2006/relationships/slide" Target="slides/slide116.xml"/><Relationship Id="rId120" Type="http://schemas.openxmlformats.org/officeDocument/2006/relationships/slide" Target="slides/slide115.xml"/><Relationship Id="rId125" Type="http://schemas.openxmlformats.org/officeDocument/2006/relationships/slide" Target="slides/slide120.xml"/><Relationship Id="rId124" Type="http://schemas.openxmlformats.org/officeDocument/2006/relationships/slide" Target="slides/slide119.xml"/><Relationship Id="rId123" Type="http://schemas.openxmlformats.org/officeDocument/2006/relationships/slide" Target="slides/slide118.xml"/><Relationship Id="rId122" Type="http://schemas.openxmlformats.org/officeDocument/2006/relationships/slide" Target="slides/slide117.xml"/><Relationship Id="rId95" Type="http://schemas.openxmlformats.org/officeDocument/2006/relationships/slide" Target="slides/slide90.xml"/><Relationship Id="rId94" Type="http://schemas.openxmlformats.org/officeDocument/2006/relationships/slide" Target="slides/slide89.xml"/><Relationship Id="rId97" Type="http://schemas.openxmlformats.org/officeDocument/2006/relationships/slide" Target="slides/slide92.xml"/><Relationship Id="rId96" Type="http://schemas.openxmlformats.org/officeDocument/2006/relationships/slide" Target="slides/slide91.xml"/><Relationship Id="rId99" Type="http://schemas.openxmlformats.org/officeDocument/2006/relationships/slide" Target="slides/slide94.xml"/><Relationship Id="rId98" Type="http://schemas.openxmlformats.org/officeDocument/2006/relationships/slide" Target="slides/slide93.xml"/><Relationship Id="rId91" Type="http://schemas.openxmlformats.org/officeDocument/2006/relationships/slide" Target="slides/slide86.xml"/><Relationship Id="rId90" Type="http://schemas.openxmlformats.org/officeDocument/2006/relationships/slide" Target="slides/slide85.xml"/><Relationship Id="rId93" Type="http://schemas.openxmlformats.org/officeDocument/2006/relationships/slide" Target="slides/slide88.xml"/><Relationship Id="rId92" Type="http://schemas.openxmlformats.org/officeDocument/2006/relationships/slide" Target="slides/slide87.xml"/><Relationship Id="rId118" Type="http://schemas.openxmlformats.org/officeDocument/2006/relationships/slide" Target="slides/slide113.xml"/><Relationship Id="rId117" Type="http://schemas.openxmlformats.org/officeDocument/2006/relationships/slide" Target="slides/slide112.xml"/><Relationship Id="rId116" Type="http://schemas.openxmlformats.org/officeDocument/2006/relationships/slide" Target="slides/slide111.xml"/><Relationship Id="rId115" Type="http://schemas.openxmlformats.org/officeDocument/2006/relationships/slide" Target="slides/slide110.xml"/><Relationship Id="rId119" Type="http://schemas.openxmlformats.org/officeDocument/2006/relationships/slide" Target="slides/slide114.xml"/><Relationship Id="rId110" Type="http://schemas.openxmlformats.org/officeDocument/2006/relationships/slide" Target="slides/slide105.xml"/><Relationship Id="rId114" Type="http://schemas.openxmlformats.org/officeDocument/2006/relationships/slide" Target="slides/slide109.xml"/><Relationship Id="rId113" Type="http://schemas.openxmlformats.org/officeDocument/2006/relationships/slide" Target="slides/slide108.xml"/><Relationship Id="rId112" Type="http://schemas.openxmlformats.org/officeDocument/2006/relationships/slide" Target="slides/slide107.xml"/><Relationship Id="rId111" Type="http://schemas.openxmlformats.org/officeDocument/2006/relationships/slide" Target="slides/slide106.xml"/><Relationship Id="rId200"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5179484" y="0"/>
            <a:ext cx="3962400" cy="342900"/>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6513910"/>
            <a:ext cx="3962400" cy="3429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3baa6357486_0_11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6" name="Google Shape;86;g3baa6357486_0_11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1" name="Google Shape;91;p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p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6" name="Google Shape;96;p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p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1" name="Google Shape;101;p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6" name="Google Shape;106;p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p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1" name="Google Shape;111;p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p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6" name="Google Shape;116;p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1" name="Google Shape;121;p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6" name="Google Shape;126;p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p1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1" name="Google Shape;131;p1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1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6" name="Google Shape;136;p1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p1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1" name="Google Shape;141;p1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3d573131aa0_0_17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6" name="Google Shape;146;g3d573131aa0_0_17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p1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1" name="Google Shape;151;p1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p1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6" name="Google Shape;156;p1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1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1" name="Google Shape;161;p1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p1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6" name="Google Shape;166;p1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p1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1" name="Google Shape;171;p1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p2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6" name="Google Shape;176;p2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p2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1" name="Google Shape;181;p2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p2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6" name="Google Shape;186;p2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p2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1" name="Google Shape;191;p2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p2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6" name="Google Shape;196;p2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p2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1" name="Google Shape;201;p2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2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6" name="Google Shape;206;p2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p2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1" name="Google Shape;211;p2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p2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6" name="Google Shape;216;p2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p2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1" name="Google Shape;221;p2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p3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6" name="Google Shape;226;p3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p3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1" name="Google Shape;231;p3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p3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6" name="Google Shape;236;p3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p3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1" name="Google Shape;241;p3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p3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6" name="Google Shape;246;p3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p3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1" name="Google Shape;251;p3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p3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6" name="Google Shape;256;p3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p3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1" name="Google Shape;261;p3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p3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6" name="Google Shape;266;p3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p3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1" name="Google Shape;271;p3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p4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6" name="Google Shape;276;p4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p4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1" name="Google Shape;281;p4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p4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6" name="Google Shape;286;p4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p4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1" name="Google Shape;291;p4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p4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6" name="Google Shape;296;p4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p4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1" name="Google Shape;301;p4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p4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6" name="Google Shape;306;p4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p4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11" name="Google Shape;311;p4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p4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16" name="Google Shape;316;p4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p4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21" name="Google Shape;321;p4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p5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26" name="Google Shape;326;p5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p7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31" name="Google Shape;331;p7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p8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36" name="Google Shape;336;p8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p8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41" name="Google Shape;341;p8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p8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46" name="Google Shape;346;p8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p8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51" name="Google Shape;351;p8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p8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56" name="Google Shape;356;p8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p8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61" name="Google Shape;361;p8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p8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66" name="Google Shape;366;p8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p8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71" name="Google Shape;371;p8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p8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76" name="Google Shape;376;p8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9" name="Shape 379"/>
        <p:cNvGrpSpPr/>
        <p:nvPr/>
      </p:nvGrpSpPr>
      <p:grpSpPr>
        <a:xfrm>
          <a:off x="0" y="0"/>
          <a:ext cx="0" cy="0"/>
          <a:chOff x="0" y="0"/>
          <a:chExt cx="0" cy="0"/>
        </a:xfrm>
      </p:grpSpPr>
      <p:sp>
        <p:nvSpPr>
          <p:cNvPr id="380" name="Google Shape;380;p8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81" name="Google Shape;381;p8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4" name="Shape 384"/>
        <p:cNvGrpSpPr/>
        <p:nvPr/>
      </p:nvGrpSpPr>
      <p:grpSpPr>
        <a:xfrm>
          <a:off x="0" y="0"/>
          <a:ext cx="0" cy="0"/>
          <a:chOff x="0" y="0"/>
          <a:chExt cx="0" cy="0"/>
        </a:xfrm>
      </p:grpSpPr>
      <p:sp>
        <p:nvSpPr>
          <p:cNvPr id="385" name="Google Shape;385;p9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86" name="Google Shape;386;p9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9" name="Shape 389"/>
        <p:cNvGrpSpPr/>
        <p:nvPr/>
      </p:nvGrpSpPr>
      <p:grpSpPr>
        <a:xfrm>
          <a:off x="0" y="0"/>
          <a:ext cx="0" cy="0"/>
          <a:chOff x="0" y="0"/>
          <a:chExt cx="0" cy="0"/>
        </a:xfrm>
      </p:grpSpPr>
      <p:sp>
        <p:nvSpPr>
          <p:cNvPr id="390" name="Google Shape;390;p9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91" name="Google Shape;391;p9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 name="Shape 394"/>
        <p:cNvGrpSpPr/>
        <p:nvPr/>
      </p:nvGrpSpPr>
      <p:grpSpPr>
        <a:xfrm>
          <a:off x="0" y="0"/>
          <a:ext cx="0" cy="0"/>
          <a:chOff x="0" y="0"/>
          <a:chExt cx="0" cy="0"/>
        </a:xfrm>
      </p:grpSpPr>
      <p:sp>
        <p:nvSpPr>
          <p:cNvPr id="395" name="Google Shape;395;p9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96" name="Google Shape;396;p9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 name="Shape 399"/>
        <p:cNvGrpSpPr/>
        <p:nvPr/>
      </p:nvGrpSpPr>
      <p:grpSpPr>
        <a:xfrm>
          <a:off x="0" y="0"/>
          <a:ext cx="0" cy="0"/>
          <a:chOff x="0" y="0"/>
          <a:chExt cx="0" cy="0"/>
        </a:xfrm>
      </p:grpSpPr>
      <p:sp>
        <p:nvSpPr>
          <p:cNvPr id="400" name="Google Shape;400;p9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01" name="Google Shape;401;p9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4" name="Shape 404"/>
        <p:cNvGrpSpPr/>
        <p:nvPr/>
      </p:nvGrpSpPr>
      <p:grpSpPr>
        <a:xfrm>
          <a:off x="0" y="0"/>
          <a:ext cx="0" cy="0"/>
          <a:chOff x="0" y="0"/>
          <a:chExt cx="0" cy="0"/>
        </a:xfrm>
      </p:grpSpPr>
      <p:sp>
        <p:nvSpPr>
          <p:cNvPr id="405" name="Google Shape;405;p9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06" name="Google Shape;406;p9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9" name="Shape 409"/>
        <p:cNvGrpSpPr/>
        <p:nvPr/>
      </p:nvGrpSpPr>
      <p:grpSpPr>
        <a:xfrm>
          <a:off x="0" y="0"/>
          <a:ext cx="0" cy="0"/>
          <a:chOff x="0" y="0"/>
          <a:chExt cx="0" cy="0"/>
        </a:xfrm>
      </p:grpSpPr>
      <p:sp>
        <p:nvSpPr>
          <p:cNvPr id="410" name="Google Shape;410;p9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11" name="Google Shape;411;p9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4" name="Shape 414"/>
        <p:cNvGrpSpPr/>
        <p:nvPr/>
      </p:nvGrpSpPr>
      <p:grpSpPr>
        <a:xfrm>
          <a:off x="0" y="0"/>
          <a:ext cx="0" cy="0"/>
          <a:chOff x="0" y="0"/>
          <a:chExt cx="0" cy="0"/>
        </a:xfrm>
      </p:grpSpPr>
      <p:sp>
        <p:nvSpPr>
          <p:cNvPr id="415" name="Google Shape;415;p9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16" name="Google Shape;416;p9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9" name="Shape 419"/>
        <p:cNvGrpSpPr/>
        <p:nvPr/>
      </p:nvGrpSpPr>
      <p:grpSpPr>
        <a:xfrm>
          <a:off x="0" y="0"/>
          <a:ext cx="0" cy="0"/>
          <a:chOff x="0" y="0"/>
          <a:chExt cx="0" cy="0"/>
        </a:xfrm>
      </p:grpSpPr>
      <p:sp>
        <p:nvSpPr>
          <p:cNvPr id="420" name="Google Shape;420;p9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21" name="Google Shape;421;p9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4" name="Shape 424"/>
        <p:cNvGrpSpPr/>
        <p:nvPr/>
      </p:nvGrpSpPr>
      <p:grpSpPr>
        <a:xfrm>
          <a:off x="0" y="0"/>
          <a:ext cx="0" cy="0"/>
          <a:chOff x="0" y="0"/>
          <a:chExt cx="0" cy="0"/>
        </a:xfrm>
      </p:grpSpPr>
      <p:sp>
        <p:nvSpPr>
          <p:cNvPr id="425" name="Google Shape;425;p9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26" name="Google Shape;426;p9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9" name="Shape 429"/>
        <p:cNvGrpSpPr/>
        <p:nvPr/>
      </p:nvGrpSpPr>
      <p:grpSpPr>
        <a:xfrm>
          <a:off x="0" y="0"/>
          <a:ext cx="0" cy="0"/>
          <a:chOff x="0" y="0"/>
          <a:chExt cx="0" cy="0"/>
        </a:xfrm>
      </p:grpSpPr>
      <p:sp>
        <p:nvSpPr>
          <p:cNvPr id="430" name="Google Shape;430;p9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31" name="Google Shape;431;p9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4" name="Shape 434"/>
        <p:cNvGrpSpPr/>
        <p:nvPr/>
      </p:nvGrpSpPr>
      <p:grpSpPr>
        <a:xfrm>
          <a:off x="0" y="0"/>
          <a:ext cx="0" cy="0"/>
          <a:chOff x="0" y="0"/>
          <a:chExt cx="0" cy="0"/>
        </a:xfrm>
      </p:grpSpPr>
      <p:sp>
        <p:nvSpPr>
          <p:cNvPr id="435" name="Google Shape;435;p10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36" name="Google Shape;436;p10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9" name="Shape 439"/>
        <p:cNvGrpSpPr/>
        <p:nvPr/>
      </p:nvGrpSpPr>
      <p:grpSpPr>
        <a:xfrm>
          <a:off x="0" y="0"/>
          <a:ext cx="0" cy="0"/>
          <a:chOff x="0" y="0"/>
          <a:chExt cx="0" cy="0"/>
        </a:xfrm>
      </p:grpSpPr>
      <p:sp>
        <p:nvSpPr>
          <p:cNvPr id="440" name="Google Shape;440;p10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41" name="Google Shape;441;p10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4" name="Shape 444"/>
        <p:cNvGrpSpPr/>
        <p:nvPr/>
      </p:nvGrpSpPr>
      <p:grpSpPr>
        <a:xfrm>
          <a:off x="0" y="0"/>
          <a:ext cx="0" cy="0"/>
          <a:chOff x="0" y="0"/>
          <a:chExt cx="0" cy="0"/>
        </a:xfrm>
      </p:grpSpPr>
      <p:sp>
        <p:nvSpPr>
          <p:cNvPr id="445" name="Google Shape;445;p10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46" name="Google Shape;446;p10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9" name="Shape 449"/>
        <p:cNvGrpSpPr/>
        <p:nvPr/>
      </p:nvGrpSpPr>
      <p:grpSpPr>
        <a:xfrm>
          <a:off x="0" y="0"/>
          <a:ext cx="0" cy="0"/>
          <a:chOff x="0" y="0"/>
          <a:chExt cx="0" cy="0"/>
        </a:xfrm>
      </p:grpSpPr>
      <p:sp>
        <p:nvSpPr>
          <p:cNvPr id="450" name="Google Shape;450;p10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51" name="Google Shape;451;p10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4" name="Shape 454"/>
        <p:cNvGrpSpPr/>
        <p:nvPr/>
      </p:nvGrpSpPr>
      <p:grpSpPr>
        <a:xfrm>
          <a:off x="0" y="0"/>
          <a:ext cx="0" cy="0"/>
          <a:chOff x="0" y="0"/>
          <a:chExt cx="0" cy="0"/>
        </a:xfrm>
      </p:grpSpPr>
      <p:sp>
        <p:nvSpPr>
          <p:cNvPr id="455" name="Google Shape;455;p10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56" name="Google Shape;456;p10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9" name="Shape 459"/>
        <p:cNvGrpSpPr/>
        <p:nvPr/>
      </p:nvGrpSpPr>
      <p:grpSpPr>
        <a:xfrm>
          <a:off x="0" y="0"/>
          <a:ext cx="0" cy="0"/>
          <a:chOff x="0" y="0"/>
          <a:chExt cx="0" cy="0"/>
        </a:xfrm>
      </p:grpSpPr>
      <p:sp>
        <p:nvSpPr>
          <p:cNvPr id="460" name="Google Shape;460;p10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61" name="Google Shape;461;p10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4" name="Shape 464"/>
        <p:cNvGrpSpPr/>
        <p:nvPr/>
      </p:nvGrpSpPr>
      <p:grpSpPr>
        <a:xfrm>
          <a:off x="0" y="0"/>
          <a:ext cx="0" cy="0"/>
          <a:chOff x="0" y="0"/>
          <a:chExt cx="0" cy="0"/>
        </a:xfrm>
      </p:grpSpPr>
      <p:sp>
        <p:nvSpPr>
          <p:cNvPr id="465" name="Google Shape;465;p10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66" name="Google Shape;466;p10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9" name="Shape 469"/>
        <p:cNvGrpSpPr/>
        <p:nvPr/>
      </p:nvGrpSpPr>
      <p:grpSpPr>
        <a:xfrm>
          <a:off x="0" y="0"/>
          <a:ext cx="0" cy="0"/>
          <a:chOff x="0" y="0"/>
          <a:chExt cx="0" cy="0"/>
        </a:xfrm>
      </p:grpSpPr>
      <p:sp>
        <p:nvSpPr>
          <p:cNvPr id="470" name="Google Shape;470;p10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71" name="Google Shape;471;p10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4" name="Shape 474"/>
        <p:cNvGrpSpPr/>
        <p:nvPr/>
      </p:nvGrpSpPr>
      <p:grpSpPr>
        <a:xfrm>
          <a:off x="0" y="0"/>
          <a:ext cx="0" cy="0"/>
          <a:chOff x="0" y="0"/>
          <a:chExt cx="0" cy="0"/>
        </a:xfrm>
      </p:grpSpPr>
      <p:sp>
        <p:nvSpPr>
          <p:cNvPr id="475" name="Google Shape;475;p10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76" name="Google Shape;476;p10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9" name="Shape 479"/>
        <p:cNvGrpSpPr/>
        <p:nvPr/>
      </p:nvGrpSpPr>
      <p:grpSpPr>
        <a:xfrm>
          <a:off x="0" y="0"/>
          <a:ext cx="0" cy="0"/>
          <a:chOff x="0" y="0"/>
          <a:chExt cx="0" cy="0"/>
        </a:xfrm>
      </p:grpSpPr>
      <p:sp>
        <p:nvSpPr>
          <p:cNvPr id="480" name="Google Shape;480;p10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81" name="Google Shape;481;p10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4" name="Shape 484"/>
        <p:cNvGrpSpPr/>
        <p:nvPr/>
      </p:nvGrpSpPr>
      <p:grpSpPr>
        <a:xfrm>
          <a:off x="0" y="0"/>
          <a:ext cx="0" cy="0"/>
          <a:chOff x="0" y="0"/>
          <a:chExt cx="0" cy="0"/>
        </a:xfrm>
      </p:grpSpPr>
      <p:sp>
        <p:nvSpPr>
          <p:cNvPr id="485" name="Google Shape;485;p11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86" name="Google Shape;486;p11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9" name="Shape 489"/>
        <p:cNvGrpSpPr/>
        <p:nvPr/>
      </p:nvGrpSpPr>
      <p:grpSpPr>
        <a:xfrm>
          <a:off x="0" y="0"/>
          <a:ext cx="0" cy="0"/>
          <a:chOff x="0" y="0"/>
          <a:chExt cx="0" cy="0"/>
        </a:xfrm>
      </p:grpSpPr>
      <p:sp>
        <p:nvSpPr>
          <p:cNvPr id="490" name="Google Shape;490;p11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91" name="Google Shape;491;p11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4" name="Shape 494"/>
        <p:cNvGrpSpPr/>
        <p:nvPr/>
      </p:nvGrpSpPr>
      <p:grpSpPr>
        <a:xfrm>
          <a:off x="0" y="0"/>
          <a:ext cx="0" cy="0"/>
          <a:chOff x="0" y="0"/>
          <a:chExt cx="0" cy="0"/>
        </a:xfrm>
      </p:grpSpPr>
      <p:sp>
        <p:nvSpPr>
          <p:cNvPr id="495" name="Google Shape;495;p11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96" name="Google Shape;496;p11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9" name="Shape 499"/>
        <p:cNvGrpSpPr/>
        <p:nvPr/>
      </p:nvGrpSpPr>
      <p:grpSpPr>
        <a:xfrm>
          <a:off x="0" y="0"/>
          <a:ext cx="0" cy="0"/>
          <a:chOff x="0" y="0"/>
          <a:chExt cx="0" cy="0"/>
        </a:xfrm>
      </p:grpSpPr>
      <p:sp>
        <p:nvSpPr>
          <p:cNvPr id="500" name="Google Shape;500;p11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01" name="Google Shape;501;p11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4" name="Shape 504"/>
        <p:cNvGrpSpPr/>
        <p:nvPr/>
      </p:nvGrpSpPr>
      <p:grpSpPr>
        <a:xfrm>
          <a:off x="0" y="0"/>
          <a:ext cx="0" cy="0"/>
          <a:chOff x="0" y="0"/>
          <a:chExt cx="0" cy="0"/>
        </a:xfrm>
      </p:grpSpPr>
      <p:sp>
        <p:nvSpPr>
          <p:cNvPr id="505" name="Google Shape;505;g3e6e2da66e2_0_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06" name="Google Shape;506;g3e6e2da66e2_0_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9" name="Shape 509"/>
        <p:cNvGrpSpPr/>
        <p:nvPr/>
      </p:nvGrpSpPr>
      <p:grpSpPr>
        <a:xfrm>
          <a:off x="0" y="0"/>
          <a:ext cx="0" cy="0"/>
          <a:chOff x="0" y="0"/>
          <a:chExt cx="0" cy="0"/>
        </a:xfrm>
      </p:grpSpPr>
      <p:sp>
        <p:nvSpPr>
          <p:cNvPr id="510" name="Google Shape;510;g3b26357b4a1_0_5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11" name="Google Shape;511;g3b26357b4a1_0_5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4" name="Shape 514"/>
        <p:cNvGrpSpPr/>
        <p:nvPr/>
      </p:nvGrpSpPr>
      <p:grpSpPr>
        <a:xfrm>
          <a:off x="0" y="0"/>
          <a:ext cx="0" cy="0"/>
          <a:chOff x="0" y="0"/>
          <a:chExt cx="0" cy="0"/>
        </a:xfrm>
      </p:grpSpPr>
      <p:sp>
        <p:nvSpPr>
          <p:cNvPr id="515" name="Google Shape;515;g3b26357b4a1_0_5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16" name="Google Shape;516;g3b26357b4a1_0_5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9" name="Shape 519"/>
        <p:cNvGrpSpPr/>
        <p:nvPr/>
      </p:nvGrpSpPr>
      <p:grpSpPr>
        <a:xfrm>
          <a:off x="0" y="0"/>
          <a:ext cx="0" cy="0"/>
          <a:chOff x="0" y="0"/>
          <a:chExt cx="0" cy="0"/>
        </a:xfrm>
      </p:grpSpPr>
      <p:sp>
        <p:nvSpPr>
          <p:cNvPr id="520" name="Google Shape;520;g3b5c728cec8_0_12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21" name="Google Shape;521;g3b5c728cec8_0_12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4" name="Shape 524"/>
        <p:cNvGrpSpPr/>
        <p:nvPr/>
      </p:nvGrpSpPr>
      <p:grpSpPr>
        <a:xfrm>
          <a:off x="0" y="0"/>
          <a:ext cx="0" cy="0"/>
          <a:chOff x="0" y="0"/>
          <a:chExt cx="0" cy="0"/>
        </a:xfrm>
      </p:grpSpPr>
      <p:sp>
        <p:nvSpPr>
          <p:cNvPr id="525" name="Google Shape;525;g3be9254b0cc_0_3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26" name="Google Shape;526;g3be9254b0cc_0_3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9" name="Shape 529"/>
        <p:cNvGrpSpPr/>
        <p:nvPr/>
      </p:nvGrpSpPr>
      <p:grpSpPr>
        <a:xfrm>
          <a:off x="0" y="0"/>
          <a:ext cx="0" cy="0"/>
          <a:chOff x="0" y="0"/>
          <a:chExt cx="0" cy="0"/>
        </a:xfrm>
      </p:grpSpPr>
      <p:sp>
        <p:nvSpPr>
          <p:cNvPr id="530" name="Google Shape;530;g3d89366497e_0_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31" name="Google Shape;531;g3d89366497e_0_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4" name="Shape 534"/>
        <p:cNvGrpSpPr/>
        <p:nvPr/>
      </p:nvGrpSpPr>
      <p:grpSpPr>
        <a:xfrm>
          <a:off x="0" y="0"/>
          <a:ext cx="0" cy="0"/>
          <a:chOff x="0" y="0"/>
          <a:chExt cx="0" cy="0"/>
        </a:xfrm>
      </p:grpSpPr>
      <p:sp>
        <p:nvSpPr>
          <p:cNvPr id="535" name="Google Shape;535;g3e6e2da66e2_0_18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36" name="Google Shape;536;g3e6e2da66e2_0_18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9" name="Shape 539"/>
        <p:cNvGrpSpPr/>
        <p:nvPr/>
      </p:nvGrpSpPr>
      <p:grpSpPr>
        <a:xfrm>
          <a:off x="0" y="0"/>
          <a:ext cx="0" cy="0"/>
          <a:chOff x="0" y="0"/>
          <a:chExt cx="0" cy="0"/>
        </a:xfrm>
      </p:grpSpPr>
      <p:sp>
        <p:nvSpPr>
          <p:cNvPr id="540" name="Google Shape;540;g3e6e2da66e2_0_18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41" name="Google Shape;541;g3e6e2da66e2_0_18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4" name="Shape 544"/>
        <p:cNvGrpSpPr/>
        <p:nvPr/>
      </p:nvGrpSpPr>
      <p:grpSpPr>
        <a:xfrm>
          <a:off x="0" y="0"/>
          <a:ext cx="0" cy="0"/>
          <a:chOff x="0" y="0"/>
          <a:chExt cx="0" cy="0"/>
        </a:xfrm>
      </p:grpSpPr>
      <p:sp>
        <p:nvSpPr>
          <p:cNvPr id="545" name="Google Shape;545;g3e6e2da66e2_0_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46" name="Google Shape;546;g3e6e2da66e2_0_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9" name="Shape 549"/>
        <p:cNvGrpSpPr/>
        <p:nvPr/>
      </p:nvGrpSpPr>
      <p:grpSpPr>
        <a:xfrm>
          <a:off x="0" y="0"/>
          <a:ext cx="0" cy="0"/>
          <a:chOff x="0" y="0"/>
          <a:chExt cx="0" cy="0"/>
        </a:xfrm>
      </p:grpSpPr>
      <p:sp>
        <p:nvSpPr>
          <p:cNvPr id="550" name="Google Shape;550;g3d48ab63a6f_0_1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51" name="Google Shape;551;g3d48ab63a6f_0_1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4" name="Shape 554"/>
        <p:cNvGrpSpPr/>
        <p:nvPr/>
      </p:nvGrpSpPr>
      <p:grpSpPr>
        <a:xfrm>
          <a:off x="0" y="0"/>
          <a:ext cx="0" cy="0"/>
          <a:chOff x="0" y="0"/>
          <a:chExt cx="0" cy="0"/>
        </a:xfrm>
      </p:grpSpPr>
      <p:sp>
        <p:nvSpPr>
          <p:cNvPr id="555" name="Google Shape;555;g3d48ab63a6f_0_13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56" name="Google Shape;556;g3d48ab63a6f_0_13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9" name="Shape 559"/>
        <p:cNvGrpSpPr/>
        <p:nvPr/>
      </p:nvGrpSpPr>
      <p:grpSpPr>
        <a:xfrm>
          <a:off x="0" y="0"/>
          <a:ext cx="0" cy="0"/>
          <a:chOff x="0" y="0"/>
          <a:chExt cx="0" cy="0"/>
        </a:xfrm>
      </p:grpSpPr>
      <p:sp>
        <p:nvSpPr>
          <p:cNvPr id="560" name="Google Shape;560;g3d48ab63a6f_0_13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61" name="Google Shape;561;g3d48ab63a6f_0_13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4" name="Shape 564"/>
        <p:cNvGrpSpPr/>
        <p:nvPr/>
      </p:nvGrpSpPr>
      <p:grpSpPr>
        <a:xfrm>
          <a:off x="0" y="0"/>
          <a:ext cx="0" cy="0"/>
          <a:chOff x="0" y="0"/>
          <a:chExt cx="0" cy="0"/>
        </a:xfrm>
      </p:grpSpPr>
      <p:sp>
        <p:nvSpPr>
          <p:cNvPr id="565" name="Google Shape;565;g3d48ab63a6f_0_14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66" name="Google Shape;566;g3d48ab63a6f_0_14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9" name="Shape 569"/>
        <p:cNvGrpSpPr/>
        <p:nvPr/>
      </p:nvGrpSpPr>
      <p:grpSpPr>
        <a:xfrm>
          <a:off x="0" y="0"/>
          <a:ext cx="0" cy="0"/>
          <a:chOff x="0" y="0"/>
          <a:chExt cx="0" cy="0"/>
        </a:xfrm>
      </p:grpSpPr>
      <p:sp>
        <p:nvSpPr>
          <p:cNvPr id="570" name="Google Shape;570;g3d48ab63a6f_0_14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71" name="Google Shape;571;g3d48ab63a6f_0_14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4" name="Shape 574"/>
        <p:cNvGrpSpPr/>
        <p:nvPr/>
      </p:nvGrpSpPr>
      <p:grpSpPr>
        <a:xfrm>
          <a:off x="0" y="0"/>
          <a:ext cx="0" cy="0"/>
          <a:chOff x="0" y="0"/>
          <a:chExt cx="0" cy="0"/>
        </a:xfrm>
      </p:grpSpPr>
      <p:sp>
        <p:nvSpPr>
          <p:cNvPr id="575" name="Google Shape;575;g3d48ab63a6f_0_14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76" name="Google Shape;576;g3d48ab63a6f_0_14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9" name="Shape 579"/>
        <p:cNvGrpSpPr/>
        <p:nvPr/>
      </p:nvGrpSpPr>
      <p:grpSpPr>
        <a:xfrm>
          <a:off x="0" y="0"/>
          <a:ext cx="0" cy="0"/>
          <a:chOff x="0" y="0"/>
          <a:chExt cx="0" cy="0"/>
        </a:xfrm>
      </p:grpSpPr>
      <p:sp>
        <p:nvSpPr>
          <p:cNvPr id="580" name="Google Shape;580;g3ab13fdb44f_0_29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81" name="Google Shape;581;g3ab13fdb44f_0_29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4" name="Shape 584"/>
        <p:cNvGrpSpPr/>
        <p:nvPr/>
      </p:nvGrpSpPr>
      <p:grpSpPr>
        <a:xfrm>
          <a:off x="0" y="0"/>
          <a:ext cx="0" cy="0"/>
          <a:chOff x="0" y="0"/>
          <a:chExt cx="0" cy="0"/>
        </a:xfrm>
      </p:grpSpPr>
      <p:sp>
        <p:nvSpPr>
          <p:cNvPr id="585" name="Google Shape;585;g3e6e2da66e2_0_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86" name="Google Shape;586;g3e6e2da66e2_0_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9" name="Shape 589"/>
        <p:cNvGrpSpPr/>
        <p:nvPr/>
      </p:nvGrpSpPr>
      <p:grpSpPr>
        <a:xfrm>
          <a:off x="0" y="0"/>
          <a:ext cx="0" cy="0"/>
          <a:chOff x="0" y="0"/>
          <a:chExt cx="0" cy="0"/>
        </a:xfrm>
      </p:grpSpPr>
      <p:sp>
        <p:nvSpPr>
          <p:cNvPr id="590" name="Google Shape;590;g3d90891dc36_0_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91" name="Google Shape;591;g3d90891dc36_0_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5" name="Shape 595"/>
        <p:cNvGrpSpPr/>
        <p:nvPr/>
      </p:nvGrpSpPr>
      <p:grpSpPr>
        <a:xfrm>
          <a:off x="0" y="0"/>
          <a:ext cx="0" cy="0"/>
          <a:chOff x="0" y="0"/>
          <a:chExt cx="0" cy="0"/>
        </a:xfrm>
      </p:grpSpPr>
      <p:sp>
        <p:nvSpPr>
          <p:cNvPr id="596" name="Google Shape;596;g3ab13fdb44f_0_29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97" name="Google Shape;597;g3ab13fdb44f_0_29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598" name="Google Shape;598;g3ab13fdb44f_0_29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1" name="Shape 601"/>
        <p:cNvGrpSpPr/>
        <p:nvPr/>
      </p:nvGrpSpPr>
      <p:grpSpPr>
        <a:xfrm>
          <a:off x="0" y="0"/>
          <a:ext cx="0" cy="0"/>
          <a:chOff x="0" y="0"/>
          <a:chExt cx="0" cy="0"/>
        </a:xfrm>
      </p:grpSpPr>
      <p:sp>
        <p:nvSpPr>
          <p:cNvPr id="602" name="Google Shape;602;g3ab13fdb44f_0_30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03" name="Google Shape;603;g3ab13fdb44f_0_30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228600" lvl="0" marL="228600" rtl="0" algn="l">
              <a:lnSpc>
                <a:spcPct val="100000"/>
              </a:lnSpc>
              <a:spcBef>
                <a:spcPts val="0"/>
              </a:spcBef>
              <a:spcAft>
                <a:spcPts val="0"/>
              </a:spcAft>
              <a:buClr>
                <a:srgbClr val="FF0000"/>
              </a:buClr>
              <a:buSzPts val="1200"/>
              <a:buFont typeface="Arial"/>
              <a:buAutoNum type="arabicPeriod"/>
            </a:pPr>
            <a:r>
              <a:rPr b="0" i="0" lang="en-US">
                <a:solidFill>
                  <a:srgbClr val="FF0000"/>
                </a:solidFill>
                <a:latin typeface="Arial"/>
                <a:ea typeface="Arial"/>
                <a:cs typeface="Arial"/>
                <a:sym typeface="Arial"/>
              </a:rPr>
              <a:t>Khi Chúa đem những người Si-on bị bắt trở về, chúng tôi như người đang mơ, bấy giờ miệng chúng tôi vui cười, lưỡi chúng tôi thốt lên bao lời hân hoan.  </a:t>
            </a:r>
            <a:endParaRPr b="0" i="0">
              <a:solidFill>
                <a:srgbClr val="FF0000"/>
              </a:solidFill>
              <a:latin typeface="Arial"/>
              <a:ea typeface="Arial"/>
              <a:cs typeface="Arial"/>
              <a:sym typeface="Arial"/>
            </a:endParaRPr>
          </a:p>
          <a:p>
            <a:pPr indent="0" lvl="0" marL="0" rtl="0" algn="l">
              <a:lnSpc>
                <a:spcPct val="100000"/>
              </a:lnSpc>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ĐK: Chúa đã đối xử nhân từ với chúng con, nên chúng con mừng vui bao hân hoan.  </a:t>
            </a:r>
            <a:endParaRPr b="0" i="0">
              <a:solidFill>
                <a:srgbClr val="FF0000"/>
              </a:solidFill>
              <a:latin typeface="Arial"/>
              <a:ea typeface="Arial"/>
              <a:cs typeface="Arial"/>
              <a:sym typeface="Arial"/>
            </a:endParaRPr>
          </a:p>
          <a:p>
            <a:pPr indent="0" lvl="0" marL="0" rtl="0" algn="l">
              <a:lnSpc>
                <a:spcPct val="100000"/>
              </a:lnSpc>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2. Và bấy giờ thiên hạ nhỏ to nói với nhau rằng: Chúa thương đối xử khoan dung. Chúa đã xử rất ư nhân từ, nên chúng tôi xiết bao vui mừng hân hoan.  </a:t>
            </a:r>
            <a:endParaRPr b="0" i="0">
              <a:solidFill>
                <a:srgbClr val="FF0000"/>
              </a:solidFill>
              <a:latin typeface="Arial"/>
              <a:ea typeface="Arial"/>
              <a:cs typeface="Arial"/>
              <a:sym typeface="Arial"/>
            </a:endParaRPr>
          </a:p>
          <a:p>
            <a:pPr indent="0" lvl="0" marL="0" rtl="0" algn="l">
              <a:lnSpc>
                <a:spcPct val="100000"/>
              </a:lnSpc>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3. Lạy Chúa thương biến đổi phận con như suối phương Nam. Ai gieo trong lệ đau thương, sẽ được gặt hái trong vui mừng, những khúc ca biến tan trong niềm hân hoan.</a:t>
            </a:r>
            <a:endParaRPr/>
          </a:p>
        </p:txBody>
      </p:sp>
      <p:sp>
        <p:nvSpPr>
          <p:cNvPr id="604" name="Google Shape;604;g3ab13fdb44f_0_30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7" name="Shape 607"/>
        <p:cNvGrpSpPr/>
        <p:nvPr/>
      </p:nvGrpSpPr>
      <p:grpSpPr>
        <a:xfrm>
          <a:off x="0" y="0"/>
          <a:ext cx="0" cy="0"/>
          <a:chOff x="0" y="0"/>
          <a:chExt cx="0" cy="0"/>
        </a:xfrm>
      </p:grpSpPr>
      <p:sp>
        <p:nvSpPr>
          <p:cNvPr id="608" name="Google Shape;608;g3ab13fdb44f_0_30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09" name="Google Shape;609;g3ab13fdb44f_0_30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610" name="Google Shape;610;g3ab13fdb44f_0_30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3" name="Shape 613"/>
        <p:cNvGrpSpPr/>
        <p:nvPr/>
      </p:nvGrpSpPr>
      <p:grpSpPr>
        <a:xfrm>
          <a:off x="0" y="0"/>
          <a:ext cx="0" cy="0"/>
          <a:chOff x="0" y="0"/>
          <a:chExt cx="0" cy="0"/>
        </a:xfrm>
      </p:grpSpPr>
      <p:sp>
        <p:nvSpPr>
          <p:cNvPr id="614" name="Google Shape;614;g3ab13fdb44f_0_31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15" name="Google Shape;615;g3ab13fdb44f_0_31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616" name="Google Shape;616;g3ab13fdb44f_0_31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9" name="Shape 619"/>
        <p:cNvGrpSpPr/>
        <p:nvPr/>
      </p:nvGrpSpPr>
      <p:grpSpPr>
        <a:xfrm>
          <a:off x="0" y="0"/>
          <a:ext cx="0" cy="0"/>
          <a:chOff x="0" y="0"/>
          <a:chExt cx="0" cy="0"/>
        </a:xfrm>
      </p:grpSpPr>
      <p:sp>
        <p:nvSpPr>
          <p:cNvPr id="620" name="Google Shape;620;g3ab13fdb44f_0_31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21" name="Google Shape;621;g3ab13fdb44f_0_31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622" name="Google Shape;622;g3ab13fdb44f_0_31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5" name="Shape 625"/>
        <p:cNvGrpSpPr/>
        <p:nvPr/>
      </p:nvGrpSpPr>
      <p:grpSpPr>
        <a:xfrm>
          <a:off x="0" y="0"/>
          <a:ext cx="0" cy="0"/>
          <a:chOff x="0" y="0"/>
          <a:chExt cx="0" cy="0"/>
        </a:xfrm>
      </p:grpSpPr>
      <p:sp>
        <p:nvSpPr>
          <p:cNvPr id="626" name="Google Shape;626;g3ab13fdb44f_0_32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27" name="Google Shape;627;g3ab13fdb44f_0_32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628" name="Google Shape;628;g3ab13fdb44f_0_32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1" name="Shape 631"/>
        <p:cNvGrpSpPr/>
        <p:nvPr/>
      </p:nvGrpSpPr>
      <p:grpSpPr>
        <a:xfrm>
          <a:off x="0" y="0"/>
          <a:ext cx="0" cy="0"/>
          <a:chOff x="0" y="0"/>
          <a:chExt cx="0" cy="0"/>
        </a:xfrm>
      </p:grpSpPr>
      <p:sp>
        <p:nvSpPr>
          <p:cNvPr id="632" name="Google Shape;632;g3ab13fdb44f_0_32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33" name="Google Shape;633;g3ab13fdb44f_0_32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634" name="Google Shape;634;g3ab13fdb44f_0_32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7" name="Shape 637"/>
        <p:cNvGrpSpPr/>
        <p:nvPr/>
      </p:nvGrpSpPr>
      <p:grpSpPr>
        <a:xfrm>
          <a:off x="0" y="0"/>
          <a:ext cx="0" cy="0"/>
          <a:chOff x="0" y="0"/>
          <a:chExt cx="0" cy="0"/>
        </a:xfrm>
      </p:grpSpPr>
      <p:sp>
        <p:nvSpPr>
          <p:cNvPr id="638" name="Google Shape;638;g3ab13fdb44f_0_33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39" name="Google Shape;639;g3ab13fdb44f_0_33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640" name="Google Shape;640;g3ab13fdb44f_0_33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3" name="Shape 643"/>
        <p:cNvGrpSpPr/>
        <p:nvPr/>
      </p:nvGrpSpPr>
      <p:grpSpPr>
        <a:xfrm>
          <a:off x="0" y="0"/>
          <a:ext cx="0" cy="0"/>
          <a:chOff x="0" y="0"/>
          <a:chExt cx="0" cy="0"/>
        </a:xfrm>
      </p:grpSpPr>
      <p:sp>
        <p:nvSpPr>
          <p:cNvPr id="644" name="Google Shape;644;g3ab13fdb44f_0_33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45" name="Google Shape;645;g3ab13fdb44f_0_33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646" name="Google Shape;646;g3ab13fdb44f_0_33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9" name="Shape 649"/>
        <p:cNvGrpSpPr/>
        <p:nvPr/>
      </p:nvGrpSpPr>
      <p:grpSpPr>
        <a:xfrm>
          <a:off x="0" y="0"/>
          <a:ext cx="0" cy="0"/>
          <a:chOff x="0" y="0"/>
          <a:chExt cx="0" cy="0"/>
        </a:xfrm>
      </p:grpSpPr>
      <p:sp>
        <p:nvSpPr>
          <p:cNvPr id="650" name="Google Shape;650;g3ab13fdb44f_0_34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51" name="Google Shape;651;g3ab13fdb44f_0_34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652" name="Google Shape;652;g3ab13fdb44f_0_34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5" name="Shape 655"/>
        <p:cNvGrpSpPr/>
        <p:nvPr/>
      </p:nvGrpSpPr>
      <p:grpSpPr>
        <a:xfrm>
          <a:off x="0" y="0"/>
          <a:ext cx="0" cy="0"/>
          <a:chOff x="0" y="0"/>
          <a:chExt cx="0" cy="0"/>
        </a:xfrm>
      </p:grpSpPr>
      <p:sp>
        <p:nvSpPr>
          <p:cNvPr id="656" name="Google Shape;656;g3ab13fdb44f_0_34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57" name="Google Shape;657;g3ab13fdb44f_0_34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658" name="Google Shape;658;g3ab13fdb44f_0_34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1" name="Shape 661"/>
        <p:cNvGrpSpPr/>
        <p:nvPr/>
      </p:nvGrpSpPr>
      <p:grpSpPr>
        <a:xfrm>
          <a:off x="0" y="0"/>
          <a:ext cx="0" cy="0"/>
          <a:chOff x="0" y="0"/>
          <a:chExt cx="0" cy="0"/>
        </a:xfrm>
      </p:grpSpPr>
      <p:sp>
        <p:nvSpPr>
          <p:cNvPr id="662" name="Google Shape;662;g3ab13fdb44f_0_35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63" name="Google Shape;663;g3ab13fdb44f_0_35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664" name="Google Shape;664;g3ab13fdb44f_0_35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7" name="Shape 667"/>
        <p:cNvGrpSpPr/>
        <p:nvPr/>
      </p:nvGrpSpPr>
      <p:grpSpPr>
        <a:xfrm>
          <a:off x="0" y="0"/>
          <a:ext cx="0" cy="0"/>
          <a:chOff x="0" y="0"/>
          <a:chExt cx="0" cy="0"/>
        </a:xfrm>
      </p:grpSpPr>
      <p:sp>
        <p:nvSpPr>
          <p:cNvPr id="668" name="Google Shape;668;g3ab13fdb44f_0_35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69" name="Google Shape;669;g3ab13fdb44f_0_35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670" name="Google Shape;670;g3ab13fdb44f_0_35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3" name="Shape 673"/>
        <p:cNvGrpSpPr/>
        <p:nvPr/>
      </p:nvGrpSpPr>
      <p:grpSpPr>
        <a:xfrm>
          <a:off x="0" y="0"/>
          <a:ext cx="0" cy="0"/>
          <a:chOff x="0" y="0"/>
          <a:chExt cx="0" cy="0"/>
        </a:xfrm>
      </p:grpSpPr>
      <p:sp>
        <p:nvSpPr>
          <p:cNvPr id="674" name="Google Shape;674;g3e6e2da66e2_0_1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75" name="Google Shape;675;g3e6e2da66e2_0_1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8" name="Shape 678"/>
        <p:cNvGrpSpPr/>
        <p:nvPr/>
      </p:nvGrpSpPr>
      <p:grpSpPr>
        <a:xfrm>
          <a:off x="0" y="0"/>
          <a:ext cx="0" cy="0"/>
          <a:chOff x="0" y="0"/>
          <a:chExt cx="0" cy="0"/>
        </a:xfrm>
      </p:grpSpPr>
      <p:sp>
        <p:nvSpPr>
          <p:cNvPr id="679" name="Google Shape;679;g3d48ab63a6f_0_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80" name="Google Shape;680;g3d48ab63a6f_0_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4" name="Shape 684"/>
        <p:cNvGrpSpPr/>
        <p:nvPr/>
      </p:nvGrpSpPr>
      <p:grpSpPr>
        <a:xfrm>
          <a:off x="0" y="0"/>
          <a:ext cx="0" cy="0"/>
          <a:chOff x="0" y="0"/>
          <a:chExt cx="0" cy="0"/>
        </a:xfrm>
      </p:grpSpPr>
      <p:sp>
        <p:nvSpPr>
          <p:cNvPr id="685" name="Google Shape;685;g3e6e2da66e2_0_6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86" name="Google Shape;686;g3e6e2da66e2_0_6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9" name="Shape 689"/>
        <p:cNvGrpSpPr/>
        <p:nvPr/>
      </p:nvGrpSpPr>
      <p:grpSpPr>
        <a:xfrm>
          <a:off x="0" y="0"/>
          <a:ext cx="0" cy="0"/>
          <a:chOff x="0" y="0"/>
          <a:chExt cx="0" cy="0"/>
        </a:xfrm>
      </p:grpSpPr>
      <p:sp>
        <p:nvSpPr>
          <p:cNvPr id="690" name="Google Shape;690;g3e6e2da66e2_0_6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91" name="Google Shape;691;g3e6e2da66e2_0_6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4" name="Shape 694"/>
        <p:cNvGrpSpPr/>
        <p:nvPr/>
      </p:nvGrpSpPr>
      <p:grpSpPr>
        <a:xfrm>
          <a:off x="0" y="0"/>
          <a:ext cx="0" cy="0"/>
          <a:chOff x="0" y="0"/>
          <a:chExt cx="0" cy="0"/>
        </a:xfrm>
      </p:grpSpPr>
      <p:sp>
        <p:nvSpPr>
          <p:cNvPr id="695" name="Google Shape;695;g3e6e2da66e2_0_6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96" name="Google Shape;696;g3e6e2da66e2_0_6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9" name="Shape 699"/>
        <p:cNvGrpSpPr/>
        <p:nvPr/>
      </p:nvGrpSpPr>
      <p:grpSpPr>
        <a:xfrm>
          <a:off x="0" y="0"/>
          <a:ext cx="0" cy="0"/>
          <a:chOff x="0" y="0"/>
          <a:chExt cx="0" cy="0"/>
        </a:xfrm>
      </p:grpSpPr>
      <p:sp>
        <p:nvSpPr>
          <p:cNvPr id="700" name="Google Shape;700;g3e6e2da66e2_0_7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01" name="Google Shape;701;g3e6e2da66e2_0_7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4" name="Shape 704"/>
        <p:cNvGrpSpPr/>
        <p:nvPr/>
      </p:nvGrpSpPr>
      <p:grpSpPr>
        <a:xfrm>
          <a:off x="0" y="0"/>
          <a:ext cx="0" cy="0"/>
          <a:chOff x="0" y="0"/>
          <a:chExt cx="0" cy="0"/>
        </a:xfrm>
      </p:grpSpPr>
      <p:sp>
        <p:nvSpPr>
          <p:cNvPr id="705" name="Google Shape;705;g3e6e2da66e2_0_7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06" name="Google Shape;706;g3e6e2da66e2_0_7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9" name="Shape 709"/>
        <p:cNvGrpSpPr/>
        <p:nvPr/>
      </p:nvGrpSpPr>
      <p:grpSpPr>
        <a:xfrm>
          <a:off x="0" y="0"/>
          <a:ext cx="0" cy="0"/>
          <a:chOff x="0" y="0"/>
          <a:chExt cx="0" cy="0"/>
        </a:xfrm>
      </p:grpSpPr>
      <p:sp>
        <p:nvSpPr>
          <p:cNvPr id="710" name="Google Shape;710;g3e6e2da66e2_0_8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11" name="Google Shape;711;g3e6e2da66e2_0_8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4" name="Shape 714"/>
        <p:cNvGrpSpPr/>
        <p:nvPr/>
      </p:nvGrpSpPr>
      <p:grpSpPr>
        <a:xfrm>
          <a:off x="0" y="0"/>
          <a:ext cx="0" cy="0"/>
          <a:chOff x="0" y="0"/>
          <a:chExt cx="0" cy="0"/>
        </a:xfrm>
      </p:grpSpPr>
      <p:sp>
        <p:nvSpPr>
          <p:cNvPr id="715" name="Google Shape;715;g3e6e2da66e2_0_17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16" name="Google Shape;716;g3e6e2da66e2_0_17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9" name="Shape 719"/>
        <p:cNvGrpSpPr/>
        <p:nvPr/>
      </p:nvGrpSpPr>
      <p:grpSpPr>
        <a:xfrm>
          <a:off x="0" y="0"/>
          <a:ext cx="0" cy="0"/>
          <a:chOff x="0" y="0"/>
          <a:chExt cx="0" cy="0"/>
        </a:xfrm>
      </p:grpSpPr>
      <p:sp>
        <p:nvSpPr>
          <p:cNvPr id="720" name="Google Shape;720;g3e6e2da66e2_0_8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21" name="Google Shape;721;g3e6e2da66e2_0_8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4" name="Shape 724"/>
        <p:cNvGrpSpPr/>
        <p:nvPr/>
      </p:nvGrpSpPr>
      <p:grpSpPr>
        <a:xfrm>
          <a:off x="0" y="0"/>
          <a:ext cx="0" cy="0"/>
          <a:chOff x="0" y="0"/>
          <a:chExt cx="0" cy="0"/>
        </a:xfrm>
      </p:grpSpPr>
      <p:sp>
        <p:nvSpPr>
          <p:cNvPr id="725" name="Google Shape;725;g3e6e2da66e2_0_9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26" name="Google Shape;726;g3e6e2da66e2_0_9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9" name="Shape 729"/>
        <p:cNvGrpSpPr/>
        <p:nvPr/>
      </p:nvGrpSpPr>
      <p:grpSpPr>
        <a:xfrm>
          <a:off x="0" y="0"/>
          <a:ext cx="0" cy="0"/>
          <a:chOff x="0" y="0"/>
          <a:chExt cx="0" cy="0"/>
        </a:xfrm>
      </p:grpSpPr>
      <p:sp>
        <p:nvSpPr>
          <p:cNvPr id="730" name="Google Shape;730;g3e6e2da66e2_0_17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31" name="Google Shape;731;g3e6e2da66e2_0_17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4" name="Shape 734"/>
        <p:cNvGrpSpPr/>
        <p:nvPr/>
      </p:nvGrpSpPr>
      <p:grpSpPr>
        <a:xfrm>
          <a:off x="0" y="0"/>
          <a:ext cx="0" cy="0"/>
          <a:chOff x="0" y="0"/>
          <a:chExt cx="0" cy="0"/>
        </a:xfrm>
      </p:grpSpPr>
      <p:sp>
        <p:nvSpPr>
          <p:cNvPr id="735" name="Google Shape;735;g3d89366497e_0_4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36" name="Google Shape;736;g3d89366497e_0_4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0" name="Shape 740"/>
        <p:cNvGrpSpPr/>
        <p:nvPr/>
      </p:nvGrpSpPr>
      <p:grpSpPr>
        <a:xfrm>
          <a:off x="0" y="0"/>
          <a:ext cx="0" cy="0"/>
          <a:chOff x="0" y="0"/>
          <a:chExt cx="0" cy="0"/>
        </a:xfrm>
      </p:grpSpPr>
      <p:sp>
        <p:nvSpPr>
          <p:cNvPr id="741" name="Google Shape;741;p15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42" name="Google Shape;742;p15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43" name="Google Shape;743;p156: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7" name="Shape 747"/>
        <p:cNvGrpSpPr/>
        <p:nvPr/>
      </p:nvGrpSpPr>
      <p:grpSpPr>
        <a:xfrm>
          <a:off x="0" y="0"/>
          <a:ext cx="0" cy="0"/>
          <a:chOff x="0" y="0"/>
          <a:chExt cx="0" cy="0"/>
        </a:xfrm>
      </p:grpSpPr>
      <p:sp>
        <p:nvSpPr>
          <p:cNvPr id="748" name="Google Shape;748;g3b224b7d20a_0_9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49" name="Google Shape;749;g3b224b7d20a_0_9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2" name="Shape 752"/>
        <p:cNvGrpSpPr/>
        <p:nvPr/>
      </p:nvGrpSpPr>
      <p:grpSpPr>
        <a:xfrm>
          <a:off x="0" y="0"/>
          <a:ext cx="0" cy="0"/>
          <a:chOff x="0" y="0"/>
          <a:chExt cx="0" cy="0"/>
        </a:xfrm>
      </p:grpSpPr>
      <p:sp>
        <p:nvSpPr>
          <p:cNvPr id="753" name="Google Shape;753;g3baa6357486_0_1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54" name="Google Shape;754;g3baa6357486_0_1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7" name="Shape 757"/>
        <p:cNvGrpSpPr/>
        <p:nvPr/>
      </p:nvGrpSpPr>
      <p:grpSpPr>
        <a:xfrm>
          <a:off x="0" y="0"/>
          <a:ext cx="0" cy="0"/>
          <a:chOff x="0" y="0"/>
          <a:chExt cx="0" cy="0"/>
        </a:xfrm>
      </p:grpSpPr>
      <p:sp>
        <p:nvSpPr>
          <p:cNvPr id="758" name="Google Shape;758;g3e6e2da66e2_0_1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59" name="Google Shape;759;g3e6e2da66e2_0_1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2" name="Shape 762"/>
        <p:cNvGrpSpPr/>
        <p:nvPr/>
      </p:nvGrpSpPr>
      <p:grpSpPr>
        <a:xfrm>
          <a:off x="0" y="0"/>
          <a:ext cx="0" cy="0"/>
          <a:chOff x="0" y="0"/>
          <a:chExt cx="0" cy="0"/>
        </a:xfrm>
      </p:grpSpPr>
      <p:sp>
        <p:nvSpPr>
          <p:cNvPr id="763" name="Google Shape;763;p15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64" name="Google Shape;764;p15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8" name="Shape 768"/>
        <p:cNvGrpSpPr/>
        <p:nvPr/>
      </p:nvGrpSpPr>
      <p:grpSpPr>
        <a:xfrm>
          <a:off x="0" y="0"/>
          <a:ext cx="0" cy="0"/>
          <a:chOff x="0" y="0"/>
          <a:chExt cx="0" cy="0"/>
        </a:xfrm>
      </p:grpSpPr>
      <p:sp>
        <p:nvSpPr>
          <p:cNvPr id="769" name="Google Shape;769;p16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70" name="Google Shape;770;p16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3" name="Shape 773"/>
        <p:cNvGrpSpPr/>
        <p:nvPr/>
      </p:nvGrpSpPr>
      <p:grpSpPr>
        <a:xfrm>
          <a:off x="0" y="0"/>
          <a:ext cx="0" cy="0"/>
          <a:chOff x="0" y="0"/>
          <a:chExt cx="0" cy="0"/>
        </a:xfrm>
      </p:grpSpPr>
      <p:sp>
        <p:nvSpPr>
          <p:cNvPr id="774" name="Google Shape;774;p16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75" name="Google Shape;775;p16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8" name="Shape 778"/>
        <p:cNvGrpSpPr/>
        <p:nvPr/>
      </p:nvGrpSpPr>
      <p:grpSpPr>
        <a:xfrm>
          <a:off x="0" y="0"/>
          <a:ext cx="0" cy="0"/>
          <a:chOff x="0" y="0"/>
          <a:chExt cx="0" cy="0"/>
        </a:xfrm>
      </p:grpSpPr>
      <p:sp>
        <p:nvSpPr>
          <p:cNvPr id="779" name="Google Shape;779;p16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80" name="Google Shape;780;p16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3" name="Shape 783"/>
        <p:cNvGrpSpPr/>
        <p:nvPr/>
      </p:nvGrpSpPr>
      <p:grpSpPr>
        <a:xfrm>
          <a:off x="0" y="0"/>
          <a:ext cx="0" cy="0"/>
          <a:chOff x="0" y="0"/>
          <a:chExt cx="0" cy="0"/>
        </a:xfrm>
      </p:grpSpPr>
      <p:sp>
        <p:nvSpPr>
          <p:cNvPr id="784" name="Google Shape;784;p16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85" name="Google Shape;785;p16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8" name="Shape 788"/>
        <p:cNvGrpSpPr/>
        <p:nvPr/>
      </p:nvGrpSpPr>
      <p:grpSpPr>
        <a:xfrm>
          <a:off x="0" y="0"/>
          <a:ext cx="0" cy="0"/>
          <a:chOff x="0" y="0"/>
          <a:chExt cx="0" cy="0"/>
        </a:xfrm>
      </p:grpSpPr>
      <p:sp>
        <p:nvSpPr>
          <p:cNvPr id="789" name="Google Shape;789;p16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90" name="Google Shape;790;p16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3" name="Shape 793"/>
        <p:cNvGrpSpPr/>
        <p:nvPr/>
      </p:nvGrpSpPr>
      <p:grpSpPr>
        <a:xfrm>
          <a:off x="0" y="0"/>
          <a:ext cx="0" cy="0"/>
          <a:chOff x="0" y="0"/>
          <a:chExt cx="0" cy="0"/>
        </a:xfrm>
      </p:grpSpPr>
      <p:sp>
        <p:nvSpPr>
          <p:cNvPr id="794" name="Google Shape;794;p16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95" name="Google Shape;795;p16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8" name="Shape 798"/>
        <p:cNvGrpSpPr/>
        <p:nvPr/>
      </p:nvGrpSpPr>
      <p:grpSpPr>
        <a:xfrm>
          <a:off x="0" y="0"/>
          <a:ext cx="0" cy="0"/>
          <a:chOff x="0" y="0"/>
          <a:chExt cx="0" cy="0"/>
        </a:xfrm>
      </p:grpSpPr>
      <p:sp>
        <p:nvSpPr>
          <p:cNvPr id="799" name="Google Shape;799;p16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00" name="Google Shape;800;p16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3" name="Shape 803"/>
        <p:cNvGrpSpPr/>
        <p:nvPr/>
      </p:nvGrpSpPr>
      <p:grpSpPr>
        <a:xfrm>
          <a:off x="0" y="0"/>
          <a:ext cx="0" cy="0"/>
          <a:chOff x="0" y="0"/>
          <a:chExt cx="0" cy="0"/>
        </a:xfrm>
      </p:grpSpPr>
      <p:sp>
        <p:nvSpPr>
          <p:cNvPr id="804" name="Google Shape;804;p16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05" name="Google Shape;805;p16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8" name="Shape 808"/>
        <p:cNvGrpSpPr/>
        <p:nvPr/>
      </p:nvGrpSpPr>
      <p:grpSpPr>
        <a:xfrm>
          <a:off x="0" y="0"/>
          <a:ext cx="0" cy="0"/>
          <a:chOff x="0" y="0"/>
          <a:chExt cx="0" cy="0"/>
        </a:xfrm>
      </p:grpSpPr>
      <p:sp>
        <p:nvSpPr>
          <p:cNvPr id="809" name="Google Shape;809;p16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10" name="Google Shape;810;p16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3" name="Shape 813"/>
        <p:cNvGrpSpPr/>
        <p:nvPr/>
      </p:nvGrpSpPr>
      <p:grpSpPr>
        <a:xfrm>
          <a:off x="0" y="0"/>
          <a:ext cx="0" cy="0"/>
          <a:chOff x="0" y="0"/>
          <a:chExt cx="0" cy="0"/>
        </a:xfrm>
      </p:grpSpPr>
      <p:sp>
        <p:nvSpPr>
          <p:cNvPr id="814" name="Google Shape;814;p16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15" name="Google Shape;815;p16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8" name="Shape 818"/>
        <p:cNvGrpSpPr/>
        <p:nvPr/>
      </p:nvGrpSpPr>
      <p:grpSpPr>
        <a:xfrm>
          <a:off x="0" y="0"/>
          <a:ext cx="0" cy="0"/>
          <a:chOff x="0" y="0"/>
          <a:chExt cx="0" cy="0"/>
        </a:xfrm>
      </p:grpSpPr>
      <p:sp>
        <p:nvSpPr>
          <p:cNvPr id="819" name="Google Shape;819;p17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20" name="Google Shape;820;p17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3" name="Shape 823"/>
        <p:cNvGrpSpPr/>
        <p:nvPr/>
      </p:nvGrpSpPr>
      <p:grpSpPr>
        <a:xfrm>
          <a:off x="0" y="0"/>
          <a:ext cx="0" cy="0"/>
          <a:chOff x="0" y="0"/>
          <a:chExt cx="0" cy="0"/>
        </a:xfrm>
      </p:grpSpPr>
      <p:sp>
        <p:nvSpPr>
          <p:cNvPr id="824" name="Google Shape;824;p17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25" name="Google Shape;825;p17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8" name="Shape 828"/>
        <p:cNvGrpSpPr/>
        <p:nvPr/>
      </p:nvGrpSpPr>
      <p:grpSpPr>
        <a:xfrm>
          <a:off x="0" y="0"/>
          <a:ext cx="0" cy="0"/>
          <a:chOff x="0" y="0"/>
          <a:chExt cx="0" cy="0"/>
        </a:xfrm>
      </p:grpSpPr>
      <p:sp>
        <p:nvSpPr>
          <p:cNvPr id="829" name="Google Shape;829;p17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30" name="Google Shape;830;p17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3" name="Shape 833"/>
        <p:cNvGrpSpPr/>
        <p:nvPr/>
      </p:nvGrpSpPr>
      <p:grpSpPr>
        <a:xfrm>
          <a:off x="0" y="0"/>
          <a:ext cx="0" cy="0"/>
          <a:chOff x="0" y="0"/>
          <a:chExt cx="0" cy="0"/>
        </a:xfrm>
      </p:grpSpPr>
      <p:sp>
        <p:nvSpPr>
          <p:cNvPr id="834" name="Google Shape;834;p17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35" name="Google Shape;835;p17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8" name="Shape 838"/>
        <p:cNvGrpSpPr/>
        <p:nvPr/>
      </p:nvGrpSpPr>
      <p:grpSpPr>
        <a:xfrm>
          <a:off x="0" y="0"/>
          <a:ext cx="0" cy="0"/>
          <a:chOff x="0" y="0"/>
          <a:chExt cx="0" cy="0"/>
        </a:xfrm>
      </p:grpSpPr>
      <p:sp>
        <p:nvSpPr>
          <p:cNvPr id="839" name="Google Shape;839;p17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40" name="Google Shape;840;p17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3" name="Shape 843"/>
        <p:cNvGrpSpPr/>
        <p:nvPr/>
      </p:nvGrpSpPr>
      <p:grpSpPr>
        <a:xfrm>
          <a:off x="0" y="0"/>
          <a:ext cx="0" cy="0"/>
          <a:chOff x="0" y="0"/>
          <a:chExt cx="0" cy="0"/>
        </a:xfrm>
      </p:grpSpPr>
      <p:sp>
        <p:nvSpPr>
          <p:cNvPr id="844" name="Google Shape;844;p17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45" name="Google Shape;845;p17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8" name="Shape 848"/>
        <p:cNvGrpSpPr/>
        <p:nvPr/>
      </p:nvGrpSpPr>
      <p:grpSpPr>
        <a:xfrm>
          <a:off x="0" y="0"/>
          <a:ext cx="0" cy="0"/>
          <a:chOff x="0" y="0"/>
          <a:chExt cx="0" cy="0"/>
        </a:xfrm>
      </p:grpSpPr>
      <p:sp>
        <p:nvSpPr>
          <p:cNvPr id="849" name="Google Shape;849;p17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50" name="Google Shape;850;p17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3" name="Shape 853"/>
        <p:cNvGrpSpPr/>
        <p:nvPr/>
      </p:nvGrpSpPr>
      <p:grpSpPr>
        <a:xfrm>
          <a:off x="0" y="0"/>
          <a:ext cx="0" cy="0"/>
          <a:chOff x="0" y="0"/>
          <a:chExt cx="0" cy="0"/>
        </a:xfrm>
      </p:grpSpPr>
      <p:sp>
        <p:nvSpPr>
          <p:cNvPr id="854" name="Google Shape;854;p17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55" name="Google Shape;855;p17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8" name="Shape 858"/>
        <p:cNvGrpSpPr/>
        <p:nvPr/>
      </p:nvGrpSpPr>
      <p:grpSpPr>
        <a:xfrm>
          <a:off x="0" y="0"/>
          <a:ext cx="0" cy="0"/>
          <a:chOff x="0" y="0"/>
          <a:chExt cx="0" cy="0"/>
        </a:xfrm>
      </p:grpSpPr>
      <p:sp>
        <p:nvSpPr>
          <p:cNvPr id="859" name="Google Shape;859;p17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60" name="Google Shape;860;p17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3" name="Shape 863"/>
        <p:cNvGrpSpPr/>
        <p:nvPr/>
      </p:nvGrpSpPr>
      <p:grpSpPr>
        <a:xfrm>
          <a:off x="0" y="0"/>
          <a:ext cx="0" cy="0"/>
          <a:chOff x="0" y="0"/>
          <a:chExt cx="0" cy="0"/>
        </a:xfrm>
      </p:grpSpPr>
      <p:sp>
        <p:nvSpPr>
          <p:cNvPr id="864" name="Google Shape;864;g3e6e2da66e2_0_2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65" name="Google Shape;865;g3e6e2da66e2_0_2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8" name="Shape 868"/>
        <p:cNvGrpSpPr/>
        <p:nvPr/>
      </p:nvGrpSpPr>
      <p:grpSpPr>
        <a:xfrm>
          <a:off x="0" y="0"/>
          <a:ext cx="0" cy="0"/>
          <a:chOff x="0" y="0"/>
          <a:chExt cx="0" cy="0"/>
        </a:xfrm>
      </p:grpSpPr>
      <p:sp>
        <p:nvSpPr>
          <p:cNvPr id="869" name="Google Shape;869;g3dd33158570_0_35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70" name="Google Shape;870;g3dd33158570_0_35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3" name="Shape 873"/>
        <p:cNvGrpSpPr/>
        <p:nvPr/>
      </p:nvGrpSpPr>
      <p:grpSpPr>
        <a:xfrm>
          <a:off x="0" y="0"/>
          <a:ext cx="0" cy="0"/>
          <a:chOff x="0" y="0"/>
          <a:chExt cx="0" cy="0"/>
        </a:xfrm>
      </p:grpSpPr>
      <p:sp>
        <p:nvSpPr>
          <p:cNvPr id="874" name="Google Shape;874;g3dd33158570_0_36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75" name="Google Shape;875;g3dd33158570_0_36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8" name="Shape 878"/>
        <p:cNvGrpSpPr/>
        <p:nvPr/>
      </p:nvGrpSpPr>
      <p:grpSpPr>
        <a:xfrm>
          <a:off x="0" y="0"/>
          <a:ext cx="0" cy="0"/>
          <a:chOff x="0" y="0"/>
          <a:chExt cx="0" cy="0"/>
        </a:xfrm>
      </p:grpSpPr>
      <p:sp>
        <p:nvSpPr>
          <p:cNvPr id="879" name="Google Shape;879;g3dd33158570_0_36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80" name="Google Shape;880;g3dd33158570_0_36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3" name="Shape 883"/>
        <p:cNvGrpSpPr/>
        <p:nvPr/>
      </p:nvGrpSpPr>
      <p:grpSpPr>
        <a:xfrm>
          <a:off x="0" y="0"/>
          <a:ext cx="0" cy="0"/>
          <a:chOff x="0" y="0"/>
          <a:chExt cx="0" cy="0"/>
        </a:xfrm>
      </p:grpSpPr>
      <p:sp>
        <p:nvSpPr>
          <p:cNvPr id="884" name="Google Shape;884;g3de4329e4d7_0_2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85" name="Google Shape;885;g3de4329e4d7_0_2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8" name="Shape 888"/>
        <p:cNvGrpSpPr/>
        <p:nvPr/>
      </p:nvGrpSpPr>
      <p:grpSpPr>
        <a:xfrm>
          <a:off x="0" y="0"/>
          <a:ext cx="0" cy="0"/>
          <a:chOff x="0" y="0"/>
          <a:chExt cx="0" cy="0"/>
        </a:xfrm>
      </p:grpSpPr>
      <p:sp>
        <p:nvSpPr>
          <p:cNvPr id="889" name="Google Shape;889;g3de4329e4d7_0_3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90" name="Google Shape;890;g3de4329e4d7_0_3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3" name="Shape 893"/>
        <p:cNvGrpSpPr/>
        <p:nvPr/>
      </p:nvGrpSpPr>
      <p:grpSpPr>
        <a:xfrm>
          <a:off x="0" y="0"/>
          <a:ext cx="0" cy="0"/>
          <a:chOff x="0" y="0"/>
          <a:chExt cx="0" cy="0"/>
        </a:xfrm>
      </p:grpSpPr>
      <p:sp>
        <p:nvSpPr>
          <p:cNvPr id="894" name="Google Shape;894;g3de4329e4d7_0_8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95" name="Google Shape;895;g3de4329e4d7_0_8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8" name="Shape 898"/>
        <p:cNvGrpSpPr/>
        <p:nvPr/>
      </p:nvGrpSpPr>
      <p:grpSpPr>
        <a:xfrm>
          <a:off x="0" y="0"/>
          <a:ext cx="0" cy="0"/>
          <a:chOff x="0" y="0"/>
          <a:chExt cx="0" cy="0"/>
        </a:xfrm>
      </p:grpSpPr>
      <p:sp>
        <p:nvSpPr>
          <p:cNvPr id="899" name="Google Shape;899;g3e6e2da66e2_0_3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00" name="Google Shape;900;g3e6e2da66e2_0_3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3" name="Shape 903"/>
        <p:cNvGrpSpPr/>
        <p:nvPr/>
      </p:nvGrpSpPr>
      <p:grpSpPr>
        <a:xfrm>
          <a:off x="0" y="0"/>
          <a:ext cx="0" cy="0"/>
          <a:chOff x="0" y="0"/>
          <a:chExt cx="0" cy="0"/>
        </a:xfrm>
      </p:grpSpPr>
      <p:sp>
        <p:nvSpPr>
          <p:cNvPr id="904" name="Google Shape;904;g3d89366497e_0_4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05" name="Google Shape;905;g3d89366497e_0_4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8" name="Shape 908"/>
        <p:cNvGrpSpPr/>
        <p:nvPr/>
      </p:nvGrpSpPr>
      <p:grpSpPr>
        <a:xfrm>
          <a:off x="0" y="0"/>
          <a:ext cx="0" cy="0"/>
          <a:chOff x="0" y="0"/>
          <a:chExt cx="0" cy="0"/>
        </a:xfrm>
      </p:grpSpPr>
      <p:sp>
        <p:nvSpPr>
          <p:cNvPr id="909" name="Google Shape;909;g3d89366497e_0_5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10" name="Google Shape;910;g3d89366497e_0_5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3" name="Shape 913"/>
        <p:cNvGrpSpPr/>
        <p:nvPr/>
      </p:nvGrpSpPr>
      <p:grpSpPr>
        <a:xfrm>
          <a:off x="0" y="0"/>
          <a:ext cx="0" cy="0"/>
          <a:chOff x="0" y="0"/>
          <a:chExt cx="0" cy="0"/>
        </a:xfrm>
      </p:grpSpPr>
      <p:sp>
        <p:nvSpPr>
          <p:cNvPr id="914" name="Google Shape;914;g3e6e2da66e2_0_3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15" name="Google Shape;915;g3e6e2da66e2_0_3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8" name="Shape 918"/>
        <p:cNvGrpSpPr/>
        <p:nvPr/>
      </p:nvGrpSpPr>
      <p:grpSpPr>
        <a:xfrm>
          <a:off x="0" y="0"/>
          <a:ext cx="0" cy="0"/>
          <a:chOff x="0" y="0"/>
          <a:chExt cx="0" cy="0"/>
        </a:xfrm>
      </p:grpSpPr>
      <p:sp>
        <p:nvSpPr>
          <p:cNvPr id="919" name="Google Shape;919;g3e6e2da66e2_0_4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20" name="Google Shape;920;g3e6e2da66e2_0_4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3" name="Shape 923"/>
        <p:cNvGrpSpPr/>
        <p:nvPr/>
      </p:nvGrpSpPr>
      <p:grpSpPr>
        <a:xfrm>
          <a:off x="0" y="0"/>
          <a:ext cx="0" cy="0"/>
          <a:chOff x="0" y="0"/>
          <a:chExt cx="0" cy="0"/>
        </a:xfrm>
      </p:grpSpPr>
      <p:sp>
        <p:nvSpPr>
          <p:cNvPr id="924" name="Google Shape;924;g3e6e2da66e2_0_4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25" name="Google Shape;925;g3e6e2da66e2_0_4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8" name="Shape 928"/>
        <p:cNvGrpSpPr/>
        <p:nvPr/>
      </p:nvGrpSpPr>
      <p:grpSpPr>
        <a:xfrm>
          <a:off x="0" y="0"/>
          <a:ext cx="0" cy="0"/>
          <a:chOff x="0" y="0"/>
          <a:chExt cx="0" cy="0"/>
        </a:xfrm>
      </p:grpSpPr>
      <p:sp>
        <p:nvSpPr>
          <p:cNvPr id="929" name="Google Shape;929;g3e6e2da66e2_0_4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30" name="Google Shape;930;g3e6e2da66e2_0_4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3" name="Shape 933"/>
        <p:cNvGrpSpPr/>
        <p:nvPr/>
      </p:nvGrpSpPr>
      <p:grpSpPr>
        <a:xfrm>
          <a:off x="0" y="0"/>
          <a:ext cx="0" cy="0"/>
          <a:chOff x="0" y="0"/>
          <a:chExt cx="0" cy="0"/>
        </a:xfrm>
      </p:grpSpPr>
      <p:sp>
        <p:nvSpPr>
          <p:cNvPr id="934" name="Google Shape;934;p20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35" name="Google Shape;935;p20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8" name="Shape 938"/>
        <p:cNvGrpSpPr/>
        <p:nvPr/>
      </p:nvGrpSpPr>
      <p:grpSpPr>
        <a:xfrm>
          <a:off x="0" y="0"/>
          <a:ext cx="0" cy="0"/>
          <a:chOff x="0" y="0"/>
          <a:chExt cx="0" cy="0"/>
        </a:xfrm>
      </p:grpSpPr>
      <p:sp>
        <p:nvSpPr>
          <p:cNvPr id="939" name="Google Shape;939;p20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40" name="Google Shape;940;p20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3" name="Shape 943"/>
        <p:cNvGrpSpPr/>
        <p:nvPr/>
      </p:nvGrpSpPr>
      <p:grpSpPr>
        <a:xfrm>
          <a:off x="0" y="0"/>
          <a:ext cx="0" cy="0"/>
          <a:chOff x="0" y="0"/>
          <a:chExt cx="0" cy="0"/>
        </a:xfrm>
      </p:grpSpPr>
      <p:sp>
        <p:nvSpPr>
          <p:cNvPr id="944" name="Google Shape;944;p20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45" name="Google Shape;945;p20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8" name="Shape 948"/>
        <p:cNvGrpSpPr/>
        <p:nvPr/>
      </p:nvGrpSpPr>
      <p:grpSpPr>
        <a:xfrm>
          <a:off x="0" y="0"/>
          <a:ext cx="0" cy="0"/>
          <a:chOff x="0" y="0"/>
          <a:chExt cx="0" cy="0"/>
        </a:xfrm>
      </p:grpSpPr>
      <p:sp>
        <p:nvSpPr>
          <p:cNvPr id="949" name="Google Shape;949;p20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50" name="Google Shape;950;p20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3" name="Shape 953"/>
        <p:cNvGrpSpPr/>
        <p:nvPr/>
      </p:nvGrpSpPr>
      <p:grpSpPr>
        <a:xfrm>
          <a:off x="0" y="0"/>
          <a:ext cx="0" cy="0"/>
          <a:chOff x="0" y="0"/>
          <a:chExt cx="0" cy="0"/>
        </a:xfrm>
      </p:grpSpPr>
      <p:sp>
        <p:nvSpPr>
          <p:cNvPr id="954" name="Google Shape;954;g3d48ab63a6f_0_26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55" name="Google Shape;955;g3d48ab63a6f_0_26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8" name="Shape 958"/>
        <p:cNvGrpSpPr/>
        <p:nvPr/>
      </p:nvGrpSpPr>
      <p:grpSpPr>
        <a:xfrm>
          <a:off x="0" y="0"/>
          <a:ext cx="0" cy="0"/>
          <a:chOff x="0" y="0"/>
          <a:chExt cx="0" cy="0"/>
        </a:xfrm>
      </p:grpSpPr>
      <p:sp>
        <p:nvSpPr>
          <p:cNvPr id="959" name="Google Shape;959;g3a42a8b53c1_2_26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60" name="Google Shape;960;g3a42a8b53c1_2_26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3" name="Shape 963"/>
        <p:cNvGrpSpPr/>
        <p:nvPr/>
      </p:nvGrpSpPr>
      <p:grpSpPr>
        <a:xfrm>
          <a:off x="0" y="0"/>
          <a:ext cx="0" cy="0"/>
          <a:chOff x="0" y="0"/>
          <a:chExt cx="0" cy="0"/>
        </a:xfrm>
      </p:grpSpPr>
      <p:sp>
        <p:nvSpPr>
          <p:cNvPr id="964" name="Google Shape;964;p20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65" name="Google Shape;965;p20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8" name="Shape 968"/>
        <p:cNvGrpSpPr/>
        <p:nvPr/>
      </p:nvGrpSpPr>
      <p:grpSpPr>
        <a:xfrm>
          <a:off x="0" y="0"/>
          <a:ext cx="0" cy="0"/>
          <a:chOff x="0" y="0"/>
          <a:chExt cx="0" cy="0"/>
        </a:xfrm>
      </p:grpSpPr>
      <p:sp>
        <p:nvSpPr>
          <p:cNvPr id="969" name="Google Shape;969;p20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70" name="Google Shape;970;p20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3" name="Shape 973"/>
        <p:cNvGrpSpPr/>
        <p:nvPr/>
      </p:nvGrpSpPr>
      <p:grpSpPr>
        <a:xfrm>
          <a:off x="0" y="0"/>
          <a:ext cx="0" cy="0"/>
          <a:chOff x="0" y="0"/>
          <a:chExt cx="0" cy="0"/>
        </a:xfrm>
      </p:grpSpPr>
      <p:sp>
        <p:nvSpPr>
          <p:cNvPr id="974" name="Google Shape;974;g3d48ab63a6f_0_27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75" name="Google Shape;975;g3d48ab63a6f_0_27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8" name="Shape 978"/>
        <p:cNvGrpSpPr/>
        <p:nvPr/>
      </p:nvGrpSpPr>
      <p:grpSpPr>
        <a:xfrm>
          <a:off x="0" y="0"/>
          <a:ext cx="0" cy="0"/>
          <a:chOff x="0" y="0"/>
          <a:chExt cx="0" cy="0"/>
        </a:xfrm>
      </p:grpSpPr>
      <p:sp>
        <p:nvSpPr>
          <p:cNvPr id="979" name="Google Shape;979;g3a42a8b53c1_2_27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80" name="Google Shape;980;g3a42a8b53c1_2_27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4" name="Shape 984"/>
        <p:cNvGrpSpPr/>
        <p:nvPr/>
      </p:nvGrpSpPr>
      <p:grpSpPr>
        <a:xfrm>
          <a:off x="0" y="0"/>
          <a:ext cx="0" cy="0"/>
          <a:chOff x="0" y="0"/>
          <a:chExt cx="0" cy="0"/>
        </a:xfrm>
      </p:grpSpPr>
      <p:sp>
        <p:nvSpPr>
          <p:cNvPr id="985" name="Google Shape;985;g3d89366497e_0_9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86" name="Google Shape;986;g3d89366497e_0_9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9" name="Shape 989"/>
        <p:cNvGrpSpPr/>
        <p:nvPr/>
      </p:nvGrpSpPr>
      <p:grpSpPr>
        <a:xfrm>
          <a:off x="0" y="0"/>
          <a:ext cx="0" cy="0"/>
          <a:chOff x="0" y="0"/>
          <a:chExt cx="0" cy="0"/>
        </a:xfrm>
      </p:grpSpPr>
      <p:sp>
        <p:nvSpPr>
          <p:cNvPr id="990" name="Google Shape;990;g3d48ab63a6f_0_27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91" name="Google Shape;991;g3d48ab63a6f_0_27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4" name="Shape 994"/>
        <p:cNvGrpSpPr/>
        <p:nvPr/>
      </p:nvGrpSpPr>
      <p:grpSpPr>
        <a:xfrm>
          <a:off x="0" y="0"/>
          <a:ext cx="0" cy="0"/>
          <a:chOff x="0" y="0"/>
          <a:chExt cx="0" cy="0"/>
        </a:xfrm>
      </p:grpSpPr>
      <p:sp>
        <p:nvSpPr>
          <p:cNvPr id="995" name="Google Shape;995;g3dd33158570_0_11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96" name="Google Shape;996;g3dd33158570_0_11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9" name="Shape 999"/>
        <p:cNvGrpSpPr/>
        <p:nvPr/>
      </p:nvGrpSpPr>
      <p:grpSpPr>
        <a:xfrm>
          <a:off x="0" y="0"/>
          <a:ext cx="0" cy="0"/>
          <a:chOff x="0" y="0"/>
          <a:chExt cx="0" cy="0"/>
        </a:xfrm>
      </p:grpSpPr>
      <p:sp>
        <p:nvSpPr>
          <p:cNvPr id="1000" name="Google Shape;1000;g3dd33158570_0_12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01" name="Google Shape;1001;g3dd33158570_0_12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4" name="Shape 1004"/>
        <p:cNvGrpSpPr/>
        <p:nvPr/>
      </p:nvGrpSpPr>
      <p:grpSpPr>
        <a:xfrm>
          <a:off x="0" y="0"/>
          <a:ext cx="0" cy="0"/>
          <a:chOff x="0" y="0"/>
          <a:chExt cx="0" cy="0"/>
        </a:xfrm>
      </p:grpSpPr>
      <p:sp>
        <p:nvSpPr>
          <p:cNvPr id="1005" name="Google Shape;1005;g3dd33158570_0_12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06" name="Google Shape;1006;g3dd33158570_0_12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9" name="Shape 1009"/>
        <p:cNvGrpSpPr/>
        <p:nvPr/>
      </p:nvGrpSpPr>
      <p:grpSpPr>
        <a:xfrm>
          <a:off x="0" y="0"/>
          <a:ext cx="0" cy="0"/>
          <a:chOff x="0" y="0"/>
          <a:chExt cx="0" cy="0"/>
        </a:xfrm>
      </p:grpSpPr>
      <p:sp>
        <p:nvSpPr>
          <p:cNvPr id="1010" name="Google Shape;1010;g3dd33158570_0_13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11" name="Google Shape;1011;g3dd33158570_0_13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4" name="Shape 1014"/>
        <p:cNvGrpSpPr/>
        <p:nvPr/>
      </p:nvGrpSpPr>
      <p:grpSpPr>
        <a:xfrm>
          <a:off x="0" y="0"/>
          <a:ext cx="0" cy="0"/>
          <a:chOff x="0" y="0"/>
          <a:chExt cx="0" cy="0"/>
        </a:xfrm>
      </p:grpSpPr>
      <p:sp>
        <p:nvSpPr>
          <p:cNvPr id="1015" name="Google Shape;1015;g3dd33158570_0_14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16" name="Google Shape;1016;g3dd33158570_0_14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9" name="Shape 1019"/>
        <p:cNvGrpSpPr/>
        <p:nvPr/>
      </p:nvGrpSpPr>
      <p:grpSpPr>
        <a:xfrm>
          <a:off x="0" y="0"/>
          <a:ext cx="0" cy="0"/>
          <a:chOff x="0" y="0"/>
          <a:chExt cx="0" cy="0"/>
        </a:xfrm>
      </p:grpSpPr>
      <p:sp>
        <p:nvSpPr>
          <p:cNvPr id="1020" name="Google Shape;1020;g3d89366497e_0_9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21" name="Google Shape;1021;g3d89366497e_0_9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4" name="Shape 1024"/>
        <p:cNvGrpSpPr/>
        <p:nvPr/>
      </p:nvGrpSpPr>
      <p:grpSpPr>
        <a:xfrm>
          <a:off x="0" y="0"/>
          <a:ext cx="0" cy="0"/>
          <a:chOff x="0" y="0"/>
          <a:chExt cx="0" cy="0"/>
        </a:xfrm>
      </p:grpSpPr>
      <p:sp>
        <p:nvSpPr>
          <p:cNvPr id="1025" name="Google Shape;1025;g3d89366497e_0_10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26" name="Google Shape;1026;g3d89366497e_0_10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9" name="Shape 1029"/>
        <p:cNvGrpSpPr/>
        <p:nvPr/>
      </p:nvGrpSpPr>
      <p:grpSpPr>
        <a:xfrm>
          <a:off x="0" y="0"/>
          <a:ext cx="0" cy="0"/>
          <a:chOff x="0" y="0"/>
          <a:chExt cx="0" cy="0"/>
        </a:xfrm>
      </p:grpSpPr>
      <p:sp>
        <p:nvSpPr>
          <p:cNvPr id="1030" name="Google Shape;1030;g3e6e2da66e2_0_2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31" name="Google Shape;1031;g3e6e2da66e2_0_2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4" name="Shape 1034"/>
        <p:cNvGrpSpPr/>
        <p:nvPr/>
      </p:nvGrpSpPr>
      <p:grpSpPr>
        <a:xfrm>
          <a:off x="0" y="0"/>
          <a:ext cx="0" cy="0"/>
          <a:chOff x="0" y="0"/>
          <a:chExt cx="0" cy="0"/>
        </a:xfrm>
      </p:grpSpPr>
      <p:sp>
        <p:nvSpPr>
          <p:cNvPr id="1035" name="Google Shape;1035;g3d72cc0870c_0_13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36" name="Google Shape;1036;g3d72cc0870c_0_13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9" name="Shape 1039"/>
        <p:cNvGrpSpPr/>
        <p:nvPr/>
      </p:nvGrpSpPr>
      <p:grpSpPr>
        <a:xfrm>
          <a:off x="0" y="0"/>
          <a:ext cx="0" cy="0"/>
          <a:chOff x="0" y="0"/>
          <a:chExt cx="0" cy="0"/>
        </a:xfrm>
      </p:grpSpPr>
      <p:sp>
        <p:nvSpPr>
          <p:cNvPr id="1040" name="Google Shape;1040;g3d72cc0870c_0_13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41" name="Google Shape;1041;g3d72cc0870c_0_13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4" name="Shape 1044"/>
        <p:cNvGrpSpPr/>
        <p:nvPr/>
      </p:nvGrpSpPr>
      <p:grpSpPr>
        <a:xfrm>
          <a:off x="0" y="0"/>
          <a:ext cx="0" cy="0"/>
          <a:chOff x="0" y="0"/>
          <a:chExt cx="0" cy="0"/>
        </a:xfrm>
      </p:grpSpPr>
      <p:sp>
        <p:nvSpPr>
          <p:cNvPr id="1045" name="Google Shape;1045;g3d72cc0870c_0_14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46" name="Google Shape;1046;g3d72cc0870c_0_14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9" name="Shape 1049"/>
        <p:cNvGrpSpPr/>
        <p:nvPr/>
      </p:nvGrpSpPr>
      <p:grpSpPr>
        <a:xfrm>
          <a:off x="0" y="0"/>
          <a:ext cx="0" cy="0"/>
          <a:chOff x="0" y="0"/>
          <a:chExt cx="0" cy="0"/>
        </a:xfrm>
      </p:grpSpPr>
      <p:sp>
        <p:nvSpPr>
          <p:cNvPr id="1050" name="Google Shape;1050;g3d89366497e_0_12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51" name="Google Shape;1051;g3d89366497e_0_12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4" name="Shape 1054"/>
        <p:cNvGrpSpPr/>
        <p:nvPr/>
      </p:nvGrpSpPr>
      <p:grpSpPr>
        <a:xfrm>
          <a:off x="0" y="0"/>
          <a:ext cx="0" cy="0"/>
          <a:chOff x="0" y="0"/>
          <a:chExt cx="0" cy="0"/>
        </a:xfrm>
      </p:grpSpPr>
      <p:sp>
        <p:nvSpPr>
          <p:cNvPr id="1055" name="Google Shape;1055;g3d89366497e_0_12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56" name="Google Shape;1056;g3d89366497e_0_12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9" name="Shape 1059"/>
        <p:cNvGrpSpPr/>
        <p:nvPr/>
      </p:nvGrpSpPr>
      <p:grpSpPr>
        <a:xfrm>
          <a:off x="0" y="0"/>
          <a:ext cx="0" cy="0"/>
          <a:chOff x="0" y="0"/>
          <a:chExt cx="0" cy="0"/>
        </a:xfrm>
      </p:grpSpPr>
      <p:sp>
        <p:nvSpPr>
          <p:cNvPr id="1060" name="Google Shape;1060;g3e6e2da66e2_0_5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61" name="Google Shape;1061;g3e6e2da66e2_0_5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4" name="Shape 1064"/>
        <p:cNvGrpSpPr/>
        <p:nvPr/>
      </p:nvGrpSpPr>
      <p:grpSpPr>
        <a:xfrm>
          <a:off x="0" y="0"/>
          <a:ext cx="0" cy="0"/>
          <a:chOff x="0" y="0"/>
          <a:chExt cx="0" cy="0"/>
        </a:xfrm>
      </p:grpSpPr>
      <p:sp>
        <p:nvSpPr>
          <p:cNvPr id="1065" name="Google Shape;1065;g3e6e2da66e2_0_5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66" name="Google Shape;1066;g3e6e2da66e2_0_5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9" name="Shape 1069"/>
        <p:cNvGrpSpPr/>
        <p:nvPr/>
      </p:nvGrpSpPr>
      <p:grpSpPr>
        <a:xfrm>
          <a:off x="0" y="0"/>
          <a:ext cx="0" cy="0"/>
          <a:chOff x="0" y="0"/>
          <a:chExt cx="0" cy="0"/>
        </a:xfrm>
      </p:grpSpPr>
      <p:sp>
        <p:nvSpPr>
          <p:cNvPr id="1070" name="Google Shape;1070;g3d89366497e_0_16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71" name="Google Shape;1071;g3d89366497e_0_16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5" name="Shape 15"/>
        <p:cNvGrpSpPr/>
        <p:nvPr/>
      </p:nvGrpSpPr>
      <p:grpSpPr>
        <a:xfrm>
          <a:off x="0" y="0"/>
          <a:ext cx="0" cy="0"/>
          <a:chOff x="0" y="0"/>
          <a:chExt cx="0" cy="0"/>
        </a:xfrm>
      </p:grpSpPr>
      <p:sp>
        <p:nvSpPr>
          <p:cNvPr id="16" name="Google Shape;16;p246"/>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246"/>
          <p:cNvSpPr txBox="1"/>
          <p:nvPr>
            <p:ph idx="1" type="body"/>
          </p:nvPr>
        </p:nvSpPr>
        <p:spPr>
          <a:xfrm>
            <a:off x="457200" y="1200150"/>
            <a:ext cx="8229600" cy="3394472"/>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8" name="Google Shape;18;p246"/>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246"/>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246"/>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1" name="Shape 21"/>
        <p:cNvGrpSpPr/>
        <p:nvPr/>
      </p:nvGrpSpPr>
      <p:grpSpPr>
        <a:xfrm>
          <a:off x="0" y="0"/>
          <a:ext cx="0" cy="0"/>
          <a:chOff x="0" y="0"/>
          <a:chExt cx="0" cy="0"/>
        </a:xfrm>
      </p:grpSpPr>
      <p:sp>
        <p:nvSpPr>
          <p:cNvPr id="22" name="Google Shape;22;p247"/>
          <p:cNvSpPr txBox="1"/>
          <p:nvPr>
            <p:ph type="ctrTitle"/>
          </p:nvPr>
        </p:nvSpPr>
        <p:spPr>
          <a:xfrm>
            <a:off x="685800" y="1597822"/>
            <a:ext cx="7772400" cy="1102519"/>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247"/>
          <p:cNvSpPr txBox="1"/>
          <p:nvPr>
            <p:ph idx="1" type="subTitle"/>
          </p:nvPr>
        </p:nvSpPr>
        <p:spPr>
          <a:xfrm>
            <a:off x="1371600" y="2914650"/>
            <a:ext cx="6400800" cy="131445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24" name="Google Shape;24;p247"/>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247"/>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247"/>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248"/>
          <p:cNvSpPr txBox="1"/>
          <p:nvPr>
            <p:ph type="title"/>
          </p:nvPr>
        </p:nvSpPr>
        <p:spPr>
          <a:xfrm>
            <a:off x="722313" y="3305178"/>
            <a:ext cx="7772400" cy="1021557"/>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4000"/>
              <a:buFont typeface="Arial"/>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248"/>
          <p:cNvSpPr txBox="1"/>
          <p:nvPr>
            <p:ph idx="1" type="body"/>
          </p:nvPr>
        </p:nvSpPr>
        <p:spPr>
          <a:xfrm>
            <a:off x="722313" y="2180035"/>
            <a:ext cx="7772400" cy="1125140"/>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30" name="Google Shape;30;p248"/>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248"/>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248"/>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249"/>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249"/>
          <p:cNvSpPr txBox="1"/>
          <p:nvPr>
            <p:ph idx="1" type="body"/>
          </p:nvPr>
        </p:nvSpPr>
        <p:spPr>
          <a:xfrm>
            <a:off x="457200" y="1200150"/>
            <a:ext cx="4038600" cy="3394472"/>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6" name="Google Shape;36;p249"/>
          <p:cNvSpPr txBox="1"/>
          <p:nvPr>
            <p:ph idx="2" type="body"/>
          </p:nvPr>
        </p:nvSpPr>
        <p:spPr>
          <a:xfrm>
            <a:off x="4648200" y="1200150"/>
            <a:ext cx="4038600" cy="3394472"/>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7" name="Google Shape;37;p249"/>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249"/>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249"/>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250"/>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400"/>
              <a:buFont typeface="Arial"/>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250"/>
          <p:cNvSpPr txBox="1"/>
          <p:nvPr>
            <p:ph idx="1" type="body"/>
          </p:nvPr>
        </p:nvSpPr>
        <p:spPr>
          <a:xfrm>
            <a:off x="457200" y="1151335"/>
            <a:ext cx="4040188" cy="47982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3" name="Google Shape;43;p250"/>
          <p:cNvSpPr txBox="1"/>
          <p:nvPr>
            <p:ph idx="2" type="body"/>
          </p:nvPr>
        </p:nvSpPr>
        <p:spPr>
          <a:xfrm>
            <a:off x="457200" y="1631156"/>
            <a:ext cx="4040188" cy="2963466"/>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4" name="Google Shape;44;p250"/>
          <p:cNvSpPr txBox="1"/>
          <p:nvPr>
            <p:ph idx="3" type="body"/>
          </p:nvPr>
        </p:nvSpPr>
        <p:spPr>
          <a:xfrm>
            <a:off x="4645031" y="1151335"/>
            <a:ext cx="4041775" cy="47982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5" name="Google Shape;45;p250"/>
          <p:cNvSpPr txBox="1"/>
          <p:nvPr>
            <p:ph idx="4" type="body"/>
          </p:nvPr>
        </p:nvSpPr>
        <p:spPr>
          <a:xfrm>
            <a:off x="4645031" y="1631156"/>
            <a:ext cx="4041775" cy="2963466"/>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6" name="Google Shape;46;p250"/>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250"/>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250"/>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251"/>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251"/>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251"/>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251"/>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4" name="Shape 54"/>
        <p:cNvGrpSpPr/>
        <p:nvPr/>
      </p:nvGrpSpPr>
      <p:grpSpPr>
        <a:xfrm>
          <a:off x="0" y="0"/>
          <a:ext cx="0" cy="0"/>
          <a:chOff x="0" y="0"/>
          <a:chExt cx="0" cy="0"/>
        </a:xfrm>
      </p:grpSpPr>
      <p:sp>
        <p:nvSpPr>
          <p:cNvPr id="55" name="Google Shape;55;p252"/>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252"/>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252"/>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253"/>
          <p:cNvSpPr txBox="1"/>
          <p:nvPr>
            <p:ph type="title"/>
          </p:nvPr>
        </p:nvSpPr>
        <p:spPr>
          <a:xfrm>
            <a:off x="457206" y="204788"/>
            <a:ext cx="3008313" cy="8715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Arial"/>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253"/>
          <p:cNvSpPr txBox="1"/>
          <p:nvPr>
            <p:ph idx="1" type="body"/>
          </p:nvPr>
        </p:nvSpPr>
        <p:spPr>
          <a:xfrm>
            <a:off x="3575050" y="204789"/>
            <a:ext cx="5111750" cy="4389835"/>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61" name="Google Shape;61;p253"/>
          <p:cNvSpPr txBox="1"/>
          <p:nvPr>
            <p:ph idx="2" type="body"/>
          </p:nvPr>
        </p:nvSpPr>
        <p:spPr>
          <a:xfrm>
            <a:off x="457206" y="1076328"/>
            <a:ext cx="3008313" cy="3518297"/>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2" name="Google Shape;62;p253"/>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253"/>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253"/>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254"/>
          <p:cNvSpPr txBox="1"/>
          <p:nvPr>
            <p:ph type="title"/>
          </p:nvPr>
        </p:nvSpPr>
        <p:spPr>
          <a:xfrm>
            <a:off x="1792288" y="3600450"/>
            <a:ext cx="5486400" cy="425054"/>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Arial"/>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254"/>
          <p:cNvSpPr/>
          <p:nvPr>
            <p:ph idx="2" type="pic"/>
          </p:nvPr>
        </p:nvSpPr>
        <p:spPr>
          <a:xfrm>
            <a:off x="1792288" y="459581"/>
            <a:ext cx="5486400" cy="3086100"/>
          </a:xfrm>
          <a:prstGeom prst="rect">
            <a:avLst/>
          </a:prstGeom>
          <a:noFill/>
          <a:ln>
            <a:noFill/>
          </a:ln>
        </p:spPr>
      </p:sp>
      <p:sp>
        <p:nvSpPr>
          <p:cNvPr id="68" name="Google Shape;68;p254"/>
          <p:cNvSpPr txBox="1"/>
          <p:nvPr>
            <p:ph idx="1" type="body"/>
          </p:nvPr>
        </p:nvSpPr>
        <p:spPr>
          <a:xfrm>
            <a:off x="1792288" y="4025504"/>
            <a:ext cx="5486400" cy="603646"/>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9" name="Google Shape;69;p254"/>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254"/>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254"/>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255"/>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255"/>
          <p:cNvSpPr txBox="1"/>
          <p:nvPr>
            <p:ph idx="1" type="body"/>
          </p:nvPr>
        </p:nvSpPr>
        <p:spPr>
          <a:xfrm rot="5400000">
            <a:off x="2874764" y="-1217414"/>
            <a:ext cx="3394472" cy="82296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5" name="Google Shape;75;p255"/>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255"/>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255"/>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256"/>
          <p:cNvSpPr txBox="1"/>
          <p:nvPr>
            <p:ph type="title"/>
          </p:nvPr>
        </p:nvSpPr>
        <p:spPr>
          <a:xfrm rot="5400000">
            <a:off x="5463778" y="1371603"/>
            <a:ext cx="4388644" cy="20574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256"/>
          <p:cNvSpPr txBox="1"/>
          <p:nvPr>
            <p:ph idx="1" type="body"/>
          </p:nvPr>
        </p:nvSpPr>
        <p:spPr>
          <a:xfrm rot="5400000">
            <a:off x="1272778" y="-609597"/>
            <a:ext cx="4388644" cy="60198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81" name="Google Shape;81;p256"/>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256"/>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256"/>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245"/>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245"/>
          <p:cNvSpPr txBox="1"/>
          <p:nvPr>
            <p:ph idx="1" type="body"/>
          </p:nvPr>
        </p:nvSpPr>
        <p:spPr>
          <a:xfrm>
            <a:off x="457200" y="1200150"/>
            <a:ext cx="8229600" cy="3394472"/>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Arial"/>
                <a:ea typeface="Arial"/>
                <a:cs typeface="Arial"/>
                <a:sym typeface="Arial"/>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
        <p:nvSpPr>
          <p:cNvPr id="12" name="Google Shape;12;p245"/>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3" name="Google Shape;13;p245"/>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4" name="Google Shape;14;p245"/>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5.xml"/><Relationship Id="rId3" Type="http://schemas.openxmlformats.org/officeDocument/2006/relationships/image" Target="../media/image2.png"/></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3.xml"/><Relationship Id="rId3" Type="http://schemas.openxmlformats.org/officeDocument/2006/relationships/image" Target="../media/image2.png"/></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1.xml"/><Relationship Id="rId3" Type="http://schemas.openxmlformats.org/officeDocument/2006/relationships/image" Target="../media/image2.png"/></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6.xml"/><Relationship Id="rId3" Type="http://schemas.openxmlformats.org/officeDocument/2006/relationships/image" Target="../media/image2.png"/></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7.xml"/><Relationship Id="rId3" Type="http://schemas.openxmlformats.org/officeDocument/2006/relationships/image" Target="../media/image6.png"/></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4.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5.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6.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8.xml"/><Relationship Id="rId3" Type="http://schemas.openxmlformats.org/officeDocument/2006/relationships/image" Target="../media/image4.png"/></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9.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0.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1.xml"/><Relationship Id="rId3" Type="http://schemas.openxmlformats.org/officeDocument/2006/relationships/image" Target="../media/image3.png"/></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2.xml"/><Relationship Id="rId3" Type="http://schemas.openxmlformats.org/officeDocument/2006/relationships/image" Target="../media/image2.png"/></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3.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4.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5.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6.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8.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9.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0.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1.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3.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4.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5.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6.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8.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9.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0.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1.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3.xml"/><Relationship Id="rId3" Type="http://schemas.openxmlformats.org/officeDocument/2006/relationships/image" Target="../media/image2.png"/></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4.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5.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6.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8.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9.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0.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1.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3.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4.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5.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6.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7.xml"/><Relationship Id="rId3" Type="http://schemas.openxmlformats.org/officeDocument/2006/relationships/image" Target="../media/image1.jpg"/></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8.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9.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0.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1.xml"/><Relationship Id="rId3" Type="http://schemas.openxmlformats.org/officeDocument/2006/relationships/image" Target="../media/image1.jpg"/></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2.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3.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4.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5.xml"/><Relationship Id="rId3" Type="http://schemas.openxmlformats.org/officeDocument/2006/relationships/image" Target="../media/image1.jpg"/></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6.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7.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8.xml"/><Relationship Id="rId3" Type="http://schemas.openxmlformats.org/officeDocument/2006/relationships/image" Target="../media/image1.jpg"/></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9.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0.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1.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2.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3.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4.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5.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6.xml"/><Relationship Id="rId3" Type="http://schemas.openxmlformats.org/officeDocument/2006/relationships/image" Target="../media/image2.png"/></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7.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8.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9.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0.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1.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2.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3.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4.xml"/><Relationship Id="rId3"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pic>
        <p:nvPicPr>
          <p:cNvPr id="88" name="Google Shape;88;g3baa6357486_0_118"/>
          <p:cNvPicPr preferRelativeResize="0"/>
          <p:nvPr/>
        </p:nvPicPr>
        <p:blipFill rotWithShape="1">
          <a:blip r:embed="rId3">
            <a:alphaModFix/>
          </a:blip>
          <a:srcRect b="0" l="0" r="0" t="0"/>
          <a:stretch/>
        </p:blipFill>
        <p:spPr>
          <a:xfrm>
            <a:off x="0" y="0"/>
            <a:ext cx="9144018" cy="5143501"/>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3200"/>
              <a:buNone/>
            </a:pPr>
            <a:r>
              <a:t/>
            </a:r>
            <a:endParaRPr b="1">
              <a:solidFill>
                <a:schemeClr val="dk1"/>
              </a:solidFill>
              <a:latin typeface="Times New Roman"/>
              <a:ea typeface="Times New Roman"/>
              <a:cs typeface="Times New Roman"/>
              <a:sym typeface="Times New Roman"/>
            </a:endParaRPr>
          </a:p>
          <a:p>
            <a:pPr indent="0" lvl="0" marL="0" rtl="0" algn="ctr">
              <a:lnSpc>
                <a:spcPct val="100000"/>
              </a:lnSpc>
              <a:spcBef>
                <a:spcPts val="0"/>
              </a:spcBef>
              <a:spcAft>
                <a:spcPts val="0"/>
              </a:spcAft>
              <a:buClr>
                <a:schemeClr val="lt1"/>
              </a:buClr>
              <a:buSzPts val="8000"/>
              <a:buNone/>
            </a:pPr>
            <a:r>
              <a:rPr b="1" lang="en-US" sz="8000">
                <a:solidFill>
                  <a:schemeClr val="lt1"/>
                </a:solidFill>
                <a:latin typeface="Times New Roman"/>
                <a:ea typeface="Times New Roman"/>
                <a:cs typeface="Times New Roman"/>
                <a:sym typeface="Times New Roman"/>
              </a:rPr>
              <a:t>Nhân danh Cha </a:t>
            </a:r>
            <a:r>
              <a:rPr b="1" lang="en-US" sz="8000">
                <a:solidFill>
                  <a:srgbClr val="EE0000"/>
                </a:solidFill>
                <a:latin typeface="Times New Roman"/>
                <a:ea typeface="Times New Roman"/>
                <a:cs typeface="Times New Roman"/>
                <a:sym typeface="Times New Roman"/>
              </a:rPr>
              <a:t>†</a:t>
            </a:r>
            <a:r>
              <a:rPr b="1" lang="en-US" sz="8000">
                <a:solidFill>
                  <a:schemeClr val="lt1"/>
                </a:solidFill>
                <a:latin typeface="Times New Roman"/>
                <a:ea typeface="Times New Roman"/>
                <a:cs typeface="Times New Roman"/>
                <a:sym typeface="Times New Roman"/>
              </a:rPr>
              <a:t> </a:t>
            </a:r>
            <a:endParaRPr/>
          </a:p>
          <a:p>
            <a:pPr indent="0" lvl="0" marL="0" rtl="0" algn="ctr">
              <a:lnSpc>
                <a:spcPct val="100000"/>
              </a:lnSpc>
              <a:spcBef>
                <a:spcPts val="0"/>
              </a:spcBef>
              <a:spcAft>
                <a:spcPts val="0"/>
              </a:spcAft>
              <a:buClr>
                <a:schemeClr val="lt1"/>
              </a:buClr>
              <a:buSzPts val="8000"/>
              <a:buNone/>
            </a:pPr>
            <a:r>
              <a:rPr b="1" lang="en-US" sz="8000">
                <a:solidFill>
                  <a:schemeClr val="lt1"/>
                </a:solidFill>
                <a:latin typeface="Times New Roman"/>
                <a:ea typeface="Times New Roman"/>
                <a:cs typeface="Times New Roman"/>
                <a:sym typeface="Times New Roman"/>
              </a:rPr>
              <a:t>và Con </a:t>
            </a:r>
            <a:r>
              <a:rPr b="1" lang="en-US" sz="8000">
                <a:solidFill>
                  <a:srgbClr val="EE0000"/>
                </a:solidFill>
                <a:latin typeface="Times New Roman"/>
                <a:ea typeface="Times New Roman"/>
                <a:cs typeface="Times New Roman"/>
                <a:sym typeface="Times New Roman"/>
              </a:rPr>
              <a:t>†</a:t>
            </a:r>
            <a:r>
              <a:rPr b="1" lang="en-US" sz="8000">
                <a:solidFill>
                  <a:schemeClr val="lt1"/>
                </a:solidFill>
                <a:latin typeface="Times New Roman"/>
                <a:ea typeface="Times New Roman"/>
                <a:cs typeface="Times New Roman"/>
                <a:sym typeface="Times New Roman"/>
              </a:rPr>
              <a:t> và Thánh Thần </a:t>
            </a:r>
            <a:r>
              <a:rPr b="1" lang="en-US" sz="8000">
                <a:solidFill>
                  <a:srgbClr val="EE0000"/>
                </a:solidFill>
                <a:latin typeface="Times New Roman"/>
                <a:ea typeface="Times New Roman"/>
                <a:cs typeface="Times New Roman"/>
                <a:sym typeface="Times New Roman"/>
              </a:rPr>
              <a:t>†</a:t>
            </a:r>
            <a:r>
              <a:rPr b="1" lang="en-US" sz="8000">
                <a:solidFill>
                  <a:schemeClr val="lt1"/>
                </a:solidFill>
                <a:latin typeface="Times New Roman"/>
                <a:ea typeface="Times New Roman"/>
                <a:cs typeface="Times New Roman"/>
                <a:sym typeface="Times New Roman"/>
              </a:rPr>
              <a:t>. Amen.</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3"/>
          <p:cNvSpPr txBox="1"/>
          <p:nvPr>
            <p:ph idx="1" type="subTitle"/>
          </p:nvPr>
        </p:nvSpPr>
        <p:spPr>
          <a:xfrm>
            <a:off x="0" y="0"/>
            <a:ext cx="9144000" cy="5143500"/>
          </a:xfrm>
          <a:prstGeom prst="rect">
            <a:avLst/>
          </a:prstGeom>
          <a:solidFill>
            <a:srgbClr val="002060"/>
          </a:solidFill>
          <a:ln cap="flat" cmpd="sng" w="9525">
            <a:solidFill>
              <a:srgbClr val="002060"/>
            </a:solidFill>
            <a:prstDash val="solid"/>
            <a:round/>
            <a:headEnd len="sm" w="sm" type="none"/>
            <a:tailEnd len="sm" w="sm" type="none"/>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accent4"/>
              </a:buClr>
              <a:buSzPts val="4000"/>
              <a:buNone/>
            </a:pPr>
            <a:r>
              <a:rPr b="1" lang="en-US" sz="4000">
                <a:solidFill>
                  <a:schemeClr val="accent4"/>
                </a:solidFill>
                <a:latin typeface="Times New Roman"/>
                <a:ea typeface="Times New Roman"/>
                <a:cs typeface="Times New Roman"/>
                <a:sym typeface="Times New Roman"/>
              </a:rPr>
              <a:t>KINH CHÚA THÁNH THẦN</a:t>
            </a:r>
            <a:endParaRPr b="1" sz="4000">
              <a:solidFill>
                <a:schemeClr val="accent4"/>
              </a:solidFill>
              <a:latin typeface="Times New Roman"/>
              <a:ea typeface="Times New Roman"/>
              <a:cs typeface="Times New Roman"/>
              <a:sym typeface="Times New Roman"/>
            </a:endParaRPr>
          </a:p>
          <a:p>
            <a:pPr indent="0" lvl="0" marL="0" rtl="0" algn="just">
              <a:lnSpc>
                <a:spcPct val="100000"/>
              </a:lnSpc>
              <a:spcBef>
                <a:spcPts val="60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lạy ơn Đức Chúa Thánh Thần, thiêng liêng sáng láng vô cùng.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xin Đức Chúa Thánh Thần xuống đầy lòng chúng con, là kẻ tin cậy Đức Chúa Trời,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5"/>
          <p:cNvSpPr txBox="1"/>
          <p:nvPr>
            <p:ph idx="1" type="subTitle"/>
          </p:nvPr>
        </p:nvSpPr>
        <p:spPr>
          <a:xfrm>
            <a:off x="0" y="0"/>
            <a:ext cx="9144000" cy="5143500"/>
          </a:xfrm>
          <a:prstGeom prst="rect">
            <a:avLst/>
          </a:prstGeom>
          <a:solidFill>
            <a:srgbClr val="002060"/>
          </a:solidFill>
          <a:ln>
            <a:noFill/>
          </a:ln>
        </p:spPr>
        <p:txBody>
          <a:bodyPr anchorCtr="0" anchor="t" bIns="91425" lIns="91425" spcFirstLastPara="1" rIns="91425" wrap="square" tIns="182875">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đốt lửa kính mến Đức Chúa Trời trong lòng chúng con;</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xin Đức Chúa Trời cho Đức Chúa Thánh Thần xuống,</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182875">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sửa lại mọi sự trong ngoài chúng con. Chúng con cầu cùng Đức Chúa Trời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182875">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xưa đã cho Đức Chúa Thánh Thần xuống soi lòng dạy dỗ các Thánh Tông Đồ,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9"/>
          <p:cNvSpPr txBox="1"/>
          <p:nvPr>
            <p:ph idx="1" type="subTitle"/>
          </p:nvPr>
        </p:nvSpPr>
        <p:spPr>
          <a:xfrm>
            <a:off x="0" y="0"/>
            <a:ext cx="9144000" cy="5143500"/>
          </a:xfrm>
          <a:prstGeom prst="rect">
            <a:avLst/>
          </a:prstGeom>
          <a:solidFill>
            <a:srgbClr val="002060"/>
          </a:solidFill>
          <a:ln>
            <a:noFill/>
          </a:ln>
        </p:spPr>
        <p:txBody>
          <a:bodyPr anchorCtr="0" anchor="t" bIns="91425" lIns="91425" spcFirstLastPara="1" rIns="91425" wrap="square" tIns="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thì rày chúng con cũng xin Đức Chúa Trời cho Đức Chúa Thánh Thần lại xuống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10"/>
          <p:cNvSpPr txBox="1"/>
          <p:nvPr>
            <p:ph idx="1" type="subTitle"/>
          </p:nvPr>
        </p:nvSpPr>
        <p:spPr>
          <a:xfrm>
            <a:off x="1" y="0"/>
            <a:ext cx="9144000" cy="5143499"/>
          </a:xfrm>
          <a:prstGeom prst="rect">
            <a:avLst/>
          </a:prstGeom>
          <a:solidFill>
            <a:srgbClr val="002060"/>
          </a:solidFill>
          <a:ln>
            <a:noFill/>
          </a:ln>
        </p:spPr>
        <p:txBody>
          <a:bodyPr anchorCtr="0" anchor="t" bIns="91425" lIns="91425" spcFirstLastPara="1" rIns="91425" wrap="square" tIns="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an ủi dạy dỗ chúng con làm những việc lành,</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11"/>
          <p:cNvSpPr txBox="1"/>
          <p:nvPr>
            <p:ph idx="1" type="subTitle"/>
          </p:nvPr>
        </p:nvSpPr>
        <p:spPr>
          <a:xfrm>
            <a:off x="0" y="0"/>
            <a:ext cx="9144000" cy="5143500"/>
          </a:xfrm>
          <a:prstGeom prst="rect">
            <a:avLst/>
          </a:prstGeom>
          <a:solidFill>
            <a:srgbClr val="002060"/>
          </a:solidFill>
          <a:ln>
            <a:noFill/>
          </a:ln>
        </p:spPr>
        <p:txBody>
          <a:bodyPr anchorCtr="0" anchor="t" bIns="91425" lIns="91425" spcFirstLastPara="1" rIns="91425" wrap="square" tIns="91425">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vì công nghiệp vô cùng Đức Chúa Giêsu Kitô là Chúa chúng con. Amen.</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1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accent4"/>
              </a:buClr>
              <a:buSzPts val="17600"/>
              <a:buNone/>
            </a:pPr>
            <a:r>
              <a:rPr b="1" lang="en-US" sz="10000">
                <a:solidFill>
                  <a:schemeClr val="accent4"/>
                </a:solidFill>
                <a:latin typeface="Times New Roman"/>
                <a:ea typeface="Times New Roman"/>
                <a:cs typeface="Times New Roman"/>
                <a:sym typeface="Times New Roman"/>
              </a:rPr>
              <a:t>XIN </a:t>
            </a:r>
            <a:br>
              <a:rPr b="1" lang="en-US" sz="10000">
                <a:solidFill>
                  <a:schemeClr val="accent4"/>
                </a:solidFill>
                <a:latin typeface="Times New Roman"/>
                <a:ea typeface="Times New Roman"/>
                <a:cs typeface="Times New Roman"/>
                <a:sym typeface="Times New Roman"/>
              </a:rPr>
            </a:br>
            <a:r>
              <a:rPr b="1" lang="en-US" sz="10000">
                <a:solidFill>
                  <a:schemeClr val="accent4"/>
                </a:solidFill>
                <a:latin typeface="Times New Roman"/>
                <a:ea typeface="Times New Roman"/>
                <a:cs typeface="Times New Roman"/>
                <a:sym typeface="Times New Roman"/>
              </a:rPr>
              <a:t>MỜI </a:t>
            </a:r>
            <a:br>
              <a:rPr b="1" lang="en-US" sz="10000">
                <a:solidFill>
                  <a:schemeClr val="accent4"/>
                </a:solidFill>
                <a:latin typeface="Times New Roman"/>
                <a:ea typeface="Times New Roman"/>
                <a:cs typeface="Times New Roman"/>
                <a:sym typeface="Times New Roman"/>
              </a:rPr>
            </a:br>
            <a:r>
              <a:rPr b="1" lang="en-US" sz="10000">
                <a:solidFill>
                  <a:schemeClr val="accent4"/>
                </a:solidFill>
                <a:latin typeface="Times New Roman"/>
                <a:ea typeface="Times New Roman"/>
                <a:cs typeface="Times New Roman"/>
                <a:sym typeface="Times New Roman"/>
              </a:rPr>
              <a:t>ĐỨNG</a:t>
            </a:r>
            <a:endParaRPr sz="10000"/>
          </a:p>
          <a:p>
            <a:pPr indent="0" lvl="0" marL="0" rtl="0" algn="ctr">
              <a:lnSpc>
                <a:spcPct val="120000"/>
              </a:lnSpc>
              <a:spcBef>
                <a:spcPts val="64"/>
              </a:spcBef>
              <a:spcAft>
                <a:spcPts val="0"/>
              </a:spcAft>
              <a:buClr>
                <a:srgbClr val="888888"/>
              </a:buClr>
              <a:buSzPts val="1275"/>
              <a:buNone/>
            </a:pPr>
            <a:r>
              <a:t/>
            </a:r>
            <a:endParaRPr sz="10000">
              <a:solidFill>
                <a:schemeClr val="lt1"/>
              </a:solidFill>
              <a:latin typeface="Times New Roman"/>
              <a:ea typeface="Times New Roman"/>
              <a:cs typeface="Times New Roman"/>
              <a:sym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g3d573131aa0_0_17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25000"/>
          </a:bodyPr>
          <a:lstStyle/>
          <a:p>
            <a:pPr indent="0" lvl="0" marL="0" rtl="0" algn="ctr">
              <a:lnSpc>
                <a:spcPct val="100000"/>
              </a:lnSpc>
              <a:spcBef>
                <a:spcPts val="0"/>
              </a:spcBef>
              <a:spcAft>
                <a:spcPts val="0"/>
              </a:spcAft>
              <a:buClr>
                <a:schemeClr val="accent4"/>
              </a:buClr>
              <a:buSzPct val="100000"/>
              <a:buNone/>
            </a:pPr>
            <a:r>
              <a:rPr b="1" lang="en-US" sz="17600">
                <a:solidFill>
                  <a:schemeClr val="accent4"/>
                </a:solidFill>
                <a:latin typeface="Times New Roman"/>
                <a:ea typeface="Times New Roman"/>
                <a:cs typeface="Times New Roman"/>
                <a:sym typeface="Times New Roman"/>
              </a:rPr>
              <a:t>LẠY NỮ VƯƠNG THIÊN ĐÀNG</a:t>
            </a:r>
            <a:endParaRPr/>
          </a:p>
          <a:p>
            <a:pPr indent="0" lvl="0" marL="0" rtl="0" algn="just">
              <a:lnSpc>
                <a:spcPct val="100000"/>
              </a:lnSpc>
              <a:spcBef>
                <a:spcPts val="1440"/>
              </a:spcBef>
              <a:spcAft>
                <a:spcPts val="0"/>
              </a:spcAft>
              <a:buClr>
                <a:schemeClr val="accent4"/>
              </a:buClr>
              <a:buSzPct val="100000"/>
              <a:buNone/>
            </a:pPr>
            <a:r>
              <a:rPr b="1" i="1" lang="en-US" sz="19200" u="sng">
                <a:solidFill>
                  <a:schemeClr val="accent4"/>
                </a:solidFill>
                <a:latin typeface="Times New Roman"/>
                <a:ea typeface="Times New Roman"/>
                <a:cs typeface="Times New Roman"/>
                <a:sym typeface="Times New Roman"/>
              </a:rPr>
              <a:t>Xướng:</a:t>
            </a:r>
            <a:r>
              <a:rPr b="1" lang="en-US" sz="26400">
                <a:solidFill>
                  <a:schemeClr val="accent4"/>
                </a:solidFill>
                <a:latin typeface="Times New Roman"/>
                <a:ea typeface="Times New Roman"/>
                <a:cs typeface="Times New Roman"/>
                <a:sym typeface="Times New Roman"/>
              </a:rPr>
              <a:t> </a:t>
            </a:r>
            <a:r>
              <a:rPr b="1" lang="en-US" sz="28800">
                <a:solidFill>
                  <a:schemeClr val="lt1"/>
                </a:solidFill>
                <a:latin typeface="Times New Roman"/>
                <a:ea typeface="Times New Roman"/>
                <a:cs typeface="Times New Roman"/>
                <a:sym typeface="Times New Roman"/>
              </a:rPr>
              <a:t>Lạy Nữ Vương Thiên Đàng hãy vui mừng – Alleluia</a:t>
            </a:r>
            <a:endParaRPr/>
          </a:p>
          <a:p>
            <a:pPr indent="0" lvl="0" marL="0" rtl="0" algn="ctr">
              <a:lnSpc>
                <a:spcPct val="120000"/>
              </a:lnSpc>
              <a:spcBef>
                <a:spcPts val="64"/>
              </a:spcBef>
              <a:spcAft>
                <a:spcPts val="0"/>
              </a:spcAft>
              <a:buClr>
                <a:srgbClr val="888888"/>
              </a:buClr>
              <a:buSzPct val="100000"/>
              <a:buNone/>
            </a:pPr>
            <a:r>
              <a:t/>
            </a:r>
            <a:endParaRPr sz="1275">
              <a:solidFill>
                <a:schemeClr val="lt1"/>
              </a:solidFill>
              <a:latin typeface="Times New Roman"/>
              <a:ea typeface="Times New Roman"/>
              <a:cs typeface="Times New Roman"/>
              <a:sym typeface="Times New Roman"/>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1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Đáp: </a:t>
            </a:r>
            <a:r>
              <a:rPr b="1" lang="en-US" sz="7200">
                <a:solidFill>
                  <a:schemeClr val="lt1"/>
                </a:solidFill>
                <a:latin typeface="Times New Roman"/>
                <a:ea typeface="Times New Roman"/>
                <a:cs typeface="Times New Roman"/>
                <a:sym typeface="Times New Roman"/>
              </a:rPr>
              <a:t>Vì Đấng Mẹ đã đáng cưu mang trong lòng – Alleluia.</a:t>
            </a:r>
            <a:br>
              <a:rPr b="1" i="1" lang="en-US" sz="6000">
                <a:solidFill>
                  <a:schemeClr val="accent4"/>
                </a:solidFill>
                <a:latin typeface="Times New Roman"/>
                <a:ea typeface="Times New Roman"/>
                <a:cs typeface="Times New Roman"/>
                <a:sym typeface="Times New Roman"/>
              </a:rPr>
            </a:br>
            <a:endParaRPr b="1" i="1" sz="6000">
              <a:solidFill>
                <a:schemeClr val="accent4"/>
              </a:solidFill>
              <a:latin typeface="Times New Roman"/>
              <a:ea typeface="Times New Roman"/>
              <a:cs typeface="Times New Roman"/>
              <a:sym typeface="Times New Roman"/>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1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Xướng: </a:t>
            </a:r>
            <a:r>
              <a:rPr b="1" lang="en-US" sz="7200">
                <a:solidFill>
                  <a:schemeClr val="lt1"/>
                </a:solidFill>
                <a:latin typeface="Times New Roman"/>
                <a:ea typeface="Times New Roman"/>
                <a:cs typeface="Times New Roman"/>
                <a:sym typeface="Times New Roman"/>
              </a:rPr>
              <a:t>Người đã sống lại thật như lời đã phán hứa – Alleluia</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1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Đáp: </a:t>
            </a:r>
            <a:r>
              <a:rPr b="1" lang="en-US" sz="7500">
                <a:solidFill>
                  <a:schemeClr val="lt1"/>
                </a:solidFill>
                <a:latin typeface="Times New Roman"/>
                <a:ea typeface="Times New Roman"/>
                <a:cs typeface="Times New Roman"/>
                <a:sym typeface="Times New Roman"/>
              </a:rPr>
              <a:t>Xin cầu cùng Chúa cho chúng con – Alleluia</a:t>
            </a:r>
            <a:endParaRPr b="1" i="1" sz="4800">
              <a:solidFill>
                <a:schemeClr val="accent1"/>
              </a:solidFill>
              <a:latin typeface="Times New Roman"/>
              <a:ea typeface="Times New Roman"/>
              <a:cs typeface="Times New Roman"/>
              <a:sym typeface="Times New Roman"/>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1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1200"/>
              </a:spcBef>
              <a:spcAft>
                <a:spcPts val="0"/>
              </a:spcAft>
              <a:buClr>
                <a:schemeClr val="accent4"/>
              </a:buClr>
              <a:buSzPts val="4800"/>
              <a:buNone/>
            </a:pPr>
            <a:r>
              <a:rPr b="1" i="1" lang="en-US" sz="4800" u="sng">
                <a:solidFill>
                  <a:schemeClr val="accent4"/>
                </a:solidFill>
                <a:latin typeface="Times New Roman"/>
                <a:ea typeface="Times New Roman"/>
                <a:cs typeface="Times New Roman"/>
                <a:sym typeface="Times New Roman"/>
              </a:rPr>
              <a:t>Xướng:</a:t>
            </a:r>
            <a:r>
              <a:rPr b="1" lang="en-US" sz="7200">
                <a:solidFill>
                  <a:schemeClr val="accent4"/>
                </a:solidFill>
                <a:latin typeface="Times New Roman"/>
                <a:ea typeface="Times New Roman"/>
                <a:cs typeface="Times New Roman"/>
                <a:sym typeface="Times New Roman"/>
              </a:rPr>
              <a:t> </a:t>
            </a:r>
            <a:r>
              <a:rPr b="1" lang="en-US" sz="8000">
                <a:solidFill>
                  <a:schemeClr val="lt1"/>
                </a:solidFill>
                <a:latin typeface="Times New Roman"/>
                <a:ea typeface="Times New Roman"/>
                <a:cs typeface="Times New Roman"/>
                <a:sym typeface="Times New Roman"/>
              </a:rPr>
              <a:t>Lạy Thánh Nữ Đồng Trinh Maria hãy hỉ hoan khoái lạc – Alleluia.</a:t>
            </a:r>
            <a:endParaRPr b="1" sz="6000">
              <a:solidFill>
                <a:schemeClr val="lt1"/>
              </a:solidFill>
              <a:latin typeface="Times New Roman"/>
              <a:ea typeface="Times New Roman"/>
              <a:cs typeface="Times New Roman"/>
              <a:sym typeface="Times New Roman"/>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1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1"/>
              </a:buClr>
              <a:buSzPts val="4800"/>
              <a:buNone/>
            </a:pPr>
            <a:r>
              <a:rPr b="1" i="1" lang="en-US" sz="4800">
                <a:solidFill>
                  <a:schemeClr val="accent4"/>
                </a:solidFill>
                <a:latin typeface="Times New Roman"/>
                <a:ea typeface="Times New Roman"/>
                <a:cs typeface="Times New Roman"/>
                <a:sym typeface="Times New Roman"/>
              </a:rPr>
              <a:t>Đáp: </a:t>
            </a:r>
            <a:r>
              <a:rPr b="1" lang="en-US" sz="8000">
                <a:solidFill>
                  <a:schemeClr val="lt1"/>
                </a:solidFill>
                <a:latin typeface="Times New Roman"/>
                <a:ea typeface="Times New Roman"/>
                <a:cs typeface="Times New Roman"/>
                <a:sym typeface="Times New Roman"/>
              </a:rPr>
              <a:t>Vì Chúa đã sống lại thật – Alleluia</a:t>
            </a:r>
            <a:endParaRPr b="1" i="1" sz="4800">
              <a:solidFill>
                <a:schemeClr val="accent1"/>
              </a:solidFill>
              <a:latin typeface="Times New Roman"/>
              <a:ea typeface="Times New Roman"/>
              <a:cs typeface="Times New Roman"/>
              <a:sym typeface="Times New Roman"/>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2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ctr">
              <a:lnSpc>
                <a:spcPct val="100000"/>
              </a:lnSpc>
              <a:spcBef>
                <a:spcPts val="0"/>
              </a:spcBef>
              <a:spcAft>
                <a:spcPts val="0"/>
              </a:spcAft>
              <a:buClr>
                <a:schemeClr val="accent4"/>
              </a:buClr>
              <a:buSzPts val="4800"/>
              <a:buNone/>
            </a:pPr>
            <a:r>
              <a:rPr b="1" lang="en-US" sz="4800">
                <a:solidFill>
                  <a:schemeClr val="accent4"/>
                </a:solidFill>
                <a:latin typeface="Times New Roman"/>
                <a:ea typeface="Times New Roman"/>
                <a:cs typeface="Times New Roman"/>
                <a:sym typeface="Times New Roman"/>
              </a:rPr>
              <a:t>LỜI NGUYỆN</a:t>
            </a:r>
            <a:endParaRPr b="1" sz="4950">
              <a:solidFill>
                <a:schemeClr val="accent4"/>
              </a:solidFill>
              <a:latin typeface="Times New Roman"/>
              <a:ea typeface="Times New Roman"/>
              <a:cs typeface="Times New Roman"/>
              <a:sym typeface="Times New Roman"/>
            </a:endParaRPr>
          </a:p>
          <a:p>
            <a:pPr indent="0" lvl="0" marL="0" rtl="0" algn="just">
              <a:lnSpc>
                <a:spcPct val="100000"/>
              </a:lnSpc>
              <a:spcBef>
                <a:spcPts val="1572"/>
              </a:spcBef>
              <a:spcAft>
                <a:spcPts val="0"/>
              </a:spcAft>
              <a:buClr>
                <a:schemeClr val="lt1"/>
              </a:buClr>
              <a:buSzPts val="8500"/>
              <a:buNone/>
            </a:pPr>
            <a:r>
              <a:rPr b="1" lang="en-US" sz="7500">
                <a:solidFill>
                  <a:schemeClr val="lt1"/>
                </a:solidFill>
                <a:latin typeface="Times New Roman"/>
                <a:ea typeface="Times New Roman"/>
                <a:cs typeface="Times New Roman"/>
                <a:sym typeface="Times New Roman"/>
              </a:rPr>
              <a:t>Lạy Chúa, là Đấng đã làm cho thiên hạ đặng vui mừng quá bội</a:t>
            </a:r>
            <a:endParaRPr sz="2200"/>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2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500">
                <a:solidFill>
                  <a:schemeClr val="lt1"/>
                </a:solidFill>
                <a:latin typeface="Times New Roman"/>
                <a:ea typeface="Times New Roman"/>
                <a:cs typeface="Times New Roman"/>
                <a:sym typeface="Times New Roman"/>
              </a:rPr>
              <a:t>bởi Đức Chúa Giêsu Kitô là Con Chúa cùng là Chúa chúng con đã sống lại;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2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400">
                <a:solidFill>
                  <a:schemeClr val="lt1"/>
                </a:solidFill>
                <a:latin typeface="Times New Roman"/>
                <a:ea typeface="Times New Roman"/>
                <a:cs typeface="Times New Roman"/>
                <a:sym typeface="Times New Roman"/>
              </a:rPr>
              <a:t>xin vì Đức Nữ Đồng Trinh Maria là Thánh Mẫu Người nguyện cầu </a:t>
            </a:r>
            <a:endParaRPr sz="7400"/>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2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500">
                <a:solidFill>
                  <a:schemeClr val="lt1"/>
                </a:solidFill>
                <a:latin typeface="Times New Roman"/>
                <a:ea typeface="Times New Roman"/>
                <a:cs typeface="Times New Roman"/>
                <a:sym typeface="Times New Roman"/>
              </a:rPr>
              <a:t>cho chúng con được hưởng phúc vui vẻ hằng sống đời đời.</a:t>
            </a:r>
            <a:endParaRPr b="1" sz="75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lt1"/>
              </a:buClr>
              <a:buSzPts val="7200"/>
              <a:buNone/>
            </a:pPr>
            <a:r>
              <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2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000"/>
              <a:buNone/>
            </a:pPr>
            <a:r>
              <a:rPr b="1" lang="en-US" sz="7500">
                <a:solidFill>
                  <a:schemeClr val="lt1"/>
                </a:solidFill>
                <a:latin typeface="Times New Roman"/>
                <a:ea typeface="Times New Roman"/>
                <a:cs typeface="Times New Roman"/>
                <a:sym typeface="Times New Roman"/>
              </a:rPr>
              <a:t>Vì công nghiệp Chúa Kitô là Chúa chúng con. Amen.</a:t>
            </a:r>
            <a:endParaRPr sz="7500"/>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2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TIN</a:t>
            </a:r>
            <a:endParaRPr b="1" sz="4950">
              <a:solidFill>
                <a:schemeClr val="accent4"/>
              </a:solidFill>
              <a:latin typeface="Times New Roman"/>
              <a:ea typeface="Times New Roman"/>
              <a:cs typeface="Times New Roman"/>
              <a:sym typeface="Times New Roman"/>
            </a:endParaRPr>
          </a:p>
          <a:p>
            <a:pPr indent="0" lvl="0" marL="0" rtl="0" algn="just">
              <a:lnSpc>
                <a:spcPct val="100000"/>
              </a:lnSpc>
              <a:spcBef>
                <a:spcPts val="1480"/>
              </a:spcBef>
              <a:spcAft>
                <a:spcPts val="0"/>
              </a:spcAft>
              <a:buClr>
                <a:schemeClr val="lt1"/>
              </a:buClr>
              <a:buSzPct val="100000"/>
              <a:buNone/>
            </a:pPr>
            <a:r>
              <a:rPr b="1" lang="en-US" sz="8000">
                <a:solidFill>
                  <a:schemeClr val="lt1"/>
                </a:solidFill>
                <a:latin typeface="Times New Roman"/>
                <a:ea typeface="Times New Roman"/>
                <a:cs typeface="Times New Roman"/>
                <a:sym typeface="Times New Roman"/>
              </a:rPr>
              <a:t>Lạy Chúa con, con tin thật có một Đức Chúa Trời là Đấng thưởng phạt vô cùng.</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2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Con lại tin thật Đức Chúa Trời có Ba Ngôi, mà Ngôi Thứ Hai đã xuống thế làm người,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2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chịu nạn chịu chết mà chuộc tội cho thiên hạ.</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28"/>
          <p:cNvSpPr txBox="1"/>
          <p:nvPr>
            <p:ph idx="1" type="subTitle"/>
          </p:nvPr>
        </p:nvSpPr>
        <p:spPr>
          <a:xfrm>
            <a:off x="0" y="1"/>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Bấy nhiêu điều ấy cùng các điều Hội Thánh dạy</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2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thì con tin vững vàng, vì Chúa là</a:t>
            </a:r>
            <a:br>
              <a:rPr b="1" lang="en-US" sz="72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Đấng thông minh</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30"/>
          <p:cNvSpPr txBox="1"/>
          <p:nvPr>
            <p:ph idx="1" type="subTitle"/>
          </p:nvPr>
        </p:nvSpPr>
        <p:spPr>
          <a:xfrm>
            <a:off x="0" y="-9"/>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chân thật vô cùng đã phán truyền cho Hội Thánh. Amen.</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3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CẬY</a:t>
            </a:r>
            <a:endParaRPr b="1" sz="4400">
              <a:solidFill>
                <a:schemeClr val="accent4"/>
              </a:solidFill>
              <a:latin typeface="Times New Roman"/>
              <a:ea typeface="Times New Roman"/>
              <a:cs typeface="Times New Roman"/>
              <a:sym typeface="Times New Roman"/>
            </a:endParaRPr>
          </a:p>
          <a:p>
            <a:pPr indent="0" lvl="0" marL="0" rtl="0" algn="just">
              <a:lnSpc>
                <a:spcPct val="100000"/>
              </a:lnSpc>
              <a:spcBef>
                <a:spcPts val="1480"/>
              </a:spcBef>
              <a:spcAft>
                <a:spcPts val="0"/>
              </a:spcAft>
              <a:buClr>
                <a:schemeClr val="lt1"/>
              </a:buClr>
              <a:buSzPct val="100000"/>
              <a:buNone/>
            </a:pPr>
            <a:r>
              <a:rPr b="1" lang="en-US" sz="8000">
                <a:solidFill>
                  <a:schemeClr val="lt1"/>
                </a:solidFill>
                <a:latin typeface="Times New Roman"/>
                <a:ea typeface="Times New Roman"/>
                <a:cs typeface="Times New Roman"/>
                <a:sym typeface="Times New Roman"/>
              </a:rPr>
              <a:t>Lạy Chúa con, con trông cậy vững vàng, vì công nghiệp Đức Chúa Giêsu</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3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thì Chúa sẽ ban ơn cho con giữ đạo nên ở đời này,</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3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cho ngày sau được lên thiên đàng xem thấy mặt Đức Chúa Trời hưởng phước đời đời,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34"/>
          <p:cNvSpPr txBox="1"/>
          <p:nvPr>
            <p:ph idx="1" type="subTitle"/>
          </p:nvPr>
        </p:nvSpPr>
        <p:spPr>
          <a:xfrm>
            <a:off x="0" y="1"/>
            <a:ext cx="9144000" cy="5143499"/>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vì Chúa là Đấng phép tắc và lòng lành vô cùng</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3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t/>
            </a:r>
            <a:endParaRPr b="1" sz="40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đã phán hứa sự ấy chẳng có lẽ nào sai đặng.  Amen.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3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13715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MẾN</a:t>
            </a:r>
            <a:endParaRPr b="1" sz="4400">
              <a:solidFill>
                <a:schemeClr val="accent4"/>
              </a:solidFill>
              <a:latin typeface="Times New Roman"/>
              <a:ea typeface="Times New Roman"/>
              <a:cs typeface="Times New Roman"/>
              <a:sym typeface="Times New Roman"/>
            </a:endParaRPr>
          </a:p>
          <a:p>
            <a:pPr indent="0" lvl="0" marL="0" rtl="0" algn="just">
              <a:lnSpc>
                <a:spcPct val="100000"/>
              </a:lnSpc>
              <a:spcBef>
                <a:spcPts val="1443"/>
              </a:spcBef>
              <a:spcAft>
                <a:spcPts val="0"/>
              </a:spcAft>
              <a:buClr>
                <a:schemeClr val="lt1"/>
              </a:buClr>
              <a:buSzPct val="100000"/>
              <a:buNone/>
            </a:pPr>
            <a:r>
              <a:rPr b="1" lang="en-US" sz="7800">
                <a:solidFill>
                  <a:schemeClr val="lt1"/>
                </a:solidFill>
                <a:latin typeface="Times New Roman"/>
                <a:ea typeface="Times New Roman"/>
                <a:cs typeface="Times New Roman"/>
                <a:sym typeface="Times New Roman"/>
              </a:rPr>
              <a:t>Lạy Chúa con, con kính mến Chúa hết lòng hết sức trên hết mọi sự,</a:t>
            </a:r>
            <a:endParaRPr b="1" sz="7800">
              <a:solidFill>
                <a:schemeClr val="lt1"/>
              </a:solidFill>
              <a:latin typeface="Times New Roman"/>
              <a:ea typeface="Times New Roman"/>
              <a:cs typeface="Times New Roman"/>
              <a:sym typeface="Times New Roman"/>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3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br>
              <a:rPr b="1" lang="en-US" sz="72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vì Chúa là Đấng trọn tốt trọn lành vô cùng,</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3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lại vì Chúa thì con thương yêu người ta như mình con vậy.  Amen.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p3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ctr">
              <a:lnSpc>
                <a:spcPct val="100000"/>
              </a:lnSpc>
              <a:spcBef>
                <a:spcPts val="0"/>
              </a:spcBef>
              <a:spcAft>
                <a:spcPts val="0"/>
              </a:spcAft>
              <a:buClr>
                <a:schemeClr val="accent4"/>
              </a:buClr>
              <a:buSzPts val="4400"/>
              <a:buNone/>
            </a:pPr>
            <a:r>
              <a:rPr b="1" lang="en-US" sz="4400">
                <a:solidFill>
                  <a:schemeClr val="accent4"/>
                </a:solidFill>
                <a:latin typeface="Times New Roman"/>
                <a:ea typeface="Times New Roman"/>
                <a:cs typeface="Times New Roman"/>
                <a:sym typeface="Times New Roman"/>
              </a:rPr>
              <a:t>KINH SẤP MÌNH</a:t>
            </a:r>
            <a:endParaRPr b="1" sz="4400">
              <a:solidFill>
                <a:schemeClr val="accent4"/>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Lạy Chúa con, con sấp mình xuống trước mặt Chúa con. Con tin thật Chúa ở khắp mọi nơi,</a:t>
            </a:r>
            <a:endParaRPr b="1" sz="8800">
              <a:solidFill>
                <a:schemeClr val="lt1"/>
              </a:solidFill>
              <a:latin typeface="Times New Roman"/>
              <a:ea typeface="Times New Roman"/>
              <a:cs typeface="Times New Roman"/>
              <a:sym typeface="Times New Roman"/>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4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thông biết mọi sự, hằng xem thấy con, hằng nghe lời con cầu nguyện.</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4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Xin Chúa rất nhân từ  hãy đoái xem sự nghèo ngặt con và nhậm lời con nguyện.</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p4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Lạy Chúa, xin hãy mở miệng lưỡi con ra, thì con sẽ cao rao những lời ngợi khen Chúa.</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p4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Lạy Chúa chúng con! Vì dấu † Thánh giá, xin chữa † chúng con, cho khỏi † kẻ thù.</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44"/>
          <p:cNvSpPr txBox="1"/>
          <p:nvPr>
            <p:ph idx="1" type="subTitle"/>
          </p:nvPr>
        </p:nvSpPr>
        <p:spPr>
          <a:xfrm>
            <a:off x="0" y="1"/>
            <a:ext cx="9030984"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lt1"/>
              </a:buClr>
              <a:buSzPts val="7200"/>
              <a:buNone/>
            </a:pPr>
            <a:br>
              <a:rPr b="1" lang="en-US" sz="48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Nhân danh Cha </a:t>
            </a:r>
            <a:r>
              <a:rPr b="1" lang="en-US" sz="7200">
                <a:solidFill>
                  <a:srgbClr val="EE0000"/>
                </a:solidFill>
                <a:latin typeface="Times New Roman"/>
                <a:ea typeface="Times New Roman"/>
                <a:cs typeface="Times New Roman"/>
                <a:sym typeface="Times New Roman"/>
              </a:rPr>
              <a:t>†</a:t>
            </a:r>
            <a:r>
              <a:rPr b="1" lang="en-US" sz="7200">
                <a:solidFill>
                  <a:schemeClr val="lt1"/>
                </a:solidFill>
                <a:latin typeface="Times New Roman"/>
                <a:ea typeface="Times New Roman"/>
                <a:cs typeface="Times New Roman"/>
                <a:sym typeface="Times New Roman"/>
              </a:rPr>
              <a:t> </a:t>
            </a:r>
            <a:endParaRPr/>
          </a:p>
          <a:p>
            <a:pPr indent="0" lvl="0" marL="0" rtl="0" algn="ctr">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Con </a:t>
            </a:r>
            <a:r>
              <a:rPr b="1" lang="en-US" sz="7200">
                <a:solidFill>
                  <a:srgbClr val="EE0000"/>
                </a:solidFill>
                <a:latin typeface="Times New Roman"/>
                <a:ea typeface="Times New Roman"/>
                <a:cs typeface="Times New Roman"/>
                <a:sym typeface="Times New Roman"/>
              </a:rPr>
              <a:t>†</a:t>
            </a:r>
            <a:r>
              <a:rPr b="1" lang="en-US" sz="7200">
                <a:solidFill>
                  <a:schemeClr val="lt1"/>
                </a:solidFill>
                <a:latin typeface="Times New Roman"/>
                <a:ea typeface="Times New Roman"/>
                <a:cs typeface="Times New Roman"/>
                <a:sym typeface="Times New Roman"/>
              </a:rPr>
              <a:t> và Thánh Thần </a:t>
            </a:r>
            <a:r>
              <a:rPr b="1" lang="en-US" sz="7200">
                <a:solidFill>
                  <a:srgbClr val="EE0000"/>
                </a:solidFill>
                <a:latin typeface="Times New Roman"/>
                <a:ea typeface="Times New Roman"/>
                <a:cs typeface="Times New Roman"/>
                <a:sym typeface="Times New Roman"/>
              </a:rPr>
              <a:t>†</a:t>
            </a:r>
            <a:r>
              <a:rPr b="1" lang="en-US" sz="7200">
                <a:solidFill>
                  <a:schemeClr val="lt1"/>
                </a:solidFill>
                <a:latin typeface="Times New Roman"/>
                <a:ea typeface="Times New Roman"/>
                <a:cs typeface="Times New Roman"/>
                <a:sym typeface="Times New Roman"/>
              </a:rPr>
              <a:t>. Amen.</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sp>
        <p:nvSpPr>
          <p:cNvPr id="303" name="Google Shape;303;p4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LẠY NỮ VƯƠNG</a:t>
            </a:r>
            <a:endParaRPr/>
          </a:p>
          <a:p>
            <a:pPr indent="0" lvl="0" marL="0" rtl="0" algn="just">
              <a:lnSpc>
                <a:spcPct val="100000"/>
              </a:lnSpc>
              <a:spcBef>
                <a:spcPts val="1443"/>
              </a:spcBef>
              <a:spcAft>
                <a:spcPts val="0"/>
              </a:spcAft>
              <a:buClr>
                <a:schemeClr val="lt1"/>
              </a:buClr>
              <a:buSzPct val="100000"/>
              <a:buNone/>
            </a:pPr>
            <a:r>
              <a:rPr b="1" lang="en-US" sz="7800">
                <a:solidFill>
                  <a:schemeClr val="lt1"/>
                </a:solidFill>
                <a:latin typeface="Times New Roman"/>
                <a:ea typeface="Times New Roman"/>
                <a:cs typeface="Times New Roman"/>
                <a:sym typeface="Times New Roman"/>
              </a:rPr>
              <a:t>Lạy Nữ Vương, Mẹ nhân lành làm cho chúng con đặng sống, đặng vui, đặng cậy.</a:t>
            </a:r>
            <a:endParaRPr b="1" sz="7800">
              <a:solidFill>
                <a:schemeClr val="lt1"/>
              </a:solidFill>
              <a:latin typeface="Times New Roman"/>
              <a:ea typeface="Times New Roman"/>
              <a:cs typeface="Times New Roman"/>
              <a:sym typeface="Times New Roman"/>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sp>
        <p:nvSpPr>
          <p:cNvPr id="308" name="Google Shape;308;p4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Thân lạy Mẹ! chúng con, con cháu Evà ở chốn khách đày kêu đến cùng Bà,</a:t>
            </a:r>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sp>
        <p:nvSpPr>
          <p:cNvPr id="313" name="Google Shape;313;p4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ở nơi khóc lóc than thở kêu khẩn Bà thương. Hỡi Ôi! Bà là chủ bầu chúng con,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sp>
        <p:nvSpPr>
          <p:cNvPr id="318" name="Google Shape;318;p4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500"/>
              <a:buNone/>
            </a:pPr>
            <a:r>
              <a:t/>
            </a:r>
            <a:endParaRPr b="1" sz="44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lt1"/>
              </a:buClr>
              <a:buSzPts val="7500"/>
              <a:buNone/>
            </a:pPr>
            <a:r>
              <a:rPr b="1" lang="en-US" sz="7500">
                <a:solidFill>
                  <a:schemeClr val="lt1"/>
                </a:solidFill>
                <a:latin typeface="Times New Roman"/>
                <a:ea typeface="Times New Roman"/>
                <a:cs typeface="Times New Roman"/>
                <a:sym typeface="Times New Roman"/>
              </a:rPr>
              <a:t>xin ghé mắt thương xem chúng con. Đến sau khỏi đày, </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 name="Shape 322"/>
        <p:cNvGrpSpPr/>
        <p:nvPr/>
      </p:nvGrpSpPr>
      <p:grpSpPr>
        <a:xfrm>
          <a:off x="0" y="0"/>
          <a:ext cx="0" cy="0"/>
          <a:chOff x="0" y="0"/>
          <a:chExt cx="0" cy="0"/>
        </a:xfrm>
      </p:grpSpPr>
      <p:sp>
        <p:nvSpPr>
          <p:cNvPr id="323" name="Google Shape;323;p4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xin cho chúng con được thấy Đức Chúa Giêsu con lòng Bà gồm phúc lạ.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sp>
        <p:nvSpPr>
          <p:cNvPr id="328" name="Google Shape;328;p5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Ôi khoan thay! nhân thay! dịu thay! Thánh Maria trọn đời đồng trinh. Amen.</a:t>
            </a:r>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sp>
        <p:nvSpPr>
          <p:cNvPr id="333" name="Google Shape;333;p79"/>
          <p:cNvSpPr txBox="1"/>
          <p:nvPr>
            <p:ph idx="1" type="subTitle"/>
          </p:nvPr>
        </p:nvSpPr>
        <p:spPr>
          <a:xfrm>
            <a:off x="0" y="-143838"/>
            <a:ext cx="9144000" cy="5287338"/>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accent4"/>
              </a:buClr>
              <a:buSzPts val="4400"/>
              <a:buNone/>
            </a:pPr>
            <a:r>
              <a:rPr b="1" lang="en-US" sz="4400">
                <a:solidFill>
                  <a:schemeClr val="accent4"/>
                </a:solidFill>
                <a:latin typeface="Times New Roman"/>
                <a:ea typeface="Times New Roman"/>
                <a:cs typeface="Times New Roman"/>
                <a:sym typeface="Times New Roman"/>
              </a:rPr>
              <a:t>Đạo Đức Chúa Trời có 10 điều răn:</a:t>
            </a:r>
            <a:endParaRPr/>
          </a:p>
          <a:p>
            <a:pPr indent="0" lvl="0" marL="0" rtl="0" algn="just">
              <a:lnSpc>
                <a:spcPct val="100000"/>
              </a:lnSpc>
              <a:spcBef>
                <a:spcPts val="1440"/>
              </a:spcBef>
              <a:spcAft>
                <a:spcPts val="0"/>
              </a:spcAft>
              <a:buClr>
                <a:schemeClr val="accent4"/>
              </a:buClr>
              <a:buSzPts val="6600"/>
              <a:buNone/>
            </a:pPr>
            <a:r>
              <a:rPr b="1" lang="en-US" sz="6600">
                <a:solidFill>
                  <a:schemeClr val="accent4"/>
                </a:solidFill>
                <a:latin typeface="Times New Roman"/>
                <a:ea typeface="Times New Roman"/>
                <a:cs typeface="Times New Roman"/>
                <a:sym typeface="Times New Roman"/>
              </a:rPr>
              <a:t>Thứ nhất: </a:t>
            </a:r>
            <a:r>
              <a:rPr b="1" lang="en-US" sz="7200">
                <a:solidFill>
                  <a:schemeClr val="lt1"/>
                </a:solidFill>
                <a:latin typeface="Times New Roman"/>
                <a:ea typeface="Times New Roman"/>
                <a:cs typeface="Times New Roman"/>
                <a:sym typeface="Times New Roman"/>
              </a:rPr>
              <a:t>Thờ phượng một Đức Chúa Trời và kính mến người trên hết mọi sự.</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 name="Shape 337"/>
        <p:cNvGrpSpPr/>
        <p:nvPr/>
      </p:nvGrpSpPr>
      <p:grpSpPr>
        <a:xfrm>
          <a:off x="0" y="0"/>
          <a:ext cx="0" cy="0"/>
          <a:chOff x="0" y="0"/>
          <a:chExt cx="0" cy="0"/>
        </a:xfrm>
      </p:grpSpPr>
      <p:sp>
        <p:nvSpPr>
          <p:cNvPr id="338" name="Google Shape;338;p8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hai: </a:t>
            </a:r>
            <a:r>
              <a:rPr b="1" lang="en-US" sz="7200">
                <a:solidFill>
                  <a:schemeClr val="lt1"/>
                </a:solidFill>
                <a:latin typeface="Times New Roman"/>
                <a:ea typeface="Times New Roman"/>
                <a:cs typeface="Times New Roman"/>
                <a:sym typeface="Times New Roman"/>
              </a:rPr>
              <a:t>Chớ kêu tên Đức Chúa Trời vô cớ.</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ba: </a:t>
            </a:r>
            <a:r>
              <a:rPr b="1" lang="en-US" sz="7200">
                <a:solidFill>
                  <a:schemeClr val="lt1"/>
                </a:solidFill>
                <a:latin typeface="Times New Roman"/>
                <a:ea typeface="Times New Roman"/>
                <a:cs typeface="Times New Roman"/>
                <a:sym typeface="Times New Roman"/>
              </a:rPr>
              <a:t>Giữ ngày Chúa Nhật.</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sp>
        <p:nvSpPr>
          <p:cNvPr id="343" name="Google Shape;343;p8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 </a:t>
            </a:r>
            <a:r>
              <a:rPr b="1" lang="en-US" sz="7200">
                <a:solidFill>
                  <a:schemeClr val="lt1"/>
                </a:solidFill>
                <a:latin typeface="Times New Roman"/>
                <a:ea typeface="Times New Roman"/>
                <a:cs typeface="Times New Roman"/>
                <a:sym typeface="Times New Roman"/>
              </a:rPr>
              <a:t>Thảo kính cha mẹ.</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năm: </a:t>
            </a:r>
            <a:r>
              <a:rPr b="1" lang="en-US" sz="7200">
                <a:solidFill>
                  <a:schemeClr val="lt1"/>
                </a:solidFill>
                <a:latin typeface="Times New Roman"/>
                <a:ea typeface="Times New Roman"/>
                <a:cs typeface="Times New Roman"/>
                <a:sym typeface="Times New Roman"/>
              </a:rPr>
              <a:t>Chớ giết người.</a:t>
            </a:r>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7" name="Shape 347"/>
        <p:cNvGrpSpPr/>
        <p:nvPr/>
      </p:nvGrpSpPr>
      <p:grpSpPr>
        <a:xfrm>
          <a:off x="0" y="0"/>
          <a:ext cx="0" cy="0"/>
          <a:chOff x="0" y="0"/>
          <a:chExt cx="0" cy="0"/>
        </a:xfrm>
      </p:grpSpPr>
      <p:sp>
        <p:nvSpPr>
          <p:cNvPr id="348" name="Google Shape;348;p8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sáu: </a:t>
            </a:r>
            <a:r>
              <a:rPr b="1" lang="en-US" sz="7200">
                <a:solidFill>
                  <a:schemeClr val="lt1"/>
                </a:solidFill>
                <a:latin typeface="Times New Roman"/>
                <a:ea typeface="Times New Roman"/>
                <a:cs typeface="Times New Roman"/>
                <a:sym typeface="Times New Roman"/>
              </a:rPr>
              <a:t>Chớ làm sự dâm dục.</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bảy: </a:t>
            </a:r>
            <a:r>
              <a:rPr b="1" lang="en-US" sz="7200">
                <a:solidFill>
                  <a:schemeClr val="lt1"/>
                </a:solidFill>
                <a:latin typeface="Times New Roman"/>
                <a:ea typeface="Times New Roman"/>
                <a:cs typeface="Times New Roman"/>
                <a:sym typeface="Times New Roman"/>
              </a:rPr>
              <a:t>Chớ lấy của người.</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 name="Shape 352"/>
        <p:cNvGrpSpPr/>
        <p:nvPr/>
      </p:nvGrpSpPr>
      <p:grpSpPr>
        <a:xfrm>
          <a:off x="0" y="0"/>
          <a:ext cx="0" cy="0"/>
          <a:chOff x="0" y="0"/>
          <a:chExt cx="0" cy="0"/>
        </a:xfrm>
      </p:grpSpPr>
      <p:sp>
        <p:nvSpPr>
          <p:cNvPr id="353" name="Google Shape;353;p8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tám: </a:t>
            </a:r>
            <a:r>
              <a:rPr b="1" lang="en-US" sz="7200">
                <a:solidFill>
                  <a:schemeClr val="lt1"/>
                </a:solidFill>
                <a:latin typeface="Times New Roman"/>
                <a:ea typeface="Times New Roman"/>
                <a:cs typeface="Times New Roman"/>
                <a:sym typeface="Times New Roman"/>
              </a:rPr>
              <a:t>Chớ làm chứng dối.</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chín: </a:t>
            </a:r>
            <a:r>
              <a:rPr b="1" lang="en-US" sz="7200">
                <a:solidFill>
                  <a:schemeClr val="lt1"/>
                </a:solidFill>
                <a:latin typeface="Times New Roman"/>
                <a:ea typeface="Times New Roman"/>
                <a:cs typeface="Times New Roman"/>
                <a:sym typeface="Times New Roman"/>
              </a:rPr>
              <a:t>Chớ muốn vợ chồng người.</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 name="Shape 357"/>
        <p:cNvGrpSpPr/>
        <p:nvPr/>
      </p:nvGrpSpPr>
      <p:grpSpPr>
        <a:xfrm>
          <a:off x="0" y="0"/>
          <a:ext cx="0" cy="0"/>
          <a:chOff x="0" y="0"/>
          <a:chExt cx="0" cy="0"/>
        </a:xfrm>
      </p:grpSpPr>
      <p:sp>
        <p:nvSpPr>
          <p:cNvPr id="358" name="Google Shape;358;p8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mười: </a:t>
            </a:r>
            <a:r>
              <a:rPr b="1" lang="en-US" sz="7200">
                <a:solidFill>
                  <a:schemeClr val="lt1"/>
                </a:solidFill>
                <a:latin typeface="Times New Roman"/>
                <a:ea typeface="Times New Roman"/>
                <a:cs typeface="Times New Roman"/>
                <a:sym typeface="Times New Roman"/>
              </a:rPr>
              <a:t>Chớ tham </a:t>
            </a:r>
            <a:br>
              <a:rPr b="1" lang="en-US" sz="72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của người. </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Mười điều răn ấy tóm về hai này mà chớ:</a:t>
            </a:r>
            <a:endParaRPr b="1" i="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2" name="Shape 362"/>
        <p:cNvGrpSpPr/>
        <p:nvPr/>
      </p:nvGrpSpPr>
      <p:grpSpPr>
        <a:xfrm>
          <a:off x="0" y="0"/>
          <a:ext cx="0" cy="0"/>
          <a:chOff x="0" y="0"/>
          <a:chExt cx="0" cy="0"/>
        </a:xfrm>
      </p:grpSpPr>
      <p:sp>
        <p:nvSpPr>
          <p:cNvPr id="363" name="Google Shape;363;p85"/>
          <p:cNvSpPr txBox="1"/>
          <p:nvPr>
            <p:ph idx="1" type="subTitle"/>
          </p:nvPr>
        </p:nvSpPr>
        <p:spPr>
          <a:xfrm>
            <a:off x="0" y="-226031"/>
            <a:ext cx="9144000" cy="5369531"/>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000"/>
              <a:buNone/>
            </a:pPr>
            <a:r>
              <a:rPr b="1" lang="en-US" sz="7000">
                <a:solidFill>
                  <a:schemeClr val="lt1"/>
                </a:solidFill>
                <a:latin typeface="Times New Roman"/>
                <a:ea typeface="Times New Roman"/>
                <a:cs typeface="Times New Roman"/>
                <a:sym typeface="Times New Roman"/>
              </a:rPr>
              <a:t>trước kính mến một Đức Chúa Trời trên hết mọi sự; sau lại yêu người như mình ta vậy. </a:t>
            </a:r>
            <a:r>
              <a:rPr b="1" i="1" lang="en-US" sz="7000">
                <a:solidFill>
                  <a:schemeClr val="lt1"/>
                </a:solidFill>
                <a:latin typeface="Times New Roman"/>
                <a:ea typeface="Times New Roman"/>
                <a:cs typeface="Times New Roman"/>
                <a:sym typeface="Times New Roman"/>
              </a:rPr>
              <a:t>Amen.</a:t>
            </a:r>
            <a:endParaRPr/>
          </a:p>
          <a:p>
            <a:pPr indent="0" lvl="0" marL="0" rtl="0" algn="just">
              <a:lnSpc>
                <a:spcPct val="100000"/>
              </a:lnSpc>
              <a:spcBef>
                <a:spcPts val="0"/>
              </a:spcBef>
              <a:spcAft>
                <a:spcPts val="0"/>
              </a:spcAft>
              <a:buClr>
                <a:srgbClr val="888888"/>
              </a:buClr>
              <a:buSzPts val="7000"/>
              <a:buNone/>
            </a:pPr>
            <a:r>
              <a:t/>
            </a:r>
            <a:endParaRPr b="1" i="1" sz="7000">
              <a:solidFill>
                <a:schemeClr val="lt1"/>
              </a:solidFill>
              <a:latin typeface="Times New Roman"/>
              <a:ea typeface="Times New Roman"/>
              <a:cs typeface="Times New Roman"/>
              <a:sym typeface="Times New Roman"/>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7" name="Shape 367"/>
        <p:cNvGrpSpPr/>
        <p:nvPr/>
      </p:nvGrpSpPr>
      <p:grpSpPr>
        <a:xfrm>
          <a:off x="0" y="0"/>
          <a:ext cx="0" cy="0"/>
          <a:chOff x="0" y="0"/>
          <a:chExt cx="0" cy="0"/>
        </a:xfrm>
      </p:grpSpPr>
      <p:sp>
        <p:nvSpPr>
          <p:cNvPr id="368" name="Google Shape;368;p8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ctr">
              <a:lnSpc>
                <a:spcPct val="100000"/>
              </a:lnSpc>
              <a:spcBef>
                <a:spcPts val="0"/>
              </a:spcBef>
              <a:spcAft>
                <a:spcPts val="0"/>
              </a:spcAft>
              <a:buClr>
                <a:schemeClr val="accent4"/>
              </a:buClr>
              <a:buSzPts val="4500"/>
              <a:buNone/>
            </a:pPr>
            <a:r>
              <a:rPr b="1" lang="en-US" sz="4500">
                <a:solidFill>
                  <a:schemeClr val="accent4"/>
                </a:solidFill>
                <a:latin typeface="Times New Roman"/>
                <a:ea typeface="Times New Roman"/>
                <a:cs typeface="Times New Roman"/>
                <a:sym typeface="Times New Roman"/>
              </a:rPr>
              <a:t>Hội Thánh có 5 điều răn:</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nhất: </a:t>
            </a:r>
            <a:r>
              <a:rPr b="1" lang="en-US" sz="7200">
                <a:solidFill>
                  <a:schemeClr val="lt1"/>
                </a:solidFill>
                <a:latin typeface="Times New Roman"/>
                <a:ea typeface="Times New Roman"/>
                <a:cs typeface="Times New Roman"/>
                <a:sym typeface="Times New Roman"/>
              </a:rPr>
              <a:t>dự lễ và kiêng việc xác ngày Chúa Nhật cùng các ngày lễ buộc;</a:t>
            </a:r>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2" name="Shape 372"/>
        <p:cNvGrpSpPr/>
        <p:nvPr/>
      </p:nvGrpSpPr>
      <p:grpSpPr>
        <a:xfrm>
          <a:off x="0" y="0"/>
          <a:ext cx="0" cy="0"/>
          <a:chOff x="0" y="0"/>
          <a:chExt cx="0" cy="0"/>
        </a:xfrm>
      </p:grpSpPr>
      <p:sp>
        <p:nvSpPr>
          <p:cNvPr id="373" name="Google Shape;373;p87"/>
          <p:cNvSpPr txBox="1"/>
          <p:nvPr>
            <p:ph idx="1" type="subTitle"/>
          </p:nvPr>
        </p:nvSpPr>
        <p:spPr>
          <a:xfrm>
            <a:off x="0" y="-236306"/>
            <a:ext cx="9144000" cy="5379806"/>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6800"/>
              <a:buNone/>
            </a:pPr>
            <a:r>
              <a:rPr b="1" lang="en-US" sz="6800">
                <a:solidFill>
                  <a:schemeClr val="accent4"/>
                </a:solidFill>
                <a:latin typeface="Times New Roman"/>
                <a:ea typeface="Times New Roman"/>
                <a:cs typeface="Times New Roman"/>
                <a:sym typeface="Times New Roman"/>
              </a:rPr>
              <a:t>Thứ hai: </a:t>
            </a:r>
            <a:r>
              <a:rPr b="1" lang="en-US" sz="6800">
                <a:solidFill>
                  <a:schemeClr val="lt1"/>
                </a:solidFill>
                <a:latin typeface="Times New Roman"/>
                <a:ea typeface="Times New Roman"/>
                <a:cs typeface="Times New Roman"/>
                <a:sym typeface="Times New Roman"/>
              </a:rPr>
              <a:t>xưng tội trong một năm ít là một lần;</a:t>
            </a:r>
            <a:endParaRPr b="1" sz="6800">
              <a:solidFill>
                <a:schemeClr val="lt1"/>
              </a:solidFill>
              <a:latin typeface="Times New Roman"/>
              <a:ea typeface="Times New Roman"/>
              <a:cs typeface="Times New Roman"/>
              <a:sym typeface="Times New Roman"/>
            </a:endParaRPr>
          </a:p>
          <a:p>
            <a:pPr indent="0" lvl="0" marL="0" rtl="0" algn="just">
              <a:lnSpc>
                <a:spcPct val="100000"/>
              </a:lnSpc>
              <a:spcBef>
                <a:spcPts val="1360"/>
              </a:spcBef>
              <a:spcAft>
                <a:spcPts val="0"/>
              </a:spcAft>
              <a:buClr>
                <a:schemeClr val="accent4"/>
              </a:buClr>
              <a:buSzPts val="6800"/>
              <a:buNone/>
            </a:pPr>
            <a:r>
              <a:rPr b="1" lang="en-US" sz="6800">
                <a:solidFill>
                  <a:schemeClr val="accent4"/>
                </a:solidFill>
                <a:latin typeface="Times New Roman"/>
                <a:ea typeface="Times New Roman"/>
                <a:cs typeface="Times New Roman"/>
                <a:sym typeface="Times New Roman"/>
              </a:rPr>
              <a:t>Thứ ba: </a:t>
            </a:r>
            <a:r>
              <a:rPr b="1" lang="en-US" sz="6800">
                <a:solidFill>
                  <a:schemeClr val="lt1"/>
                </a:solidFill>
                <a:latin typeface="Times New Roman"/>
                <a:ea typeface="Times New Roman"/>
                <a:cs typeface="Times New Roman"/>
                <a:sym typeface="Times New Roman"/>
              </a:rPr>
              <a:t>rước Mình Thánh Chúa trong mùa Phục Sinh;</a:t>
            </a:r>
            <a:endParaRPr sz="6800">
              <a:solidFill>
                <a:schemeClr val="lt1"/>
              </a:solidFill>
              <a:latin typeface="Times New Roman"/>
              <a:ea typeface="Times New Roman"/>
              <a:cs typeface="Times New Roman"/>
              <a:sym typeface="Times New Roman"/>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7" name="Shape 377"/>
        <p:cNvGrpSpPr/>
        <p:nvPr/>
      </p:nvGrpSpPr>
      <p:grpSpPr>
        <a:xfrm>
          <a:off x="0" y="0"/>
          <a:ext cx="0" cy="0"/>
          <a:chOff x="0" y="0"/>
          <a:chExt cx="0" cy="0"/>
        </a:xfrm>
      </p:grpSpPr>
      <p:sp>
        <p:nvSpPr>
          <p:cNvPr id="378" name="Google Shape;378;p88"/>
          <p:cNvSpPr txBox="1"/>
          <p:nvPr>
            <p:ph idx="1" type="subTitle"/>
          </p:nvPr>
        </p:nvSpPr>
        <p:spPr>
          <a:xfrm>
            <a:off x="0" y="0"/>
            <a:ext cx="9144000" cy="5143499"/>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bốn: </a:t>
            </a:r>
            <a:r>
              <a:rPr b="1" lang="en-US" sz="7200">
                <a:solidFill>
                  <a:schemeClr val="lt1"/>
                </a:solidFill>
                <a:latin typeface="Times New Roman"/>
                <a:ea typeface="Times New Roman"/>
                <a:cs typeface="Times New Roman"/>
                <a:sym typeface="Times New Roman"/>
              </a:rPr>
              <a:t>giữ chay và kiêng thịt những ngày Hội Thánh buộc;</a:t>
            </a:r>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2" name="Shape 382"/>
        <p:cNvGrpSpPr/>
        <p:nvPr/>
      </p:nvGrpSpPr>
      <p:grpSpPr>
        <a:xfrm>
          <a:off x="0" y="0"/>
          <a:ext cx="0" cy="0"/>
          <a:chOff x="0" y="0"/>
          <a:chExt cx="0" cy="0"/>
        </a:xfrm>
      </p:grpSpPr>
      <p:sp>
        <p:nvSpPr>
          <p:cNvPr id="383" name="Google Shape;383;p8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năm: </a:t>
            </a:r>
            <a:r>
              <a:rPr b="1" lang="en-US" sz="7200">
                <a:solidFill>
                  <a:schemeClr val="lt1"/>
                </a:solidFill>
                <a:latin typeface="Times New Roman"/>
                <a:ea typeface="Times New Roman"/>
                <a:cs typeface="Times New Roman"/>
                <a:sym typeface="Times New Roman"/>
              </a:rPr>
              <a:t>góp công góp của xây dựng Hội Thánh, tùy theo khả năng của mình.</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7" name="Shape 387"/>
        <p:cNvGrpSpPr/>
        <p:nvPr/>
      </p:nvGrpSpPr>
      <p:grpSpPr>
        <a:xfrm>
          <a:off x="0" y="0"/>
          <a:ext cx="0" cy="0"/>
          <a:chOff x="0" y="0"/>
          <a:chExt cx="0" cy="0"/>
        </a:xfrm>
      </p:grpSpPr>
      <p:sp>
        <p:nvSpPr>
          <p:cNvPr id="388" name="Google Shape;388;p9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85000" lnSpcReduction="10000"/>
          </a:bodyPr>
          <a:lstStyle/>
          <a:p>
            <a:pPr indent="0" lvl="0" marL="0" rtl="0" algn="ctr">
              <a:lnSpc>
                <a:spcPct val="100000"/>
              </a:lnSpc>
              <a:spcBef>
                <a:spcPts val="0"/>
              </a:spcBef>
              <a:spcAft>
                <a:spcPts val="0"/>
              </a:spcAft>
              <a:buClr>
                <a:schemeClr val="accent4"/>
              </a:buClr>
              <a:buSzPct val="100000"/>
              <a:buNone/>
            </a:pPr>
            <a:r>
              <a:rPr b="1" lang="en-US" sz="4800">
                <a:solidFill>
                  <a:schemeClr val="accent4"/>
                </a:solidFill>
                <a:latin typeface="Times New Roman"/>
                <a:ea typeface="Times New Roman"/>
                <a:cs typeface="Times New Roman"/>
                <a:sym typeface="Times New Roman"/>
              </a:rPr>
              <a:t>Đạo Đức Chúa Trời có 7 phép Bí tích:</a:t>
            </a:r>
            <a:endParaRPr/>
          </a:p>
          <a:p>
            <a:pPr indent="0" lvl="0" marL="0" rtl="0" algn="just">
              <a:lnSpc>
                <a:spcPct val="100000"/>
              </a:lnSpc>
              <a:spcBef>
                <a:spcPts val="1445"/>
              </a:spcBef>
              <a:spcAft>
                <a:spcPts val="0"/>
              </a:spcAft>
              <a:buClr>
                <a:schemeClr val="accent4"/>
              </a:buClr>
              <a:buSzPct val="100000"/>
              <a:buNone/>
            </a:pPr>
            <a:r>
              <a:rPr b="1" lang="en-US" sz="8500">
                <a:solidFill>
                  <a:schemeClr val="accent4"/>
                </a:solidFill>
                <a:latin typeface="Times New Roman"/>
                <a:ea typeface="Times New Roman"/>
                <a:cs typeface="Times New Roman"/>
                <a:sym typeface="Times New Roman"/>
              </a:rPr>
              <a:t>Thứ nhất: </a:t>
            </a:r>
            <a:r>
              <a:rPr b="1" lang="en-US" sz="8500">
                <a:solidFill>
                  <a:schemeClr val="lt1"/>
                </a:solidFill>
                <a:latin typeface="Times New Roman"/>
                <a:ea typeface="Times New Roman"/>
                <a:cs typeface="Times New Roman"/>
                <a:sym typeface="Times New Roman"/>
              </a:rPr>
              <a:t>là phép Rửa tội.</a:t>
            </a:r>
            <a:endParaRPr/>
          </a:p>
          <a:p>
            <a:pPr indent="0" lvl="0" marL="0" rtl="0" algn="just">
              <a:lnSpc>
                <a:spcPct val="100000"/>
              </a:lnSpc>
              <a:spcBef>
                <a:spcPts val="1445"/>
              </a:spcBef>
              <a:spcAft>
                <a:spcPts val="0"/>
              </a:spcAft>
              <a:buClr>
                <a:schemeClr val="accent4"/>
              </a:buClr>
              <a:buSzPct val="100000"/>
              <a:buNone/>
            </a:pPr>
            <a:r>
              <a:rPr b="1" lang="en-US" sz="8500">
                <a:solidFill>
                  <a:schemeClr val="accent4"/>
                </a:solidFill>
                <a:latin typeface="Times New Roman"/>
                <a:ea typeface="Times New Roman"/>
                <a:cs typeface="Times New Roman"/>
                <a:sym typeface="Times New Roman"/>
              </a:rPr>
              <a:t>Thứ hai: </a:t>
            </a:r>
            <a:r>
              <a:rPr b="1" lang="en-US" sz="8500">
                <a:solidFill>
                  <a:schemeClr val="lt1"/>
                </a:solidFill>
                <a:latin typeface="Times New Roman"/>
                <a:ea typeface="Times New Roman"/>
                <a:cs typeface="Times New Roman"/>
                <a:sym typeface="Times New Roman"/>
              </a:rPr>
              <a:t>là phép Thêm sức.</a:t>
            </a:r>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2" name="Shape 392"/>
        <p:cNvGrpSpPr/>
        <p:nvPr/>
      </p:nvGrpSpPr>
      <p:grpSpPr>
        <a:xfrm>
          <a:off x="0" y="0"/>
          <a:ext cx="0" cy="0"/>
          <a:chOff x="0" y="0"/>
          <a:chExt cx="0" cy="0"/>
        </a:xfrm>
      </p:grpSpPr>
      <p:sp>
        <p:nvSpPr>
          <p:cNvPr id="393" name="Google Shape;393;p9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ba: </a:t>
            </a:r>
            <a:r>
              <a:rPr b="1" lang="en-US" sz="7200">
                <a:solidFill>
                  <a:schemeClr val="lt1"/>
                </a:solidFill>
                <a:latin typeface="Times New Roman"/>
                <a:ea typeface="Times New Roman"/>
                <a:cs typeface="Times New Roman"/>
                <a:sym typeface="Times New Roman"/>
              </a:rPr>
              <a:t>là phép Mình Thánh Chúa.</a:t>
            </a:r>
            <a:endParaRPr/>
          </a:p>
          <a:p>
            <a:pPr indent="0" lvl="0" marL="0" rtl="0" algn="l">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bốn: </a:t>
            </a:r>
            <a:r>
              <a:rPr b="1" lang="en-US" sz="7200">
                <a:solidFill>
                  <a:schemeClr val="lt1"/>
                </a:solidFill>
                <a:latin typeface="Times New Roman"/>
                <a:ea typeface="Times New Roman"/>
                <a:cs typeface="Times New Roman"/>
                <a:sym typeface="Times New Roman"/>
              </a:rPr>
              <a:t>là phép Giải tội.</a:t>
            </a:r>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7" name="Shape 397"/>
        <p:cNvGrpSpPr/>
        <p:nvPr/>
      </p:nvGrpSpPr>
      <p:grpSpPr>
        <a:xfrm>
          <a:off x="0" y="0"/>
          <a:ext cx="0" cy="0"/>
          <a:chOff x="0" y="0"/>
          <a:chExt cx="0" cy="0"/>
        </a:xfrm>
      </p:grpSpPr>
      <p:sp>
        <p:nvSpPr>
          <p:cNvPr id="398" name="Google Shape;398;p9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năm: </a:t>
            </a:r>
            <a:r>
              <a:rPr b="1" lang="en-US" sz="7200">
                <a:solidFill>
                  <a:schemeClr val="lt1"/>
                </a:solidFill>
                <a:latin typeface="Times New Roman"/>
                <a:ea typeface="Times New Roman"/>
                <a:cs typeface="Times New Roman"/>
                <a:sym typeface="Times New Roman"/>
              </a:rPr>
              <a:t>là phép Xức dầu thánh.</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sáu: </a:t>
            </a:r>
            <a:r>
              <a:rPr b="1" lang="en-US" sz="7200">
                <a:solidFill>
                  <a:schemeClr val="lt1"/>
                </a:solidFill>
                <a:latin typeface="Times New Roman"/>
                <a:ea typeface="Times New Roman"/>
                <a:cs typeface="Times New Roman"/>
                <a:sym typeface="Times New Roman"/>
              </a:rPr>
              <a:t>là phép Truyền chức thánh.</a:t>
            </a:r>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2" name="Shape 402"/>
        <p:cNvGrpSpPr/>
        <p:nvPr/>
      </p:nvGrpSpPr>
      <p:grpSpPr>
        <a:xfrm>
          <a:off x="0" y="0"/>
          <a:ext cx="0" cy="0"/>
          <a:chOff x="0" y="0"/>
          <a:chExt cx="0" cy="0"/>
        </a:xfrm>
      </p:grpSpPr>
      <p:sp>
        <p:nvSpPr>
          <p:cNvPr id="403" name="Google Shape;403;p9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bảy: </a:t>
            </a:r>
            <a:r>
              <a:rPr b="1" lang="en-US" sz="7200">
                <a:solidFill>
                  <a:schemeClr val="lt1"/>
                </a:solidFill>
                <a:latin typeface="Times New Roman"/>
                <a:ea typeface="Times New Roman"/>
                <a:cs typeface="Times New Roman"/>
                <a:sym typeface="Times New Roman"/>
              </a:rPr>
              <a:t>là phép Hôn phối.</a:t>
            </a:r>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7" name="Shape 407"/>
        <p:cNvGrpSpPr/>
        <p:nvPr/>
      </p:nvGrpSpPr>
      <p:grpSpPr>
        <a:xfrm>
          <a:off x="0" y="0"/>
          <a:ext cx="0" cy="0"/>
          <a:chOff x="0" y="0"/>
          <a:chExt cx="0" cy="0"/>
        </a:xfrm>
      </p:grpSpPr>
      <p:sp>
        <p:nvSpPr>
          <p:cNvPr id="408" name="Google Shape;408;p9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rgbClr val="888888"/>
              </a:buClr>
              <a:buSzPts val="1200"/>
              <a:buNone/>
            </a:pPr>
            <a:r>
              <a:t/>
            </a:r>
            <a:endParaRPr b="1" sz="1200">
              <a:solidFill>
                <a:schemeClr val="lt1"/>
              </a:solidFill>
              <a:latin typeface="Times New Roman"/>
              <a:ea typeface="Times New Roman"/>
              <a:cs typeface="Times New Roman"/>
              <a:sym typeface="Times New Roman"/>
            </a:endParaRPr>
          </a:p>
          <a:p>
            <a:pPr indent="0" lvl="0" marL="0" rtl="0" algn="just">
              <a:lnSpc>
                <a:spcPct val="100000"/>
              </a:lnSpc>
              <a:spcBef>
                <a:spcPts val="990"/>
              </a:spcBef>
              <a:spcAft>
                <a:spcPts val="0"/>
              </a:spcAft>
              <a:buClr>
                <a:schemeClr val="accent4"/>
              </a:buClr>
              <a:buSzPts val="4950"/>
              <a:buNone/>
            </a:pPr>
            <a:r>
              <a:rPr b="1" lang="en-US" sz="4950">
                <a:solidFill>
                  <a:schemeClr val="accent4"/>
                </a:solidFill>
                <a:latin typeface="Times New Roman"/>
                <a:ea typeface="Times New Roman"/>
                <a:cs typeface="Times New Roman"/>
                <a:sym typeface="Times New Roman"/>
              </a:rPr>
              <a:t>Thương người có mười bốn mối</a:t>
            </a:r>
            <a:endParaRPr b="1" sz="4950">
              <a:solidFill>
                <a:schemeClr val="accent4"/>
              </a:solidFill>
              <a:latin typeface="Times New Roman"/>
              <a:ea typeface="Times New Roman"/>
              <a:cs typeface="Times New Roman"/>
              <a:sym typeface="Times New Roman"/>
            </a:endParaRPr>
          </a:p>
          <a:p>
            <a:pPr indent="0" lvl="0" marL="0" rtl="0" algn="just">
              <a:lnSpc>
                <a:spcPct val="100000"/>
              </a:lnSpc>
              <a:spcBef>
                <a:spcPts val="990"/>
              </a:spcBef>
              <a:spcAft>
                <a:spcPts val="0"/>
              </a:spcAft>
              <a:buClr>
                <a:schemeClr val="accent4"/>
              </a:buClr>
              <a:buSzPts val="4950"/>
              <a:buNone/>
            </a:pPr>
            <a:r>
              <a:rPr b="1" i="1" lang="en-US" sz="4950">
                <a:solidFill>
                  <a:schemeClr val="accent4"/>
                </a:solidFill>
                <a:latin typeface="Times New Roman"/>
                <a:ea typeface="Times New Roman"/>
                <a:cs typeface="Times New Roman"/>
                <a:sym typeface="Times New Roman"/>
              </a:rPr>
              <a:t>Thương xác bảy mối:</a:t>
            </a:r>
            <a:endParaRPr b="1" i="1" sz="4950">
              <a:solidFill>
                <a:schemeClr val="accent4"/>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nhất: </a:t>
            </a:r>
            <a:r>
              <a:rPr b="1" lang="en-US" sz="7200">
                <a:solidFill>
                  <a:schemeClr val="lt1"/>
                </a:solidFill>
                <a:latin typeface="Times New Roman"/>
                <a:ea typeface="Times New Roman"/>
                <a:cs typeface="Times New Roman"/>
                <a:sym typeface="Times New Roman"/>
              </a:rPr>
              <a:t>Cho kẻ đói ăn.</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255"/>
              </a:spcBef>
              <a:spcAft>
                <a:spcPts val="0"/>
              </a:spcAft>
              <a:buClr>
                <a:srgbClr val="888888"/>
              </a:buClr>
              <a:buSzPts val="1275"/>
              <a:buNone/>
            </a:pPr>
            <a:r>
              <a:t/>
            </a:r>
            <a:endParaRPr sz="1275">
              <a:solidFill>
                <a:schemeClr val="lt1"/>
              </a:solidFill>
              <a:latin typeface="Times New Roman"/>
              <a:ea typeface="Times New Roman"/>
              <a:cs typeface="Times New Roman"/>
              <a:sym typeface="Times New Roman"/>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2" name="Shape 412"/>
        <p:cNvGrpSpPr/>
        <p:nvPr/>
      </p:nvGrpSpPr>
      <p:grpSpPr>
        <a:xfrm>
          <a:off x="0" y="0"/>
          <a:ext cx="0" cy="0"/>
          <a:chOff x="0" y="0"/>
          <a:chExt cx="0" cy="0"/>
        </a:xfrm>
      </p:grpSpPr>
      <p:sp>
        <p:nvSpPr>
          <p:cNvPr id="413" name="Google Shape;413;p9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hai: </a:t>
            </a:r>
            <a:r>
              <a:rPr b="1" lang="en-US" sz="7200">
                <a:solidFill>
                  <a:schemeClr val="lt1"/>
                </a:solidFill>
                <a:latin typeface="Times New Roman"/>
                <a:ea typeface="Times New Roman"/>
                <a:cs typeface="Times New Roman"/>
                <a:sym typeface="Times New Roman"/>
              </a:rPr>
              <a:t>Cho kẻ khát uống.</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ba: </a:t>
            </a:r>
            <a:r>
              <a:rPr b="1" lang="en-US" sz="7200">
                <a:solidFill>
                  <a:schemeClr val="lt1"/>
                </a:solidFill>
                <a:latin typeface="Times New Roman"/>
                <a:ea typeface="Times New Roman"/>
                <a:cs typeface="Times New Roman"/>
                <a:sym typeface="Times New Roman"/>
              </a:rPr>
              <a:t>Cho kẻ rách rưới ăn mặc.</a:t>
            </a:r>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7" name="Shape 417"/>
        <p:cNvGrpSpPr/>
        <p:nvPr/>
      </p:nvGrpSpPr>
      <p:grpSpPr>
        <a:xfrm>
          <a:off x="0" y="0"/>
          <a:ext cx="0" cy="0"/>
          <a:chOff x="0" y="0"/>
          <a:chExt cx="0" cy="0"/>
        </a:xfrm>
      </p:grpSpPr>
      <p:sp>
        <p:nvSpPr>
          <p:cNvPr id="418" name="Google Shape;418;p9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 </a:t>
            </a:r>
            <a:r>
              <a:rPr b="1" lang="en-US" sz="7200">
                <a:solidFill>
                  <a:schemeClr val="lt1"/>
                </a:solidFill>
                <a:latin typeface="Times New Roman"/>
                <a:ea typeface="Times New Roman"/>
                <a:cs typeface="Times New Roman"/>
                <a:sym typeface="Times New Roman"/>
              </a:rPr>
              <a:t>Viếng kẻ liệt cùng kẻ tù rạc.</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năm: </a:t>
            </a:r>
            <a:r>
              <a:rPr b="1" lang="en-US" sz="7200">
                <a:solidFill>
                  <a:schemeClr val="lt1"/>
                </a:solidFill>
                <a:latin typeface="Times New Roman"/>
                <a:ea typeface="Times New Roman"/>
                <a:cs typeface="Times New Roman"/>
                <a:sym typeface="Times New Roman"/>
              </a:rPr>
              <a:t>Cho khách đỗ nhà.</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2" name="Shape 422"/>
        <p:cNvGrpSpPr/>
        <p:nvPr/>
      </p:nvGrpSpPr>
      <p:grpSpPr>
        <a:xfrm>
          <a:off x="0" y="0"/>
          <a:ext cx="0" cy="0"/>
          <a:chOff x="0" y="0"/>
          <a:chExt cx="0" cy="0"/>
        </a:xfrm>
      </p:grpSpPr>
      <p:sp>
        <p:nvSpPr>
          <p:cNvPr id="423" name="Google Shape;423;p9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sáu: </a:t>
            </a:r>
            <a:r>
              <a:rPr b="1" lang="en-US" sz="7200">
                <a:solidFill>
                  <a:schemeClr val="lt1"/>
                </a:solidFill>
                <a:latin typeface="Times New Roman"/>
                <a:ea typeface="Times New Roman"/>
                <a:cs typeface="Times New Roman"/>
                <a:sym typeface="Times New Roman"/>
              </a:rPr>
              <a:t>Chuộc kẻ làm tôi.</a:t>
            </a:r>
            <a:endParaRPr b="1" sz="7200">
              <a:solidFill>
                <a:schemeClr val="lt1"/>
              </a:solidFill>
              <a:latin typeface="Times New Roman"/>
              <a:ea typeface="Times New Roman"/>
              <a:cs typeface="Times New Roman"/>
              <a:sym typeface="Times New Roman"/>
            </a:endParaRPr>
          </a:p>
          <a:p>
            <a:pPr indent="0" lvl="0" marL="0" rtl="0" algn="l">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bảy: </a:t>
            </a:r>
            <a:r>
              <a:rPr b="1" lang="en-US" sz="7200">
                <a:solidFill>
                  <a:schemeClr val="lt1"/>
                </a:solidFill>
                <a:latin typeface="Times New Roman"/>
                <a:ea typeface="Times New Roman"/>
                <a:cs typeface="Times New Roman"/>
                <a:sym typeface="Times New Roman"/>
              </a:rPr>
              <a:t>Chôn xác kẻ chết.</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7" name="Shape 427"/>
        <p:cNvGrpSpPr/>
        <p:nvPr/>
      </p:nvGrpSpPr>
      <p:grpSpPr>
        <a:xfrm>
          <a:off x="0" y="0"/>
          <a:ext cx="0" cy="0"/>
          <a:chOff x="0" y="0"/>
          <a:chExt cx="0" cy="0"/>
        </a:xfrm>
      </p:grpSpPr>
      <p:sp>
        <p:nvSpPr>
          <p:cNvPr id="428" name="Google Shape;428;p9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rgbClr val="888888"/>
              </a:buClr>
              <a:buSzPts val="825"/>
              <a:buNone/>
            </a:pPr>
            <a:r>
              <a:t/>
            </a:r>
            <a:endParaRPr b="1" sz="825">
              <a:solidFill>
                <a:schemeClr val="lt1"/>
              </a:solidFill>
              <a:latin typeface="Times New Roman"/>
              <a:ea typeface="Times New Roman"/>
              <a:cs typeface="Times New Roman"/>
              <a:sym typeface="Times New Roman"/>
            </a:endParaRPr>
          </a:p>
          <a:p>
            <a:pPr indent="0" lvl="0" marL="0" rtl="0" algn="just">
              <a:lnSpc>
                <a:spcPct val="100000"/>
              </a:lnSpc>
              <a:spcBef>
                <a:spcPts val="1080"/>
              </a:spcBef>
              <a:spcAft>
                <a:spcPts val="0"/>
              </a:spcAft>
              <a:buClr>
                <a:schemeClr val="accent4"/>
              </a:buClr>
              <a:buSzPts val="5400"/>
              <a:buNone/>
            </a:pPr>
            <a:r>
              <a:rPr b="1" i="1" lang="en-US" sz="5400">
                <a:solidFill>
                  <a:schemeClr val="accent4"/>
                </a:solidFill>
                <a:latin typeface="Times New Roman"/>
                <a:ea typeface="Times New Roman"/>
                <a:cs typeface="Times New Roman"/>
                <a:sym typeface="Times New Roman"/>
              </a:rPr>
              <a:t>	Thương linh hồn bảy mối:</a:t>
            </a:r>
            <a:endParaRPr b="1" i="1" sz="5400">
              <a:solidFill>
                <a:schemeClr val="accent4"/>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nhất: </a:t>
            </a:r>
            <a:r>
              <a:rPr b="1" lang="en-US" sz="7200">
                <a:solidFill>
                  <a:schemeClr val="lt1"/>
                </a:solidFill>
                <a:latin typeface="Times New Roman"/>
                <a:ea typeface="Times New Roman"/>
                <a:cs typeface="Times New Roman"/>
                <a:sym typeface="Times New Roman"/>
              </a:rPr>
              <a:t>Lấy lời lành khuyên người.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2" name="Shape 432"/>
        <p:cNvGrpSpPr/>
        <p:nvPr/>
      </p:nvGrpSpPr>
      <p:grpSpPr>
        <a:xfrm>
          <a:off x="0" y="0"/>
          <a:ext cx="0" cy="0"/>
          <a:chOff x="0" y="0"/>
          <a:chExt cx="0" cy="0"/>
        </a:xfrm>
      </p:grpSpPr>
      <p:sp>
        <p:nvSpPr>
          <p:cNvPr id="433" name="Google Shape;433;p9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hai: </a:t>
            </a:r>
            <a:r>
              <a:rPr b="1" lang="en-US" sz="7200">
                <a:solidFill>
                  <a:schemeClr val="lt1"/>
                </a:solidFill>
                <a:latin typeface="Times New Roman"/>
                <a:ea typeface="Times New Roman"/>
                <a:cs typeface="Times New Roman"/>
                <a:sym typeface="Times New Roman"/>
              </a:rPr>
              <a:t>Mở dạy kẻ mê muội.</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ba: </a:t>
            </a:r>
            <a:r>
              <a:rPr b="1" lang="en-US" sz="7200">
                <a:solidFill>
                  <a:schemeClr val="lt1"/>
                </a:solidFill>
                <a:latin typeface="Times New Roman"/>
                <a:ea typeface="Times New Roman"/>
                <a:cs typeface="Times New Roman"/>
                <a:sym typeface="Times New Roman"/>
              </a:rPr>
              <a:t>An ủi kẻ âu lo.</a:t>
            </a:r>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7" name="Shape 437"/>
        <p:cNvGrpSpPr/>
        <p:nvPr/>
      </p:nvGrpSpPr>
      <p:grpSpPr>
        <a:xfrm>
          <a:off x="0" y="0"/>
          <a:ext cx="0" cy="0"/>
          <a:chOff x="0" y="0"/>
          <a:chExt cx="0" cy="0"/>
        </a:xfrm>
      </p:grpSpPr>
      <p:sp>
        <p:nvSpPr>
          <p:cNvPr id="438" name="Google Shape;438;p10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 </a:t>
            </a:r>
            <a:r>
              <a:rPr b="1" lang="en-US" sz="7200">
                <a:solidFill>
                  <a:schemeClr val="lt1"/>
                </a:solidFill>
                <a:latin typeface="Times New Roman"/>
                <a:ea typeface="Times New Roman"/>
                <a:cs typeface="Times New Roman"/>
                <a:sym typeface="Times New Roman"/>
              </a:rPr>
              <a:t>Răn bảo kẻ có tội.</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năm: </a:t>
            </a:r>
            <a:r>
              <a:rPr b="1" lang="en-US" sz="7200">
                <a:solidFill>
                  <a:schemeClr val="lt1"/>
                </a:solidFill>
                <a:latin typeface="Times New Roman"/>
                <a:ea typeface="Times New Roman"/>
                <a:cs typeface="Times New Roman"/>
                <a:sym typeface="Times New Roman"/>
              </a:rPr>
              <a:t>Tha kẻ dể ta.</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2" name="Shape 442"/>
        <p:cNvGrpSpPr/>
        <p:nvPr/>
      </p:nvGrpSpPr>
      <p:grpSpPr>
        <a:xfrm>
          <a:off x="0" y="0"/>
          <a:ext cx="0" cy="0"/>
          <a:chOff x="0" y="0"/>
          <a:chExt cx="0" cy="0"/>
        </a:xfrm>
      </p:grpSpPr>
      <p:sp>
        <p:nvSpPr>
          <p:cNvPr id="443" name="Google Shape;443;p10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sáu: </a:t>
            </a:r>
            <a:r>
              <a:rPr b="1" lang="en-US" sz="7200">
                <a:solidFill>
                  <a:schemeClr val="lt1"/>
                </a:solidFill>
                <a:latin typeface="Times New Roman"/>
                <a:ea typeface="Times New Roman"/>
                <a:cs typeface="Times New Roman"/>
                <a:sym typeface="Times New Roman"/>
              </a:rPr>
              <a:t>Nhịn kẻ mất lòng ta.</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bảy: </a:t>
            </a:r>
            <a:r>
              <a:rPr b="1" lang="en-US" sz="7200">
                <a:solidFill>
                  <a:schemeClr val="lt1"/>
                </a:solidFill>
                <a:latin typeface="Times New Roman"/>
                <a:ea typeface="Times New Roman"/>
                <a:cs typeface="Times New Roman"/>
                <a:sym typeface="Times New Roman"/>
              </a:rPr>
              <a:t>Cầu cho kẻ sống và kẻ chết.</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7" name="Shape 447"/>
        <p:cNvGrpSpPr/>
        <p:nvPr/>
      </p:nvGrpSpPr>
      <p:grpSpPr>
        <a:xfrm>
          <a:off x="0" y="0"/>
          <a:ext cx="0" cy="0"/>
          <a:chOff x="0" y="0"/>
          <a:chExt cx="0" cy="0"/>
        </a:xfrm>
      </p:grpSpPr>
      <p:sp>
        <p:nvSpPr>
          <p:cNvPr id="448" name="Google Shape;448;p10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4950"/>
              <a:buNone/>
            </a:pPr>
            <a:r>
              <a:rPr b="1" lang="en-US" sz="4950">
                <a:solidFill>
                  <a:schemeClr val="accent4"/>
                </a:solidFill>
                <a:latin typeface="Times New Roman"/>
                <a:ea typeface="Times New Roman"/>
                <a:cs typeface="Times New Roman"/>
                <a:sym typeface="Times New Roman"/>
              </a:rPr>
              <a:t>	</a:t>
            </a:r>
            <a:r>
              <a:rPr b="1" lang="en-US" sz="4000">
                <a:solidFill>
                  <a:schemeClr val="accent4"/>
                </a:solidFill>
                <a:latin typeface="Times New Roman"/>
                <a:ea typeface="Times New Roman"/>
                <a:cs typeface="Times New Roman"/>
                <a:sym typeface="Times New Roman"/>
              </a:rPr>
              <a:t>CẢI TỘI BẢY MỐI CÓ BẢY ĐỨC</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nhất: </a:t>
            </a:r>
            <a:r>
              <a:rPr b="1" lang="en-US" sz="7200">
                <a:solidFill>
                  <a:schemeClr val="lt1"/>
                </a:solidFill>
                <a:latin typeface="Times New Roman"/>
                <a:ea typeface="Times New Roman"/>
                <a:cs typeface="Times New Roman"/>
                <a:sym typeface="Times New Roman"/>
              </a:rPr>
              <a:t>Khiêm nhượng, chớ kiêu ngạo.</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2" name="Shape 452"/>
        <p:cNvGrpSpPr/>
        <p:nvPr/>
      </p:nvGrpSpPr>
      <p:grpSpPr>
        <a:xfrm>
          <a:off x="0" y="0"/>
          <a:ext cx="0" cy="0"/>
          <a:chOff x="0" y="0"/>
          <a:chExt cx="0" cy="0"/>
        </a:xfrm>
      </p:grpSpPr>
      <p:sp>
        <p:nvSpPr>
          <p:cNvPr id="453" name="Google Shape;453;p10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000"/>
              <a:buNone/>
            </a:pPr>
            <a:r>
              <a:rPr b="1" lang="en-US" sz="7000">
                <a:solidFill>
                  <a:schemeClr val="accent4"/>
                </a:solidFill>
                <a:latin typeface="Times New Roman"/>
                <a:ea typeface="Times New Roman"/>
                <a:cs typeface="Times New Roman"/>
                <a:sym typeface="Times New Roman"/>
              </a:rPr>
              <a:t>Thứ hai: </a:t>
            </a:r>
            <a:r>
              <a:rPr b="1" lang="en-US" sz="7000">
                <a:solidFill>
                  <a:schemeClr val="lt1"/>
                </a:solidFill>
                <a:latin typeface="Times New Roman"/>
                <a:ea typeface="Times New Roman"/>
                <a:cs typeface="Times New Roman"/>
                <a:sym typeface="Times New Roman"/>
              </a:rPr>
              <a:t>Rộng rãi, chớ hà tiện.</a:t>
            </a:r>
            <a:endParaRPr/>
          </a:p>
          <a:p>
            <a:pPr indent="0" lvl="0" marL="0" rtl="0" algn="just">
              <a:lnSpc>
                <a:spcPct val="100000"/>
              </a:lnSpc>
              <a:spcBef>
                <a:spcPts val="1400"/>
              </a:spcBef>
              <a:spcAft>
                <a:spcPts val="0"/>
              </a:spcAft>
              <a:buClr>
                <a:schemeClr val="accent4"/>
              </a:buClr>
              <a:buSzPts val="7000"/>
              <a:buNone/>
            </a:pPr>
            <a:r>
              <a:rPr b="1" lang="en-US" sz="7000">
                <a:solidFill>
                  <a:schemeClr val="accent4"/>
                </a:solidFill>
                <a:latin typeface="Times New Roman"/>
                <a:ea typeface="Times New Roman"/>
                <a:cs typeface="Times New Roman"/>
                <a:sym typeface="Times New Roman"/>
              </a:rPr>
              <a:t>Thứ ba: </a:t>
            </a:r>
            <a:r>
              <a:rPr b="1" lang="en-US" sz="7000">
                <a:solidFill>
                  <a:schemeClr val="lt1"/>
                </a:solidFill>
                <a:latin typeface="Times New Roman"/>
                <a:ea typeface="Times New Roman"/>
                <a:cs typeface="Times New Roman"/>
                <a:sym typeface="Times New Roman"/>
              </a:rPr>
              <a:t>Giữ mình sạch sẽ, chớ mê dâm dục.</a:t>
            </a:r>
            <a:endParaRPr/>
          </a:p>
          <a:p>
            <a:pPr indent="0" lvl="0" marL="0" rtl="0" algn="just">
              <a:lnSpc>
                <a:spcPct val="100000"/>
              </a:lnSpc>
              <a:spcBef>
                <a:spcPts val="1400"/>
              </a:spcBef>
              <a:spcAft>
                <a:spcPts val="0"/>
              </a:spcAft>
              <a:buClr>
                <a:srgbClr val="888888"/>
              </a:buClr>
              <a:buSzPts val="7000"/>
              <a:buNone/>
            </a:pPr>
            <a:r>
              <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7" name="Shape 457"/>
        <p:cNvGrpSpPr/>
        <p:nvPr/>
      </p:nvGrpSpPr>
      <p:grpSpPr>
        <a:xfrm>
          <a:off x="0" y="0"/>
          <a:ext cx="0" cy="0"/>
          <a:chOff x="0" y="0"/>
          <a:chExt cx="0" cy="0"/>
        </a:xfrm>
      </p:grpSpPr>
      <p:sp>
        <p:nvSpPr>
          <p:cNvPr id="458" name="Google Shape;458;p10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 </a:t>
            </a:r>
            <a:r>
              <a:rPr b="1" lang="en-US" sz="7200">
                <a:solidFill>
                  <a:schemeClr val="lt1"/>
                </a:solidFill>
                <a:latin typeface="Times New Roman"/>
                <a:ea typeface="Times New Roman"/>
                <a:cs typeface="Times New Roman"/>
                <a:sym typeface="Times New Roman"/>
              </a:rPr>
              <a:t>Hay nhịn, Chớ hờn giận.</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năm: </a:t>
            </a:r>
            <a:r>
              <a:rPr b="1" lang="en-US" sz="7200">
                <a:solidFill>
                  <a:schemeClr val="lt1"/>
                </a:solidFill>
                <a:latin typeface="Times New Roman"/>
                <a:ea typeface="Times New Roman"/>
                <a:cs typeface="Times New Roman"/>
                <a:sym typeface="Times New Roman"/>
              </a:rPr>
              <a:t>Kiêng bớt, chớ mê ăn uống.</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2" name="Shape 462"/>
        <p:cNvGrpSpPr/>
        <p:nvPr/>
      </p:nvGrpSpPr>
      <p:grpSpPr>
        <a:xfrm>
          <a:off x="0" y="0"/>
          <a:ext cx="0" cy="0"/>
          <a:chOff x="0" y="0"/>
          <a:chExt cx="0" cy="0"/>
        </a:xfrm>
      </p:grpSpPr>
      <p:sp>
        <p:nvSpPr>
          <p:cNvPr id="463" name="Google Shape;463;p10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accent4"/>
              </a:buClr>
              <a:buSzPts val="7000"/>
              <a:buNone/>
            </a:pPr>
            <a:r>
              <a:rPr b="1" lang="en-US" sz="7000">
                <a:solidFill>
                  <a:schemeClr val="accent4"/>
                </a:solidFill>
                <a:latin typeface="Times New Roman"/>
                <a:ea typeface="Times New Roman"/>
                <a:cs typeface="Times New Roman"/>
                <a:sym typeface="Times New Roman"/>
              </a:rPr>
              <a:t>Thứ sáu: </a:t>
            </a:r>
            <a:r>
              <a:rPr b="1" lang="en-US" sz="7000">
                <a:solidFill>
                  <a:schemeClr val="lt1"/>
                </a:solidFill>
                <a:latin typeface="Times New Roman"/>
                <a:ea typeface="Times New Roman"/>
                <a:cs typeface="Times New Roman"/>
                <a:sym typeface="Times New Roman"/>
              </a:rPr>
              <a:t>Yêu người, chớ ghen ghét.</a:t>
            </a:r>
            <a:endParaRPr b="1" sz="7000">
              <a:solidFill>
                <a:schemeClr val="lt1"/>
              </a:solidFill>
              <a:latin typeface="Times New Roman"/>
              <a:ea typeface="Times New Roman"/>
              <a:cs typeface="Times New Roman"/>
              <a:sym typeface="Times New Roman"/>
            </a:endParaRPr>
          </a:p>
          <a:p>
            <a:pPr indent="0" lvl="0" marL="0" rtl="0" algn="just">
              <a:lnSpc>
                <a:spcPct val="100000"/>
              </a:lnSpc>
              <a:spcBef>
                <a:spcPts val="1400"/>
              </a:spcBef>
              <a:spcAft>
                <a:spcPts val="0"/>
              </a:spcAft>
              <a:buClr>
                <a:schemeClr val="accent4"/>
              </a:buClr>
              <a:buSzPts val="7000"/>
              <a:buNone/>
            </a:pPr>
            <a:r>
              <a:rPr b="1" lang="en-US" sz="7000">
                <a:solidFill>
                  <a:schemeClr val="accent4"/>
                </a:solidFill>
                <a:latin typeface="Times New Roman"/>
                <a:ea typeface="Times New Roman"/>
                <a:cs typeface="Times New Roman"/>
                <a:sym typeface="Times New Roman"/>
              </a:rPr>
              <a:t>Thứ bảy: </a:t>
            </a:r>
            <a:r>
              <a:rPr b="1" lang="en-US" sz="7000">
                <a:solidFill>
                  <a:schemeClr val="lt1"/>
                </a:solidFill>
                <a:latin typeface="Times New Roman"/>
                <a:ea typeface="Times New Roman"/>
                <a:cs typeface="Times New Roman"/>
                <a:sym typeface="Times New Roman"/>
              </a:rPr>
              <a:t>Siêng năng việc Đức Chúa Trời, chớ làm biếng.</a:t>
            </a:r>
            <a:endParaRPr b="1" sz="7000">
              <a:solidFill>
                <a:schemeClr val="lt1"/>
              </a:solidFill>
              <a:latin typeface="Times New Roman"/>
              <a:ea typeface="Times New Roman"/>
              <a:cs typeface="Times New Roman"/>
              <a:sym typeface="Times New Roman"/>
            </a:endParaRPr>
          </a:p>
          <a:p>
            <a:pPr indent="0" lvl="0" marL="0" rtl="0" algn="ctr">
              <a:lnSpc>
                <a:spcPct val="100000"/>
              </a:lnSpc>
              <a:spcBef>
                <a:spcPts val="255"/>
              </a:spcBef>
              <a:spcAft>
                <a:spcPts val="0"/>
              </a:spcAft>
              <a:buClr>
                <a:srgbClr val="888888"/>
              </a:buClr>
              <a:buSzPts val="1275"/>
              <a:buNone/>
            </a:pPr>
            <a:r>
              <a:t/>
            </a:r>
            <a:endParaRPr sz="1275">
              <a:solidFill>
                <a:schemeClr val="lt1"/>
              </a:solidFill>
              <a:latin typeface="Times New Roman"/>
              <a:ea typeface="Times New Roman"/>
              <a:cs typeface="Times New Roman"/>
              <a:sym typeface="Times New Roman"/>
            </a:endParaRPr>
          </a:p>
        </p:txBody>
      </p:sp>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7" name="Shape 467"/>
        <p:cNvGrpSpPr/>
        <p:nvPr/>
      </p:nvGrpSpPr>
      <p:grpSpPr>
        <a:xfrm>
          <a:off x="0" y="0"/>
          <a:ext cx="0" cy="0"/>
          <a:chOff x="0" y="0"/>
          <a:chExt cx="0" cy="0"/>
        </a:xfrm>
      </p:grpSpPr>
      <p:sp>
        <p:nvSpPr>
          <p:cNvPr id="468" name="Google Shape;468;p10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a:bodyPr>
          <a:lstStyle/>
          <a:p>
            <a:pPr indent="0" lvl="0" marL="0" rtl="0" algn="just">
              <a:lnSpc>
                <a:spcPct val="100000"/>
              </a:lnSpc>
              <a:spcBef>
                <a:spcPts val="0"/>
              </a:spcBef>
              <a:spcAft>
                <a:spcPts val="0"/>
              </a:spcAft>
              <a:buClr>
                <a:schemeClr val="accent4"/>
              </a:buClr>
              <a:buSzPct val="100000"/>
              <a:buNone/>
            </a:pPr>
            <a:r>
              <a:rPr b="1" lang="en-US" sz="4950">
                <a:solidFill>
                  <a:schemeClr val="accent4"/>
                </a:solidFill>
                <a:latin typeface="Times New Roman"/>
                <a:ea typeface="Times New Roman"/>
                <a:cs typeface="Times New Roman"/>
                <a:sym typeface="Times New Roman"/>
              </a:rPr>
              <a:t>		</a:t>
            </a:r>
            <a:r>
              <a:rPr b="1" lang="en-US" sz="4400">
                <a:solidFill>
                  <a:schemeClr val="accent4"/>
                </a:solidFill>
                <a:latin typeface="Times New Roman"/>
                <a:ea typeface="Times New Roman"/>
                <a:cs typeface="Times New Roman"/>
                <a:sym typeface="Times New Roman"/>
              </a:rPr>
              <a:t>PHƯỚC THẬT TÁM MỐI</a:t>
            </a:r>
            <a:endParaRPr/>
          </a:p>
          <a:p>
            <a:pPr indent="0" lvl="0" marL="0" rtl="0" algn="just">
              <a:lnSpc>
                <a:spcPct val="100000"/>
              </a:lnSpc>
              <a:spcBef>
                <a:spcPts val="1295"/>
              </a:spcBef>
              <a:spcAft>
                <a:spcPts val="0"/>
              </a:spcAft>
              <a:buClr>
                <a:schemeClr val="accent4"/>
              </a:buClr>
              <a:buSzPct val="100000"/>
              <a:buNone/>
            </a:pPr>
            <a:r>
              <a:rPr b="1" lang="en-US" sz="7000">
                <a:solidFill>
                  <a:schemeClr val="accent4"/>
                </a:solidFill>
                <a:latin typeface="Times New Roman"/>
                <a:ea typeface="Times New Roman"/>
                <a:cs typeface="Times New Roman"/>
                <a:sym typeface="Times New Roman"/>
              </a:rPr>
              <a:t>Thứ nhất:</a:t>
            </a:r>
            <a:r>
              <a:rPr b="1" lang="en-US" sz="7000">
                <a:solidFill>
                  <a:schemeClr val="lt1"/>
                </a:solidFill>
                <a:latin typeface="Times New Roman"/>
                <a:ea typeface="Times New Roman"/>
                <a:cs typeface="Times New Roman"/>
                <a:sym typeface="Times New Roman"/>
              </a:rPr>
              <a:t>	Ai có lòng khó khăn, ấy là phước thật, vì chưng nước Đức Chúa Trời là của mình vậy.</a:t>
            </a:r>
            <a:endParaRPr/>
          </a:p>
        </p:txBody>
      </p:sp>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2" name="Shape 472"/>
        <p:cNvGrpSpPr/>
        <p:nvPr/>
      </p:nvGrpSpPr>
      <p:grpSpPr>
        <a:xfrm>
          <a:off x="0" y="0"/>
          <a:ext cx="0" cy="0"/>
          <a:chOff x="0" y="0"/>
          <a:chExt cx="0" cy="0"/>
        </a:xfrm>
      </p:grpSpPr>
      <p:sp>
        <p:nvSpPr>
          <p:cNvPr id="473" name="Google Shape;473;p10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hai: </a:t>
            </a:r>
            <a:r>
              <a:rPr b="1" lang="en-US" sz="7200">
                <a:solidFill>
                  <a:schemeClr val="lt1"/>
                </a:solidFill>
                <a:latin typeface="Times New Roman"/>
                <a:ea typeface="Times New Roman"/>
                <a:cs typeface="Times New Roman"/>
                <a:sym typeface="Times New Roman"/>
              </a:rPr>
              <a:t>Ai hiền lành, ấy là phước thật, vì chưng sẽ được đất Đức Chúa Trời làm của mình vậy.</a:t>
            </a:r>
            <a:endParaRPr sz="1600">
              <a:solidFill>
                <a:schemeClr val="lt1"/>
              </a:solidFill>
              <a:latin typeface="Times New Roman"/>
              <a:ea typeface="Times New Roman"/>
              <a:cs typeface="Times New Roman"/>
              <a:sym typeface="Times New Roman"/>
            </a:endParaRPr>
          </a:p>
        </p:txBody>
      </p:sp>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7" name="Shape 477"/>
        <p:cNvGrpSpPr/>
        <p:nvPr/>
      </p:nvGrpSpPr>
      <p:grpSpPr>
        <a:xfrm>
          <a:off x="0" y="0"/>
          <a:ext cx="0" cy="0"/>
          <a:chOff x="0" y="0"/>
          <a:chExt cx="0" cy="0"/>
        </a:xfrm>
      </p:grpSpPr>
      <p:sp>
        <p:nvSpPr>
          <p:cNvPr id="478" name="Google Shape;478;p10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ba:</a:t>
            </a:r>
            <a:r>
              <a:rPr b="1" lang="en-US" sz="7200">
                <a:solidFill>
                  <a:schemeClr val="lt1"/>
                </a:solidFill>
                <a:latin typeface="Times New Roman"/>
                <a:ea typeface="Times New Roman"/>
                <a:cs typeface="Times New Roman"/>
                <a:sym typeface="Times New Roman"/>
              </a:rPr>
              <a:t>	Ai khóc lóc, ấy là phước thật, vì chưng sẽ được an ủi vậy.</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2" name="Shape 482"/>
        <p:cNvGrpSpPr/>
        <p:nvPr/>
      </p:nvGrpSpPr>
      <p:grpSpPr>
        <a:xfrm>
          <a:off x="0" y="0"/>
          <a:ext cx="0" cy="0"/>
          <a:chOff x="0" y="0"/>
          <a:chExt cx="0" cy="0"/>
        </a:xfrm>
      </p:grpSpPr>
      <p:sp>
        <p:nvSpPr>
          <p:cNvPr id="483" name="Google Shape;483;p10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a:t>
            </a:r>
            <a:r>
              <a:rPr b="1" lang="en-US" sz="7200">
                <a:solidFill>
                  <a:schemeClr val="lt1"/>
                </a:solidFill>
                <a:latin typeface="Times New Roman"/>
                <a:ea typeface="Times New Roman"/>
                <a:cs typeface="Times New Roman"/>
                <a:sym typeface="Times New Roman"/>
              </a:rPr>
              <a:t>	Ai khao khát nhân đức trọn lành, ấy là phước thật, vì chưng sẽ được no đủ vậy.</a:t>
            </a:r>
            <a:endParaRPr sz="1600">
              <a:solidFill>
                <a:schemeClr val="lt1"/>
              </a:solidFill>
              <a:latin typeface="Times New Roman"/>
              <a:ea typeface="Times New Roman"/>
              <a:cs typeface="Times New Roman"/>
              <a:sym typeface="Times New Roman"/>
            </a:endParaRPr>
          </a:p>
        </p:txBody>
      </p:sp>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7" name="Shape 487"/>
        <p:cNvGrpSpPr/>
        <p:nvPr/>
      </p:nvGrpSpPr>
      <p:grpSpPr>
        <a:xfrm>
          <a:off x="0" y="0"/>
          <a:ext cx="0" cy="0"/>
          <a:chOff x="0" y="0"/>
          <a:chExt cx="0" cy="0"/>
        </a:xfrm>
      </p:grpSpPr>
      <p:sp>
        <p:nvSpPr>
          <p:cNvPr id="488" name="Google Shape;488;p11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20000"/>
          </a:bodyPr>
          <a:lstStyle/>
          <a:p>
            <a:pPr indent="0" lvl="0" marL="0" rtl="0" algn="just">
              <a:lnSpc>
                <a:spcPct val="100000"/>
              </a:lnSpc>
              <a:spcBef>
                <a:spcPts val="0"/>
              </a:spcBef>
              <a:spcAft>
                <a:spcPts val="0"/>
              </a:spcAft>
              <a:buClr>
                <a:schemeClr val="accent4"/>
              </a:buClr>
              <a:buSzPct val="100000"/>
              <a:buNone/>
            </a:pPr>
            <a:r>
              <a:rPr b="1" lang="en-US" sz="8000">
                <a:solidFill>
                  <a:schemeClr val="accent4"/>
                </a:solidFill>
                <a:latin typeface="Times New Roman"/>
                <a:ea typeface="Times New Roman"/>
                <a:cs typeface="Times New Roman"/>
                <a:sym typeface="Times New Roman"/>
              </a:rPr>
              <a:t>Thứ năm:</a:t>
            </a:r>
            <a:r>
              <a:rPr b="1" lang="en-US" sz="8000">
                <a:solidFill>
                  <a:schemeClr val="lt1"/>
                </a:solidFill>
                <a:latin typeface="Times New Roman"/>
                <a:ea typeface="Times New Roman"/>
                <a:cs typeface="Times New Roman"/>
                <a:sym typeface="Times New Roman"/>
              </a:rPr>
              <a:t>	Ai thương xót người, ấy là phước thật, vì chưng mình sẽ được thương xót vậy.</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2" name="Shape 492"/>
        <p:cNvGrpSpPr/>
        <p:nvPr/>
      </p:nvGrpSpPr>
      <p:grpSpPr>
        <a:xfrm>
          <a:off x="0" y="0"/>
          <a:ext cx="0" cy="0"/>
          <a:chOff x="0" y="0"/>
          <a:chExt cx="0" cy="0"/>
        </a:xfrm>
      </p:grpSpPr>
      <p:sp>
        <p:nvSpPr>
          <p:cNvPr id="493" name="Google Shape;493;p11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sáu:</a:t>
            </a:r>
            <a:r>
              <a:rPr b="1" lang="en-US" sz="7200">
                <a:solidFill>
                  <a:schemeClr val="lt1"/>
                </a:solidFill>
                <a:latin typeface="Times New Roman"/>
                <a:ea typeface="Times New Roman"/>
                <a:cs typeface="Times New Roman"/>
                <a:sym typeface="Times New Roman"/>
              </a:rPr>
              <a:t>	Ai giữ lòng sạch sẽ, ấy là phước thật, vì chưng sẽ được thấy mặt Đức Chúa Trời vậy.</a:t>
            </a:r>
            <a:endParaRPr/>
          </a:p>
          <a:p>
            <a:pPr indent="0" lvl="0" marL="0" rtl="0" algn="ctr">
              <a:lnSpc>
                <a:spcPct val="100000"/>
              </a:lnSpc>
              <a:spcBef>
                <a:spcPts val="255"/>
              </a:spcBef>
              <a:spcAft>
                <a:spcPts val="0"/>
              </a:spcAft>
              <a:buClr>
                <a:srgbClr val="888888"/>
              </a:buClr>
              <a:buSzPts val="1275"/>
              <a:buNone/>
            </a:pPr>
            <a:r>
              <a:t/>
            </a:r>
            <a:endParaRPr sz="1275">
              <a:solidFill>
                <a:schemeClr val="lt1"/>
              </a:solidFill>
              <a:latin typeface="Times New Roman"/>
              <a:ea typeface="Times New Roman"/>
              <a:cs typeface="Times New Roman"/>
              <a:sym typeface="Times New Roman"/>
            </a:endParaRPr>
          </a:p>
        </p:txBody>
      </p:sp>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7" name="Shape 497"/>
        <p:cNvGrpSpPr/>
        <p:nvPr/>
      </p:nvGrpSpPr>
      <p:grpSpPr>
        <a:xfrm>
          <a:off x="0" y="0"/>
          <a:ext cx="0" cy="0"/>
          <a:chOff x="0" y="0"/>
          <a:chExt cx="0" cy="0"/>
        </a:xfrm>
      </p:grpSpPr>
      <p:sp>
        <p:nvSpPr>
          <p:cNvPr id="498" name="Google Shape;498;p11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6600"/>
              <a:buNone/>
            </a:pPr>
            <a:r>
              <a:rPr b="1" lang="en-US" sz="6600">
                <a:solidFill>
                  <a:schemeClr val="accent4"/>
                </a:solidFill>
                <a:latin typeface="Times New Roman"/>
                <a:ea typeface="Times New Roman"/>
                <a:cs typeface="Times New Roman"/>
                <a:sym typeface="Times New Roman"/>
              </a:rPr>
              <a:t>Thứ bảy:</a:t>
            </a:r>
            <a:r>
              <a:rPr b="1" lang="en-US" sz="6600">
                <a:solidFill>
                  <a:schemeClr val="lt1"/>
                </a:solidFill>
                <a:latin typeface="Times New Roman"/>
                <a:ea typeface="Times New Roman"/>
                <a:cs typeface="Times New Roman"/>
                <a:sym typeface="Times New Roman"/>
              </a:rPr>
              <a:t>	Ai làm cho người hòa thuận, ấy là phước thật, vì chưng sẽ được gọi là con Đức Chúa Trời vậy.</a:t>
            </a:r>
            <a:endParaRPr/>
          </a:p>
          <a:p>
            <a:pPr indent="0" lvl="0" marL="0" rtl="0" algn="ctr">
              <a:lnSpc>
                <a:spcPct val="100000"/>
              </a:lnSpc>
              <a:spcBef>
                <a:spcPts val="280"/>
              </a:spcBef>
              <a:spcAft>
                <a:spcPts val="0"/>
              </a:spcAft>
              <a:buClr>
                <a:srgbClr val="888888"/>
              </a:buClr>
              <a:buSzPts val="1400"/>
              <a:buNone/>
            </a:pPr>
            <a:r>
              <a:t/>
            </a:r>
            <a:endParaRPr sz="1400">
              <a:solidFill>
                <a:schemeClr val="lt1"/>
              </a:solidFill>
              <a:latin typeface="Times New Roman"/>
              <a:ea typeface="Times New Roman"/>
              <a:cs typeface="Times New Roman"/>
              <a:sym typeface="Times New Roman"/>
            </a:endParaRPr>
          </a:p>
        </p:txBody>
      </p:sp>
    </p:spTree>
  </p:cSld>
  <p:clrMapOvr>
    <a:masterClrMapping/>
  </p:clrMapOvr>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2" name="Shape 502"/>
        <p:cNvGrpSpPr/>
        <p:nvPr/>
      </p:nvGrpSpPr>
      <p:grpSpPr>
        <a:xfrm>
          <a:off x="0" y="0"/>
          <a:ext cx="0" cy="0"/>
          <a:chOff x="0" y="0"/>
          <a:chExt cx="0" cy="0"/>
        </a:xfrm>
      </p:grpSpPr>
      <p:sp>
        <p:nvSpPr>
          <p:cNvPr id="503" name="Google Shape;503;p11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6600"/>
              <a:buNone/>
            </a:pPr>
            <a:r>
              <a:rPr b="1" lang="en-US" sz="6600">
                <a:solidFill>
                  <a:schemeClr val="accent4"/>
                </a:solidFill>
                <a:latin typeface="Times New Roman"/>
                <a:ea typeface="Times New Roman"/>
                <a:cs typeface="Times New Roman"/>
                <a:sym typeface="Times New Roman"/>
              </a:rPr>
              <a:t>Thứ tám:</a:t>
            </a:r>
            <a:r>
              <a:rPr b="1" lang="en-US" sz="6600">
                <a:solidFill>
                  <a:schemeClr val="lt1"/>
                </a:solidFill>
                <a:latin typeface="Times New Roman"/>
                <a:ea typeface="Times New Roman"/>
                <a:cs typeface="Times New Roman"/>
                <a:sym typeface="Times New Roman"/>
              </a:rPr>
              <a:t>	Ai chịu khốn nạn vì đạo ngay, ấy là phước thật, vì chưng nước Đức Chúa Trời là của mình vậy.</a:t>
            </a:r>
            <a:endParaRPr/>
          </a:p>
          <a:p>
            <a:pPr indent="0" lvl="0" marL="0" rtl="0" algn="ctr">
              <a:lnSpc>
                <a:spcPct val="100000"/>
              </a:lnSpc>
              <a:spcBef>
                <a:spcPts val="280"/>
              </a:spcBef>
              <a:spcAft>
                <a:spcPts val="0"/>
              </a:spcAft>
              <a:buClr>
                <a:srgbClr val="888888"/>
              </a:buClr>
              <a:buSzPts val="1400"/>
              <a:buNone/>
            </a:pPr>
            <a:r>
              <a:t/>
            </a:r>
            <a:endParaRPr sz="1400">
              <a:solidFill>
                <a:schemeClr val="lt1"/>
              </a:solidFill>
              <a:latin typeface="Times New Roman"/>
              <a:ea typeface="Times New Roman"/>
              <a:cs typeface="Times New Roman"/>
              <a:sym typeface="Times New Roman"/>
            </a:endParaRPr>
          </a:p>
        </p:txBody>
      </p:sp>
    </p:spTree>
  </p:cSld>
  <p:clrMapOvr>
    <a:masterClrMapping/>
  </p:clrMapOvr>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7" name="Shape 507"/>
        <p:cNvGrpSpPr/>
        <p:nvPr/>
      </p:nvGrpSpPr>
      <p:grpSpPr>
        <a:xfrm>
          <a:off x="0" y="0"/>
          <a:ext cx="0" cy="0"/>
          <a:chOff x="0" y="0"/>
          <a:chExt cx="0" cy="0"/>
        </a:xfrm>
      </p:grpSpPr>
      <p:pic>
        <p:nvPicPr>
          <p:cNvPr id="508" name="Google Shape;508;g3e6e2da66e2_0_1"/>
          <p:cNvPicPr preferRelativeResize="0"/>
          <p:nvPr/>
        </p:nvPicPr>
        <p:blipFill rotWithShape="1">
          <a:blip r:embed="rId3">
            <a:alphaModFix/>
          </a:blip>
          <a:srcRect b="0" l="0" r="0" t="0"/>
          <a:stretch/>
        </p:blipFill>
        <p:spPr>
          <a:xfrm>
            <a:off x="0" y="0"/>
            <a:ext cx="9144018" cy="5143501"/>
          </a:xfrm>
          <a:prstGeom prst="rect">
            <a:avLst/>
          </a:prstGeom>
          <a:noFill/>
          <a:ln>
            <a:noFill/>
          </a:ln>
        </p:spPr>
      </p:pic>
    </p:spTree>
  </p:cSld>
  <p:clrMapOvr>
    <a:masterClrMapping/>
  </p:clrMapOvr>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2" name="Shape 512"/>
        <p:cNvGrpSpPr/>
        <p:nvPr/>
      </p:nvGrpSpPr>
      <p:grpSpPr>
        <a:xfrm>
          <a:off x="0" y="0"/>
          <a:ext cx="0" cy="0"/>
          <a:chOff x="0" y="0"/>
          <a:chExt cx="0" cy="0"/>
        </a:xfrm>
      </p:grpSpPr>
      <p:sp>
        <p:nvSpPr>
          <p:cNvPr id="513" name="Google Shape;513;g3b26357b4a1_0_55"/>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NHẬP LỄ</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ÁNH SÁNG</a:t>
            </a:r>
            <a:br>
              <a:rPr b="1" lang="en-US" sz="6700">
                <a:solidFill>
                  <a:srgbClr val="FFFF00"/>
                </a:solidFill>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VINH QUANG</a:t>
            </a:r>
            <a:br>
              <a:rPr b="1" i="0" lang="en-US" sz="4700">
                <a:latin typeface="Times New Roman"/>
                <a:ea typeface="Times New Roman"/>
                <a:cs typeface="Times New Roman"/>
                <a:sym typeface="Times New Roman"/>
              </a:rPr>
            </a:br>
            <a:r>
              <a:rPr b="1" i="1" lang="en-US" sz="3300">
                <a:solidFill>
                  <a:schemeClr val="accent4"/>
                </a:solidFill>
                <a:latin typeface="Times New Roman"/>
                <a:ea typeface="Times New Roman"/>
                <a:cs typeface="Times New Roman"/>
                <a:sym typeface="Times New Roman"/>
              </a:rPr>
              <a:t>(Ngọc Linh)</a:t>
            </a:r>
            <a:endParaRPr b="1" sz="3300">
              <a:solidFill>
                <a:schemeClr val="accent4"/>
              </a:solidFill>
              <a:latin typeface="Times New Roman"/>
              <a:ea typeface="Times New Roman"/>
              <a:cs typeface="Times New Roman"/>
              <a:sym typeface="Times New Roman"/>
            </a:endParaRPr>
          </a:p>
        </p:txBody>
      </p:sp>
    </p:spTree>
  </p:cSld>
  <p:clrMapOvr>
    <a:masterClrMapping/>
  </p:clrMapOvr>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7" name="Shape 517"/>
        <p:cNvGrpSpPr/>
        <p:nvPr/>
      </p:nvGrpSpPr>
      <p:grpSpPr>
        <a:xfrm>
          <a:off x="0" y="0"/>
          <a:ext cx="0" cy="0"/>
          <a:chOff x="0" y="0"/>
          <a:chExt cx="0" cy="0"/>
        </a:xfrm>
      </p:grpSpPr>
      <p:sp>
        <p:nvSpPr>
          <p:cNvPr id="518" name="Google Shape;518;g3b26357b4a1_0_5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ĐK: </a:t>
            </a:r>
            <a:r>
              <a:rPr b="1" lang="en-US" sz="7500">
                <a:solidFill>
                  <a:schemeClr val="lt1"/>
                </a:solidFill>
                <a:latin typeface="Times New Roman"/>
                <a:ea typeface="Times New Roman"/>
                <a:cs typeface="Times New Roman"/>
                <a:sym typeface="Times New Roman"/>
              </a:rPr>
              <a:t>Ánh sáng đã xóa tan màn đêm, trần gian ơi hãy vui mừng.</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2" name="Shape 522"/>
        <p:cNvGrpSpPr/>
        <p:nvPr/>
      </p:nvGrpSpPr>
      <p:grpSpPr>
        <a:xfrm>
          <a:off x="0" y="0"/>
          <a:ext cx="0" cy="0"/>
          <a:chOff x="0" y="0"/>
          <a:chExt cx="0" cy="0"/>
        </a:xfrm>
      </p:grpSpPr>
      <p:sp>
        <p:nvSpPr>
          <p:cNvPr id="523" name="Google Shape;523;g3b5c728cec8_0_12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Người khắp chốn hãy hát lên, mừng Chúa đã sống lại.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7" name="Shape 527"/>
        <p:cNvGrpSpPr/>
        <p:nvPr/>
      </p:nvGrpSpPr>
      <p:grpSpPr>
        <a:xfrm>
          <a:off x="0" y="0"/>
          <a:ext cx="0" cy="0"/>
          <a:chOff x="0" y="0"/>
          <a:chExt cx="0" cy="0"/>
        </a:xfrm>
      </p:grpSpPr>
      <p:sp>
        <p:nvSpPr>
          <p:cNvPr id="528" name="Google Shape;528;g3be9254b0cc_0_3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200">
                <a:solidFill>
                  <a:srgbClr val="FFFF00"/>
                </a:solidFill>
                <a:latin typeface="Times New Roman"/>
                <a:ea typeface="Times New Roman"/>
                <a:cs typeface="Times New Roman"/>
                <a:sym typeface="Times New Roman"/>
              </a:rPr>
              <a:t>1. </a:t>
            </a:r>
            <a:r>
              <a:rPr b="1" lang="en-US" sz="7200">
                <a:solidFill>
                  <a:schemeClr val="lt1"/>
                </a:solidFill>
                <a:latin typeface="Times New Roman"/>
                <a:ea typeface="Times New Roman"/>
                <a:cs typeface="Times New Roman"/>
                <a:sym typeface="Times New Roman"/>
              </a:rPr>
              <a:t>Ngài ngự trên ngai vua cao sang, Ngài tỏa chiếu ánh sáng vinh quang,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2" name="Shape 532"/>
        <p:cNvGrpSpPr/>
        <p:nvPr/>
      </p:nvGrpSpPr>
      <p:grpSpPr>
        <a:xfrm>
          <a:off x="0" y="0"/>
          <a:ext cx="0" cy="0"/>
          <a:chOff x="0" y="0"/>
          <a:chExt cx="0" cy="0"/>
        </a:xfrm>
      </p:grpSpPr>
      <p:sp>
        <p:nvSpPr>
          <p:cNvPr id="533" name="Google Shape;533;g3d89366497e_0_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Ngài đã sống cho nhân loại cùng sống.</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7" name="Shape 537"/>
        <p:cNvGrpSpPr/>
        <p:nvPr/>
      </p:nvGrpSpPr>
      <p:grpSpPr>
        <a:xfrm>
          <a:off x="0" y="0"/>
          <a:ext cx="0" cy="0"/>
          <a:chOff x="0" y="0"/>
          <a:chExt cx="0" cy="0"/>
        </a:xfrm>
      </p:grpSpPr>
      <p:sp>
        <p:nvSpPr>
          <p:cNvPr id="538" name="Google Shape;538;g3e6e2da66e2_0_18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ĐK: </a:t>
            </a:r>
            <a:r>
              <a:rPr b="1" lang="en-US" sz="7500">
                <a:solidFill>
                  <a:schemeClr val="lt1"/>
                </a:solidFill>
                <a:latin typeface="Times New Roman"/>
                <a:ea typeface="Times New Roman"/>
                <a:cs typeface="Times New Roman"/>
                <a:sym typeface="Times New Roman"/>
              </a:rPr>
              <a:t>Ánh sáng đã xóa tan màn đêm, trần gian ơi hãy vui mừng.</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2" name="Shape 542"/>
        <p:cNvGrpSpPr/>
        <p:nvPr/>
      </p:nvGrpSpPr>
      <p:grpSpPr>
        <a:xfrm>
          <a:off x="0" y="0"/>
          <a:ext cx="0" cy="0"/>
          <a:chOff x="0" y="0"/>
          <a:chExt cx="0" cy="0"/>
        </a:xfrm>
      </p:grpSpPr>
      <p:sp>
        <p:nvSpPr>
          <p:cNvPr id="543" name="Google Shape;543;g3e6e2da66e2_0_18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Người khắp chốn hãy hát lên, mừng Chúa đã sống lại.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7" name="Shape 547"/>
        <p:cNvGrpSpPr/>
        <p:nvPr/>
      </p:nvGrpSpPr>
      <p:grpSpPr>
        <a:xfrm>
          <a:off x="0" y="0"/>
          <a:ext cx="0" cy="0"/>
          <a:chOff x="0" y="0"/>
          <a:chExt cx="0" cy="0"/>
        </a:xfrm>
      </p:grpSpPr>
      <p:pic>
        <p:nvPicPr>
          <p:cNvPr id="548" name="Google Shape;548;g3e6e2da66e2_0_5"/>
          <p:cNvPicPr preferRelativeResize="0"/>
          <p:nvPr/>
        </p:nvPicPr>
        <p:blipFill rotWithShape="1">
          <a:blip r:embed="rId3">
            <a:alphaModFix/>
          </a:blip>
          <a:srcRect b="0" l="0" r="0" t="0"/>
          <a:stretch/>
        </p:blipFill>
        <p:spPr>
          <a:xfrm>
            <a:off x="0" y="0"/>
            <a:ext cx="9144018" cy="5143501"/>
          </a:xfrm>
          <a:prstGeom prst="rect">
            <a:avLst/>
          </a:prstGeom>
          <a:noFill/>
          <a:ln>
            <a:noFill/>
          </a:ln>
        </p:spPr>
      </p:pic>
    </p:spTree>
  </p:cSld>
  <p:clrMapOvr>
    <a:masterClrMapping/>
  </p:clrMapOvr>
</p:sld>
</file>

<file path=ppt/slides/slide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2" name="Shape 552"/>
        <p:cNvGrpSpPr/>
        <p:nvPr/>
      </p:nvGrpSpPr>
      <p:grpSpPr>
        <a:xfrm>
          <a:off x="0" y="0"/>
          <a:ext cx="0" cy="0"/>
          <a:chOff x="0" y="0"/>
          <a:chExt cx="0" cy="0"/>
        </a:xfrm>
      </p:grpSpPr>
      <p:sp>
        <p:nvSpPr>
          <p:cNvPr id="553" name="Google Shape;553;g3d48ab63a6f_0_18"/>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RẢY NƯỚC THÁNH</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RẢY NƯỚC </a:t>
            </a:r>
            <a:br>
              <a:rPr b="1" lang="en-US" sz="6700">
                <a:solidFill>
                  <a:srgbClr val="FFFF00"/>
                </a:solidFill>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THÁNH (2)</a:t>
            </a:r>
            <a:br>
              <a:rPr b="1" i="0" lang="en-US" sz="4700">
                <a:latin typeface="Times New Roman"/>
                <a:ea typeface="Times New Roman"/>
                <a:cs typeface="Times New Roman"/>
                <a:sym typeface="Times New Roman"/>
              </a:rPr>
            </a:br>
            <a:r>
              <a:rPr b="1" i="1" lang="en-US" sz="4700">
                <a:solidFill>
                  <a:schemeClr val="accent4"/>
                </a:solidFill>
                <a:latin typeface="Times New Roman"/>
                <a:ea typeface="Times New Roman"/>
                <a:cs typeface="Times New Roman"/>
                <a:sym typeface="Times New Roman"/>
              </a:rPr>
              <a:t>(Nguyễn Văn Hoà)</a:t>
            </a:r>
            <a:endParaRPr b="1" sz="4700">
              <a:solidFill>
                <a:schemeClr val="accent4"/>
              </a:solidFill>
              <a:latin typeface="Times New Roman"/>
              <a:ea typeface="Times New Roman"/>
              <a:cs typeface="Times New Roman"/>
              <a:sym typeface="Times New Roman"/>
            </a:endParaRPr>
          </a:p>
        </p:txBody>
      </p:sp>
    </p:spTree>
  </p:cSld>
  <p:clrMapOvr>
    <a:masterClrMapping/>
  </p:clrMapOvr>
</p:sld>
</file>

<file path=ppt/slides/slide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7" name="Shape 557"/>
        <p:cNvGrpSpPr/>
        <p:nvPr/>
      </p:nvGrpSpPr>
      <p:grpSpPr>
        <a:xfrm>
          <a:off x="0" y="0"/>
          <a:ext cx="0" cy="0"/>
          <a:chOff x="0" y="0"/>
          <a:chExt cx="0" cy="0"/>
        </a:xfrm>
      </p:grpSpPr>
      <p:sp>
        <p:nvSpPr>
          <p:cNvPr id="558" name="Google Shape;558;g3d48ab63a6f_0_13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000">
                <a:solidFill>
                  <a:srgbClr val="FFFF00"/>
                </a:solidFill>
                <a:latin typeface="Times New Roman"/>
                <a:ea typeface="Times New Roman"/>
                <a:cs typeface="Times New Roman"/>
                <a:sym typeface="Times New Roman"/>
              </a:rPr>
              <a:t>ĐK: </a:t>
            </a:r>
            <a:r>
              <a:rPr b="1" lang="en-US" sz="7000">
                <a:solidFill>
                  <a:schemeClr val="lt1"/>
                </a:solidFill>
                <a:latin typeface="Times New Roman"/>
                <a:ea typeface="Times New Roman"/>
                <a:cs typeface="Times New Roman"/>
                <a:sym typeface="Times New Roman"/>
              </a:rPr>
              <a:t>Tôi đã thấy nước từ bên phải đền thờ chảy ra. Al-le-lu-ia!</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2" name="Shape 562"/>
        <p:cNvGrpSpPr/>
        <p:nvPr/>
      </p:nvGrpSpPr>
      <p:grpSpPr>
        <a:xfrm>
          <a:off x="0" y="0"/>
          <a:ext cx="0" cy="0"/>
          <a:chOff x="0" y="0"/>
          <a:chExt cx="0" cy="0"/>
        </a:xfrm>
      </p:grpSpPr>
      <p:sp>
        <p:nvSpPr>
          <p:cNvPr id="563" name="Google Shape;563;g3d48ab63a6f_0_13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800">
                <a:solidFill>
                  <a:schemeClr val="lt1"/>
                </a:solidFill>
                <a:latin typeface="Times New Roman"/>
                <a:ea typeface="Times New Roman"/>
                <a:cs typeface="Times New Roman"/>
                <a:sym typeface="Times New Roman"/>
              </a:rPr>
              <a:t>Và nước ấy chảy đến những ai thì tất cả đều được cứu rỗi và reo lên. Al-le-lu-ia! Al-le-lu-ia.</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7" name="Shape 567"/>
        <p:cNvGrpSpPr/>
        <p:nvPr/>
      </p:nvGrpSpPr>
      <p:grpSpPr>
        <a:xfrm>
          <a:off x="0" y="0"/>
          <a:ext cx="0" cy="0"/>
          <a:chOff x="0" y="0"/>
          <a:chExt cx="0" cy="0"/>
        </a:xfrm>
      </p:grpSpPr>
      <p:sp>
        <p:nvSpPr>
          <p:cNvPr id="568" name="Google Shape;568;g3d48ab63a6f_0_14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000">
                <a:solidFill>
                  <a:schemeClr val="lt1"/>
                </a:solidFill>
                <a:latin typeface="Times New Roman"/>
                <a:ea typeface="Times New Roman"/>
                <a:cs typeface="Times New Roman"/>
                <a:sym typeface="Times New Roman"/>
              </a:rPr>
              <a:t>Lạy Chúa xin thương xót con theo lượng từ bi của Chúa.</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2" name="Shape 572"/>
        <p:cNvGrpSpPr/>
        <p:nvPr/>
      </p:nvGrpSpPr>
      <p:grpSpPr>
        <a:xfrm>
          <a:off x="0" y="0"/>
          <a:ext cx="0" cy="0"/>
          <a:chOff x="0" y="0"/>
          <a:chExt cx="0" cy="0"/>
        </a:xfrm>
      </p:grpSpPr>
      <p:sp>
        <p:nvSpPr>
          <p:cNvPr id="573" name="Google Shape;573;g3d48ab63a6f_0_14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000">
                <a:solidFill>
                  <a:schemeClr val="lt1"/>
                </a:solidFill>
                <a:latin typeface="Times New Roman"/>
                <a:ea typeface="Times New Roman"/>
                <a:cs typeface="Times New Roman"/>
                <a:sym typeface="Times New Roman"/>
              </a:rPr>
              <a:t>Sáng danh Đức Chúa Cha và Đức Chúa Con và Đức Chúa Thánh Thần.</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7" name="Shape 577"/>
        <p:cNvGrpSpPr/>
        <p:nvPr/>
      </p:nvGrpSpPr>
      <p:grpSpPr>
        <a:xfrm>
          <a:off x="0" y="0"/>
          <a:ext cx="0" cy="0"/>
          <a:chOff x="0" y="0"/>
          <a:chExt cx="0" cy="0"/>
        </a:xfrm>
      </p:grpSpPr>
      <p:sp>
        <p:nvSpPr>
          <p:cNvPr id="578" name="Google Shape;578;g3d48ab63a6f_0_14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000">
                <a:solidFill>
                  <a:schemeClr val="lt1"/>
                </a:solidFill>
                <a:latin typeface="Times New Roman"/>
                <a:ea typeface="Times New Roman"/>
                <a:cs typeface="Times New Roman"/>
                <a:sym typeface="Times New Roman"/>
              </a:rPr>
              <a:t>như đã có trước vô cùng và bây giờ và hằng có và đời đời chẳng cùng. A-men.</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1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2" name="Shape 582"/>
        <p:cNvGrpSpPr/>
        <p:nvPr/>
      </p:nvGrpSpPr>
      <p:grpSpPr>
        <a:xfrm>
          <a:off x="0" y="0"/>
          <a:ext cx="0" cy="0"/>
          <a:chOff x="0" y="0"/>
          <a:chExt cx="0" cy="0"/>
        </a:xfrm>
      </p:grpSpPr>
      <p:sp>
        <p:nvSpPr>
          <p:cNvPr id="583" name="Google Shape;583;g3ab13fdb44f_0_290"/>
          <p:cNvSpPr txBox="1"/>
          <p:nvPr/>
        </p:nvSpPr>
        <p:spPr>
          <a:xfrm>
            <a:off x="0" y="-150"/>
            <a:ext cx="9144000" cy="5143500"/>
          </a:xfrm>
          <a:prstGeom prst="rect">
            <a:avLst/>
          </a:prstGeom>
          <a:solidFill>
            <a:srgbClr val="002060"/>
          </a:solidFill>
          <a:ln>
            <a:noFill/>
          </a:ln>
        </p:spPr>
        <p:txBody>
          <a:bodyPr anchorCtr="0" anchor="ctr" bIns="0" lIns="91425" spcFirstLastPara="1" rIns="91425" wrap="square" tIns="0">
            <a:noAutofit/>
          </a:bodyPr>
          <a:lstStyle/>
          <a:p>
            <a:pPr indent="0" lvl="0" marL="0" marR="0" rtl="0" algn="ctr">
              <a:lnSpc>
                <a:spcPct val="100000"/>
              </a:lnSpc>
              <a:spcBef>
                <a:spcPts val="0"/>
              </a:spcBef>
              <a:spcAft>
                <a:spcPts val="0"/>
              </a:spcAft>
              <a:buClr>
                <a:srgbClr val="EE0000"/>
              </a:buClr>
              <a:buSzPts val="9600"/>
              <a:buFont typeface="Times"/>
              <a:buNone/>
            </a:pPr>
            <a:r>
              <a:rPr b="1" i="1" lang="en-US" sz="8000" u="none" cap="none" strike="noStrike">
                <a:solidFill>
                  <a:schemeClr val="lt1"/>
                </a:solidFill>
                <a:latin typeface="Times"/>
                <a:ea typeface="Times"/>
                <a:cs typeface="Times"/>
                <a:sym typeface="Times"/>
              </a:rPr>
              <a:t>Sau Lời nguyện Cộng đồng đáp:</a:t>
            </a:r>
            <a:r>
              <a:rPr b="1" i="0" lang="en-US" sz="8000" u="none" cap="none" strike="noStrike">
                <a:solidFill>
                  <a:srgbClr val="FFFF00"/>
                </a:solidFill>
                <a:latin typeface="Times"/>
                <a:ea typeface="Times"/>
                <a:cs typeface="Times"/>
                <a:sym typeface="Times"/>
              </a:rPr>
              <a:t> AMEN</a:t>
            </a:r>
            <a:endParaRPr b="1" i="0" sz="8000" u="none" cap="none" strike="noStrike">
              <a:solidFill>
                <a:schemeClr val="lt1"/>
              </a:solidFill>
              <a:latin typeface="Times"/>
              <a:ea typeface="Times"/>
              <a:cs typeface="Times"/>
              <a:sym typeface="Times"/>
            </a:endParaRPr>
          </a:p>
        </p:txBody>
      </p:sp>
    </p:spTree>
  </p:cSld>
  <p:clrMapOvr>
    <a:masterClrMapping/>
  </p:clrMapOvr>
</p:sld>
</file>

<file path=ppt/slides/slide1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7" name="Shape 587"/>
        <p:cNvGrpSpPr/>
        <p:nvPr/>
      </p:nvGrpSpPr>
      <p:grpSpPr>
        <a:xfrm>
          <a:off x="0" y="0"/>
          <a:ext cx="0" cy="0"/>
          <a:chOff x="0" y="0"/>
          <a:chExt cx="0" cy="0"/>
        </a:xfrm>
      </p:grpSpPr>
      <p:pic>
        <p:nvPicPr>
          <p:cNvPr id="588" name="Google Shape;588;g3e6e2da66e2_0_9"/>
          <p:cNvPicPr preferRelativeResize="0"/>
          <p:nvPr/>
        </p:nvPicPr>
        <p:blipFill rotWithShape="1">
          <a:blip r:embed="rId3">
            <a:alphaModFix/>
          </a:blip>
          <a:srcRect b="0" l="0" r="0" t="0"/>
          <a:stretch/>
        </p:blipFill>
        <p:spPr>
          <a:xfrm>
            <a:off x="0" y="0"/>
            <a:ext cx="9144018" cy="5143501"/>
          </a:xfrm>
          <a:prstGeom prst="rect">
            <a:avLst/>
          </a:prstGeom>
          <a:noFill/>
          <a:ln>
            <a:noFill/>
          </a:ln>
        </p:spPr>
      </p:pic>
    </p:spTree>
  </p:cSld>
  <p:clrMapOvr>
    <a:masterClrMapping/>
  </p:clrMapOvr>
</p:sld>
</file>

<file path=ppt/slides/slide1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2" name="Shape 592"/>
        <p:cNvGrpSpPr/>
        <p:nvPr/>
      </p:nvGrpSpPr>
      <p:grpSpPr>
        <a:xfrm>
          <a:off x="0" y="0"/>
          <a:ext cx="0" cy="0"/>
          <a:chOff x="0" y="0"/>
          <a:chExt cx="0" cy="0"/>
        </a:xfrm>
      </p:grpSpPr>
      <p:sp>
        <p:nvSpPr>
          <p:cNvPr id="593" name="Google Shape;593;g3d90891dc36_0_0"/>
          <p:cNvSpPr txBox="1"/>
          <p:nvPr>
            <p:ph type="ctrTitle"/>
          </p:nvPr>
        </p:nvSpPr>
        <p:spPr>
          <a:xfrm>
            <a:off x="0" y="0"/>
            <a:ext cx="9144000" cy="595800"/>
          </a:xfrm>
          <a:prstGeom prst="rect">
            <a:avLst/>
          </a:prstGeom>
          <a:solidFill>
            <a:srgbClr val="002060"/>
          </a:solidFill>
          <a:ln>
            <a:noFill/>
          </a:ln>
        </p:spPr>
        <p:txBody>
          <a:bodyPr anchorCtr="0" anchor="b" bIns="0" lIns="91425" spcFirstLastPara="1" rIns="91425" wrap="square" tIns="0">
            <a:noAutofit/>
          </a:bodyPr>
          <a:lstStyle/>
          <a:p>
            <a:pPr indent="0" lvl="0" marL="0" rtl="0" algn="ctr">
              <a:lnSpc>
                <a:spcPct val="100000"/>
              </a:lnSpc>
              <a:spcBef>
                <a:spcPts val="0"/>
              </a:spcBef>
              <a:spcAft>
                <a:spcPts val="0"/>
              </a:spcAft>
              <a:buClr>
                <a:schemeClr val="accent4"/>
              </a:buClr>
              <a:buSzPts val="15840"/>
              <a:buFont typeface="Arial"/>
              <a:buNone/>
            </a:pPr>
            <a:r>
              <a:rPr b="1" lang="en-US" sz="4000">
                <a:solidFill>
                  <a:schemeClr val="accent4"/>
                </a:solidFill>
                <a:latin typeface="Times New Roman"/>
                <a:ea typeface="Times New Roman"/>
                <a:cs typeface="Times New Roman"/>
                <a:sym typeface="Times New Roman"/>
              </a:rPr>
              <a:t>KINH VINH DANH</a:t>
            </a:r>
            <a:endParaRPr b="1" sz="4000">
              <a:solidFill>
                <a:schemeClr val="accent2"/>
              </a:solidFill>
              <a:latin typeface="Times New Roman"/>
              <a:ea typeface="Times New Roman"/>
              <a:cs typeface="Times New Roman"/>
              <a:sym typeface="Times New Roman"/>
            </a:endParaRPr>
          </a:p>
        </p:txBody>
      </p:sp>
      <p:sp>
        <p:nvSpPr>
          <p:cNvPr id="594" name="Google Shape;594;g3d90891dc36_0_0"/>
          <p:cNvSpPr txBox="1"/>
          <p:nvPr/>
        </p:nvSpPr>
        <p:spPr>
          <a:xfrm>
            <a:off x="0" y="514350"/>
            <a:ext cx="9144000" cy="4629000"/>
          </a:xfrm>
          <a:prstGeom prst="rect">
            <a:avLst/>
          </a:prstGeom>
          <a:solidFill>
            <a:srgbClr val="002060"/>
          </a:solidFill>
          <a:ln>
            <a:noFill/>
          </a:ln>
        </p:spPr>
        <p:txBody>
          <a:bodyPr anchorCtr="0" anchor="ctr" bIns="0" lIns="91425" spcFirstLastPara="1" rIns="91425" wrap="square" tIns="0">
            <a:noAutofit/>
          </a:bodyPr>
          <a:lstStyle/>
          <a:p>
            <a:pPr indent="0" lvl="0" marL="0" marR="0" rtl="0" algn="just">
              <a:lnSpc>
                <a:spcPct val="100000"/>
              </a:lnSpc>
              <a:spcBef>
                <a:spcPts val="0"/>
              </a:spcBef>
              <a:spcAft>
                <a:spcPts val="0"/>
              </a:spcAft>
              <a:buClr>
                <a:srgbClr val="EE0000"/>
              </a:buClr>
              <a:buSzPts val="9600"/>
              <a:buFont typeface="Times"/>
              <a:buNone/>
            </a:pPr>
            <a:r>
              <a:rPr b="1" i="0" lang="en-US" sz="7600" u="none" cap="none" strike="noStrike">
                <a:solidFill>
                  <a:srgbClr val="FFFF00"/>
                </a:solidFill>
                <a:latin typeface="Times"/>
                <a:ea typeface="Times"/>
                <a:cs typeface="Times"/>
                <a:sym typeface="Times"/>
              </a:rPr>
              <a:t>CT:</a:t>
            </a:r>
            <a:r>
              <a:rPr b="1" i="1" lang="en-US" sz="7600" u="none" cap="none" strike="noStrike">
                <a:solidFill>
                  <a:srgbClr val="C00000"/>
                </a:solidFill>
                <a:latin typeface="Times"/>
                <a:ea typeface="Times"/>
                <a:cs typeface="Times"/>
                <a:sym typeface="Times"/>
              </a:rPr>
              <a:t> </a:t>
            </a:r>
            <a:r>
              <a:rPr b="1" i="0" lang="en-US" sz="7600" u="none" cap="none" strike="noStrike">
                <a:solidFill>
                  <a:schemeClr val="lt1"/>
                </a:solidFill>
                <a:latin typeface="Times"/>
                <a:ea typeface="Times"/>
                <a:cs typeface="Times"/>
                <a:sym typeface="Times"/>
              </a:rPr>
              <a:t>Vinh danh Thiên Chúa trên các tầng trời</a:t>
            </a:r>
            <a:endParaRPr b="1" i="0" sz="7600" u="none" cap="none" strike="noStrike">
              <a:solidFill>
                <a:schemeClr val="lt1"/>
              </a:solidFill>
              <a:latin typeface="Times"/>
              <a:ea typeface="Times"/>
              <a:cs typeface="Times"/>
              <a:sym typeface="Times"/>
            </a:endParaRPr>
          </a:p>
        </p:txBody>
      </p:sp>
    </p:spTree>
  </p:cSld>
  <p:clrMapOvr>
    <a:masterClrMapping/>
  </p:clrMapOvr>
</p:sld>
</file>

<file path=ppt/slides/slide1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9" name="Shape 599"/>
        <p:cNvGrpSpPr/>
        <p:nvPr/>
      </p:nvGrpSpPr>
      <p:grpSpPr>
        <a:xfrm>
          <a:off x="0" y="0"/>
          <a:ext cx="0" cy="0"/>
          <a:chOff x="0" y="0"/>
          <a:chExt cx="0" cy="0"/>
        </a:xfrm>
      </p:grpSpPr>
      <p:sp>
        <p:nvSpPr>
          <p:cNvPr id="600" name="Google Shape;600;g3ab13fdb44f_0_29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FF3399"/>
              </a:buClr>
              <a:buSzPts val="9600"/>
              <a:buFont typeface="Times"/>
              <a:buNone/>
            </a:pPr>
            <a:r>
              <a:rPr b="1" lang="en-US" sz="7600">
                <a:solidFill>
                  <a:srgbClr val="FF3399"/>
                </a:solidFill>
                <a:latin typeface="Times"/>
                <a:ea typeface="Times"/>
                <a:cs typeface="Times"/>
                <a:sym typeface="Times"/>
              </a:rPr>
              <a:t>A+B: </a:t>
            </a:r>
            <a:r>
              <a:rPr b="1" lang="en-US" sz="7600">
                <a:solidFill>
                  <a:schemeClr val="lt1"/>
                </a:solidFill>
                <a:latin typeface="Times"/>
                <a:ea typeface="Times"/>
                <a:cs typeface="Times"/>
                <a:sym typeface="Times"/>
              </a:rPr>
              <a:t>và bình an dưới thế cho người thiện tâm.</a:t>
            </a:r>
            <a:endParaRPr b="1" sz="7600">
              <a:solidFill>
                <a:schemeClr val="lt1"/>
              </a:solidFill>
              <a:latin typeface="Times"/>
              <a:ea typeface="Times"/>
              <a:cs typeface="Times"/>
              <a:sym typeface="Times"/>
            </a:endParaRPr>
          </a:p>
        </p:txBody>
      </p:sp>
    </p:spTree>
  </p:cSld>
  <p:clrMapOvr>
    <a:masterClrMapping/>
  </p:clrMapOvr>
</p:sld>
</file>

<file path=ppt/slides/slide1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05" name="Shape 605"/>
        <p:cNvGrpSpPr/>
        <p:nvPr/>
      </p:nvGrpSpPr>
      <p:grpSpPr>
        <a:xfrm>
          <a:off x="0" y="0"/>
          <a:ext cx="0" cy="0"/>
          <a:chOff x="0" y="0"/>
          <a:chExt cx="0" cy="0"/>
        </a:xfrm>
      </p:grpSpPr>
      <p:sp>
        <p:nvSpPr>
          <p:cNvPr id="606" name="Google Shape;606;g3ab13fdb44f_0_30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800"/>
              <a:buFont typeface="Times"/>
              <a:buNone/>
            </a:pPr>
            <a:r>
              <a:rPr b="1" lang="en-US" sz="7600">
                <a:solidFill>
                  <a:srgbClr val="EE0000"/>
                </a:solidFill>
                <a:latin typeface="Times"/>
                <a:ea typeface="Times"/>
                <a:cs typeface="Times"/>
                <a:sym typeface="Times"/>
              </a:rPr>
              <a:t>A: </a:t>
            </a:r>
            <a:r>
              <a:rPr b="1" lang="en-US" sz="7600">
                <a:solidFill>
                  <a:schemeClr val="lt1"/>
                </a:solidFill>
                <a:latin typeface="Times"/>
                <a:ea typeface="Times"/>
                <a:cs typeface="Times"/>
                <a:sym typeface="Times"/>
              </a:rPr>
              <a:t>Chúng con ca ngợi Chúa,</a:t>
            </a:r>
            <a:br>
              <a:rPr b="1" lang="en-US" sz="7600">
                <a:latin typeface="Times"/>
                <a:ea typeface="Times"/>
                <a:cs typeface="Times"/>
                <a:sym typeface="Times"/>
              </a:rPr>
            </a:br>
            <a:r>
              <a:rPr b="1" lang="en-US" sz="7600">
                <a:solidFill>
                  <a:srgbClr val="FFFF00"/>
                </a:solidFill>
                <a:latin typeface="Times"/>
                <a:ea typeface="Times"/>
                <a:cs typeface="Times"/>
                <a:sym typeface="Times"/>
              </a:rPr>
              <a:t>B:</a:t>
            </a:r>
            <a:r>
              <a:rPr b="1" lang="en-US" sz="7600">
                <a:latin typeface="Times"/>
                <a:ea typeface="Times"/>
                <a:cs typeface="Times"/>
                <a:sym typeface="Times"/>
              </a:rPr>
              <a:t> </a:t>
            </a:r>
            <a:r>
              <a:rPr b="1" lang="en-US" sz="7600">
                <a:solidFill>
                  <a:schemeClr val="lt1"/>
                </a:solidFill>
                <a:latin typeface="Times"/>
                <a:ea typeface="Times"/>
                <a:cs typeface="Times"/>
                <a:sym typeface="Times"/>
              </a:rPr>
              <a:t>chúng con chúc tụng Chúa,</a:t>
            </a:r>
            <a:endParaRPr b="1" sz="7600">
              <a:solidFill>
                <a:schemeClr val="lt1"/>
              </a:solidFill>
              <a:latin typeface="Times"/>
              <a:ea typeface="Times"/>
              <a:cs typeface="Times"/>
              <a:sym typeface="Times"/>
            </a:endParaRPr>
          </a:p>
        </p:txBody>
      </p:sp>
    </p:spTree>
  </p:cSld>
  <p:clrMapOvr>
    <a:masterClrMapping/>
  </p:clrMapOvr>
</p:sld>
</file>

<file path=ppt/slides/slide10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1" name="Shape 611"/>
        <p:cNvGrpSpPr/>
        <p:nvPr/>
      </p:nvGrpSpPr>
      <p:grpSpPr>
        <a:xfrm>
          <a:off x="0" y="0"/>
          <a:ext cx="0" cy="0"/>
          <a:chOff x="0" y="0"/>
          <a:chExt cx="0" cy="0"/>
        </a:xfrm>
      </p:grpSpPr>
      <p:sp>
        <p:nvSpPr>
          <p:cNvPr id="612" name="Google Shape;612;g3ab13fdb44f_0_30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800"/>
              <a:buFont typeface="Times"/>
              <a:buNone/>
            </a:pPr>
            <a:r>
              <a:rPr b="1" lang="en-US" sz="7600">
                <a:solidFill>
                  <a:srgbClr val="EE0000"/>
                </a:solidFill>
                <a:latin typeface="Times"/>
                <a:ea typeface="Times"/>
                <a:cs typeface="Times"/>
                <a:sym typeface="Times"/>
              </a:rPr>
              <a:t>A:</a:t>
            </a:r>
            <a:r>
              <a:rPr b="1" lang="en-US" sz="7600">
                <a:latin typeface="Times"/>
                <a:ea typeface="Times"/>
                <a:cs typeface="Times"/>
                <a:sym typeface="Times"/>
              </a:rPr>
              <a:t> </a:t>
            </a:r>
            <a:r>
              <a:rPr b="1" lang="en-US" sz="7600">
                <a:solidFill>
                  <a:schemeClr val="lt1"/>
                </a:solidFill>
                <a:latin typeface="Times"/>
                <a:ea typeface="Times"/>
                <a:cs typeface="Times"/>
                <a:sym typeface="Times"/>
              </a:rPr>
              <a:t>chúng   con thờ lạy Chúa,</a:t>
            </a:r>
            <a:br>
              <a:rPr b="1" lang="en-US" sz="7600">
                <a:latin typeface="Times"/>
                <a:ea typeface="Times"/>
                <a:cs typeface="Times"/>
                <a:sym typeface="Times"/>
              </a:rPr>
            </a:br>
            <a:r>
              <a:rPr b="1" lang="en-US" sz="7600">
                <a:solidFill>
                  <a:srgbClr val="FFFF00"/>
                </a:solidFill>
                <a:latin typeface="Times"/>
                <a:ea typeface="Times"/>
                <a:cs typeface="Times"/>
                <a:sym typeface="Times"/>
              </a:rPr>
              <a:t>B:</a:t>
            </a:r>
            <a:r>
              <a:rPr b="1" lang="en-US" sz="7600">
                <a:solidFill>
                  <a:schemeClr val="accent1"/>
                </a:solidFill>
                <a:latin typeface="Times"/>
                <a:ea typeface="Times"/>
                <a:cs typeface="Times"/>
                <a:sym typeface="Times"/>
              </a:rPr>
              <a:t> </a:t>
            </a:r>
            <a:r>
              <a:rPr b="1" lang="en-US" sz="7600">
                <a:solidFill>
                  <a:schemeClr val="lt1"/>
                </a:solidFill>
                <a:latin typeface="Times"/>
                <a:ea typeface="Times"/>
                <a:cs typeface="Times"/>
                <a:sym typeface="Times"/>
              </a:rPr>
              <a:t>chúng con tôn vinh Chúa,</a:t>
            </a:r>
            <a:endParaRPr b="1" sz="7600">
              <a:solidFill>
                <a:schemeClr val="lt1"/>
              </a:solidFill>
              <a:latin typeface="Times"/>
              <a:ea typeface="Times"/>
              <a:cs typeface="Times"/>
              <a:sym typeface="Times"/>
            </a:endParaRPr>
          </a:p>
        </p:txBody>
      </p:sp>
    </p:spTree>
  </p:cSld>
  <p:clrMapOvr>
    <a:masterClrMapping/>
  </p:clrMapOvr>
</p:sld>
</file>

<file path=ppt/slides/slide10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7" name="Shape 617"/>
        <p:cNvGrpSpPr/>
        <p:nvPr/>
      </p:nvGrpSpPr>
      <p:grpSpPr>
        <a:xfrm>
          <a:off x="0" y="0"/>
          <a:ext cx="0" cy="0"/>
          <a:chOff x="0" y="0"/>
          <a:chExt cx="0" cy="0"/>
        </a:xfrm>
      </p:grpSpPr>
      <p:sp>
        <p:nvSpPr>
          <p:cNvPr id="618" name="Google Shape;618;g3ab13fdb44f_0_31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800"/>
              <a:buFont typeface="Times"/>
              <a:buNone/>
            </a:pPr>
            <a:r>
              <a:rPr b="1" lang="en-US" sz="7600">
                <a:solidFill>
                  <a:srgbClr val="EE0000"/>
                </a:solidFill>
                <a:latin typeface="Times"/>
                <a:ea typeface="Times"/>
                <a:cs typeface="Times"/>
                <a:sym typeface="Times"/>
              </a:rPr>
              <a:t>A:</a:t>
            </a:r>
            <a:r>
              <a:rPr b="1" lang="en-US" sz="7600">
                <a:latin typeface="Times"/>
                <a:ea typeface="Times"/>
                <a:cs typeface="Times"/>
                <a:sym typeface="Times"/>
              </a:rPr>
              <a:t> </a:t>
            </a:r>
            <a:r>
              <a:rPr b="1" lang="en-US" sz="7600">
                <a:solidFill>
                  <a:schemeClr val="lt1"/>
                </a:solidFill>
                <a:latin typeface="Times"/>
                <a:ea typeface="Times"/>
                <a:cs typeface="Times"/>
                <a:sym typeface="Times"/>
              </a:rPr>
              <a:t>chúng con cảm tạ Chúa vì vinh quang cao cả Chúa.</a:t>
            </a:r>
            <a:endParaRPr sz="7600">
              <a:solidFill>
                <a:schemeClr val="lt1"/>
              </a:solidFill>
            </a:endParaRPr>
          </a:p>
        </p:txBody>
      </p:sp>
    </p:spTree>
  </p:cSld>
  <p:clrMapOvr>
    <a:masterClrMapping/>
  </p:clrMapOvr>
</p:sld>
</file>

<file path=ppt/slides/slide10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3" name="Shape 623"/>
        <p:cNvGrpSpPr/>
        <p:nvPr/>
      </p:nvGrpSpPr>
      <p:grpSpPr>
        <a:xfrm>
          <a:off x="0" y="0"/>
          <a:ext cx="0" cy="0"/>
          <a:chOff x="0" y="0"/>
          <a:chExt cx="0" cy="0"/>
        </a:xfrm>
      </p:grpSpPr>
      <p:sp>
        <p:nvSpPr>
          <p:cNvPr id="624" name="Google Shape;624;g3ab13fdb44f_0_31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1"/>
              </a:buClr>
              <a:buSzPts val="8200"/>
              <a:buFont typeface="Times"/>
              <a:buNone/>
            </a:pPr>
            <a:r>
              <a:rPr b="1" lang="en-US" sz="7600">
                <a:solidFill>
                  <a:srgbClr val="FFFF00"/>
                </a:solidFill>
                <a:latin typeface="Times"/>
                <a:ea typeface="Times"/>
                <a:cs typeface="Times"/>
                <a:sym typeface="Times"/>
              </a:rPr>
              <a:t>B:</a:t>
            </a:r>
            <a:r>
              <a:rPr b="1" lang="en-US" sz="7600">
                <a:latin typeface="Times"/>
                <a:ea typeface="Times"/>
                <a:cs typeface="Times"/>
                <a:sym typeface="Times"/>
              </a:rPr>
              <a:t> </a:t>
            </a:r>
            <a:r>
              <a:rPr b="1" lang="en-US" sz="7600">
                <a:solidFill>
                  <a:schemeClr val="lt1"/>
                </a:solidFill>
                <a:latin typeface="Times"/>
                <a:ea typeface="Times"/>
                <a:cs typeface="Times"/>
                <a:sym typeface="Times"/>
              </a:rPr>
              <a:t>Lạy Chúa là Thiên Chúa, là Vua trên trời, là Chúa Cha toàn năng.</a:t>
            </a:r>
            <a:endParaRPr b="1" sz="7600">
              <a:solidFill>
                <a:schemeClr val="lt1"/>
              </a:solidFill>
              <a:latin typeface="Times"/>
              <a:ea typeface="Times"/>
              <a:cs typeface="Times"/>
              <a:sym typeface="Times"/>
            </a:endParaRPr>
          </a:p>
        </p:txBody>
      </p:sp>
    </p:spTree>
  </p:cSld>
  <p:clrMapOvr>
    <a:masterClrMapping/>
  </p:clrMapOvr>
</p:sld>
</file>

<file path=ppt/slides/slide10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9" name="Shape 629"/>
        <p:cNvGrpSpPr/>
        <p:nvPr/>
      </p:nvGrpSpPr>
      <p:grpSpPr>
        <a:xfrm>
          <a:off x="0" y="0"/>
          <a:ext cx="0" cy="0"/>
          <a:chOff x="0" y="0"/>
          <a:chExt cx="0" cy="0"/>
        </a:xfrm>
      </p:grpSpPr>
      <p:sp>
        <p:nvSpPr>
          <p:cNvPr id="630" name="Google Shape;630;g3ab13fdb44f_0_32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000"/>
              <a:buFont typeface="Times"/>
              <a:buNone/>
            </a:pPr>
            <a:r>
              <a:rPr b="1" lang="en-US" sz="8000">
                <a:solidFill>
                  <a:srgbClr val="EE0000"/>
                </a:solidFill>
                <a:latin typeface="Times"/>
                <a:ea typeface="Times"/>
                <a:cs typeface="Times"/>
                <a:sym typeface="Times"/>
              </a:rPr>
              <a:t>A: </a:t>
            </a:r>
            <a:r>
              <a:rPr b="1" lang="en-US" sz="7600">
                <a:solidFill>
                  <a:schemeClr val="lt1"/>
                </a:solidFill>
                <a:latin typeface="Times"/>
                <a:ea typeface="Times"/>
                <a:cs typeface="Times"/>
                <a:sym typeface="Times"/>
              </a:rPr>
              <a:t>Lạy Con một Thiên Chúa, Chúa Giêsu Kitô.</a:t>
            </a:r>
            <a:endParaRPr sz="7600">
              <a:solidFill>
                <a:schemeClr val="lt1"/>
              </a:solidFill>
            </a:endParaRPr>
          </a:p>
        </p:txBody>
      </p:sp>
    </p:spTree>
  </p:cSld>
  <p:clrMapOvr>
    <a:masterClrMapping/>
  </p:clrMapOvr>
</p:sld>
</file>

<file path=ppt/slides/slide10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5" name="Shape 635"/>
        <p:cNvGrpSpPr/>
        <p:nvPr/>
      </p:nvGrpSpPr>
      <p:grpSpPr>
        <a:xfrm>
          <a:off x="0" y="0"/>
          <a:ext cx="0" cy="0"/>
          <a:chOff x="0" y="0"/>
          <a:chExt cx="0" cy="0"/>
        </a:xfrm>
      </p:grpSpPr>
      <p:sp>
        <p:nvSpPr>
          <p:cNvPr id="636" name="Google Shape;636;g3ab13fdb44f_0_32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1"/>
              </a:buClr>
              <a:buSzPts val="7200"/>
              <a:buFont typeface="Times"/>
              <a:buNone/>
            </a:pPr>
            <a:r>
              <a:rPr b="1" lang="en-US" sz="7600">
                <a:solidFill>
                  <a:srgbClr val="FFFF00"/>
                </a:solidFill>
                <a:latin typeface="Times"/>
                <a:ea typeface="Times"/>
                <a:cs typeface="Times"/>
                <a:sym typeface="Times"/>
              </a:rPr>
              <a:t>B:</a:t>
            </a:r>
            <a:r>
              <a:rPr b="1" lang="en-US" sz="7600">
                <a:solidFill>
                  <a:schemeClr val="lt1"/>
                </a:solidFill>
                <a:latin typeface="Times"/>
                <a:ea typeface="Times"/>
                <a:cs typeface="Times"/>
                <a:sym typeface="Times"/>
              </a:rPr>
              <a:t> Lạy Chúa là Thiên Chúa, là Chiên Thiên Chúa, là Con Ðức Chúa Cha,</a:t>
            </a:r>
            <a:endParaRPr sz="4800">
              <a:solidFill>
                <a:schemeClr val="lt1"/>
              </a:solidFill>
            </a:endParaRPr>
          </a:p>
        </p:txBody>
      </p:sp>
    </p:spTree>
  </p:cSld>
  <p:clrMapOvr>
    <a:masterClrMapping/>
  </p:clrMapOvr>
</p:sld>
</file>

<file path=ppt/slides/slide1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1" name="Shape 641"/>
        <p:cNvGrpSpPr/>
        <p:nvPr/>
      </p:nvGrpSpPr>
      <p:grpSpPr>
        <a:xfrm>
          <a:off x="0" y="0"/>
          <a:ext cx="0" cy="0"/>
          <a:chOff x="0" y="0"/>
          <a:chExt cx="0" cy="0"/>
        </a:xfrm>
      </p:grpSpPr>
      <p:sp>
        <p:nvSpPr>
          <p:cNvPr id="642" name="Google Shape;642;g3ab13fdb44f_0_33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000"/>
              <a:buFont typeface="Times"/>
              <a:buNone/>
            </a:pPr>
            <a:r>
              <a:rPr b="1" lang="en-US" sz="7600">
                <a:solidFill>
                  <a:srgbClr val="EE0000"/>
                </a:solidFill>
                <a:latin typeface="Times"/>
                <a:ea typeface="Times"/>
                <a:cs typeface="Times"/>
                <a:sym typeface="Times"/>
              </a:rPr>
              <a:t>A: </a:t>
            </a:r>
            <a:r>
              <a:rPr b="1" lang="en-US" sz="7600">
                <a:solidFill>
                  <a:schemeClr val="lt1"/>
                </a:solidFill>
                <a:latin typeface="Times"/>
                <a:ea typeface="Times"/>
                <a:cs typeface="Times"/>
                <a:sym typeface="Times"/>
              </a:rPr>
              <a:t>Chúa xóa tội trần gian, xin thương xót chúng con,</a:t>
            </a:r>
            <a:endParaRPr b="1" sz="7600">
              <a:solidFill>
                <a:schemeClr val="lt1"/>
              </a:solidFill>
              <a:latin typeface="Times"/>
              <a:ea typeface="Times"/>
              <a:cs typeface="Times"/>
              <a:sym typeface="Times"/>
            </a:endParaRPr>
          </a:p>
        </p:txBody>
      </p:sp>
    </p:spTree>
  </p:cSld>
  <p:clrMapOvr>
    <a:masterClrMapping/>
  </p:clrMapOvr>
</p:sld>
</file>

<file path=ppt/slides/slide1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7" name="Shape 647"/>
        <p:cNvGrpSpPr/>
        <p:nvPr/>
      </p:nvGrpSpPr>
      <p:grpSpPr>
        <a:xfrm>
          <a:off x="0" y="0"/>
          <a:ext cx="0" cy="0"/>
          <a:chOff x="0" y="0"/>
          <a:chExt cx="0" cy="0"/>
        </a:xfrm>
      </p:grpSpPr>
      <p:sp>
        <p:nvSpPr>
          <p:cNvPr id="648" name="Google Shape;648;g3ab13fdb44f_0_33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1"/>
              </a:buClr>
              <a:buSzPts val="8000"/>
              <a:buFont typeface="Times"/>
              <a:buNone/>
            </a:pPr>
            <a:r>
              <a:rPr b="1" lang="en-US" sz="7600">
                <a:solidFill>
                  <a:srgbClr val="FFFF00"/>
                </a:solidFill>
                <a:latin typeface="Times"/>
                <a:ea typeface="Times"/>
                <a:cs typeface="Times"/>
                <a:sym typeface="Times"/>
              </a:rPr>
              <a:t>B:</a:t>
            </a:r>
            <a:r>
              <a:rPr b="1" lang="en-US" sz="7600">
                <a:solidFill>
                  <a:schemeClr val="accent1"/>
                </a:solidFill>
                <a:latin typeface="Times"/>
                <a:ea typeface="Times"/>
                <a:cs typeface="Times"/>
                <a:sym typeface="Times"/>
              </a:rPr>
              <a:t> </a:t>
            </a:r>
            <a:r>
              <a:rPr b="1" lang="en-US" sz="7600">
                <a:solidFill>
                  <a:schemeClr val="lt1"/>
                </a:solidFill>
                <a:latin typeface="Times"/>
                <a:ea typeface="Times"/>
                <a:cs typeface="Times"/>
                <a:sym typeface="Times"/>
              </a:rPr>
              <a:t>Chúa xóa tội trần gian, xin nhậm lời chúng con cầu khẩn.</a:t>
            </a:r>
            <a:endParaRPr sz="7600">
              <a:solidFill>
                <a:schemeClr val="lt1"/>
              </a:solidFill>
            </a:endParaRPr>
          </a:p>
        </p:txBody>
      </p:sp>
    </p:spTree>
  </p:cSld>
  <p:clrMapOvr>
    <a:masterClrMapping/>
  </p:clrMapOvr>
</p:sld>
</file>

<file path=ppt/slides/slide1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3" name="Shape 653"/>
        <p:cNvGrpSpPr/>
        <p:nvPr/>
      </p:nvGrpSpPr>
      <p:grpSpPr>
        <a:xfrm>
          <a:off x="0" y="0"/>
          <a:ext cx="0" cy="0"/>
          <a:chOff x="0" y="0"/>
          <a:chExt cx="0" cy="0"/>
        </a:xfrm>
      </p:grpSpPr>
      <p:sp>
        <p:nvSpPr>
          <p:cNvPr id="654" name="Google Shape;654;g3ab13fdb44f_0_34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000"/>
              <a:buFont typeface="Times"/>
              <a:buNone/>
            </a:pPr>
            <a:r>
              <a:rPr b="1" lang="en-US" sz="7600">
                <a:solidFill>
                  <a:srgbClr val="EE0000"/>
                </a:solidFill>
                <a:latin typeface="Times"/>
                <a:ea typeface="Times"/>
                <a:cs typeface="Times"/>
                <a:sym typeface="Times"/>
              </a:rPr>
              <a:t>A: </a:t>
            </a:r>
            <a:r>
              <a:rPr b="1" lang="en-US" sz="7600">
                <a:solidFill>
                  <a:schemeClr val="lt1"/>
                </a:solidFill>
                <a:latin typeface="Times"/>
                <a:ea typeface="Times"/>
                <a:cs typeface="Times"/>
                <a:sym typeface="Times"/>
              </a:rPr>
              <a:t>Chúa ngự bên hữu Ðức Chúa Cha, xin thương xót chúng con.</a:t>
            </a:r>
            <a:endParaRPr b="1" sz="7600">
              <a:solidFill>
                <a:schemeClr val="lt1"/>
              </a:solidFill>
              <a:latin typeface="Times"/>
              <a:ea typeface="Times"/>
              <a:cs typeface="Times"/>
              <a:sym typeface="Times"/>
            </a:endParaRPr>
          </a:p>
        </p:txBody>
      </p:sp>
    </p:spTree>
  </p:cSld>
  <p:clrMapOvr>
    <a:masterClrMapping/>
  </p:clrMapOvr>
</p:sld>
</file>

<file path=ppt/slides/slide1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9" name="Shape 659"/>
        <p:cNvGrpSpPr/>
        <p:nvPr/>
      </p:nvGrpSpPr>
      <p:grpSpPr>
        <a:xfrm>
          <a:off x="0" y="0"/>
          <a:ext cx="0" cy="0"/>
          <a:chOff x="0" y="0"/>
          <a:chExt cx="0" cy="0"/>
        </a:xfrm>
      </p:grpSpPr>
      <p:sp>
        <p:nvSpPr>
          <p:cNvPr id="660" name="Google Shape;660;g3ab13fdb44f_0_34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1"/>
              </a:buClr>
              <a:buSzPts val="8800"/>
              <a:buFont typeface="Times"/>
              <a:buNone/>
            </a:pPr>
            <a:r>
              <a:rPr b="1" lang="en-US" sz="7600">
                <a:solidFill>
                  <a:srgbClr val="FFFF00"/>
                </a:solidFill>
                <a:latin typeface="Times"/>
                <a:ea typeface="Times"/>
                <a:cs typeface="Times"/>
                <a:sym typeface="Times"/>
              </a:rPr>
              <a:t>B:</a:t>
            </a:r>
            <a:r>
              <a:rPr b="1" lang="en-US" sz="7600">
                <a:solidFill>
                  <a:schemeClr val="accent1"/>
                </a:solidFill>
                <a:latin typeface="Times"/>
                <a:ea typeface="Times"/>
                <a:cs typeface="Times"/>
                <a:sym typeface="Times"/>
              </a:rPr>
              <a:t> </a:t>
            </a:r>
            <a:r>
              <a:rPr b="1" lang="en-US" sz="7600">
                <a:solidFill>
                  <a:schemeClr val="lt1"/>
                </a:solidFill>
                <a:latin typeface="Times"/>
                <a:ea typeface="Times"/>
                <a:cs typeface="Times"/>
                <a:sym typeface="Times"/>
              </a:rPr>
              <a:t>Vì lạy Chúa Giêsu Kitô, chỉ có Chúa là Ðấng Thánh,</a:t>
            </a:r>
            <a:endParaRPr sz="7600">
              <a:solidFill>
                <a:schemeClr val="lt1"/>
              </a:solidFill>
            </a:endParaRPr>
          </a:p>
        </p:txBody>
      </p:sp>
    </p:spTree>
  </p:cSld>
  <p:clrMapOvr>
    <a:masterClrMapping/>
  </p:clrMapOvr>
</p:sld>
</file>

<file path=ppt/slides/slide1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5" name="Shape 665"/>
        <p:cNvGrpSpPr/>
        <p:nvPr/>
      </p:nvGrpSpPr>
      <p:grpSpPr>
        <a:xfrm>
          <a:off x="0" y="0"/>
          <a:ext cx="0" cy="0"/>
          <a:chOff x="0" y="0"/>
          <a:chExt cx="0" cy="0"/>
        </a:xfrm>
      </p:grpSpPr>
      <p:sp>
        <p:nvSpPr>
          <p:cNvPr id="666" name="Google Shape;666;g3ab13fdb44f_0_35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dk1"/>
              </a:buClr>
              <a:buSzPts val="8000"/>
              <a:buFont typeface="Times"/>
              <a:buNone/>
            </a:pPr>
            <a:r>
              <a:rPr b="1" lang="en-US" sz="7600">
                <a:solidFill>
                  <a:schemeClr val="lt1"/>
                </a:solidFill>
                <a:latin typeface="Times"/>
                <a:ea typeface="Times"/>
                <a:cs typeface="Times"/>
                <a:sym typeface="Times"/>
              </a:rPr>
              <a:t>chỉ có Chúa là Chúa, chỉ có Chúa là Ðấng Tối Cao,</a:t>
            </a:r>
            <a:endParaRPr sz="7600">
              <a:solidFill>
                <a:schemeClr val="lt1"/>
              </a:solidFill>
            </a:endParaRPr>
          </a:p>
        </p:txBody>
      </p:sp>
    </p:spTree>
  </p:cSld>
  <p:clrMapOvr>
    <a:masterClrMapping/>
  </p:clrMapOvr>
</p:sld>
</file>

<file path=ppt/slides/slide1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1" name="Shape 671"/>
        <p:cNvGrpSpPr/>
        <p:nvPr/>
      </p:nvGrpSpPr>
      <p:grpSpPr>
        <a:xfrm>
          <a:off x="0" y="0"/>
          <a:ext cx="0" cy="0"/>
          <a:chOff x="0" y="0"/>
          <a:chExt cx="0" cy="0"/>
        </a:xfrm>
      </p:grpSpPr>
      <p:sp>
        <p:nvSpPr>
          <p:cNvPr id="672" name="Google Shape;672;g3ab13fdb44f_0_35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FF3399"/>
              </a:buClr>
              <a:buSzPts val="7200"/>
              <a:buFont typeface="Times"/>
              <a:buNone/>
            </a:pPr>
            <a:r>
              <a:rPr b="1" lang="en-US" sz="7200">
                <a:solidFill>
                  <a:srgbClr val="FF3399"/>
                </a:solidFill>
                <a:latin typeface="Times"/>
                <a:ea typeface="Times"/>
                <a:cs typeface="Times"/>
                <a:sym typeface="Times"/>
              </a:rPr>
              <a:t>A+B: </a:t>
            </a:r>
            <a:r>
              <a:rPr b="1" lang="en-US" sz="7200">
                <a:solidFill>
                  <a:schemeClr val="lt1"/>
                </a:solidFill>
                <a:latin typeface="Times"/>
                <a:ea typeface="Times"/>
                <a:cs typeface="Times"/>
                <a:sym typeface="Times"/>
              </a:rPr>
              <a:t>Cùng Ðức Chúa Thánh Thần trong vinh quang Ðức Chúa Cha.</a:t>
            </a:r>
            <a:r>
              <a:rPr b="1" lang="en-US" sz="7200">
                <a:latin typeface="Times"/>
                <a:ea typeface="Times"/>
                <a:cs typeface="Times"/>
                <a:sym typeface="Times"/>
              </a:rPr>
              <a:t> </a:t>
            </a:r>
            <a:r>
              <a:rPr b="1" lang="en-US" sz="7200">
                <a:solidFill>
                  <a:schemeClr val="lt1"/>
                </a:solidFill>
                <a:latin typeface="Times"/>
                <a:ea typeface="Times"/>
                <a:cs typeface="Times"/>
                <a:sym typeface="Times"/>
              </a:rPr>
              <a:t>Amen.</a:t>
            </a:r>
            <a:endParaRPr sz="7200">
              <a:solidFill>
                <a:schemeClr val="lt1"/>
              </a:solidFill>
            </a:endParaRPr>
          </a:p>
        </p:txBody>
      </p:sp>
    </p:spTree>
  </p:cSld>
  <p:clrMapOvr>
    <a:masterClrMapping/>
  </p:clrMapOvr>
</p:sld>
</file>

<file path=ppt/slides/slide1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6" name="Shape 676"/>
        <p:cNvGrpSpPr/>
        <p:nvPr/>
      </p:nvGrpSpPr>
      <p:grpSpPr>
        <a:xfrm>
          <a:off x="0" y="0"/>
          <a:ext cx="0" cy="0"/>
          <a:chOff x="0" y="0"/>
          <a:chExt cx="0" cy="0"/>
        </a:xfrm>
      </p:grpSpPr>
      <p:pic>
        <p:nvPicPr>
          <p:cNvPr id="677" name="Google Shape;677;g3e6e2da66e2_0_13"/>
          <p:cNvPicPr preferRelativeResize="0"/>
          <p:nvPr/>
        </p:nvPicPr>
        <p:blipFill rotWithShape="1">
          <a:blip r:embed="rId3">
            <a:alphaModFix/>
          </a:blip>
          <a:srcRect b="0" l="0" r="0" t="0"/>
          <a:stretch/>
        </p:blipFill>
        <p:spPr>
          <a:xfrm>
            <a:off x="0" y="0"/>
            <a:ext cx="9144018" cy="5143501"/>
          </a:xfrm>
          <a:prstGeom prst="rect">
            <a:avLst/>
          </a:prstGeom>
          <a:noFill/>
          <a:ln>
            <a:noFill/>
          </a:ln>
        </p:spPr>
      </p:pic>
    </p:spTree>
  </p:cSld>
  <p:clrMapOvr>
    <a:masterClrMapping/>
  </p:clrMapOvr>
</p:sld>
</file>

<file path=ppt/slides/slide1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81" name="Shape 681"/>
        <p:cNvGrpSpPr/>
        <p:nvPr/>
      </p:nvGrpSpPr>
      <p:grpSpPr>
        <a:xfrm>
          <a:off x="0" y="0"/>
          <a:ext cx="0" cy="0"/>
          <a:chOff x="0" y="0"/>
          <a:chExt cx="0" cy="0"/>
        </a:xfrm>
      </p:grpSpPr>
      <p:sp>
        <p:nvSpPr>
          <p:cNvPr id="682" name="Google Shape;682;g3d48ab63a6f_0_9"/>
          <p:cNvSpPr/>
          <p:nvPr/>
        </p:nvSpPr>
        <p:spPr>
          <a:xfrm>
            <a:off x="1143" y="0"/>
            <a:ext cx="9141600" cy="51435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pic>
        <p:nvPicPr>
          <p:cNvPr id="683" name="Google Shape;683;g3d48ab63a6f_0_9"/>
          <p:cNvPicPr preferRelativeResize="0"/>
          <p:nvPr/>
        </p:nvPicPr>
        <p:blipFill rotWithShape="1">
          <a:blip r:embed="rId3">
            <a:alphaModFix/>
          </a:blip>
          <a:srcRect b="0" l="0" r="0" t="0"/>
          <a:stretch/>
        </p:blipFill>
        <p:spPr>
          <a:xfrm>
            <a:off x="0" y="0"/>
            <a:ext cx="9144000" cy="5143500"/>
          </a:xfrm>
          <a:prstGeom prst="rect">
            <a:avLst/>
          </a:prstGeom>
          <a:noFill/>
          <a:ln>
            <a:noFill/>
          </a:ln>
        </p:spPr>
      </p:pic>
    </p:spTree>
  </p:cSld>
  <p:clrMapOvr>
    <a:masterClrMapping/>
  </p:clrMapOvr>
</p:sld>
</file>

<file path=ppt/slides/slide1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7" name="Shape 687"/>
        <p:cNvGrpSpPr/>
        <p:nvPr/>
      </p:nvGrpSpPr>
      <p:grpSpPr>
        <a:xfrm>
          <a:off x="0" y="0"/>
          <a:ext cx="0" cy="0"/>
          <a:chOff x="0" y="0"/>
          <a:chExt cx="0" cy="0"/>
        </a:xfrm>
      </p:grpSpPr>
      <p:sp>
        <p:nvSpPr>
          <p:cNvPr id="688" name="Google Shape;688;g3e6e2da66e2_0_60"/>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ĐÁP CA</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THÁNH VỊNH 32</a:t>
            </a:r>
            <a:br>
              <a:rPr b="1" i="0" lang="en-US" sz="4700">
                <a:latin typeface="Times New Roman"/>
                <a:ea typeface="Times New Roman"/>
                <a:cs typeface="Times New Roman"/>
                <a:sym typeface="Times New Roman"/>
              </a:rPr>
            </a:br>
            <a:r>
              <a:rPr b="1" i="1" lang="en-US" sz="4700">
                <a:solidFill>
                  <a:schemeClr val="accent4"/>
                </a:solidFill>
                <a:latin typeface="Times New Roman"/>
                <a:ea typeface="Times New Roman"/>
                <a:cs typeface="Times New Roman"/>
                <a:sym typeface="Times New Roman"/>
              </a:rPr>
              <a:t>(Lm. Thái Nguyên)</a:t>
            </a:r>
            <a:br>
              <a:rPr b="1" i="1" lang="en-US" sz="4700">
                <a:solidFill>
                  <a:schemeClr val="accent4"/>
                </a:solidFill>
                <a:latin typeface="Times New Roman"/>
                <a:ea typeface="Times New Roman"/>
                <a:cs typeface="Times New Roman"/>
                <a:sym typeface="Times New Roman"/>
              </a:rPr>
            </a:br>
            <a:r>
              <a:rPr b="1" i="1" lang="en-US" sz="4700">
                <a:solidFill>
                  <a:schemeClr val="accent4"/>
                </a:solidFill>
                <a:latin typeface="Times New Roman"/>
                <a:ea typeface="Times New Roman"/>
                <a:cs typeface="Times New Roman"/>
                <a:sym typeface="Times New Roman"/>
              </a:rPr>
              <a:t>(03 câu)</a:t>
            </a:r>
            <a:endParaRPr b="1" sz="4700">
              <a:solidFill>
                <a:schemeClr val="accent4"/>
              </a:solidFill>
              <a:latin typeface="Times New Roman"/>
              <a:ea typeface="Times New Roman"/>
              <a:cs typeface="Times New Roman"/>
              <a:sym typeface="Times New Roman"/>
            </a:endParaRPr>
          </a:p>
        </p:txBody>
      </p:sp>
    </p:spTree>
  </p:cSld>
  <p:clrMapOvr>
    <a:masterClrMapping/>
  </p:clrMapOvr>
</p:sld>
</file>

<file path=ppt/slides/slide1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2" name="Shape 692"/>
        <p:cNvGrpSpPr/>
        <p:nvPr/>
      </p:nvGrpSpPr>
      <p:grpSpPr>
        <a:xfrm>
          <a:off x="0" y="0"/>
          <a:ext cx="0" cy="0"/>
          <a:chOff x="0" y="0"/>
          <a:chExt cx="0" cy="0"/>
        </a:xfrm>
      </p:grpSpPr>
      <p:sp>
        <p:nvSpPr>
          <p:cNvPr id="693" name="Google Shape;693;g3e6e2da66e2_0_6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800">
                <a:solidFill>
                  <a:srgbClr val="FFFF00"/>
                </a:solidFill>
                <a:latin typeface="Times New Roman"/>
                <a:ea typeface="Times New Roman"/>
                <a:cs typeface="Times New Roman"/>
                <a:sym typeface="Times New Roman"/>
              </a:rPr>
              <a:t>1. </a:t>
            </a:r>
            <a:r>
              <a:rPr b="1" lang="en-US" sz="6800">
                <a:solidFill>
                  <a:schemeClr val="lt1"/>
                </a:solidFill>
                <a:latin typeface="Times New Roman"/>
                <a:ea typeface="Times New Roman"/>
                <a:cs typeface="Times New Roman"/>
                <a:sym typeface="Times New Roman"/>
              </a:rPr>
              <a:t>Vì Lời Chúa đó là Lời luôn chân chính. Ca tụng Ngài là việc của kẻ lòng ngay.</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1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7" name="Shape 697"/>
        <p:cNvGrpSpPr/>
        <p:nvPr/>
      </p:nvGrpSpPr>
      <p:grpSpPr>
        <a:xfrm>
          <a:off x="0" y="0"/>
          <a:ext cx="0" cy="0"/>
          <a:chOff x="0" y="0"/>
          <a:chExt cx="0" cy="0"/>
        </a:xfrm>
      </p:grpSpPr>
      <p:sp>
        <p:nvSpPr>
          <p:cNvPr id="698" name="Google Shape;698;g3e6e2da66e2_0_6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800">
                <a:solidFill>
                  <a:schemeClr val="lt1"/>
                </a:solidFill>
                <a:latin typeface="Times New Roman"/>
                <a:ea typeface="Times New Roman"/>
                <a:cs typeface="Times New Roman"/>
                <a:sym typeface="Times New Roman"/>
              </a:rPr>
              <a:t>Ngài yêu thích đức chính trực và công minh. Khắp trên địa cầu ơn lành của Chúa tràn lan. </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1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2" name="Shape 702"/>
        <p:cNvGrpSpPr/>
        <p:nvPr/>
      </p:nvGrpSpPr>
      <p:grpSpPr>
        <a:xfrm>
          <a:off x="0" y="0"/>
          <a:ext cx="0" cy="0"/>
          <a:chOff x="0" y="0"/>
          <a:chExt cx="0" cy="0"/>
        </a:xfrm>
      </p:grpSpPr>
      <p:sp>
        <p:nvSpPr>
          <p:cNvPr id="703" name="Google Shape;703;g3e6e2da66e2_0_7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800">
                <a:solidFill>
                  <a:srgbClr val="FFFF00"/>
                </a:solidFill>
                <a:latin typeface="Times New Roman"/>
                <a:ea typeface="Times New Roman"/>
                <a:cs typeface="Times New Roman"/>
                <a:sym typeface="Times New Roman"/>
              </a:rPr>
              <a:t>ĐK: </a:t>
            </a:r>
            <a:r>
              <a:rPr b="1" lang="en-US" sz="6800">
                <a:solidFill>
                  <a:schemeClr val="lt1"/>
                </a:solidFill>
                <a:latin typeface="Times New Roman"/>
                <a:ea typeface="Times New Roman"/>
                <a:cs typeface="Times New Roman"/>
                <a:sym typeface="Times New Roman"/>
              </a:rPr>
              <a:t>Lạy Chúa xin hãy tỏ lòng từ bi Chúa ơi, như chúng con đây luôn vẫn tin cậy nơi Chúa. </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1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7" name="Shape 707"/>
        <p:cNvGrpSpPr/>
        <p:nvPr/>
      </p:nvGrpSpPr>
      <p:grpSpPr>
        <a:xfrm>
          <a:off x="0" y="0"/>
          <a:ext cx="0" cy="0"/>
          <a:chOff x="0" y="0"/>
          <a:chExt cx="0" cy="0"/>
        </a:xfrm>
      </p:grpSpPr>
      <p:sp>
        <p:nvSpPr>
          <p:cNvPr id="708" name="Google Shape;708;g3e6e2da66e2_0_7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800">
                <a:solidFill>
                  <a:srgbClr val="FFFF00"/>
                </a:solidFill>
                <a:latin typeface="Times New Roman"/>
                <a:ea typeface="Times New Roman"/>
                <a:cs typeface="Times New Roman"/>
                <a:sym typeface="Times New Roman"/>
              </a:rPr>
              <a:t>2. </a:t>
            </a:r>
            <a:r>
              <a:rPr b="1" lang="en-US" sz="6800">
                <a:solidFill>
                  <a:schemeClr val="lt1"/>
                </a:solidFill>
                <a:latin typeface="Times New Roman"/>
                <a:ea typeface="Times New Roman"/>
                <a:cs typeface="Times New Roman"/>
                <a:sym typeface="Times New Roman"/>
              </a:rPr>
              <a:t>Kìa Chúa đã dõi theo người sợ kính Chúa. Xem những ai cậy vào ơn Chúa dủ thương.</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1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2" name="Shape 712"/>
        <p:cNvGrpSpPr/>
        <p:nvPr/>
      </p:nvGrpSpPr>
      <p:grpSpPr>
        <a:xfrm>
          <a:off x="0" y="0"/>
          <a:ext cx="0" cy="0"/>
          <a:chOff x="0" y="0"/>
          <a:chExt cx="0" cy="0"/>
        </a:xfrm>
      </p:grpSpPr>
      <p:sp>
        <p:nvSpPr>
          <p:cNvPr id="713" name="Google Shape;713;g3e6e2da66e2_0_8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800">
                <a:solidFill>
                  <a:schemeClr val="lt1"/>
                </a:solidFill>
                <a:latin typeface="Times New Roman"/>
                <a:ea typeface="Times New Roman"/>
                <a:cs typeface="Times New Roman"/>
                <a:sym typeface="Times New Roman"/>
              </a:rPr>
              <a:t>Để cứu gỡ kẻ trong vòng tay thần chết. Chúa dưỡng nuôi họ trong đời khốn khó lầm than.</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1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7" name="Shape 717"/>
        <p:cNvGrpSpPr/>
        <p:nvPr/>
      </p:nvGrpSpPr>
      <p:grpSpPr>
        <a:xfrm>
          <a:off x="0" y="0"/>
          <a:ext cx="0" cy="0"/>
          <a:chOff x="0" y="0"/>
          <a:chExt cx="0" cy="0"/>
        </a:xfrm>
      </p:grpSpPr>
      <p:sp>
        <p:nvSpPr>
          <p:cNvPr id="718" name="Google Shape;718;g3e6e2da66e2_0_17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800">
                <a:solidFill>
                  <a:srgbClr val="FFFF00"/>
                </a:solidFill>
                <a:latin typeface="Times New Roman"/>
                <a:ea typeface="Times New Roman"/>
                <a:cs typeface="Times New Roman"/>
                <a:sym typeface="Times New Roman"/>
              </a:rPr>
              <a:t>ĐK: </a:t>
            </a:r>
            <a:r>
              <a:rPr b="1" lang="en-US" sz="6800">
                <a:solidFill>
                  <a:schemeClr val="lt1"/>
                </a:solidFill>
                <a:latin typeface="Times New Roman"/>
                <a:ea typeface="Times New Roman"/>
                <a:cs typeface="Times New Roman"/>
                <a:sym typeface="Times New Roman"/>
              </a:rPr>
              <a:t>Lạy Chúa xin hãy tỏ lòng từ bi Chúa ơi, như chúng con đây luôn vẫn tin cậy nơi Chúa. </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1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2" name="Shape 722"/>
        <p:cNvGrpSpPr/>
        <p:nvPr/>
      </p:nvGrpSpPr>
      <p:grpSpPr>
        <a:xfrm>
          <a:off x="0" y="0"/>
          <a:ext cx="0" cy="0"/>
          <a:chOff x="0" y="0"/>
          <a:chExt cx="0" cy="0"/>
        </a:xfrm>
      </p:grpSpPr>
      <p:sp>
        <p:nvSpPr>
          <p:cNvPr id="723" name="Google Shape;723;g3e6e2da66e2_0_8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900">
                <a:solidFill>
                  <a:srgbClr val="FFFF00"/>
                </a:solidFill>
                <a:latin typeface="Times New Roman"/>
                <a:ea typeface="Times New Roman"/>
                <a:cs typeface="Times New Roman"/>
                <a:sym typeface="Times New Roman"/>
              </a:rPr>
              <a:t>3. </a:t>
            </a:r>
            <a:r>
              <a:rPr b="1" lang="en-US" sz="6900">
                <a:solidFill>
                  <a:schemeClr val="lt1"/>
                </a:solidFill>
                <a:latin typeface="Times New Roman"/>
                <a:ea typeface="Times New Roman"/>
                <a:cs typeface="Times New Roman"/>
                <a:sym typeface="Times New Roman"/>
              </a:rPr>
              <a:t>Này con đây vẫn luôn cậy trông nơi Chúa. Chính Chúa luôn phù trợ che chở đời con.</a:t>
            </a:r>
            <a:endParaRPr b="1" sz="6900">
              <a:solidFill>
                <a:schemeClr val="lt1"/>
              </a:solidFill>
              <a:latin typeface="Times New Roman"/>
              <a:ea typeface="Times New Roman"/>
              <a:cs typeface="Times New Roman"/>
              <a:sym typeface="Times New Roman"/>
            </a:endParaRPr>
          </a:p>
        </p:txBody>
      </p:sp>
    </p:spTree>
  </p:cSld>
  <p:clrMapOvr>
    <a:masterClrMapping/>
  </p:clrMapOvr>
</p:sld>
</file>

<file path=ppt/slides/slide1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7" name="Shape 727"/>
        <p:cNvGrpSpPr/>
        <p:nvPr/>
      </p:nvGrpSpPr>
      <p:grpSpPr>
        <a:xfrm>
          <a:off x="0" y="0"/>
          <a:ext cx="0" cy="0"/>
          <a:chOff x="0" y="0"/>
          <a:chExt cx="0" cy="0"/>
        </a:xfrm>
      </p:grpSpPr>
      <p:sp>
        <p:nvSpPr>
          <p:cNvPr id="728" name="Google Shape;728;g3e6e2da66e2_0_9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700">
                <a:solidFill>
                  <a:schemeClr val="lt1"/>
                </a:solidFill>
                <a:latin typeface="Times New Roman"/>
                <a:ea typeface="Times New Roman"/>
                <a:cs typeface="Times New Roman"/>
                <a:sym typeface="Times New Roman"/>
              </a:rPr>
              <a:t>Nguyện xin Chúa đổ tràn lòng từ bi Chúa, cũng như chúng con trông cậy nơi Chúa mà thôi.</a:t>
            </a:r>
            <a:endParaRPr b="1" sz="6700">
              <a:solidFill>
                <a:schemeClr val="lt1"/>
              </a:solidFill>
              <a:latin typeface="Times New Roman"/>
              <a:ea typeface="Times New Roman"/>
              <a:cs typeface="Times New Roman"/>
              <a:sym typeface="Times New Roman"/>
            </a:endParaRPr>
          </a:p>
        </p:txBody>
      </p:sp>
    </p:spTree>
  </p:cSld>
  <p:clrMapOvr>
    <a:masterClrMapping/>
  </p:clrMapOvr>
</p:sld>
</file>

<file path=ppt/slides/slide1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2" name="Shape 732"/>
        <p:cNvGrpSpPr/>
        <p:nvPr/>
      </p:nvGrpSpPr>
      <p:grpSpPr>
        <a:xfrm>
          <a:off x="0" y="0"/>
          <a:ext cx="0" cy="0"/>
          <a:chOff x="0" y="0"/>
          <a:chExt cx="0" cy="0"/>
        </a:xfrm>
      </p:grpSpPr>
      <p:sp>
        <p:nvSpPr>
          <p:cNvPr id="733" name="Google Shape;733;g3e6e2da66e2_0_17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800">
                <a:solidFill>
                  <a:srgbClr val="FFFF00"/>
                </a:solidFill>
                <a:latin typeface="Times New Roman"/>
                <a:ea typeface="Times New Roman"/>
                <a:cs typeface="Times New Roman"/>
                <a:sym typeface="Times New Roman"/>
              </a:rPr>
              <a:t>ĐK: </a:t>
            </a:r>
            <a:r>
              <a:rPr b="1" lang="en-US" sz="6800">
                <a:solidFill>
                  <a:schemeClr val="lt1"/>
                </a:solidFill>
                <a:latin typeface="Times New Roman"/>
                <a:ea typeface="Times New Roman"/>
                <a:cs typeface="Times New Roman"/>
                <a:sym typeface="Times New Roman"/>
              </a:rPr>
              <a:t>Lạy Chúa xin hãy tỏ lòng từ bi Chúa ơi, như chúng con đây luôn vẫn tin cậy nơi Chúa. </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1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37" name="Shape 737"/>
        <p:cNvGrpSpPr/>
        <p:nvPr/>
      </p:nvGrpSpPr>
      <p:grpSpPr>
        <a:xfrm>
          <a:off x="0" y="0"/>
          <a:ext cx="0" cy="0"/>
          <a:chOff x="0" y="0"/>
          <a:chExt cx="0" cy="0"/>
        </a:xfrm>
      </p:grpSpPr>
      <p:sp>
        <p:nvSpPr>
          <p:cNvPr id="738" name="Google Shape;738;g3d89366497e_0_44"/>
          <p:cNvSpPr/>
          <p:nvPr/>
        </p:nvSpPr>
        <p:spPr>
          <a:xfrm>
            <a:off x="1143" y="0"/>
            <a:ext cx="9141600" cy="51435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pic>
        <p:nvPicPr>
          <p:cNvPr id="739" name="Google Shape;739;g3d89366497e_0_44"/>
          <p:cNvPicPr preferRelativeResize="0"/>
          <p:nvPr/>
        </p:nvPicPr>
        <p:blipFill rotWithShape="1">
          <a:blip r:embed="rId3">
            <a:alphaModFix/>
          </a:blip>
          <a:srcRect b="0" l="0" r="0" t="0"/>
          <a:stretch/>
        </p:blipFill>
        <p:spPr>
          <a:xfrm>
            <a:off x="0" y="0"/>
            <a:ext cx="9144000" cy="5143500"/>
          </a:xfrm>
          <a:prstGeom prst="rect">
            <a:avLst/>
          </a:prstGeom>
          <a:noFill/>
          <a:ln>
            <a:noFill/>
          </a:ln>
        </p:spPr>
      </p:pic>
    </p:spTree>
  </p:cSld>
  <p:clrMapOvr>
    <a:masterClrMapping/>
  </p:clrMapOvr>
</p:sld>
</file>

<file path=ppt/slides/slide1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4" name="Shape 744"/>
        <p:cNvGrpSpPr/>
        <p:nvPr/>
      </p:nvGrpSpPr>
      <p:grpSpPr>
        <a:xfrm>
          <a:off x="0" y="0"/>
          <a:ext cx="0" cy="0"/>
          <a:chOff x="0" y="0"/>
          <a:chExt cx="0" cy="0"/>
        </a:xfrm>
      </p:grpSpPr>
      <p:sp>
        <p:nvSpPr>
          <p:cNvPr id="745" name="Google Shape;745;p156"/>
          <p:cNvSpPr txBox="1"/>
          <p:nvPr>
            <p:ph type="ctrTitle"/>
          </p:nvPr>
        </p:nvSpPr>
        <p:spPr>
          <a:xfrm>
            <a:off x="0" y="497175"/>
            <a:ext cx="9144000" cy="4646100"/>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rgbClr val="EE0000"/>
              </a:buClr>
              <a:buSzPts val="8000"/>
              <a:buFont typeface="Times"/>
              <a:buNone/>
            </a:pPr>
            <a:r>
              <a:rPr b="1" i="1" lang="en-US" sz="6000">
                <a:solidFill>
                  <a:srgbClr val="FFFF00"/>
                </a:solidFill>
                <a:latin typeface="Times"/>
                <a:ea typeface="Times"/>
                <a:cs typeface="Times"/>
                <a:sym typeface="Times"/>
              </a:rPr>
              <a:t>All… All…</a:t>
            </a:r>
            <a:r>
              <a:rPr b="1" i="1" lang="en-US" sz="7000">
                <a:solidFill>
                  <a:srgbClr val="EE0000"/>
                </a:solidFill>
                <a:latin typeface="Times"/>
                <a:ea typeface="Times"/>
                <a:cs typeface="Times"/>
                <a:sym typeface="Times"/>
              </a:rPr>
              <a:t> </a:t>
            </a:r>
            <a:br>
              <a:rPr b="1" i="1" lang="en-US" sz="7200">
                <a:solidFill>
                  <a:srgbClr val="EE0000"/>
                </a:solidFill>
                <a:latin typeface="Times"/>
                <a:ea typeface="Times"/>
                <a:cs typeface="Times"/>
                <a:sym typeface="Times"/>
              </a:rPr>
            </a:br>
            <a:r>
              <a:rPr b="1" lang="en-US" sz="6800">
                <a:solidFill>
                  <a:schemeClr val="lt1"/>
                </a:solidFill>
                <a:latin typeface="Times"/>
                <a:ea typeface="Times"/>
                <a:cs typeface="Times"/>
                <a:sym typeface="Times"/>
              </a:rPr>
              <a:t>Chúa phán: "Thầy là đường là sự thật và là sự sống, </a:t>
            </a:r>
            <a:endParaRPr b="1" sz="6800">
              <a:solidFill>
                <a:schemeClr val="lt1"/>
              </a:solidFill>
              <a:latin typeface="Times"/>
              <a:ea typeface="Times"/>
              <a:cs typeface="Times"/>
              <a:sym typeface="Times"/>
            </a:endParaRPr>
          </a:p>
        </p:txBody>
      </p:sp>
      <p:sp>
        <p:nvSpPr>
          <p:cNvPr id="746" name="Google Shape;746;p156"/>
          <p:cNvSpPr txBox="1"/>
          <p:nvPr/>
        </p:nvSpPr>
        <p:spPr>
          <a:xfrm>
            <a:off x="0" y="-50800"/>
            <a:ext cx="9144000" cy="635000"/>
          </a:xfrm>
          <a:prstGeom prst="rect">
            <a:avLst/>
          </a:prstGeom>
          <a:solidFill>
            <a:srgbClr val="002060"/>
          </a:solidFill>
          <a:ln>
            <a:noFill/>
          </a:ln>
        </p:spPr>
        <p:txBody>
          <a:bodyPr anchorCtr="0" anchor="ctr" bIns="45700" lIns="91425" spcFirstLastPara="1" rIns="91425" wrap="square" tIns="45700">
            <a:normAutofit/>
          </a:bodyPr>
          <a:lstStyle/>
          <a:p>
            <a:pPr indent="0" lvl="0" marL="0" marR="0" rtl="0" algn="ctr">
              <a:lnSpc>
                <a:spcPct val="100000"/>
              </a:lnSpc>
              <a:spcBef>
                <a:spcPts val="0"/>
              </a:spcBef>
              <a:spcAft>
                <a:spcPts val="0"/>
              </a:spcAft>
              <a:buClr>
                <a:srgbClr val="FF0000"/>
              </a:buClr>
              <a:buSzPts val="3200"/>
              <a:buFont typeface="Times New Roman"/>
              <a:buNone/>
            </a:pPr>
            <a:r>
              <a:rPr b="1" i="0" lang="en-US" sz="3200" u="none" cap="none" strike="noStrike">
                <a:solidFill>
                  <a:schemeClr val="accent2"/>
                </a:solidFill>
                <a:latin typeface="Times New Roman"/>
                <a:ea typeface="Times New Roman"/>
                <a:cs typeface="Times New Roman"/>
                <a:sym typeface="Times New Roman"/>
              </a:rPr>
              <a:t>TUNG HÔ TIN MỪNG</a:t>
            </a:r>
            <a:endParaRPr b="1" i="0" sz="3200" u="none" cap="none" strike="noStrike">
              <a:solidFill>
                <a:schemeClr val="accent2"/>
              </a:solidFill>
              <a:latin typeface="Times New Roman"/>
              <a:ea typeface="Times New Roman"/>
              <a:cs typeface="Times New Roman"/>
              <a:sym typeface="Times New Roman"/>
            </a:endParaRPr>
          </a:p>
        </p:txBody>
      </p:sp>
    </p:spTree>
  </p:cSld>
  <p:clrMapOvr>
    <a:masterClrMapping/>
  </p:clrMapOvr>
</p:sld>
</file>

<file path=ppt/slides/slide1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0" name="Shape 750"/>
        <p:cNvGrpSpPr/>
        <p:nvPr/>
      </p:nvGrpSpPr>
      <p:grpSpPr>
        <a:xfrm>
          <a:off x="0" y="0"/>
          <a:ext cx="0" cy="0"/>
          <a:chOff x="0" y="0"/>
          <a:chExt cx="0" cy="0"/>
        </a:xfrm>
      </p:grpSpPr>
      <p:sp>
        <p:nvSpPr>
          <p:cNvPr id="751" name="Google Shape;751;g3b224b7d20a_0_95"/>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chemeClr val="dk1"/>
              </a:buClr>
              <a:buSzPts val="8000"/>
              <a:buFont typeface="Times"/>
              <a:buNone/>
            </a:pPr>
            <a:r>
              <a:rPr b="1" lang="en-US" sz="6900">
                <a:solidFill>
                  <a:schemeClr val="lt1"/>
                </a:solidFill>
                <a:latin typeface="Times"/>
                <a:ea typeface="Times"/>
                <a:cs typeface="Times"/>
                <a:sym typeface="Times"/>
              </a:rPr>
              <a:t>không ai đến được </a:t>
            </a:r>
            <a:br>
              <a:rPr b="1" lang="en-US" sz="6900">
                <a:solidFill>
                  <a:schemeClr val="lt1"/>
                </a:solidFill>
                <a:latin typeface="Times"/>
                <a:ea typeface="Times"/>
                <a:cs typeface="Times"/>
                <a:sym typeface="Times"/>
              </a:rPr>
            </a:br>
            <a:r>
              <a:rPr b="1" lang="en-US" sz="6900">
                <a:solidFill>
                  <a:schemeClr val="lt1"/>
                </a:solidFill>
                <a:latin typeface="Times"/>
                <a:ea typeface="Times"/>
                <a:cs typeface="Times"/>
                <a:sym typeface="Times"/>
              </a:rPr>
              <a:t>với Cha mà lại không qua Thầy". </a:t>
            </a:r>
            <a:r>
              <a:rPr b="1" i="1" lang="en-US" sz="7000">
                <a:solidFill>
                  <a:srgbClr val="FFFF00"/>
                </a:solidFill>
                <a:latin typeface="Times"/>
                <a:ea typeface="Times"/>
                <a:cs typeface="Times"/>
                <a:sym typeface="Times"/>
              </a:rPr>
              <a:t>All..</a:t>
            </a:r>
            <a:endParaRPr b="1" sz="7000">
              <a:solidFill>
                <a:srgbClr val="FFFF00"/>
              </a:solidFill>
              <a:latin typeface="Times"/>
              <a:ea typeface="Times"/>
              <a:cs typeface="Times"/>
              <a:sym typeface="Times"/>
            </a:endParaRPr>
          </a:p>
        </p:txBody>
      </p:sp>
    </p:spTree>
  </p:cSld>
  <p:clrMapOvr>
    <a:masterClrMapping/>
  </p:clrMapOvr>
</p:sld>
</file>

<file path=ppt/slides/slide1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5" name="Shape 755"/>
        <p:cNvGrpSpPr/>
        <p:nvPr/>
      </p:nvGrpSpPr>
      <p:grpSpPr>
        <a:xfrm>
          <a:off x="0" y="0"/>
          <a:ext cx="0" cy="0"/>
          <a:chOff x="0" y="0"/>
          <a:chExt cx="0" cy="0"/>
        </a:xfrm>
      </p:grpSpPr>
      <p:pic>
        <p:nvPicPr>
          <p:cNvPr id="756" name="Google Shape;756;g3baa6357486_0_13"/>
          <p:cNvPicPr preferRelativeResize="0"/>
          <p:nvPr/>
        </p:nvPicPr>
        <p:blipFill rotWithShape="1">
          <a:blip r:embed="rId3">
            <a:alphaModFix/>
          </a:blip>
          <a:srcRect b="0" l="0" r="0" t="0"/>
          <a:stretch/>
        </p:blipFill>
        <p:spPr>
          <a:xfrm>
            <a:off x="0" y="0"/>
            <a:ext cx="9144000" cy="5143505"/>
          </a:xfrm>
          <a:prstGeom prst="rect">
            <a:avLst/>
          </a:prstGeom>
          <a:noFill/>
          <a:ln>
            <a:noFill/>
          </a:ln>
        </p:spPr>
      </p:pic>
    </p:spTree>
  </p:cSld>
  <p:clrMapOvr>
    <a:masterClrMapping/>
  </p:clrMapOvr>
</p:sld>
</file>

<file path=ppt/slides/slide1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0" name="Shape 760"/>
        <p:cNvGrpSpPr/>
        <p:nvPr/>
      </p:nvGrpSpPr>
      <p:grpSpPr>
        <a:xfrm>
          <a:off x="0" y="0"/>
          <a:ext cx="0" cy="0"/>
          <a:chOff x="0" y="0"/>
          <a:chExt cx="0" cy="0"/>
        </a:xfrm>
      </p:grpSpPr>
      <p:pic>
        <p:nvPicPr>
          <p:cNvPr id="761" name="Google Shape;761;g3e6e2da66e2_0_17"/>
          <p:cNvPicPr preferRelativeResize="0"/>
          <p:nvPr/>
        </p:nvPicPr>
        <p:blipFill rotWithShape="1">
          <a:blip r:embed="rId3">
            <a:alphaModFix/>
          </a:blip>
          <a:srcRect b="0" l="0" r="0" t="0"/>
          <a:stretch/>
        </p:blipFill>
        <p:spPr>
          <a:xfrm>
            <a:off x="0" y="0"/>
            <a:ext cx="9144018" cy="5143501"/>
          </a:xfrm>
          <a:prstGeom prst="rect">
            <a:avLst/>
          </a:prstGeom>
          <a:noFill/>
          <a:ln>
            <a:noFill/>
          </a:ln>
        </p:spPr>
      </p:pic>
    </p:spTree>
  </p:cSld>
  <p:clrMapOvr>
    <a:masterClrMapping/>
  </p:clrMapOvr>
</p:sld>
</file>

<file path=ppt/slides/slide1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5" name="Shape 765"/>
        <p:cNvGrpSpPr/>
        <p:nvPr/>
      </p:nvGrpSpPr>
      <p:grpSpPr>
        <a:xfrm>
          <a:off x="0" y="0"/>
          <a:ext cx="0" cy="0"/>
          <a:chOff x="0" y="0"/>
          <a:chExt cx="0" cy="0"/>
        </a:xfrm>
      </p:grpSpPr>
      <p:sp>
        <p:nvSpPr>
          <p:cNvPr id="766" name="Google Shape;766;p159"/>
          <p:cNvSpPr txBox="1"/>
          <p:nvPr>
            <p:ph type="ctrTitle"/>
          </p:nvPr>
        </p:nvSpPr>
        <p:spPr>
          <a:xfrm>
            <a:off x="0" y="514351"/>
            <a:ext cx="9144000" cy="4629148"/>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chemeClr val="accent4"/>
              </a:buClr>
              <a:buSzPts val="7200"/>
              <a:buFont typeface="Times"/>
              <a:buNone/>
            </a:pPr>
            <a:r>
              <a:rPr b="1" lang="en-US" sz="7200">
                <a:solidFill>
                  <a:schemeClr val="accent4"/>
                </a:solidFill>
                <a:latin typeface="Times"/>
                <a:ea typeface="Times"/>
                <a:cs typeface="Times"/>
                <a:sym typeface="Times"/>
              </a:rPr>
              <a:t>CT: </a:t>
            </a:r>
            <a:r>
              <a:rPr b="1" lang="en-US" sz="7200">
                <a:solidFill>
                  <a:schemeClr val="lt1"/>
                </a:solidFill>
                <a:latin typeface="Times"/>
                <a:ea typeface="Times"/>
                <a:cs typeface="Times"/>
                <a:sym typeface="Times"/>
              </a:rPr>
              <a:t>Tôi tin kính một Thiên Chúa là Cha toàn năng.</a:t>
            </a:r>
            <a:endParaRPr/>
          </a:p>
        </p:txBody>
      </p:sp>
      <p:sp>
        <p:nvSpPr>
          <p:cNvPr id="767" name="Google Shape;767;p159"/>
          <p:cNvSpPr txBox="1"/>
          <p:nvPr/>
        </p:nvSpPr>
        <p:spPr>
          <a:xfrm>
            <a:off x="0" y="0"/>
            <a:ext cx="9144000" cy="738100"/>
          </a:xfrm>
          <a:prstGeom prst="rect">
            <a:avLst/>
          </a:prstGeom>
          <a:solidFill>
            <a:srgbClr val="00206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accent4"/>
              </a:buClr>
              <a:buSzPts val="3600"/>
              <a:buFont typeface="Times New Roman"/>
              <a:buNone/>
            </a:pPr>
            <a:r>
              <a:rPr b="1" i="0" lang="en-US" sz="3600" u="none" cap="none" strike="noStrike">
                <a:solidFill>
                  <a:schemeClr val="accent4"/>
                </a:solidFill>
                <a:latin typeface="Times New Roman"/>
                <a:ea typeface="Times New Roman"/>
                <a:cs typeface="Times New Roman"/>
                <a:sym typeface="Times New Roman"/>
              </a:rPr>
              <a:t>KINH TIN KÍNH</a:t>
            </a:r>
            <a:endParaRPr b="1" i="0" sz="3600" u="none" cap="none" strike="noStrike">
              <a:solidFill>
                <a:schemeClr val="accent4"/>
              </a:solidFill>
              <a:latin typeface="Times New Roman"/>
              <a:ea typeface="Times New Roman"/>
              <a:cs typeface="Times New Roman"/>
              <a:sym typeface="Times New Roman"/>
            </a:endParaRPr>
          </a:p>
        </p:txBody>
      </p:sp>
    </p:spTree>
  </p:cSld>
  <p:clrMapOvr>
    <a:masterClrMapping/>
  </p:clrMapOvr>
</p:sld>
</file>

<file path=ppt/slides/slide1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1" name="Shape 771"/>
        <p:cNvGrpSpPr/>
        <p:nvPr/>
      </p:nvGrpSpPr>
      <p:grpSpPr>
        <a:xfrm>
          <a:off x="0" y="0"/>
          <a:ext cx="0" cy="0"/>
          <a:chOff x="0" y="0"/>
          <a:chExt cx="0" cy="0"/>
        </a:xfrm>
      </p:grpSpPr>
      <p:sp>
        <p:nvSpPr>
          <p:cNvPr id="772" name="Google Shape;772;p160"/>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Đấng tạo thành trời đất muôn vật hữu hình và vô hình.</a:t>
            </a:r>
            <a:endParaRPr/>
          </a:p>
        </p:txBody>
      </p:sp>
    </p:spTree>
  </p:cSld>
  <p:clrMapOvr>
    <a:masterClrMapping/>
  </p:clrMapOvr>
</p:sld>
</file>

<file path=ppt/slides/slide1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6" name="Shape 776"/>
        <p:cNvGrpSpPr/>
        <p:nvPr/>
      </p:nvGrpSpPr>
      <p:grpSpPr>
        <a:xfrm>
          <a:off x="0" y="0"/>
          <a:ext cx="0" cy="0"/>
          <a:chOff x="0" y="0"/>
          <a:chExt cx="0" cy="0"/>
        </a:xfrm>
      </p:grpSpPr>
      <p:sp>
        <p:nvSpPr>
          <p:cNvPr id="777" name="Google Shape;777;p161"/>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Tôi tin kính một Chúa Giê-su Ki-tô Con Một Thiên Chúa,</a:t>
            </a:r>
            <a:endParaRPr/>
          </a:p>
        </p:txBody>
      </p:sp>
    </p:spTree>
  </p:cSld>
  <p:clrMapOvr>
    <a:masterClrMapping/>
  </p:clrMapOvr>
</p:sld>
</file>

<file path=ppt/slides/slide1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1" name="Shape 781"/>
        <p:cNvGrpSpPr/>
        <p:nvPr/>
      </p:nvGrpSpPr>
      <p:grpSpPr>
        <a:xfrm>
          <a:off x="0" y="0"/>
          <a:ext cx="0" cy="0"/>
          <a:chOff x="0" y="0"/>
          <a:chExt cx="0" cy="0"/>
        </a:xfrm>
      </p:grpSpPr>
      <p:sp>
        <p:nvSpPr>
          <p:cNvPr id="782" name="Google Shape;782;p162"/>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sinh bởi Đức Chúa Cha từ trước muôn đời.</a:t>
            </a:r>
            <a:endParaRPr b="1" sz="7200">
              <a:solidFill>
                <a:schemeClr val="lt1"/>
              </a:solidFill>
              <a:latin typeface="Times"/>
              <a:ea typeface="Times"/>
              <a:cs typeface="Times"/>
              <a:sym typeface="Times"/>
            </a:endParaRPr>
          </a:p>
        </p:txBody>
      </p:sp>
    </p:spTree>
  </p:cSld>
  <p:clrMapOvr>
    <a:masterClrMapping/>
  </p:clrMapOvr>
</p:sld>
</file>

<file path=ppt/slides/slide1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6" name="Shape 786"/>
        <p:cNvGrpSpPr/>
        <p:nvPr/>
      </p:nvGrpSpPr>
      <p:grpSpPr>
        <a:xfrm>
          <a:off x="0" y="0"/>
          <a:ext cx="0" cy="0"/>
          <a:chOff x="0" y="0"/>
          <a:chExt cx="0" cy="0"/>
        </a:xfrm>
      </p:grpSpPr>
      <p:sp>
        <p:nvSpPr>
          <p:cNvPr id="787" name="Google Shape;787;p163"/>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Người là Thiên Chúa bởi Thiên Chúa, Ánh Sáng bởi Ánh Sáng,</a:t>
            </a:r>
            <a:endParaRPr b="1" sz="7200">
              <a:solidFill>
                <a:schemeClr val="lt1"/>
              </a:solidFill>
              <a:latin typeface="Times"/>
              <a:ea typeface="Times"/>
              <a:cs typeface="Times"/>
              <a:sym typeface="Times"/>
            </a:endParaRPr>
          </a:p>
        </p:txBody>
      </p:sp>
    </p:spTree>
  </p:cSld>
  <p:clrMapOvr>
    <a:masterClrMapping/>
  </p:clrMapOvr>
</p:sld>
</file>

<file path=ppt/slides/slide1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1" name="Shape 791"/>
        <p:cNvGrpSpPr/>
        <p:nvPr/>
      </p:nvGrpSpPr>
      <p:grpSpPr>
        <a:xfrm>
          <a:off x="0" y="0"/>
          <a:ext cx="0" cy="0"/>
          <a:chOff x="0" y="0"/>
          <a:chExt cx="0" cy="0"/>
        </a:xfrm>
      </p:grpSpPr>
      <p:sp>
        <p:nvSpPr>
          <p:cNvPr id="792" name="Google Shape;792;p164"/>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Thiên Chúa thật bởi Thiên Chúa Thật Được sinh ra mà không phải được tạo thành, </a:t>
            </a:r>
            <a:endParaRPr b="1" sz="7200">
              <a:solidFill>
                <a:schemeClr val="lt1"/>
              </a:solidFill>
              <a:latin typeface="Times"/>
              <a:ea typeface="Times"/>
              <a:cs typeface="Times"/>
              <a:sym typeface="Times"/>
            </a:endParaRPr>
          </a:p>
        </p:txBody>
      </p:sp>
    </p:spTree>
  </p:cSld>
  <p:clrMapOvr>
    <a:masterClrMapping/>
  </p:clrMapOvr>
</p:sld>
</file>

<file path=ppt/slides/slide1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6" name="Shape 796"/>
        <p:cNvGrpSpPr/>
        <p:nvPr/>
      </p:nvGrpSpPr>
      <p:grpSpPr>
        <a:xfrm>
          <a:off x="0" y="0"/>
          <a:ext cx="0" cy="0"/>
          <a:chOff x="0" y="0"/>
          <a:chExt cx="0" cy="0"/>
        </a:xfrm>
      </p:grpSpPr>
      <p:sp>
        <p:nvSpPr>
          <p:cNvPr id="797" name="Google Shape;797;p165"/>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đồng bản thể với Đức Chúa Cha:nhờ Người mà muôn vật được tạo thành.</a:t>
            </a:r>
            <a:endParaRPr b="1" sz="7200">
              <a:solidFill>
                <a:schemeClr val="lt1"/>
              </a:solidFill>
              <a:latin typeface="Times"/>
              <a:ea typeface="Times"/>
              <a:cs typeface="Times"/>
              <a:sym typeface="Times"/>
            </a:endParaRPr>
          </a:p>
        </p:txBody>
      </p:sp>
    </p:spTree>
  </p:cSld>
  <p:clrMapOvr>
    <a:masterClrMapping/>
  </p:clrMapOvr>
</p:sld>
</file>

<file path=ppt/slides/slide1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1" name="Shape 801"/>
        <p:cNvGrpSpPr/>
        <p:nvPr/>
      </p:nvGrpSpPr>
      <p:grpSpPr>
        <a:xfrm>
          <a:off x="0" y="0"/>
          <a:ext cx="0" cy="0"/>
          <a:chOff x="0" y="0"/>
          <a:chExt cx="0" cy="0"/>
        </a:xfrm>
      </p:grpSpPr>
      <p:sp>
        <p:nvSpPr>
          <p:cNvPr id="802" name="Google Shape;802;p166"/>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Vì loài người chúng ta và để cứu độ chúng ta, Người đã từ trời xuống thế.</a:t>
            </a:r>
            <a:endParaRPr b="1" sz="7200">
              <a:solidFill>
                <a:schemeClr val="lt1"/>
              </a:solidFill>
              <a:latin typeface="Times"/>
              <a:ea typeface="Times"/>
              <a:cs typeface="Times"/>
              <a:sym typeface="Times"/>
            </a:endParaRPr>
          </a:p>
        </p:txBody>
      </p:sp>
    </p:spTree>
  </p:cSld>
  <p:clrMapOvr>
    <a:masterClrMapping/>
  </p:clrMapOvr>
</p:sld>
</file>

<file path=ppt/slides/slide1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6" name="Shape 806"/>
        <p:cNvGrpSpPr/>
        <p:nvPr/>
      </p:nvGrpSpPr>
      <p:grpSpPr>
        <a:xfrm>
          <a:off x="0" y="0"/>
          <a:ext cx="0" cy="0"/>
          <a:chOff x="0" y="0"/>
          <a:chExt cx="0" cy="0"/>
        </a:xfrm>
      </p:grpSpPr>
      <p:sp>
        <p:nvSpPr>
          <p:cNvPr id="807" name="Google Shape;807;p167"/>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000"/>
              <a:buFont typeface="Times"/>
              <a:buNone/>
            </a:pPr>
            <a:r>
              <a:rPr b="1" lang="en-US" sz="6800">
                <a:solidFill>
                  <a:schemeClr val="lt1"/>
                </a:solidFill>
                <a:latin typeface="Times"/>
                <a:ea typeface="Times"/>
                <a:cs typeface="Times"/>
                <a:sym typeface="Times"/>
              </a:rPr>
              <a:t>Bởi phép Đức Chúa Thánh Thần Người đã nhập thể trong lòng Trinh Nữ Maria, và đã làm người.</a:t>
            </a:r>
            <a:endParaRPr b="1" sz="6800">
              <a:solidFill>
                <a:schemeClr val="lt1"/>
              </a:solidFill>
              <a:latin typeface="Times"/>
              <a:ea typeface="Times"/>
              <a:cs typeface="Times"/>
              <a:sym typeface="Times"/>
            </a:endParaRPr>
          </a:p>
        </p:txBody>
      </p:sp>
    </p:spTree>
  </p:cSld>
  <p:clrMapOvr>
    <a:masterClrMapping/>
  </p:clrMapOvr>
</p:sld>
</file>

<file path=ppt/slides/slide1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1" name="Shape 811"/>
        <p:cNvGrpSpPr/>
        <p:nvPr/>
      </p:nvGrpSpPr>
      <p:grpSpPr>
        <a:xfrm>
          <a:off x="0" y="0"/>
          <a:ext cx="0" cy="0"/>
          <a:chOff x="0" y="0"/>
          <a:chExt cx="0" cy="0"/>
        </a:xfrm>
      </p:grpSpPr>
      <p:sp>
        <p:nvSpPr>
          <p:cNvPr id="812" name="Google Shape;812;p168"/>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Người chịu đóng đinh vào thập giá vì chúng ta, Thời quan Phong-xi-ô Phi-la-tô; </a:t>
            </a:r>
            <a:endParaRPr b="1" sz="7200">
              <a:solidFill>
                <a:schemeClr val="lt1"/>
              </a:solidFill>
              <a:latin typeface="Times"/>
              <a:ea typeface="Times"/>
              <a:cs typeface="Times"/>
              <a:sym typeface="Times"/>
            </a:endParaRPr>
          </a:p>
        </p:txBody>
      </p:sp>
    </p:spTree>
  </p:cSld>
  <p:clrMapOvr>
    <a:masterClrMapping/>
  </p:clrMapOvr>
</p:sld>
</file>

<file path=ppt/slides/slide1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6" name="Shape 816"/>
        <p:cNvGrpSpPr/>
        <p:nvPr/>
      </p:nvGrpSpPr>
      <p:grpSpPr>
        <a:xfrm>
          <a:off x="0" y="0"/>
          <a:ext cx="0" cy="0"/>
          <a:chOff x="0" y="0"/>
          <a:chExt cx="0" cy="0"/>
        </a:xfrm>
      </p:grpSpPr>
      <p:sp>
        <p:nvSpPr>
          <p:cNvPr id="817" name="Google Shape;817;p169"/>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Người chịu khổ hình và mai táng, ngày thứ ba Người sống lại như lời Thánh Kinh.</a:t>
            </a:r>
            <a:endParaRPr b="1" sz="7200">
              <a:solidFill>
                <a:schemeClr val="lt1"/>
              </a:solidFill>
              <a:latin typeface="Times"/>
              <a:ea typeface="Times"/>
              <a:cs typeface="Times"/>
              <a:sym typeface="Times"/>
            </a:endParaRPr>
          </a:p>
        </p:txBody>
      </p:sp>
    </p:spTree>
  </p:cSld>
  <p:clrMapOvr>
    <a:masterClrMapping/>
  </p:clrMapOvr>
</p:sld>
</file>

<file path=ppt/slides/slide1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1" name="Shape 821"/>
        <p:cNvGrpSpPr/>
        <p:nvPr/>
      </p:nvGrpSpPr>
      <p:grpSpPr>
        <a:xfrm>
          <a:off x="0" y="0"/>
          <a:ext cx="0" cy="0"/>
          <a:chOff x="0" y="0"/>
          <a:chExt cx="0" cy="0"/>
        </a:xfrm>
      </p:grpSpPr>
      <p:sp>
        <p:nvSpPr>
          <p:cNvPr id="822" name="Google Shape;822;p170"/>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000"/>
              <a:buFont typeface="Times"/>
              <a:buNone/>
            </a:pPr>
            <a:r>
              <a:rPr b="1" lang="en-US" sz="7000">
                <a:solidFill>
                  <a:schemeClr val="lt1"/>
                </a:solidFill>
                <a:latin typeface="Times"/>
                <a:ea typeface="Times"/>
                <a:cs typeface="Times"/>
                <a:sym typeface="Times"/>
              </a:rPr>
              <a:t>Người lên trời, ngự bên hữu Đức Chúa Cha, và Người sẽ lại đến trong vinh quang</a:t>
            </a:r>
            <a:endParaRPr b="1" sz="7000">
              <a:solidFill>
                <a:schemeClr val="lt1"/>
              </a:solidFill>
              <a:latin typeface="Times"/>
              <a:ea typeface="Times"/>
              <a:cs typeface="Times"/>
              <a:sym typeface="Times"/>
            </a:endParaRPr>
          </a:p>
        </p:txBody>
      </p:sp>
    </p:spTree>
  </p:cSld>
  <p:clrMapOvr>
    <a:masterClrMapping/>
  </p:clrMapOvr>
</p:sld>
</file>

<file path=ppt/slides/slide1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6" name="Shape 826"/>
        <p:cNvGrpSpPr/>
        <p:nvPr/>
      </p:nvGrpSpPr>
      <p:grpSpPr>
        <a:xfrm>
          <a:off x="0" y="0"/>
          <a:ext cx="0" cy="0"/>
          <a:chOff x="0" y="0"/>
          <a:chExt cx="0" cy="0"/>
        </a:xfrm>
      </p:grpSpPr>
      <p:sp>
        <p:nvSpPr>
          <p:cNvPr id="827" name="Google Shape;827;p171"/>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để phán xét kẻ sống và kẻ chết, Nước Người sẽ không bao giờ cùng.</a:t>
            </a:r>
            <a:endParaRPr b="1" sz="7200">
              <a:solidFill>
                <a:schemeClr val="lt1"/>
              </a:solidFill>
              <a:latin typeface="Times"/>
              <a:ea typeface="Times"/>
              <a:cs typeface="Times"/>
              <a:sym typeface="Times"/>
            </a:endParaRPr>
          </a:p>
        </p:txBody>
      </p:sp>
    </p:spTree>
  </p:cSld>
  <p:clrMapOvr>
    <a:masterClrMapping/>
  </p:clrMapOvr>
</p:sld>
</file>

<file path=ppt/slides/slide1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1" name="Shape 831"/>
        <p:cNvGrpSpPr/>
        <p:nvPr/>
      </p:nvGrpSpPr>
      <p:grpSpPr>
        <a:xfrm>
          <a:off x="0" y="0"/>
          <a:ext cx="0" cy="0"/>
          <a:chOff x="0" y="0"/>
          <a:chExt cx="0" cy="0"/>
        </a:xfrm>
      </p:grpSpPr>
      <p:sp>
        <p:nvSpPr>
          <p:cNvPr id="832" name="Google Shape;832;p172"/>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Tôi tinh kính Đức Chúa Thánh Thần là Thiên Chúa, và là Đấng ban sự sống,</a:t>
            </a:r>
            <a:endParaRPr b="1" sz="7200">
              <a:solidFill>
                <a:schemeClr val="lt1"/>
              </a:solidFill>
              <a:latin typeface="Times"/>
              <a:ea typeface="Times"/>
              <a:cs typeface="Times"/>
              <a:sym typeface="Times"/>
            </a:endParaRPr>
          </a:p>
        </p:txBody>
      </p:sp>
    </p:spTree>
  </p:cSld>
  <p:clrMapOvr>
    <a:masterClrMapping/>
  </p:clrMapOvr>
</p:sld>
</file>

<file path=ppt/slides/slide1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6" name="Shape 836"/>
        <p:cNvGrpSpPr/>
        <p:nvPr/>
      </p:nvGrpSpPr>
      <p:grpSpPr>
        <a:xfrm>
          <a:off x="0" y="0"/>
          <a:ext cx="0" cy="0"/>
          <a:chOff x="0" y="0"/>
          <a:chExt cx="0" cy="0"/>
        </a:xfrm>
      </p:grpSpPr>
      <p:sp>
        <p:nvSpPr>
          <p:cNvPr id="837" name="Google Shape;837;p173"/>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Người bởi Đức Chúa Cha và Đức Chúa Con mà ra.</a:t>
            </a:r>
            <a:endParaRPr b="1" sz="7200">
              <a:solidFill>
                <a:schemeClr val="lt1"/>
              </a:solidFill>
              <a:latin typeface="Times"/>
              <a:ea typeface="Times"/>
              <a:cs typeface="Times"/>
              <a:sym typeface="Times"/>
            </a:endParaRPr>
          </a:p>
        </p:txBody>
      </p:sp>
    </p:spTree>
  </p:cSld>
  <p:clrMapOvr>
    <a:masterClrMapping/>
  </p:clrMapOvr>
</p:sld>
</file>

<file path=ppt/slides/slide1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1" name="Shape 841"/>
        <p:cNvGrpSpPr/>
        <p:nvPr/>
      </p:nvGrpSpPr>
      <p:grpSpPr>
        <a:xfrm>
          <a:off x="0" y="0"/>
          <a:ext cx="0" cy="0"/>
          <a:chOff x="0" y="0"/>
          <a:chExt cx="0" cy="0"/>
        </a:xfrm>
      </p:grpSpPr>
      <p:sp>
        <p:nvSpPr>
          <p:cNvPr id="842" name="Google Shape;842;p174"/>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Người được phụng thờ và tôn vinh cùng với Đức Chúa Cha và Đức Chúa Con.</a:t>
            </a:r>
            <a:endParaRPr b="1" sz="7200">
              <a:solidFill>
                <a:schemeClr val="lt1"/>
              </a:solidFill>
              <a:latin typeface="Times"/>
              <a:ea typeface="Times"/>
              <a:cs typeface="Times"/>
              <a:sym typeface="Times"/>
            </a:endParaRPr>
          </a:p>
        </p:txBody>
      </p:sp>
    </p:spTree>
  </p:cSld>
  <p:clrMapOvr>
    <a:masterClrMapping/>
  </p:clrMapOvr>
</p:sld>
</file>

<file path=ppt/slides/slide1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6" name="Shape 846"/>
        <p:cNvGrpSpPr/>
        <p:nvPr/>
      </p:nvGrpSpPr>
      <p:grpSpPr>
        <a:xfrm>
          <a:off x="0" y="0"/>
          <a:ext cx="0" cy="0"/>
          <a:chOff x="0" y="0"/>
          <a:chExt cx="0" cy="0"/>
        </a:xfrm>
      </p:grpSpPr>
      <p:sp>
        <p:nvSpPr>
          <p:cNvPr id="847" name="Google Shape;847;p175"/>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Người đã dùng các Tiên tri mà phán dạy.</a:t>
            </a:r>
            <a:endParaRPr b="1" sz="7200">
              <a:solidFill>
                <a:schemeClr val="lt1"/>
              </a:solidFill>
              <a:latin typeface="Times"/>
              <a:ea typeface="Times"/>
              <a:cs typeface="Times"/>
              <a:sym typeface="Times"/>
            </a:endParaRPr>
          </a:p>
        </p:txBody>
      </p:sp>
    </p:spTree>
  </p:cSld>
  <p:clrMapOvr>
    <a:masterClrMapping/>
  </p:clrMapOvr>
</p:sld>
</file>

<file path=ppt/slides/slide1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1" name="Shape 851"/>
        <p:cNvGrpSpPr/>
        <p:nvPr/>
      </p:nvGrpSpPr>
      <p:grpSpPr>
        <a:xfrm>
          <a:off x="0" y="0"/>
          <a:ext cx="0" cy="0"/>
          <a:chOff x="0" y="0"/>
          <a:chExt cx="0" cy="0"/>
        </a:xfrm>
      </p:grpSpPr>
      <p:sp>
        <p:nvSpPr>
          <p:cNvPr id="852" name="Google Shape;852;p176"/>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Tôi tin Hội Thánh duy nhất, thánh thiện, công giáo và tông truyền.</a:t>
            </a:r>
            <a:endParaRPr b="1" sz="7200">
              <a:solidFill>
                <a:schemeClr val="lt1"/>
              </a:solidFill>
              <a:latin typeface="Times"/>
              <a:ea typeface="Times"/>
              <a:cs typeface="Times"/>
              <a:sym typeface="Times"/>
            </a:endParaRPr>
          </a:p>
        </p:txBody>
      </p:sp>
    </p:spTree>
  </p:cSld>
  <p:clrMapOvr>
    <a:masterClrMapping/>
  </p:clrMapOvr>
</p:sld>
</file>

<file path=ppt/slides/slide1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6" name="Shape 856"/>
        <p:cNvGrpSpPr/>
        <p:nvPr/>
      </p:nvGrpSpPr>
      <p:grpSpPr>
        <a:xfrm>
          <a:off x="0" y="0"/>
          <a:ext cx="0" cy="0"/>
          <a:chOff x="0" y="0"/>
          <a:chExt cx="0" cy="0"/>
        </a:xfrm>
      </p:grpSpPr>
      <p:sp>
        <p:nvSpPr>
          <p:cNvPr id="857" name="Google Shape;857;p177"/>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Tôi tuyên xưng có một Phép Rửa để tha tội.</a:t>
            </a:r>
            <a:endParaRPr b="1" sz="7200">
              <a:solidFill>
                <a:schemeClr val="lt1"/>
              </a:solidFill>
              <a:latin typeface="Times"/>
              <a:ea typeface="Times"/>
              <a:cs typeface="Times"/>
              <a:sym typeface="Times"/>
            </a:endParaRPr>
          </a:p>
        </p:txBody>
      </p:sp>
    </p:spTree>
  </p:cSld>
  <p:clrMapOvr>
    <a:masterClrMapping/>
  </p:clrMapOvr>
</p:sld>
</file>

<file path=ppt/slides/slide1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1" name="Shape 861"/>
        <p:cNvGrpSpPr/>
        <p:nvPr/>
      </p:nvGrpSpPr>
      <p:grpSpPr>
        <a:xfrm>
          <a:off x="0" y="0"/>
          <a:ext cx="0" cy="0"/>
          <a:chOff x="0" y="0"/>
          <a:chExt cx="0" cy="0"/>
        </a:xfrm>
      </p:grpSpPr>
      <p:sp>
        <p:nvSpPr>
          <p:cNvPr id="862" name="Google Shape;862;p178"/>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Tôi trông đợi kẻ chết sống lại và sự sống đời sau. Amen.</a:t>
            </a:r>
            <a:endParaRPr b="1" sz="7200">
              <a:solidFill>
                <a:schemeClr val="lt1"/>
              </a:solidFill>
              <a:latin typeface="Times"/>
              <a:ea typeface="Times"/>
              <a:cs typeface="Times"/>
              <a:sym typeface="Times"/>
            </a:endParaRPr>
          </a:p>
        </p:txBody>
      </p:sp>
    </p:spTree>
  </p:cSld>
  <p:clrMapOvr>
    <a:masterClrMapping/>
  </p:clrMapOvr>
</p:sld>
</file>

<file path=ppt/slides/slide1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6" name="Shape 866"/>
        <p:cNvGrpSpPr/>
        <p:nvPr/>
      </p:nvGrpSpPr>
      <p:grpSpPr>
        <a:xfrm>
          <a:off x="0" y="0"/>
          <a:ext cx="0" cy="0"/>
          <a:chOff x="0" y="0"/>
          <a:chExt cx="0" cy="0"/>
        </a:xfrm>
      </p:grpSpPr>
      <p:pic>
        <p:nvPicPr>
          <p:cNvPr id="867" name="Google Shape;867;g3e6e2da66e2_0_21"/>
          <p:cNvPicPr preferRelativeResize="0"/>
          <p:nvPr/>
        </p:nvPicPr>
        <p:blipFill rotWithShape="1">
          <a:blip r:embed="rId3">
            <a:alphaModFix/>
          </a:blip>
          <a:srcRect b="0" l="0" r="0" t="0"/>
          <a:stretch/>
        </p:blipFill>
        <p:spPr>
          <a:xfrm>
            <a:off x="0" y="0"/>
            <a:ext cx="9144018" cy="5143501"/>
          </a:xfrm>
          <a:prstGeom prst="rect">
            <a:avLst/>
          </a:prstGeom>
          <a:noFill/>
          <a:ln>
            <a:noFill/>
          </a:ln>
        </p:spPr>
      </p:pic>
    </p:spTree>
  </p:cSld>
  <p:clrMapOvr>
    <a:masterClrMapping/>
  </p:clrMapOvr>
</p:sld>
</file>

<file path=ppt/slides/slide1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1" name="Shape 871"/>
        <p:cNvGrpSpPr/>
        <p:nvPr/>
      </p:nvGrpSpPr>
      <p:grpSpPr>
        <a:xfrm>
          <a:off x="0" y="0"/>
          <a:ext cx="0" cy="0"/>
          <a:chOff x="0" y="0"/>
          <a:chExt cx="0" cy="0"/>
        </a:xfrm>
      </p:grpSpPr>
      <p:sp>
        <p:nvSpPr>
          <p:cNvPr id="872" name="Google Shape;872;g3dd33158570_0_356"/>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DÂNG LỄ</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HIẾN LỄ TÌNH YÊU</a:t>
            </a:r>
            <a:endParaRPr b="1" sz="6700">
              <a:solidFill>
                <a:srgbClr val="FFFF00"/>
              </a:solidFill>
              <a:latin typeface="Times New Roman"/>
              <a:ea typeface="Times New Roman"/>
              <a:cs typeface="Times New Roman"/>
              <a:sym typeface="Times New Roman"/>
            </a:endParaRPr>
          </a:p>
          <a:p>
            <a:pPr indent="0" lvl="0" marL="0" rtl="0" algn="ctr">
              <a:lnSpc>
                <a:spcPct val="90000"/>
              </a:lnSpc>
              <a:spcBef>
                <a:spcPts val="0"/>
              </a:spcBef>
              <a:spcAft>
                <a:spcPts val="0"/>
              </a:spcAft>
              <a:buClr>
                <a:schemeClr val="dk1"/>
              </a:buClr>
              <a:buSzPts val="4700"/>
              <a:buFont typeface="Times New Roman"/>
              <a:buNone/>
            </a:pPr>
            <a:r>
              <a:rPr b="1" i="1" lang="en-US" sz="4700">
                <a:solidFill>
                  <a:schemeClr val="accent4"/>
                </a:solidFill>
                <a:latin typeface="Times New Roman"/>
                <a:ea typeface="Times New Roman"/>
                <a:cs typeface="Times New Roman"/>
                <a:sym typeface="Times New Roman"/>
              </a:rPr>
              <a:t>(Hoài Bắc)</a:t>
            </a:r>
            <a:endParaRPr b="1" sz="6700">
              <a:solidFill>
                <a:srgbClr val="FFFF00"/>
              </a:solidFill>
              <a:latin typeface="Times New Roman"/>
              <a:ea typeface="Times New Roman"/>
              <a:cs typeface="Times New Roman"/>
              <a:sym typeface="Times New Roman"/>
            </a:endParaRPr>
          </a:p>
        </p:txBody>
      </p:sp>
    </p:spTree>
  </p:cSld>
  <p:clrMapOvr>
    <a:masterClrMapping/>
  </p:clrMapOvr>
</p:sld>
</file>

<file path=ppt/slides/slide1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6" name="Shape 876"/>
        <p:cNvGrpSpPr/>
        <p:nvPr/>
      </p:nvGrpSpPr>
      <p:grpSpPr>
        <a:xfrm>
          <a:off x="0" y="0"/>
          <a:ext cx="0" cy="0"/>
          <a:chOff x="0" y="0"/>
          <a:chExt cx="0" cy="0"/>
        </a:xfrm>
      </p:grpSpPr>
      <p:sp>
        <p:nvSpPr>
          <p:cNvPr id="877" name="Google Shape;877;g3dd33158570_0_36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1. </a:t>
            </a:r>
            <a:r>
              <a:rPr b="1" lang="en-US" sz="7500">
                <a:solidFill>
                  <a:schemeClr val="lt1"/>
                </a:solidFill>
                <a:latin typeface="Times New Roman"/>
                <a:ea typeface="Times New Roman"/>
                <a:cs typeface="Times New Roman"/>
                <a:sym typeface="Times New Roman"/>
              </a:rPr>
              <a:t>Với tấm lòng thành con dâng kính, tựa làn khói hương bay </a:t>
            </a:r>
            <a:endParaRPr b="1" sz="75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trước tòa.</a:t>
            </a:r>
            <a:endParaRPr b="1" sz="75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dk1"/>
              </a:buClr>
              <a:buSzPts val="1100"/>
              <a:buNone/>
            </a:pPr>
            <a:r>
              <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1" name="Shape 881"/>
        <p:cNvGrpSpPr/>
        <p:nvPr/>
      </p:nvGrpSpPr>
      <p:grpSpPr>
        <a:xfrm>
          <a:off x="0" y="0"/>
          <a:ext cx="0" cy="0"/>
          <a:chOff x="0" y="0"/>
          <a:chExt cx="0" cy="0"/>
        </a:xfrm>
      </p:grpSpPr>
      <p:sp>
        <p:nvSpPr>
          <p:cNvPr id="882" name="Google Shape;882;g3dd33158570_0_36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Tấm bánh hòa rượu nho khiết tinh, mong biến thành lễ vật tình yêu.</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6" name="Shape 886"/>
        <p:cNvGrpSpPr/>
        <p:nvPr/>
      </p:nvGrpSpPr>
      <p:grpSpPr>
        <a:xfrm>
          <a:off x="0" y="0"/>
          <a:ext cx="0" cy="0"/>
          <a:chOff x="0" y="0"/>
          <a:chExt cx="0" cy="0"/>
        </a:xfrm>
      </p:grpSpPr>
      <p:sp>
        <p:nvSpPr>
          <p:cNvPr id="887" name="Google Shape;887;g3de4329e4d7_0_2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ĐK:</a:t>
            </a:r>
            <a:r>
              <a:rPr b="1" lang="en-US" sz="8000">
                <a:solidFill>
                  <a:schemeClr val="lt1"/>
                </a:solidFill>
                <a:latin typeface="Times New Roman"/>
                <a:ea typeface="Times New Roman"/>
                <a:cs typeface="Times New Roman"/>
                <a:sym typeface="Times New Roman"/>
              </a:rPr>
              <a:t> Xin Cha thương chấp nhận của lễ, kính dâng Cha với cả tâm hồn.</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1" name="Shape 891"/>
        <p:cNvGrpSpPr/>
        <p:nvPr/>
      </p:nvGrpSpPr>
      <p:grpSpPr>
        <a:xfrm>
          <a:off x="0" y="0"/>
          <a:ext cx="0" cy="0"/>
          <a:chOff x="0" y="0"/>
          <a:chExt cx="0" cy="0"/>
        </a:xfrm>
      </p:grpSpPr>
      <p:sp>
        <p:nvSpPr>
          <p:cNvPr id="892" name="Google Shape;892;g3de4329e4d7_0_3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Dẫu đau thương nguy khó trong đời, bao ưu tư phủ đầy cuộc sống.</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6" name="Shape 896"/>
        <p:cNvGrpSpPr/>
        <p:nvPr/>
      </p:nvGrpSpPr>
      <p:grpSpPr>
        <a:xfrm>
          <a:off x="0" y="0"/>
          <a:ext cx="0" cy="0"/>
          <a:chOff x="0" y="0"/>
          <a:chExt cx="0" cy="0"/>
        </a:xfrm>
      </p:grpSpPr>
      <p:sp>
        <p:nvSpPr>
          <p:cNvPr id="897" name="Google Shape;897;g3de4329e4d7_0_8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Xin dâng lên như một hy lễ mong được liên kết ân thiêng máu hồng.</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1" name="Shape 901"/>
        <p:cNvGrpSpPr/>
        <p:nvPr/>
      </p:nvGrpSpPr>
      <p:grpSpPr>
        <a:xfrm>
          <a:off x="0" y="0"/>
          <a:ext cx="0" cy="0"/>
          <a:chOff x="0" y="0"/>
          <a:chExt cx="0" cy="0"/>
        </a:xfrm>
      </p:grpSpPr>
      <p:sp>
        <p:nvSpPr>
          <p:cNvPr id="902" name="Google Shape;902;g3e6e2da66e2_0_3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Hãy giúp con kiên vững tin yêu, sống yên vui bước trọn đường đời.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6" name="Shape 906"/>
        <p:cNvGrpSpPr/>
        <p:nvPr/>
      </p:nvGrpSpPr>
      <p:grpSpPr>
        <a:xfrm>
          <a:off x="0" y="0"/>
          <a:ext cx="0" cy="0"/>
          <a:chOff x="0" y="0"/>
          <a:chExt cx="0" cy="0"/>
        </a:xfrm>
      </p:grpSpPr>
      <p:sp>
        <p:nvSpPr>
          <p:cNvPr id="907" name="Google Shape;907;g3d89366497e_0_4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800">
                <a:solidFill>
                  <a:srgbClr val="FFFF00"/>
                </a:solidFill>
                <a:latin typeface="Times New Roman"/>
                <a:ea typeface="Times New Roman"/>
                <a:cs typeface="Times New Roman"/>
                <a:sym typeface="Times New Roman"/>
              </a:rPr>
              <a:t>2. </a:t>
            </a:r>
            <a:r>
              <a:rPr b="1" lang="en-US" sz="7800">
                <a:solidFill>
                  <a:schemeClr val="lt1"/>
                </a:solidFill>
                <a:latin typeface="Times New Roman"/>
                <a:ea typeface="Times New Roman"/>
                <a:cs typeface="Times New Roman"/>
                <a:sym typeface="Times New Roman"/>
              </a:rPr>
              <a:t>Những tháng ngày đời con mau qua, nhiều vương vấn ưu tư xóa nhòa.</a:t>
            </a:r>
            <a:endParaRPr b="1" sz="78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dk1"/>
              </a:buClr>
              <a:buSzPts val="1100"/>
              <a:buNone/>
            </a:pPr>
            <a:r>
              <a:t/>
            </a:r>
            <a:endParaRPr b="1" sz="7800">
              <a:solidFill>
                <a:schemeClr val="lt1"/>
              </a:solidFill>
              <a:latin typeface="Times New Roman"/>
              <a:ea typeface="Times New Roman"/>
              <a:cs typeface="Times New Roman"/>
              <a:sym typeface="Times New Roman"/>
            </a:endParaRPr>
          </a:p>
        </p:txBody>
      </p:sp>
    </p:spTree>
  </p:cSld>
  <p:clrMapOvr>
    <a:masterClrMapping/>
  </p:clrMapOvr>
</p:sld>
</file>

<file path=ppt/slides/slide1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1" name="Shape 911"/>
        <p:cNvGrpSpPr/>
        <p:nvPr/>
      </p:nvGrpSpPr>
      <p:grpSpPr>
        <a:xfrm>
          <a:off x="0" y="0"/>
          <a:ext cx="0" cy="0"/>
          <a:chOff x="0" y="0"/>
          <a:chExt cx="0" cy="0"/>
        </a:xfrm>
      </p:grpSpPr>
      <p:sp>
        <p:nvSpPr>
          <p:cNvPr id="912" name="Google Shape;912;g3d89366497e_0_5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Nỗi oan trường đè lên tấm thân, xin tiến Ngài chút tình đau thương.</a:t>
            </a:r>
            <a:endParaRPr b="1" sz="75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dk1"/>
              </a:buClr>
              <a:buSzPts val="1100"/>
              <a:buNone/>
            </a:pPr>
            <a:r>
              <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6" name="Shape 916"/>
        <p:cNvGrpSpPr/>
        <p:nvPr/>
      </p:nvGrpSpPr>
      <p:grpSpPr>
        <a:xfrm>
          <a:off x="0" y="0"/>
          <a:ext cx="0" cy="0"/>
          <a:chOff x="0" y="0"/>
          <a:chExt cx="0" cy="0"/>
        </a:xfrm>
      </p:grpSpPr>
      <p:sp>
        <p:nvSpPr>
          <p:cNvPr id="917" name="Google Shape;917;g3e6e2da66e2_0_3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ĐK:</a:t>
            </a:r>
            <a:r>
              <a:rPr b="1" lang="en-US" sz="8000">
                <a:solidFill>
                  <a:schemeClr val="lt1"/>
                </a:solidFill>
                <a:latin typeface="Times New Roman"/>
                <a:ea typeface="Times New Roman"/>
                <a:cs typeface="Times New Roman"/>
                <a:sym typeface="Times New Roman"/>
              </a:rPr>
              <a:t> Xin Cha thương chấp nhận của lễ, kính dâng Cha với cả tâm hồn.</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1" name="Shape 921"/>
        <p:cNvGrpSpPr/>
        <p:nvPr/>
      </p:nvGrpSpPr>
      <p:grpSpPr>
        <a:xfrm>
          <a:off x="0" y="0"/>
          <a:ext cx="0" cy="0"/>
          <a:chOff x="0" y="0"/>
          <a:chExt cx="0" cy="0"/>
        </a:xfrm>
      </p:grpSpPr>
      <p:sp>
        <p:nvSpPr>
          <p:cNvPr id="922" name="Google Shape;922;g3e6e2da66e2_0_4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Dẫu đau thương nguy khó trong đời, bao ưu tư phủ đầy cuộc sống.</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6" name="Shape 926"/>
        <p:cNvGrpSpPr/>
        <p:nvPr/>
      </p:nvGrpSpPr>
      <p:grpSpPr>
        <a:xfrm>
          <a:off x="0" y="0"/>
          <a:ext cx="0" cy="0"/>
          <a:chOff x="0" y="0"/>
          <a:chExt cx="0" cy="0"/>
        </a:xfrm>
      </p:grpSpPr>
      <p:sp>
        <p:nvSpPr>
          <p:cNvPr id="927" name="Google Shape;927;g3e6e2da66e2_0_4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Xin dâng lên như một hy lễ mong được liên kết ân thiêng máu hồng.</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1" name="Shape 931"/>
        <p:cNvGrpSpPr/>
        <p:nvPr/>
      </p:nvGrpSpPr>
      <p:grpSpPr>
        <a:xfrm>
          <a:off x="0" y="0"/>
          <a:ext cx="0" cy="0"/>
          <a:chOff x="0" y="0"/>
          <a:chExt cx="0" cy="0"/>
        </a:xfrm>
      </p:grpSpPr>
      <p:sp>
        <p:nvSpPr>
          <p:cNvPr id="932" name="Google Shape;932;g3e6e2da66e2_0_4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Hãy giúp con kiên vững tin yêu, sống yên vui bước trọn đường đời.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6" name="Shape 936"/>
        <p:cNvGrpSpPr/>
        <p:nvPr/>
      </p:nvGrpSpPr>
      <p:grpSpPr>
        <a:xfrm>
          <a:off x="0" y="0"/>
          <a:ext cx="0" cy="0"/>
          <a:chOff x="0" y="0"/>
          <a:chExt cx="0" cy="0"/>
        </a:xfrm>
      </p:grpSpPr>
      <p:pic>
        <p:nvPicPr>
          <p:cNvPr id="937" name="Google Shape;937;p201" title="chen thanh.jpg"/>
          <p:cNvPicPr preferRelativeResize="0"/>
          <p:nvPr/>
        </p:nvPicPr>
        <p:blipFill rotWithShape="1">
          <a:blip r:embed="rId3">
            <a:alphaModFix/>
          </a:blip>
          <a:srcRect b="0" l="784" r="0" t="1816"/>
          <a:stretch/>
        </p:blipFill>
        <p:spPr>
          <a:xfrm>
            <a:off x="-97300" y="0"/>
            <a:ext cx="9313300" cy="5143500"/>
          </a:xfrm>
          <a:prstGeom prst="rect">
            <a:avLst/>
          </a:prstGeom>
          <a:noFill/>
          <a:ln>
            <a:noFill/>
          </a:ln>
        </p:spPr>
      </p:pic>
    </p:spTree>
  </p:cSld>
  <p:clrMapOvr>
    <a:masterClrMapping/>
  </p:clrMapOvr>
</p:sld>
</file>

<file path=ppt/slides/slide1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1" name="Shape 941"/>
        <p:cNvGrpSpPr/>
        <p:nvPr/>
      </p:nvGrpSpPr>
      <p:grpSpPr>
        <a:xfrm>
          <a:off x="0" y="0"/>
          <a:ext cx="0" cy="0"/>
          <a:chOff x="0" y="0"/>
          <a:chExt cx="0" cy="0"/>
        </a:xfrm>
      </p:grpSpPr>
      <p:sp>
        <p:nvSpPr>
          <p:cNvPr id="942" name="Google Shape;942;p202"/>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chemeClr val="accent4"/>
              </a:buClr>
              <a:buSzPts val="4000"/>
              <a:buFont typeface="Times"/>
              <a:buNone/>
            </a:pPr>
            <a:br>
              <a:rPr b="1" lang="en-US" sz="4000">
                <a:solidFill>
                  <a:schemeClr val="accent4"/>
                </a:solidFill>
                <a:latin typeface="Times"/>
                <a:ea typeface="Times"/>
                <a:cs typeface="Times"/>
                <a:sym typeface="Times"/>
              </a:rPr>
            </a:br>
            <a:r>
              <a:rPr b="1" lang="en-US" sz="4000">
                <a:solidFill>
                  <a:schemeClr val="accent4"/>
                </a:solidFill>
                <a:latin typeface="Times"/>
                <a:ea typeface="Times"/>
                <a:cs typeface="Times"/>
                <a:sym typeface="Times"/>
              </a:rPr>
              <a:t>KINH THÁNH, THÁNH</a:t>
            </a:r>
            <a:br>
              <a:rPr b="1" lang="en-US" sz="4000">
                <a:solidFill>
                  <a:schemeClr val="accent4"/>
                </a:solidFill>
                <a:latin typeface="Times"/>
                <a:ea typeface="Times"/>
                <a:cs typeface="Times"/>
                <a:sym typeface="Times"/>
              </a:rPr>
            </a:br>
            <a:r>
              <a:rPr b="1" lang="en-US" sz="7200">
                <a:solidFill>
                  <a:schemeClr val="lt1"/>
                </a:solidFill>
                <a:latin typeface="Times"/>
                <a:ea typeface="Times"/>
                <a:cs typeface="Times"/>
                <a:sym typeface="Times"/>
              </a:rPr>
              <a:t>Thánh, Thánh, Thánh. Chúa là Thiên Chúa các đạo binh</a:t>
            </a:r>
            <a:br>
              <a:rPr b="1" lang="en-US" sz="7200">
                <a:solidFill>
                  <a:schemeClr val="lt1"/>
                </a:solidFill>
                <a:latin typeface="Times"/>
                <a:ea typeface="Times"/>
                <a:cs typeface="Times"/>
                <a:sym typeface="Times"/>
              </a:rPr>
            </a:br>
            <a:endParaRPr b="1" sz="7200">
              <a:solidFill>
                <a:schemeClr val="lt1"/>
              </a:solidFill>
              <a:latin typeface="Times"/>
              <a:ea typeface="Times"/>
              <a:cs typeface="Times"/>
              <a:sym typeface="Times"/>
            </a:endParaRPr>
          </a:p>
        </p:txBody>
      </p:sp>
    </p:spTree>
  </p:cSld>
  <p:clrMapOvr>
    <a:masterClrMapping/>
  </p:clrMapOvr>
</p:sld>
</file>

<file path=ppt/slides/slide1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6" name="Shape 946"/>
        <p:cNvGrpSpPr/>
        <p:nvPr/>
      </p:nvGrpSpPr>
      <p:grpSpPr>
        <a:xfrm>
          <a:off x="0" y="0"/>
          <a:ext cx="0" cy="0"/>
          <a:chOff x="0" y="0"/>
          <a:chExt cx="0" cy="0"/>
        </a:xfrm>
      </p:grpSpPr>
      <p:sp>
        <p:nvSpPr>
          <p:cNvPr id="947" name="Google Shape;947;p203"/>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Trời đất đầy vinh quang Chúa. Hoan hô Chúa trên các tầng trời.</a:t>
            </a:r>
            <a:endParaRPr b="1" sz="7200">
              <a:solidFill>
                <a:schemeClr val="lt1"/>
              </a:solidFill>
              <a:latin typeface="Times"/>
              <a:ea typeface="Times"/>
              <a:cs typeface="Times"/>
              <a:sym typeface="Times"/>
            </a:endParaRPr>
          </a:p>
        </p:txBody>
      </p:sp>
    </p:spTree>
  </p:cSld>
  <p:clrMapOvr>
    <a:masterClrMapping/>
  </p:clrMapOvr>
</p:sld>
</file>

<file path=ppt/slides/slide1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1" name="Shape 951"/>
        <p:cNvGrpSpPr/>
        <p:nvPr/>
      </p:nvGrpSpPr>
      <p:grpSpPr>
        <a:xfrm>
          <a:off x="0" y="0"/>
          <a:ext cx="0" cy="0"/>
          <a:chOff x="0" y="0"/>
          <a:chExt cx="0" cy="0"/>
        </a:xfrm>
      </p:grpSpPr>
      <p:sp>
        <p:nvSpPr>
          <p:cNvPr id="952" name="Google Shape;952;p204"/>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Chúc tụng Đấng ngự đến nhân danh Chúa. Hoan hô Chúa trên các tầng trời.</a:t>
            </a:r>
            <a:endParaRPr b="1" sz="7200">
              <a:solidFill>
                <a:schemeClr val="lt1"/>
              </a:solidFill>
              <a:latin typeface="Times"/>
              <a:ea typeface="Times"/>
              <a:cs typeface="Times"/>
              <a:sym typeface="Times"/>
            </a:endParaRPr>
          </a:p>
        </p:txBody>
      </p:sp>
    </p:spTree>
  </p:cSld>
  <p:clrMapOvr>
    <a:masterClrMapping/>
  </p:clrMapOvr>
</p:sld>
</file>

<file path=ppt/slides/slide1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6" name="Shape 956"/>
        <p:cNvGrpSpPr/>
        <p:nvPr/>
      </p:nvGrpSpPr>
      <p:grpSpPr>
        <a:xfrm>
          <a:off x="0" y="0"/>
          <a:ext cx="0" cy="0"/>
          <a:chOff x="0" y="0"/>
          <a:chExt cx="0" cy="0"/>
        </a:xfrm>
      </p:grpSpPr>
      <p:pic>
        <p:nvPicPr>
          <p:cNvPr id="957" name="Google Shape;957;g3d48ab63a6f_0_266" title="chen thanh.jpg"/>
          <p:cNvPicPr preferRelativeResize="0"/>
          <p:nvPr/>
        </p:nvPicPr>
        <p:blipFill rotWithShape="1">
          <a:blip r:embed="rId3">
            <a:alphaModFix/>
          </a:blip>
          <a:srcRect b="0" l="784" r="0" t="1816"/>
          <a:stretch/>
        </p:blipFill>
        <p:spPr>
          <a:xfrm>
            <a:off x="-97300" y="0"/>
            <a:ext cx="9313300" cy="5143500"/>
          </a:xfrm>
          <a:prstGeom prst="rect">
            <a:avLst/>
          </a:prstGeom>
          <a:noFill/>
          <a:ln>
            <a:noFill/>
          </a:ln>
        </p:spPr>
      </p:pic>
    </p:spTree>
  </p:cSld>
  <p:clrMapOvr>
    <a:masterClrMapping/>
  </p:clrMapOvr>
</p:sld>
</file>

<file path=ppt/slides/slide1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1" name="Shape 961"/>
        <p:cNvGrpSpPr/>
        <p:nvPr/>
      </p:nvGrpSpPr>
      <p:grpSpPr>
        <a:xfrm>
          <a:off x="0" y="0"/>
          <a:ext cx="0" cy="0"/>
          <a:chOff x="0" y="0"/>
          <a:chExt cx="0" cy="0"/>
        </a:xfrm>
      </p:grpSpPr>
      <p:sp>
        <p:nvSpPr>
          <p:cNvPr id="962" name="Google Shape;962;g3a42a8b53c1_2_268"/>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chemeClr val="accent4"/>
              </a:buClr>
              <a:buSzPts val="4000"/>
              <a:buFont typeface="Times"/>
              <a:buNone/>
            </a:pPr>
            <a:br>
              <a:rPr b="1" lang="en-US" sz="4000">
                <a:solidFill>
                  <a:schemeClr val="accent4"/>
                </a:solidFill>
                <a:latin typeface="Times"/>
                <a:ea typeface="Times"/>
                <a:cs typeface="Times"/>
                <a:sym typeface="Times"/>
              </a:rPr>
            </a:br>
            <a:r>
              <a:rPr b="1" lang="en-US" sz="4000">
                <a:solidFill>
                  <a:schemeClr val="accent4"/>
                </a:solidFill>
                <a:latin typeface="Times"/>
                <a:ea typeface="Times"/>
                <a:cs typeface="Times"/>
                <a:sym typeface="Times"/>
              </a:rPr>
              <a:t>CHIÊN THIÊN CHÚA</a:t>
            </a:r>
            <a:endParaRPr b="1" sz="4000">
              <a:solidFill>
                <a:schemeClr val="accent4"/>
              </a:solidFill>
              <a:latin typeface="Times"/>
              <a:ea typeface="Times"/>
              <a:cs typeface="Times"/>
              <a:sym typeface="Times"/>
            </a:endParaRPr>
          </a:p>
          <a:p>
            <a:pPr indent="0" lvl="0" marL="0" rtl="0" algn="just">
              <a:lnSpc>
                <a:spcPct val="100000"/>
              </a:lnSpc>
              <a:spcBef>
                <a:spcPts val="0"/>
              </a:spcBef>
              <a:spcAft>
                <a:spcPts val="0"/>
              </a:spcAft>
              <a:buClr>
                <a:schemeClr val="accent4"/>
              </a:buClr>
              <a:buSzPts val="4000"/>
              <a:buFont typeface="Times"/>
              <a:buNone/>
            </a:pPr>
            <a:r>
              <a:rPr b="1" lang="en-US" sz="6600">
                <a:solidFill>
                  <a:schemeClr val="lt1"/>
                </a:solidFill>
                <a:latin typeface="Times"/>
                <a:ea typeface="Times"/>
                <a:cs typeface="Times"/>
                <a:sym typeface="Times"/>
              </a:rPr>
              <a:t>Lạy Chiên Thiên Chúa, Đấng xóa tội trần gian, xin thương xót chúng con.</a:t>
            </a:r>
            <a:br>
              <a:rPr b="1" lang="en-US" sz="7200">
                <a:solidFill>
                  <a:schemeClr val="lt1"/>
                </a:solidFill>
                <a:latin typeface="Times"/>
                <a:ea typeface="Times"/>
                <a:cs typeface="Times"/>
                <a:sym typeface="Times"/>
              </a:rPr>
            </a:br>
            <a:endParaRPr b="1" sz="7200">
              <a:solidFill>
                <a:schemeClr val="lt1"/>
              </a:solidFill>
              <a:latin typeface="Times"/>
              <a:ea typeface="Times"/>
              <a:cs typeface="Times"/>
              <a:sym typeface="Times"/>
            </a:endParaRPr>
          </a:p>
        </p:txBody>
      </p:sp>
    </p:spTree>
  </p:cSld>
  <p:clrMapOvr>
    <a:masterClrMapping/>
  </p:clrMapOvr>
</p:sld>
</file>

<file path=ppt/slides/slide1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6" name="Shape 966"/>
        <p:cNvGrpSpPr/>
        <p:nvPr/>
      </p:nvGrpSpPr>
      <p:grpSpPr>
        <a:xfrm>
          <a:off x="0" y="0"/>
          <a:ext cx="0" cy="0"/>
          <a:chOff x="0" y="0"/>
          <a:chExt cx="0" cy="0"/>
        </a:xfrm>
      </p:grpSpPr>
      <p:sp>
        <p:nvSpPr>
          <p:cNvPr id="967" name="Google Shape;967;p207"/>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000"/>
              <a:buFont typeface="Times"/>
              <a:buNone/>
            </a:pPr>
            <a:r>
              <a:rPr b="1" lang="en-US" sz="7000">
                <a:solidFill>
                  <a:schemeClr val="lt1"/>
                </a:solidFill>
                <a:latin typeface="Times"/>
                <a:ea typeface="Times"/>
                <a:cs typeface="Times"/>
                <a:sym typeface="Times"/>
              </a:rPr>
              <a:t>Lạy Chiên Thiên Chúa, Đấng xóa tội trần gian: xin thương xót chúng con.</a:t>
            </a:r>
            <a:endParaRPr b="1" sz="7000">
              <a:solidFill>
                <a:schemeClr val="lt1"/>
              </a:solidFill>
              <a:latin typeface="Times"/>
              <a:ea typeface="Times"/>
              <a:cs typeface="Times"/>
              <a:sym typeface="Times"/>
            </a:endParaRPr>
          </a:p>
        </p:txBody>
      </p:sp>
    </p:spTree>
  </p:cSld>
  <p:clrMapOvr>
    <a:masterClrMapping/>
  </p:clrMapOvr>
</p:sld>
</file>

<file path=ppt/slides/slide1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1" name="Shape 971"/>
        <p:cNvGrpSpPr/>
        <p:nvPr/>
      </p:nvGrpSpPr>
      <p:grpSpPr>
        <a:xfrm>
          <a:off x="0" y="0"/>
          <a:ext cx="0" cy="0"/>
          <a:chOff x="0" y="0"/>
          <a:chExt cx="0" cy="0"/>
        </a:xfrm>
      </p:grpSpPr>
      <p:sp>
        <p:nvSpPr>
          <p:cNvPr id="972" name="Google Shape;972;p208"/>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000"/>
              <a:buFont typeface="Times"/>
              <a:buNone/>
            </a:pPr>
            <a:r>
              <a:rPr b="1" lang="en-US" sz="7000">
                <a:solidFill>
                  <a:schemeClr val="lt1"/>
                </a:solidFill>
                <a:latin typeface="Times"/>
                <a:ea typeface="Times"/>
                <a:cs typeface="Times"/>
                <a:sym typeface="Times"/>
              </a:rPr>
              <a:t>Lạy Chiên Thiên Chúa, Đấng xóa tội trần gian: xin ban bình an cho chúng con.</a:t>
            </a:r>
            <a:endParaRPr b="1" sz="7000">
              <a:solidFill>
                <a:schemeClr val="lt1"/>
              </a:solidFill>
              <a:latin typeface="Times"/>
              <a:ea typeface="Times"/>
              <a:cs typeface="Times"/>
              <a:sym typeface="Times"/>
            </a:endParaRPr>
          </a:p>
        </p:txBody>
      </p:sp>
    </p:spTree>
  </p:cSld>
  <p:clrMapOvr>
    <a:masterClrMapping/>
  </p:clrMapOvr>
</p:sld>
</file>

<file path=ppt/slides/slide1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6" name="Shape 976"/>
        <p:cNvGrpSpPr/>
        <p:nvPr/>
      </p:nvGrpSpPr>
      <p:grpSpPr>
        <a:xfrm>
          <a:off x="0" y="0"/>
          <a:ext cx="0" cy="0"/>
          <a:chOff x="0" y="0"/>
          <a:chExt cx="0" cy="0"/>
        </a:xfrm>
      </p:grpSpPr>
      <p:pic>
        <p:nvPicPr>
          <p:cNvPr id="977" name="Google Shape;977;g3d48ab63a6f_0_270" title="chen thanh.jpg"/>
          <p:cNvPicPr preferRelativeResize="0"/>
          <p:nvPr/>
        </p:nvPicPr>
        <p:blipFill rotWithShape="1">
          <a:blip r:embed="rId3">
            <a:alphaModFix/>
          </a:blip>
          <a:srcRect b="0" l="784" r="0" t="1816"/>
          <a:stretch/>
        </p:blipFill>
        <p:spPr>
          <a:xfrm>
            <a:off x="-97300" y="0"/>
            <a:ext cx="9313300" cy="5143500"/>
          </a:xfrm>
          <a:prstGeom prst="rect">
            <a:avLst/>
          </a:prstGeom>
          <a:noFill/>
          <a:ln>
            <a:noFill/>
          </a:ln>
        </p:spPr>
      </p:pic>
    </p:spTree>
  </p:cSld>
  <p:clrMapOvr>
    <a:masterClrMapping/>
  </p:clrMapOvr>
</p:sld>
</file>

<file path=ppt/slides/slide1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1" name="Shape 981"/>
        <p:cNvGrpSpPr/>
        <p:nvPr/>
      </p:nvGrpSpPr>
      <p:grpSpPr>
        <a:xfrm>
          <a:off x="0" y="0"/>
          <a:ext cx="0" cy="0"/>
          <a:chOff x="0" y="0"/>
          <a:chExt cx="0" cy="0"/>
        </a:xfrm>
      </p:grpSpPr>
      <p:sp>
        <p:nvSpPr>
          <p:cNvPr id="982" name="Google Shape;982;g3a42a8b53c1_2_272"/>
          <p:cNvSpPr txBox="1"/>
          <p:nvPr>
            <p:ph type="ctrTitle"/>
          </p:nvPr>
        </p:nvSpPr>
        <p:spPr>
          <a:xfrm>
            <a:off x="0" y="680400"/>
            <a:ext cx="9144000" cy="4463100"/>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accent4"/>
              </a:buClr>
              <a:buSzPts val="4000"/>
              <a:buFont typeface="Times"/>
              <a:buNone/>
            </a:pPr>
            <a:r>
              <a:rPr b="1" lang="en-US" sz="6800">
                <a:solidFill>
                  <a:schemeClr val="lt1"/>
                </a:solidFill>
                <a:latin typeface="Times"/>
                <a:ea typeface="Times"/>
                <a:cs typeface="Times"/>
                <a:sym typeface="Times"/>
              </a:rPr>
              <a:t>Chiên Vượt qua của chúng ta là Đức Kitô đã hiến tế, </a:t>
            </a:r>
            <a:endParaRPr b="1" sz="6800">
              <a:solidFill>
                <a:schemeClr val="lt1"/>
              </a:solidFill>
              <a:latin typeface="Times"/>
              <a:ea typeface="Times"/>
              <a:cs typeface="Times"/>
              <a:sym typeface="Times"/>
            </a:endParaRPr>
          </a:p>
        </p:txBody>
      </p:sp>
      <p:sp>
        <p:nvSpPr>
          <p:cNvPr id="983" name="Google Shape;983;g3a42a8b53c1_2_272"/>
          <p:cNvSpPr txBox="1"/>
          <p:nvPr/>
        </p:nvSpPr>
        <p:spPr>
          <a:xfrm>
            <a:off x="0" y="0"/>
            <a:ext cx="9144000" cy="800400"/>
          </a:xfrm>
          <a:prstGeom prst="rect">
            <a:avLst/>
          </a:prstGeom>
          <a:solidFill>
            <a:srgbClr val="002060"/>
          </a:solid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4000"/>
              <a:buFont typeface="Arial"/>
              <a:buNone/>
            </a:pPr>
            <a:r>
              <a:rPr b="1" i="0" lang="en-US" sz="4000" u="none" cap="none" strike="noStrike">
                <a:solidFill>
                  <a:schemeClr val="accent4"/>
                </a:solidFill>
                <a:latin typeface="Times"/>
                <a:ea typeface="Times"/>
                <a:cs typeface="Times"/>
                <a:sym typeface="Times"/>
              </a:rPr>
              <a:t>CA HIỆP LỄ</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7" name="Shape 987"/>
        <p:cNvGrpSpPr/>
        <p:nvPr/>
      </p:nvGrpSpPr>
      <p:grpSpPr>
        <a:xfrm>
          <a:off x="0" y="0"/>
          <a:ext cx="0" cy="0"/>
          <a:chOff x="0" y="0"/>
          <a:chExt cx="0" cy="0"/>
        </a:xfrm>
      </p:grpSpPr>
      <p:sp>
        <p:nvSpPr>
          <p:cNvPr id="988" name="Google Shape;988;g3d89366497e_0_93"/>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accent4"/>
              </a:buClr>
              <a:buSzPts val="4000"/>
              <a:buFont typeface="Times"/>
              <a:buNone/>
            </a:pPr>
            <a:r>
              <a:rPr b="1" lang="en-US" sz="7000">
                <a:solidFill>
                  <a:schemeClr val="lt1"/>
                </a:solidFill>
                <a:latin typeface="Times"/>
                <a:ea typeface="Times"/>
                <a:cs typeface="Times"/>
                <a:sym typeface="Times"/>
              </a:rPr>
              <a:t>vì thế chúng ta hãy mừng lễ với bánh không men tinh tuyền và chân chính – Al-le-lu-ia.</a:t>
            </a:r>
            <a:endParaRPr b="1" sz="7000">
              <a:solidFill>
                <a:schemeClr val="lt1"/>
              </a:solidFill>
              <a:latin typeface="Times"/>
              <a:ea typeface="Times"/>
              <a:cs typeface="Times"/>
              <a:sym typeface="Times"/>
            </a:endParaRPr>
          </a:p>
        </p:txBody>
      </p:sp>
    </p:spTree>
  </p:cSld>
  <p:clrMapOvr>
    <a:masterClrMapping/>
  </p:clrMapOvr>
</p:sld>
</file>

<file path=ppt/slides/slide1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2" name="Shape 992"/>
        <p:cNvGrpSpPr/>
        <p:nvPr/>
      </p:nvGrpSpPr>
      <p:grpSpPr>
        <a:xfrm>
          <a:off x="0" y="0"/>
          <a:ext cx="0" cy="0"/>
          <a:chOff x="0" y="0"/>
          <a:chExt cx="0" cy="0"/>
        </a:xfrm>
      </p:grpSpPr>
      <p:pic>
        <p:nvPicPr>
          <p:cNvPr id="993" name="Google Shape;993;g3d48ab63a6f_0_274" title="chen thanh.jpg"/>
          <p:cNvPicPr preferRelativeResize="0"/>
          <p:nvPr/>
        </p:nvPicPr>
        <p:blipFill rotWithShape="1">
          <a:blip r:embed="rId3">
            <a:alphaModFix/>
          </a:blip>
          <a:srcRect b="0" l="784" r="0" t="1816"/>
          <a:stretch/>
        </p:blipFill>
        <p:spPr>
          <a:xfrm>
            <a:off x="-97300" y="0"/>
            <a:ext cx="9313300" cy="5143500"/>
          </a:xfrm>
          <a:prstGeom prst="rect">
            <a:avLst/>
          </a:prstGeom>
          <a:noFill/>
          <a:ln>
            <a:noFill/>
          </a:ln>
        </p:spPr>
      </p:pic>
    </p:spTree>
  </p:cSld>
  <p:clrMapOvr>
    <a:masterClrMapping/>
  </p:clrMapOvr>
</p:sld>
</file>

<file path=ppt/slides/slide1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7" name="Shape 997"/>
        <p:cNvGrpSpPr/>
        <p:nvPr/>
      </p:nvGrpSpPr>
      <p:grpSpPr>
        <a:xfrm>
          <a:off x="0" y="0"/>
          <a:ext cx="0" cy="0"/>
          <a:chOff x="0" y="0"/>
          <a:chExt cx="0" cy="0"/>
        </a:xfrm>
      </p:grpSpPr>
      <p:sp>
        <p:nvSpPr>
          <p:cNvPr id="998" name="Google Shape;998;g3dd33158570_0_118"/>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HIỆP LỄ</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ĐƯỜNG CHÂN LÝ</a:t>
            </a:r>
            <a:br>
              <a:rPr b="1" lang="en-US" sz="6700">
                <a:solidFill>
                  <a:srgbClr val="FFFF00"/>
                </a:solidFill>
                <a:latin typeface="Times New Roman"/>
                <a:ea typeface="Times New Roman"/>
                <a:cs typeface="Times New Roman"/>
                <a:sym typeface="Times New Roman"/>
              </a:rPr>
            </a:br>
            <a:r>
              <a:rPr b="1" i="1" lang="en-US" sz="4700">
                <a:solidFill>
                  <a:schemeClr val="accent4"/>
                </a:solidFill>
                <a:latin typeface="Times New Roman"/>
                <a:ea typeface="Times New Roman"/>
                <a:cs typeface="Times New Roman"/>
                <a:sym typeface="Times New Roman"/>
              </a:rPr>
              <a:t>(Lm. Bùi Công Huy, OP)</a:t>
            </a:r>
            <a:endParaRPr b="1" sz="6700">
              <a:solidFill>
                <a:schemeClr val="accent4"/>
              </a:solidFill>
              <a:latin typeface="Times New Roman"/>
              <a:ea typeface="Times New Roman"/>
              <a:cs typeface="Times New Roman"/>
              <a:sym typeface="Times New Roman"/>
            </a:endParaRPr>
          </a:p>
        </p:txBody>
      </p:sp>
    </p:spTree>
  </p:cSld>
  <p:clrMapOvr>
    <a:masterClrMapping/>
  </p:clrMapOvr>
</p:sld>
</file>

<file path=ppt/slides/slide1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2" name="Shape 1002"/>
        <p:cNvGrpSpPr/>
        <p:nvPr/>
      </p:nvGrpSpPr>
      <p:grpSpPr>
        <a:xfrm>
          <a:off x="0" y="0"/>
          <a:ext cx="0" cy="0"/>
          <a:chOff x="0" y="0"/>
          <a:chExt cx="0" cy="0"/>
        </a:xfrm>
      </p:grpSpPr>
      <p:sp>
        <p:nvSpPr>
          <p:cNvPr id="1003" name="Google Shape;1003;g3dd33158570_0_12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600">
                <a:solidFill>
                  <a:srgbClr val="FFFF00"/>
                </a:solidFill>
                <a:latin typeface="Times New Roman"/>
                <a:ea typeface="Times New Roman"/>
                <a:cs typeface="Times New Roman"/>
                <a:sym typeface="Times New Roman"/>
              </a:rPr>
              <a:t>1. </a:t>
            </a:r>
            <a:r>
              <a:rPr b="1" lang="en-US" sz="7600">
                <a:solidFill>
                  <a:schemeClr val="lt1"/>
                </a:solidFill>
                <a:latin typeface="Times New Roman"/>
                <a:ea typeface="Times New Roman"/>
                <a:cs typeface="Times New Roman"/>
                <a:sym typeface="Times New Roman"/>
              </a:rPr>
              <a:t>Lạy Chúa, đường chân lý này con đã chọn, xin hướng dẫn đưa bước chân con.</a:t>
            </a:r>
            <a:endParaRPr b="1" sz="7600">
              <a:solidFill>
                <a:schemeClr val="lt1"/>
              </a:solidFill>
              <a:latin typeface="Times New Roman"/>
              <a:ea typeface="Times New Roman"/>
              <a:cs typeface="Times New Roman"/>
              <a:sym typeface="Times New Roman"/>
            </a:endParaRPr>
          </a:p>
        </p:txBody>
      </p:sp>
    </p:spTree>
  </p:cSld>
  <p:clrMapOvr>
    <a:masterClrMapping/>
  </p:clrMapOvr>
</p:sld>
</file>

<file path=ppt/slides/slide1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7" name="Shape 1007"/>
        <p:cNvGrpSpPr/>
        <p:nvPr/>
      </p:nvGrpSpPr>
      <p:grpSpPr>
        <a:xfrm>
          <a:off x="0" y="0"/>
          <a:ext cx="0" cy="0"/>
          <a:chOff x="0" y="0"/>
          <a:chExt cx="0" cy="0"/>
        </a:xfrm>
      </p:grpSpPr>
      <p:sp>
        <p:nvSpPr>
          <p:cNvPr id="1008" name="Google Shape;1008;g3dd33158570_0_12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600">
                <a:solidFill>
                  <a:schemeClr val="lt1"/>
                </a:solidFill>
                <a:latin typeface="Times New Roman"/>
                <a:ea typeface="Times New Roman"/>
                <a:cs typeface="Times New Roman"/>
                <a:sym typeface="Times New Roman"/>
              </a:rPr>
              <a:t>Để nên chứng nhân cho tình Ngài, để đời con được sống trung kiên.</a:t>
            </a:r>
            <a:endParaRPr b="1" sz="7600">
              <a:solidFill>
                <a:schemeClr val="lt1"/>
              </a:solidFill>
              <a:latin typeface="Times New Roman"/>
              <a:ea typeface="Times New Roman"/>
              <a:cs typeface="Times New Roman"/>
              <a:sym typeface="Times New Roman"/>
            </a:endParaRPr>
          </a:p>
        </p:txBody>
      </p:sp>
    </p:spTree>
  </p:cSld>
  <p:clrMapOvr>
    <a:masterClrMapping/>
  </p:clrMapOvr>
</p:sld>
</file>

<file path=ppt/slides/slide1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2" name="Shape 1012"/>
        <p:cNvGrpSpPr/>
        <p:nvPr/>
      </p:nvGrpSpPr>
      <p:grpSpPr>
        <a:xfrm>
          <a:off x="0" y="0"/>
          <a:ext cx="0" cy="0"/>
          <a:chOff x="0" y="0"/>
          <a:chExt cx="0" cy="0"/>
        </a:xfrm>
      </p:grpSpPr>
      <p:sp>
        <p:nvSpPr>
          <p:cNvPr id="1013" name="Google Shape;1013;g3dd33158570_0_13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600">
                <a:solidFill>
                  <a:schemeClr val="lt1"/>
                </a:solidFill>
                <a:latin typeface="Times New Roman"/>
                <a:ea typeface="Times New Roman"/>
                <a:cs typeface="Times New Roman"/>
                <a:sym typeface="Times New Roman"/>
              </a:rPr>
              <a:t>Vì lạy Chúa, đường chân lý này con kiếm tìm, đường chân lý cứu thoát nhân gian,</a:t>
            </a:r>
            <a:endParaRPr b="1" sz="7600">
              <a:solidFill>
                <a:schemeClr val="lt1"/>
              </a:solidFill>
              <a:latin typeface="Times New Roman"/>
              <a:ea typeface="Times New Roman"/>
              <a:cs typeface="Times New Roman"/>
              <a:sym typeface="Times New Roman"/>
            </a:endParaRPr>
          </a:p>
        </p:txBody>
      </p:sp>
    </p:spTree>
  </p:cSld>
  <p:clrMapOvr>
    <a:masterClrMapping/>
  </p:clrMapOvr>
</p:sld>
</file>

<file path=ppt/slides/slide1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7" name="Shape 1017"/>
        <p:cNvGrpSpPr/>
        <p:nvPr/>
      </p:nvGrpSpPr>
      <p:grpSpPr>
        <a:xfrm>
          <a:off x="0" y="0"/>
          <a:ext cx="0" cy="0"/>
          <a:chOff x="0" y="0"/>
          <a:chExt cx="0" cy="0"/>
        </a:xfrm>
      </p:grpSpPr>
      <p:sp>
        <p:nvSpPr>
          <p:cNvPr id="1018" name="Google Shape;1018;g3dd33158570_0_14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đường chân lý sáng soi cuộc đời và dìu dắt về nơi mến thương.</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2" name="Shape 1022"/>
        <p:cNvGrpSpPr/>
        <p:nvPr/>
      </p:nvGrpSpPr>
      <p:grpSpPr>
        <a:xfrm>
          <a:off x="0" y="0"/>
          <a:ext cx="0" cy="0"/>
          <a:chOff x="0" y="0"/>
          <a:chExt cx="0" cy="0"/>
        </a:xfrm>
      </p:grpSpPr>
      <p:sp>
        <p:nvSpPr>
          <p:cNvPr id="1023" name="Google Shape;1023;g3d89366497e_0_9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600">
                <a:solidFill>
                  <a:srgbClr val="FFFF00"/>
                </a:solidFill>
                <a:latin typeface="Times New Roman"/>
                <a:ea typeface="Times New Roman"/>
                <a:cs typeface="Times New Roman"/>
                <a:sym typeface="Times New Roman"/>
              </a:rPr>
              <a:t>ĐK: </a:t>
            </a:r>
            <a:r>
              <a:rPr b="1" lang="en-US" sz="7600">
                <a:solidFill>
                  <a:schemeClr val="lt1"/>
                </a:solidFill>
                <a:latin typeface="Times New Roman"/>
                <a:ea typeface="Times New Roman"/>
                <a:cs typeface="Times New Roman"/>
                <a:sym typeface="Times New Roman"/>
              </a:rPr>
              <a:t>Chúa chính là chân lý, là lẽ sống và là con đường.</a:t>
            </a:r>
            <a:endParaRPr b="1" sz="7600">
              <a:solidFill>
                <a:schemeClr val="lt1"/>
              </a:solidFill>
              <a:latin typeface="Times New Roman"/>
              <a:ea typeface="Times New Roman"/>
              <a:cs typeface="Times New Roman"/>
              <a:sym typeface="Times New Roman"/>
            </a:endParaRPr>
          </a:p>
        </p:txBody>
      </p:sp>
    </p:spTree>
  </p:cSld>
  <p:clrMapOvr>
    <a:masterClrMapping/>
  </p:clrMapOvr>
</p:sld>
</file>

<file path=ppt/slides/slide1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7" name="Shape 1027"/>
        <p:cNvGrpSpPr/>
        <p:nvPr/>
      </p:nvGrpSpPr>
      <p:grpSpPr>
        <a:xfrm>
          <a:off x="0" y="0"/>
          <a:ext cx="0" cy="0"/>
          <a:chOff x="0" y="0"/>
          <a:chExt cx="0" cy="0"/>
        </a:xfrm>
      </p:grpSpPr>
      <p:sp>
        <p:nvSpPr>
          <p:cNvPr id="1028" name="Google Shape;1028;g3d89366497e_0_10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600">
                <a:solidFill>
                  <a:schemeClr val="lt1"/>
                </a:solidFill>
                <a:latin typeface="Times New Roman"/>
                <a:ea typeface="Times New Roman"/>
                <a:cs typeface="Times New Roman"/>
                <a:sym typeface="Times New Roman"/>
              </a:rPr>
              <a:t>Chúa chính nguồn vinh phúc, nguồn ánh sáng và nguồn tình yêu.</a:t>
            </a:r>
            <a:endParaRPr b="1" sz="7600">
              <a:solidFill>
                <a:schemeClr val="lt1"/>
              </a:solidFill>
              <a:latin typeface="Times New Roman"/>
              <a:ea typeface="Times New Roman"/>
              <a:cs typeface="Times New Roman"/>
              <a:sym typeface="Times New Roman"/>
            </a:endParaRPr>
          </a:p>
        </p:txBody>
      </p:sp>
    </p:spTree>
  </p:cSld>
  <p:clrMapOvr>
    <a:masterClrMapping/>
  </p:clrMapOvr>
</p:sld>
</file>

<file path=ppt/slides/slide1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2" name="Shape 1032"/>
        <p:cNvGrpSpPr/>
        <p:nvPr/>
      </p:nvGrpSpPr>
      <p:grpSpPr>
        <a:xfrm>
          <a:off x="0" y="0"/>
          <a:ext cx="0" cy="0"/>
          <a:chOff x="0" y="0"/>
          <a:chExt cx="0" cy="0"/>
        </a:xfrm>
      </p:grpSpPr>
      <p:pic>
        <p:nvPicPr>
          <p:cNvPr id="1033" name="Google Shape;1033;g3e6e2da66e2_0_25"/>
          <p:cNvPicPr preferRelativeResize="0"/>
          <p:nvPr/>
        </p:nvPicPr>
        <p:blipFill rotWithShape="1">
          <a:blip r:embed="rId3">
            <a:alphaModFix/>
          </a:blip>
          <a:srcRect b="0" l="0" r="0" t="0"/>
          <a:stretch/>
        </p:blipFill>
        <p:spPr>
          <a:xfrm>
            <a:off x="0" y="0"/>
            <a:ext cx="9144018" cy="5143501"/>
          </a:xfrm>
          <a:prstGeom prst="rect">
            <a:avLst/>
          </a:prstGeom>
          <a:noFill/>
          <a:ln>
            <a:noFill/>
          </a:ln>
        </p:spPr>
      </p:pic>
    </p:spTree>
  </p:cSld>
  <p:clrMapOvr>
    <a:masterClrMapping/>
  </p:clrMapOvr>
</p:sld>
</file>

<file path=ppt/slides/slide1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7" name="Shape 1037"/>
        <p:cNvGrpSpPr/>
        <p:nvPr/>
      </p:nvGrpSpPr>
      <p:grpSpPr>
        <a:xfrm>
          <a:off x="0" y="0"/>
          <a:ext cx="0" cy="0"/>
          <a:chOff x="0" y="0"/>
          <a:chExt cx="0" cy="0"/>
        </a:xfrm>
      </p:grpSpPr>
      <p:sp>
        <p:nvSpPr>
          <p:cNvPr id="1038" name="Google Shape;1038;g3d72cc0870c_0_133"/>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KẾT LỄ</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THÁNG HOA</a:t>
            </a:r>
            <a:br>
              <a:rPr b="1" i="0" lang="en-US" sz="4700">
                <a:latin typeface="Times New Roman"/>
                <a:ea typeface="Times New Roman"/>
                <a:cs typeface="Times New Roman"/>
                <a:sym typeface="Times New Roman"/>
              </a:rPr>
            </a:br>
            <a:r>
              <a:rPr b="1" i="1" lang="en-US" sz="4700">
                <a:solidFill>
                  <a:srgbClr val="FFD966"/>
                </a:solidFill>
                <a:latin typeface="Times New Roman"/>
                <a:ea typeface="Times New Roman"/>
                <a:cs typeface="Times New Roman"/>
                <a:sym typeface="Times New Roman"/>
              </a:rPr>
              <a:t>(Duy Tân)</a:t>
            </a:r>
            <a:endParaRPr b="1" sz="4700">
              <a:solidFill>
                <a:srgbClr val="FFD966"/>
              </a:solidFill>
              <a:latin typeface="Times New Roman"/>
              <a:ea typeface="Times New Roman"/>
              <a:cs typeface="Times New Roman"/>
              <a:sym typeface="Times New Roman"/>
            </a:endParaRPr>
          </a:p>
        </p:txBody>
      </p:sp>
    </p:spTree>
  </p:cSld>
  <p:clrMapOvr>
    <a:masterClrMapping/>
  </p:clrMapOvr>
</p:sld>
</file>

<file path=ppt/slides/slide1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2" name="Shape 1042"/>
        <p:cNvGrpSpPr/>
        <p:nvPr/>
      </p:nvGrpSpPr>
      <p:grpSpPr>
        <a:xfrm>
          <a:off x="0" y="0"/>
          <a:ext cx="0" cy="0"/>
          <a:chOff x="0" y="0"/>
          <a:chExt cx="0" cy="0"/>
        </a:xfrm>
      </p:grpSpPr>
      <p:sp>
        <p:nvSpPr>
          <p:cNvPr id="1043" name="Google Shape;1043;g3d72cc0870c_0_13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SzPts val="3200"/>
              <a:buNone/>
            </a:pPr>
            <a:r>
              <a:rPr b="1" lang="en-US" sz="6800">
                <a:solidFill>
                  <a:srgbClr val="FFFF00"/>
                </a:solidFill>
                <a:latin typeface="Times New Roman"/>
                <a:ea typeface="Times New Roman"/>
                <a:cs typeface="Times New Roman"/>
                <a:sym typeface="Times New Roman"/>
              </a:rPr>
              <a:t>ĐK:</a:t>
            </a:r>
            <a:r>
              <a:rPr b="1" lang="en-US" sz="6800">
                <a:solidFill>
                  <a:srgbClr val="FFFFFF"/>
                </a:solidFill>
                <a:latin typeface="Times New Roman"/>
                <a:ea typeface="Times New Roman"/>
                <a:cs typeface="Times New Roman"/>
                <a:sym typeface="Times New Roman"/>
              </a:rPr>
              <a:t> Đây tháng hoa chúng con trung thành thật thà. Dâng tiến hoa lòng mến dâng lời cung chúc.</a:t>
            </a:r>
            <a:endParaRPr b="1" sz="6800">
              <a:solidFill>
                <a:srgbClr val="FFFFFF"/>
              </a:solidFill>
              <a:latin typeface="Times New Roman"/>
              <a:ea typeface="Times New Roman"/>
              <a:cs typeface="Times New Roman"/>
              <a:sym typeface="Times New Roman"/>
            </a:endParaRPr>
          </a:p>
        </p:txBody>
      </p:sp>
    </p:spTree>
  </p:cSld>
  <p:clrMapOvr>
    <a:masterClrMapping/>
  </p:clrMapOvr>
</p:sld>
</file>

<file path=ppt/slides/slide1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7" name="Shape 1047"/>
        <p:cNvGrpSpPr/>
        <p:nvPr/>
      </p:nvGrpSpPr>
      <p:grpSpPr>
        <a:xfrm>
          <a:off x="0" y="0"/>
          <a:ext cx="0" cy="0"/>
          <a:chOff x="0" y="0"/>
          <a:chExt cx="0" cy="0"/>
        </a:xfrm>
      </p:grpSpPr>
      <p:sp>
        <p:nvSpPr>
          <p:cNvPr id="1048" name="Google Shape;1048;g3d72cc0870c_0_14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800">
                <a:solidFill>
                  <a:schemeClr val="lt1"/>
                </a:solidFill>
                <a:latin typeface="Times New Roman"/>
                <a:ea typeface="Times New Roman"/>
                <a:cs typeface="Times New Roman"/>
                <a:sym typeface="Times New Roman"/>
              </a:rPr>
              <a:t>Hương sắc bay tỏa ngát nhan Mẹ diễm phúc. Muôn tháng hoa lòng mến yêu Mẹ không nhòa.</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1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2" name="Shape 1052"/>
        <p:cNvGrpSpPr/>
        <p:nvPr/>
      </p:nvGrpSpPr>
      <p:grpSpPr>
        <a:xfrm>
          <a:off x="0" y="0"/>
          <a:ext cx="0" cy="0"/>
          <a:chOff x="0" y="0"/>
          <a:chExt cx="0" cy="0"/>
        </a:xfrm>
      </p:grpSpPr>
      <p:sp>
        <p:nvSpPr>
          <p:cNvPr id="1053" name="Google Shape;1053;g3d89366497e_0_12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SzPts val="3200"/>
              <a:buNone/>
            </a:pPr>
            <a:r>
              <a:rPr b="1" lang="en-US" sz="6600">
                <a:solidFill>
                  <a:srgbClr val="FFFF00"/>
                </a:solidFill>
                <a:latin typeface="Times New Roman"/>
                <a:ea typeface="Times New Roman"/>
                <a:cs typeface="Times New Roman"/>
                <a:sym typeface="Times New Roman"/>
              </a:rPr>
              <a:t>1.</a:t>
            </a:r>
            <a:r>
              <a:rPr b="1" lang="en-US" sz="6600">
                <a:solidFill>
                  <a:srgbClr val="FFFFFF"/>
                </a:solidFill>
                <a:latin typeface="Times New Roman"/>
                <a:ea typeface="Times New Roman"/>
                <a:cs typeface="Times New Roman"/>
                <a:sym typeface="Times New Roman"/>
              </a:rPr>
              <a:t> Đây muôn hoa đẹp còn tươi thắm xinh vô ngần, đây muôn tâm hồn bay theo lời ca tiến dâng.</a:t>
            </a:r>
            <a:endParaRPr b="1" sz="6600">
              <a:solidFill>
                <a:srgbClr val="FFFFFF"/>
              </a:solidFill>
              <a:latin typeface="Times New Roman"/>
              <a:ea typeface="Times New Roman"/>
              <a:cs typeface="Times New Roman"/>
              <a:sym typeface="Times New Roman"/>
            </a:endParaRPr>
          </a:p>
        </p:txBody>
      </p:sp>
    </p:spTree>
  </p:cSld>
  <p:clrMapOvr>
    <a:masterClrMapping/>
  </p:clrMapOvr>
</p:sld>
</file>

<file path=ppt/slides/slide1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7" name="Shape 1057"/>
        <p:cNvGrpSpPr/>
        <p:nvPr/>
      </p:nvGrpSpPr>
      <p:grpSpPr>
        <a:xfrm>
          <a:off x="0" y="0"/>
          <a:ext cx="0" cy="0"/>
          <a:chOff x="0" y="0"/>
          <a:chExt cx="0" cy="0"/>
        </a:xfrm>
      </p:grpSpPr>
      <p:sp>
        <p:nvSpPr>
          <p:cNvPr id="1058" name="Google Shape;1058;g3d89366497e_0_12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SzPts val="3200"/>
              <a:buNone/>
            </a:pPr>
            <a:r>
              <a:rPr b="1" lang="en-US" sz="7000">
                <a:solidFill>
                  <a:srgbClr val="FFFFFF"/>
                </a:solidFill>
                <a:latin typeface="Times New Roman"/>
                <a:ea typeface="Times New Roman"/>
                <a:cs typeface="Times New Roman"/>
                <a:sym typeface="Times New Roman"/>
              </a:rPr>
              <a:t>Ôi Maria! Mẹ tung xuống muôn hoa trời, để đời chúng con đẹp vui nhớ quê xa vời.</a:t>
            </a:r>
            <a:endParaRPr b="1" sz="7000">
              <a:solidFill>
                <a:srgbClr val="FFFFFF"/>
              </a:solidFill>
              <a:latin typeface="Times New Roman"/>
              <a:ea typeface="Times New Roman"/>
              <a:cs typeface="Times New Roman"/>
              <a:sym typeface="Times New Roman"/>
            </a:endParaRPr>
          </a:p>
        </p:txBody>
      </p:sp>
    </p:spTree>
  </p:cSld>
  <p:clrMapOvr>
    <a:masterClrMapping/>
  </p:clrMapOvr>
</p:sld>
</file>

<file path=ppt/slides/slide1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2" name="Shape 1062"/>
        <p:cNvGrpSpPr/>
        <p:nvPr/>
      </p:nvGrpSpPr>
      <p:grpSpPr>
        <a:xfrm>
          <a:off x="0" y="0"/>
          <a:ext cx="0" cy="0"/>
          <a:chOff x="0" y="0"/>
          <a:chExt cx="0" cy="0"/>
        </a:xfrm>
      </p:grpSpPr>
      <p:sp>
        <p:nvSpPr>
          <p:cNvPr id="1063" name="Google Shape;1063;g3e6e2da66e2_0_5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SzPts val="3200"/>
              <a:buNone/>
            </a:pPr>
            <a:r>
              <a:rPr b="1" lang="en-US" sz="6800">
                <a:solidFill>
                  <a:srgbClr val="FFFF00"/>
                </a:solidFill>
                <a:latin typeface="Times New Roman"/>
                <a:ea typeface="Times New Roman"/>
                <a:cs typeface="Times New Roman"/>
                <a:sym typeface="Times New Roman"/>
              </a:rPr>
              <a:t>ĐK:</a:t>
            </a:r>
            <a:r>
              <a:rPr b="1" lang="en-US" sz="6800">
                <a:solidFill>
                  <a:srgbClr val="FFFFFF"/>
                </a:solidFill>
                <a:latin typeface="Times New Roman"/>
                <a:ea typeface="Times New Roman"/>
                <a:cs typeface="Times New Roman"/>
                <a:sym typeface="Times New Roman"/>
              </a:rPr>
              <a:t> Đây tháng hoa chúng con trung thành thật thà. Dâng tiến hoa lòng mến dâng lời cung chúc.</a:t>
            </a:r>
            <a:endParaRPr b="1" sz="6800">
              <a:solidFill>
                <a:srgbClr val="FFFFFF"/>
              </a:solidFill>
              <a:latin typeface="Times New Roman"/>
              <a:ea typeface="Times New Roman"/>
              <a:cs typeface="Times New Roman"/>
              <a:sym typeface="Times New Roman"/>
            </a:endParaRPr>
          </a:p>
        </p:txBody>
      </p:sp>
    </p:spTree>
  </p:cSld>
  <p:clrMapOvr>
    <a:masterClrMapping/>
  </p:clrMapOvr>
</p:sld>
</file>

<file path=ppt/slides/slide1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7" name="Shape 1067"/>
        <p:cNvGrpSpPr/>
        <p:nvPr/>
      </p:nvGrpSpPr>
      <p:grpSpPr>
        <a:xfrm>
          <a:off x="0" y="0"/>
          <a:ext cx="0" cy="0"/>
          <a:chOff x="0" y="0"/>
          <a:chExt cx="0" cy="0"/>
        </a:xfrm>
      </p:grpSpPr>
      <p:sp>
        <p:nvSpPr>
          <p:cNvPr id="1068" name="Google Shape;1068;g3e6e2da66e2_0_5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800">
                <a:solidFill>
                  <a:schemeClr val="lt1"/>
                </a:solidFill>
                <a:latin typeface="Times New Roman"/>
                <a:ea typeface="Times New Roman"/>
                <a:cs typeface="Times New Roman"/>
                <a:sym typeface="Times New Roman"/>
              </a:rPr>
              <a:t>Hương sắc bay tỏa ngát nhan Mẹ diễm phúc. Muôn tháng hoa lòng mến yêu Mẹ không nhòa.</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1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2" name="Shape 1072"/>
        <p:cNvGrpSpPr/>
        <p:nvPr/>
      </p:nvGrpSpPr>
      <p:grpSpPr>
        <a:xfrm>
          <a:off x="0" y="0"/>
          <a:ext cx="0" cy="0"/>
          <a:chOff x="0" y="0"/>
          <a:chExt cx="0" cy="0"/>
        </a:xfrm>
      </p:grpSpPr>
      <p:pic>
        <p:nvPicPr>
          <p:cNvPr id="1073" name="Google Shape;1073;g3d89366497e_0_160" title="ChatGPT Image 13_43_18 24 thg 4, 2026.png"/>
          <p:cNvPicPr preferRelativeResize="0"/>
          <p:nvPr/>
        </p:nvPicPr>
        <p:blipFill rotWithShape="1">
          <a:blip r:embed="rId3">
            <a:alphaModFix/>
          </a:blip>
          <a:srcRect b="0" l="0" r="0" t="0"/>
          <a:stretch/>
        </p:blipFill>
        <p:spPr>
          <a:xfrm>
            <a:off x="0" y="0"/>
            <a:ext cx="9144001" cy="5146242"/>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2013 - 2022">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2023-01-29T22:00:16Z</dcterms:created>
</cp:coreProperties>
</file>