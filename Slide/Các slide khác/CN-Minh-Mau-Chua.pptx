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7"/>
  </p:notesMasterIdLst>
  <p:sldIdLst>
    <p:sldId id="10673" r:id="rId2"/>
    <p:sldId id="321" r:id="rId3"/>
    <p:sldId id="371" r:id="rId4"/>
    <p:sldId id="322" r:id="rId5"/>
    <p:sldId id="372" r:id="rId6"/>
    <p:sldId id="323" r:id="rId7"/>
    <p:sldId id="9865" r:id="rId8"/>
    <p:sldId id="324" r:id="rId9"/>
    <p:sldId id="9866" r:id="rId10"/>
    <p:sldId id="9867" r:id="rId11"/>
    <p:sldId id="10719" r:id="rId12"/>
    <p:sldId id="10720" r:id="rId13"/>
    <p:sldId id="9869" r:id="rId14"/>
    <p:sldId id="9870" r:id="rId15"/>
    <p:sldId id="9871" r:id="rId16"/>
    <p:sldId id="9872" r:id="rId17"/>
    <p:sldId id="9873" r:id="rId18"/>
    <p:sldId id="9874" r:id="rId19"/>
    <p:sldId id="10721" r:id="rId20"/>
    <p:sldId id="10722" r:id="rId21"/>
    <p:sldId id="10723" r:id="rId22"/>
    <p:sldId id="10724" r:id="rId23"/>
    <p:sldId id="10725" r:id="rId24"/>
    <p:sldId id="304" r:id="rId25"/>
    <p:sldId id="9879" r:id="rId26"/>
    <p:sldId id="9880" r:id="rId27"/>
    <p:sldId id="9881" r:id="rId28"/>
    <p:sldId id="9882" r:id="rId29"/>
    <p:sldId id="9883" r:id="rId30"/>
    <p:sldId id="9884" r:id="rId31"/>
    <p:sldId id="9885" r:id="rId32"/>
    <p:sldId id="9886" r:id="rId33"/>
    <p:sldId id="9887" r:id="rId34"/>
    <p:sldId id="9889" r:id="rId35"/>
    <p:sldId id="9890" r:id="rId36"/>
    <p:sldId id="9891" r:id="rId37"/>
    <p:sldId id="9892" r:id="rId38"/>
    <p:sldId id="9893" r:id="rId39"/>
    <p:sldId id="9895" r:id="rId40"/>
    <p:sldId id="9897" r:id="rId41"/>
    <p:sldId id="9898" r:id="rId42"/>
    <p:sldId id="9899" r:id="rId43"/>
    <p:sldId id="9900" r:id="rId44"/>
    <p:sldId id="9901" r:id="rId45"/>
    <p:sldId id="9902" r:id="rId46"/>
    <p:sldId id="9904" r:id="rId47"/>
    <p:sldId id="9905" r:id="rId48"/>
    <p:sldId id="9906" r:id="rId49"/>
    <p:sldId id="9907" r:id="rId50"/>
    <p:sldId id="9908" r:id="rId51"/>
    <p:sldId id="9909" r:id="rId52"/>
    <p:sldId id="9910" r:id="rId53"/>
    <p:sldId id="9911" r:id="rId54"/>
    <p:sldId id="9912" r:id="rId55"/>
    <p:sldId id="9913" r:id="rId56"/>
    <p:sldId id="9914" r:id="rId57"/>
    <p:sldId id="9915" r:id="rId58"/>
    <p:sldId id="9916" r:id="rId59"/>
    <p:sldId id="9917" r:id="rId60"/>
    <p:sldId id="9918" r:id="rId61"/>
    <p:sldId id="9919" r:id="rId62"/>
    <p:sldId id="9920" r:id="rId63"/>
    <p:sldId id="9921" r:id="rId64"/>
    <p:sldId id="9922" r:id="rId65"/>
    <p:sldId id="9923" r:id="rId66"/>
    <p:sldId id="9924" r:id="rId67"/>
    <p:sldId id="9925" r:id="rId68"/>
    <p:sldId id="9926" r:id="rId69"/>
    <p:sldId id="9927" r:id="rId70"/>
    <p:sldId id="9928" r:id="rId71"/>
    <p:sldId id="9929" r:id="rId72"/>
    <p:sldId id="9930" r:id="rId73"/>
    <p:sldId id="9931" r:id="rId74"/>
    <p:sldId id="9932" r:id="rId75"/>
    <p:sldId id="9933" r:id="rId76"/>
    <p:sldId id="9934" r:id="rId77"/>
    <p:sldId id="9935" r:id="rId78"/>
    <p:sldId id="341" r:id="rId79"/>
    <p:sldId id="409" r:id="rId80"/>
    <p:sldId id="342" r:id="rId81"/>
    <p:sldId id="417" r:id="rId82"/>
    <p:sldId id="343" r:id="rId83"/>
    <p:sldId id="344" r:id="rId84"/>
    <p:sldId id="9936" r:id="rId85"/>
    <p:sldId id="345" r:id="rId86"/>
    <p:sldId id="418" r:id="rId87"/>
    <p:sldId id="346" r:id="rId88"/>
    <p:sldId id="347" r:id="rId89"/>
    <p:sldId id="412" r:id="rId90"/>
    <p:sldId id="348" r:id="rId91"/>
    <p:sldId id="349" r:id="rId92"/>
    <p:sldId id="350" r:id="rId93"/>
    <p:sldId id="419" r:id="rId94"/>
    <p:sldId id="351" r:id="rId95"/>
    <p:sldId id="413" r:id="rId96"/>
    <p:sldId id="352" r:id="rId97"/>
    <p:sldId id="353" r:id="rId98"/>
    <p:sldId id="415" r:id="rId99"/>
    <p:sldId id="354" r:id="rId100"/>
    <p:sldId id="355" r:id="rId101"/>
    <p:sldId id="401" r:id="rId102"/>
    <p:sldId id="356" r:id="rId103"/>
    <p:sldId id="402" r:id="rId104"/>
    <p:sldId id="357" r:id="rId105"/>
    <p:sldId id="403" r:id="rId106"/>
    <p:sldId id="358" r:id="rId107"/>
    <p:sldId id="359" r:id="rId108"/>
    <p:sldId id="405" r:id="rId109"/>
    <p:sldId id="9984" r:id="rId110"/>
    <p:sldId id="406" r:id="rId111"/>
    <p:sldId id="408" r:id="rId112"/>
    <p:sldId id="365" r:id="rId113"/>
    <p:sldId id="9985" r:id="rId114"/>
    <p:sldId id="366" r:id="rId115"/>
    <p:sldId id="9961" r:id="rId116"/>
    <p:sldId id="423" r:id="rId117"/>
    <p:sldId id="424" r:id="rId118"/>
    <p:sldId id="10682" r:id="rId119"/>
    <p:sldId id="10283" r:id="rId120"/>
    <p:sldId id="10284" r:id="rId121"/>
    <p:sldId id="10417" r:id="rId122"/>
    <p:sldId id="10286" r:id="rId123"/>
    <p:sldId id="10386" r:id="rId124"/>
    <p:sldId id="10685" r:id="rId125"/>
    <p:sldId id="10681" r:id="rId126"/>
    <p:sldId id="10180" r:id="rId127"/>
    <p:sldId id="10181" r:id="rId128"/>
    <p:sldId id="10258" r:id="rId129"/>
    <p:sldId id="10259" r:id="rId130"/>
    <p:sldId id="10260" r:id="rId131"/>
    <p:sldId id="10261" r:id="rId132"/>
    <p:sldId id="10262" r:id="rId133"/>
    <p:sldId id="10264" r:id="rId134"/>
    <p:sldId id="10265" r:id="rId135"/>
    <p:sldId id="10266" r:id="rId136"/>
    <p:sldId id="10267" r:id="rId137"/>
    <p:sldId id="10268" r:id="rId138"/>
    <p:sldId id="10269" r:id="rId139"/>
    <p:sldId id="10270" r:id="rId140"/>
    <p:sldId id="10271" r:id="rId141"/>
    <p:sldId id="10272" r:id="rId142"/>
    <p:sldId id="10680" r:id="rId143"/>
    <p:sldId id="10683" r:id="rId144"/>
    <p:sldId id="10256" r:id="rId145"/>
    <p:sldId id="10142" r:id="rId146"/>
    <p:sldId id="10501" r:id="rId147"/>
    <p:sldId id="10143" r:id="rId148"/>
    <p:sldId id="10686" r:id="rId149"/>
    <p:sldId id="10687" r:id="rId150"/>
    <p:sldId id="10688" r:id="rId151"/>
    <p:sldId id="10689" r:id="rId152"/>
    <p:sldId id="10690" r:id="rId153"/>
    <p:sldId id="10691" r:id="rId154"/>
    <p:sldId id="10684" r:id="rId155"/>
    <p:sldId id="10679" r:id="rId156"/>
    <p:sldId id="10280" r:id="rId157"/>
    <p:sldId id="10107" r:id="rId158"/>
    <p:sldId id="10662" r:id="rId159"/>
    <p:sldId id="10678" r:id="rId160"/>
    <p:sldId id="9864" r:id="rId161"/>
    <p:sldId id="10316" r:id="rId162"/>
    <p:sldId id="10317" r:id="rId163"/>
    <p:sldId id="10318" r:id="rId164"/>
    <p:sldId id="10319" r:id="rId165"/>
    <p:sldId id="10320" r:id="rId166"/>
    <p:sldId id="10321" r:id="rId167"/>
    <p:sldId id="10322" r:id="rId168"/>
    <p:sldId id="10323" r:id="rId169"/>
    <p:sldId id="10324" r:id="rId170"/>
    <p:sldId id="10325" r:id="rId171"/>
    <p:sldId id="10337" r:id="rId172"/>
    <p:sldId id="10326" r:id="rId173"/>
    <p:sldId id="10327" r:id="rId174"/>
    <p:sldId id="10328" r:id="rId175"/>
    <p:sldId id="10336" r:id="rId176"/>
    <p:sldId id="10329" r:id="rId177"/>
    <p:sldId id="10330" r:id="rId178"/>
    <p:sldId id="10331" r:id="rId179"/>
    <p:sldId id="10332" r:id="rId180"/>
    <p:sldId id="10333" r:id="rId181"/>
    <p:sldId id="10334" r:id="rId182"/>
    <p:sldId id="10335" r:id="rId183"/>
    <p:sldId id="10677" r:id="rId184"/>
    <p:sldId id="10651" r:id="rId185"/>
    <p:sldId id="10652" r:id="rId186"/>
    <p:sldId id="10653" r:id="rId187"/>
    <p:sldId id="10700" r:id="rId188"/>
    <p:sldId id="10657" r:id="rId189"/>
    <p:sldId id="10658" r:id="rId190"/>
    <p:sldId id="10692" r:id="rId191"/>
    <p:sldId id="10693" r:id="rId192"/>
    <p:sldId id="10694" r:id="rId193"/>
    <p:sldId id="10695" r:id="rId194"/>
    <p:sldId id="10696" r:id="rId195"/>
    <p:sldId id="10697" r:id="rId196"/>
    <p:sldId id="10698" r:id="rId197"/>
    <p:sldId id="10699" r:id="rId198"/>
    <p:sldId id="10676" r:id="rId199"/>
    <p:sldId id="10212" r:id="rId200"/>
    <p:sldId id="10213" r:id="rId201"/>
    <p:sldId id="10703" r:id="rId202"/>
    <p:sldId id="10702" r:id="rId203"/>
    <p:sldId id="10704" r:id="rId204"/>
    <p:sldId id="10705" r:id="rId205"/>
    <p:sldId id="10706" r:id="rId206"/>
    <p:sldId id="10707" r:id="rId207"/>
    <p:sldId id="10708" r:id="rId208"/>
    <p:sldId id="10709" r:id="rId209"/>
    <p:sldId id="10710" r:id="rId210"/>
    <p:sldId id="10711" r:id="rId211"/>
    <p:sldId id="10712" r:id="rId212"/>
    <p:sldId id="10713" r:id="rId213"/>
    <p:sldId id="10714" r:id="rId214"/>
    <p:sldId id="10715" r:id="rId215"/>
    <p:sldId id="10716" r:id="rId216"/>
    <p:sldId id="10717" r:id="rId217"/>
    <p:sldId id="10718" r:id="rId218"/>
    <p:sldId id="10675" r:id="rId219"/>
    <p:sldId id="10252" r:id="rId220"/>
    <p:sldId id="10253" r:id="rId221"/>
    <p:sldId id="10254" r:id="rId222"/>
    <p:sldId id="10484" r:id="rId223"/>
    <p:sldId id="10604" r:id="rId224"/>
    <p:sldId id="10701" r:id="rId225"/>
    <p:sldId id="10674" r:id="rId22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DAF1C-37A2-4320-8278-2F03C36EE5D4}" v="1" dt="2025-04-19T06:36:49.909"/>
    <p1510:client id="{D102BF66-124C-43F9-B354-0B520A23B620}" v="217" dt="2025-04-20T23:27:06.8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p:cViewPr>
        <p:scale>
          <a:sx n="75" d="100"/>
          <a:sy n="75" d="100"/>
        </p:scale>
        <p:origin x="2634" y="1128"/>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notesMaster" Target="notesMasters/notes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presProps" Target="pres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viewProps" Target="viewProps.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theme" Target="theme/theme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231" Type="http://schemas.openxmlformats.org/officeDocument/2006/relationships/tableStyles" Target="tableStyle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microsoft.com/office/2016/11/relationships/changesInfo" Target="changesInfos/changesInfo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microsoft.com/office/2015/10/relationships/revisionInfo" Target="revisionInfo.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Windows Live" clId="Web-{D102BF66-124C-43F9-B354-0B520A23B620}"/>
    <pc:docChg chg="addSld delSld modSld sldOrd">
      <pc:chgData name="Lý Thanh Ngô" userId="d1fb4545a5d636d2" providerId="Windows Live" clId="Web-{D102BF66-124C-43F9-B354-0B520A23B620}" dt="2025-04-20T23:27:04.567" v="212" actId="20577"/>
      <pc:docMkLst>
        <pc:docMk/>
      </pc:docMkLst>
      <pc:sldChg chg="addSp modSp">
        <pc:chgData name="Lý Thanh Ngô" userId="d1fb4545a5d636d2" providerId="Windows Live" clId="Web-{D102BF66-124C-43F9-B354-0B520A23B620}" dt="2025-04-20T23:22:24.635" v="139" actId="20577"/>
        <pc:sldMkLst>
          <pc:docMk/>
          <pc:sldMk cId="3709593179" sldId="992"/>
        </pc:sldMkLst>
        <pc:spChg chg="add mod">
          <ac:chgData name="Lý Thanh Ngô" userId="d1fb4545a5d636d2" providerId="Windows Live" clId="Web-{D102BF66-124C-43F9-B354-0B520A23B620}" dt="2025-04-20T23:20:48.147" v="110" actId="20577"/>
          <ac:spMkLst>
            <pc:docMk/>
            <pc:sldMk cId="3709593179" sldId="992"/>
            <ac:spMk id="2" creationId="{C57F27C5-F0BD-6C31-DD7A-EE663B2AC4BF}"/>
          </ac:spMkLst>
        </pc:spChg>
        <pc:spChg chg="mod">
          <ac:chgData name="Lý Thanh Ngô" userId="d1fb4545a5d636d2" providerId="Windows Live" clId="Web-{D102BF66-124C-43F9-B354-0B520A23B620}" dt="2025-04-20T23:22:24.635" v="139" actId="20577"/>
          <ac:spMkLst>
            <pc:docMk/>
            <pc:sldMk cId="3709593179" sldId="992"/>
            <ac:spMk id="46082" creationId="{00000000-0000-0000-0000-000000000000}"/>
          </ac:spMkLst>
        </pc:spChg>
      </pc:sldChg>
      <pc:sldChg chg="modSp">
        <pc:chgData name="Lý Thanh Ngô" userId="d1fb4545a5d636d2" providerId="Windows Live" clId="Web-{D102BF66-124C-43F9-B354-0B520A23B620}" dt="2025-04-20T23:25:54.737" v="194" actId="20577"/>
        <pc:sldMkLst>
          <pc:docMk/>
          <pc:sldMk cId="926735322" sldId="1000"/>
        </pc:sldMkLst>
        <pc:spChg chg="mod">
          <ac:chgData name="Lý Thanh Ngô" userId="d1fb4545a5d636d2" providerId="Windows Live" clId="Web-{D102BF66-124C-43F9-B354-0B520A23B620}" dt="2025-04-20T23:25:54.737" v="194" actId="20577"/>
          <ac:spMkLst>
            <pc:docMk/>
            <pc:sldMk cId="926735322" sldId="1000"/>
            <ac:spMk id="86018" creationId="{00000000-0000-0000-0000-000000000000}"/>
          </ac:spMkLst>
        </pc:spChg>
      </pc:sldChg>
      <pc:sldChg chg="modSp">
        <pc:chgData name="Lý Thanh Ngô" userId="d1fb4545a5d636d2" providerId="Windows Live" clId="Web-{D102BF66-124C-43F9-B354-0B520A23B620}" dt="2025-04-20T23:26:13.050" v="200" actId="20577"/>
        <pc:sldMkLst>
          <pc:docMk/>
          <pc:sldMk cId="2279159345" sldId="1001"/>
        </pc:sldMkLst>
        <pc:spChg chg="mod">
          <ac:chgData name="Lý Thanh Ngô" userId="d1fb4545a5d636d2" providerId="Windows Live" clId="Web-{D102BF66-124C-43F9-B354-0B520A23B620}" dt="2025-04-20T23:26:13.050" v="200" actId="20577"/>
          <ac:spMkLst>
            <pc:docMk/>
            <pc:sldMk cId="2279159345" sldId="1001"/>
            <ac:spMk id="87042" creationId="{00000000-0000-0000-0000-000000000000}"/>
          </ac:spMkLst>
        </pc:spChg>
      </pc:sldChg>
      <pc:sldChg chg="modSp">
        <pc:chgData name="Lý Thanh Ngô" userId="d1fb4545a5d636d2" providerId="Windows Live" clId="Web-{D102BF66-124C-43F9-B354-0B520A23B620}" dt="2025-04-20T23:22:53.589" v="146" actId="20577"/>
        <pc:sldMkLst>
          <pc:docMk/>
          <pc:sldMk cId="164018825" sldId="9868"/>
        </pc:sldMkLst>
        <pc:spChg chg="mod">
          <ac:chgData name="Lý Thanh Ngô" userId="d1fb4545a5d636d2" providerId="Windows Live" clId="Web-{D102BF66-124C-43F9-B354-0B520A23B620}" dt="2025-04-20T23:22:53.589" v="146" actId="20577"/>
          <ac:spMkLst>
            <pc:docMk/>
            <pc:sldMk cId="164018825" sldId="9868"/>
            <ac:spMk id="46082" creationId="{C11C8183-3786-BCD8-8D04-15856141B202}"/>
          </ac:spMkLst>
        </pc:spChg>
      </pc:sldChg>
      <pc:sldChg chg="del">
        <pc:chgData name="Lý Thanh Ngô" userId="d1fb4545a5d636d2" providerId="Windows Live" clId="Web-{D102BF66-124C-43F9-B354-0B520A23B620}" dt="2025-04-20T23:24:06.014" v="176"/>
        <pc:sldMkLst>
          <pc:docMk/>
          <pc:sldMk cId="2013522262" sldId="9869"/>
        </pc:sldMkLst>
      </pc:sldChg>
      <pc:sldChg chg="del">
        <pc:chgData name="Lý Thanh Ngô" userId="d1fb4545a5d636d2" providerId="Windows Live" clId="Web-{D102BF66-124C-43F9-B354-0B520A23B620}" dt="2025-04-20T23:24:06.014" v="175"/>
        <pc:sldMkLst>
          <pc:docMk/>
          <pc:sldMk cId="3673572297" sldId="9870"/>
        </pc:sldMkLst>
      </pc:sldChg>
      <pc:sldChg chg="del">
        <pc:chgData name="Lý Thanh Ngô" userId="d1fb4545a5d636d2" providerId="Windows Live" clId="Web-{D102BF66-124C-43F9-B354-0B520A23B620}" dt="2025-04-20T23:24:09.951" v="180"/>
        <pc:sldMkLst>
          <pc:docMk/>
          <pc:sldMk cId="908324352" sldId="9871"/>
        </pc:sldMkLst>
      </pc:sldChg>
      <pc:sldChg chg="del">
        <pc:chgData name="Lý Thanh Ngô" userId="d1fb4545a5d636d2" providerId="Windows Live" clId="Web-{D102BF66-124C-43F9-B354-0B520A23B620}" dt="2025-04-20T23:24:09.951" v="179"/>
        <pc:sldMkLst>
          <pc:docMk/>
          <pc:sldMk cId="2985367123" sldId="9872"/>
        </pc:sldMkLst>
      </pc:sldChg>
      <pc:sldChg chg="del">
        <pc:chgData name="Lý Thanh Ngô" userId="d1fb4545a5d636d2" providerId="Windows Live" clId="Web-{D102BF66-124C-43F9-B354-0B520A23B620}" dt="2025-04-20T23:24:09.951" v="178"/>
        <pc:sldMkLst>
          <pc:docMk/>
          <pc:sldMk cId="3195392803" sldId="9873"/>
        </pc:sldMkLst>
      </pc:sldChg>
      <pc:sldChg chg="del">
        <pc:chgData name="Lý Thanh Ngô" userId="d1fb4545a5d636d2" providerId="Windows Live" clId="Web-{D102BF66-124C-43F9-B354-0B520A23B620}" dt="2025-04-20T23:24:09.951" v="177"/>
        <pc:sldMkLst>
          <pc:docMk/>
          <pc:sldMk cId="2946253812" sldId="9874"/>
        </pc:sldMkLst>
      </pc:sldChg>
      <pc:sldChg chg="modSp">
        <pc:chgData name="Lý Thanh Ngô" userId="d1fb4545a5d636d2" providerId="Windows Live" clId="Web-{D102BF66-124C-43F9-B354-0B520A23B620}" dt="2025-04-20T23:26:28.972" v="204" actId="20577"/>
        <pc:sldMkLst>
          <pc:docMk/>
          <pc:sldMk cId="746019610" sldId="9876"/>
        </pc:sldMkLst>
        <pc:spChg chg="mod">
          <ac:chgData name="Lý Thanh Ngô" userId="d1fb4545a5d636d2" providerId="Windows Live" clId="Web-{D102BF66-124C-43F9-B354-0B520A23B620}" dt="2025-04-20T23:26:28.972" v="204" actId="20577"/>
          <ac:spMkLst>
            <pc:docMk/>
            <pc:sldMk cId="746019610" sldId="9876"/>
            <ac:spMk id="87042" creationId="{A5EF2E5F-0C1C-E7B3-90DB-68BB610F6C55}"/>
          </ac:spMkLst>
        </pc:spChg>
      </pc:sldChg>
      <pc:sldChg chg="modSp">
        <pc:chgData name="Lý Thanh Ngô" userId="d1fb4545a5d636d2" providerId="Windows Live" clId="Web-{D102BF66-124C-43F9-B354-0B520A23B620}" dt="2025-04-20T23:26:54.676" v="208" actId="20577"/>
        <pc:sldMkLst>
          <pc:docMk/>
          <pc:sldMk cId="2746057718" sldId="9877"/>
        </pc:sldMkLst>
        <pc:spChg chg="mod">
          <ac:chgData name="Lý Thanh Ngô" userId="d1fb4545a5d636d2" providerId="Windows Live" clId="Web-{D102BF66-124C-43F9-B354-0B520A23B620}" dt="2025-04-20T23:26:54.676" v="208" actId="20577"/>
          <ac:spMkLst>
            <pc:docMk/>
            <pc:sldMk cId="2746057718" sldId="9877"/>
            <ac:spMk id="87042" creationId="{082AC1DB-1601-1A29-A69E-4B030B8CA4DC}"/>
          </ac:spMkLst>
        </pc:spChg>
      </pc:sldChg>
      <pc:sldChg chg="modSp">
        <pc:chgData name="Lý Thanh Ngô" userId="d1fb4545a5d636d2" providerId="Windows Live" clId="Web-{D102BF66-124C-43F9-B354-0B520A23B620}" dt="2025-04-20T23:27:04.567" v="212" actId="20577"/>
        <pc:sldMkLst>
          <pc:docMk/>
          <pc:sldMk cId="1631203887" sldId="9878"/>
        </pc:sldMkLst>
        <pc:spChg chg="mod">
          <ac:chgData name="Lý Thanh Ngô" userId="d1fb4545a5d636d2" providerId="Windows Live" clId="Web-{D102BF66-124C-43F9-B354-0B520A23B620}" dt="2025-04-20T23:27:04.567" v="212" actId="20577"/>
          <ac:spMkLst>
            <pc:docMk/>
            <pc:sldMk cId="1631203887" sldId="9878"/>
            <ac:spMk id="87042" creationId="{9CD209B4-C587-CC4B-44C2-38608CFC7E4A}"/>
          </ac:spMkLst>
        </pc:spChg>
      </pc:sldChg>
      <pc:sldChg chg="modSp mod setBg">
        <pc:chgData name="Lý Thanh Ngô" userId="d1fb4545a5d636d2" providerId="Windows Live" clId="Web-{D102BF66-124C-43F9-B354-0B520A23B620}" dt="2025-04-20T23:12:54.036" v="45" actId="1076"/>
        <pc:sldMkLst>
          <pc:docMk/>
          <pc:sldMk cId="3725756604" sldId="10092"/>
        </pc:sldMkLst>
        <pc:spChg chg="mod">
          <ac:chgData name="Lý Thanh Ngô" userId="d1fb4545a5d636d2" providerId="Windows Live" clId="Web-{D102BF66-124C-43F9-B354-0B520A23B620}" dt="2025-04-20T23:12:54.036" v="45" actId="1076"/>
          <ac:spMkLst>
            <pc:docMk/>
            <pc:sldMk cId="3725756604" sldId="10092"/>
            <ac:spMk id="2" creationId="{0F6A5CE5-B4D8-BCF6-5EFF-F208569F478C}"/>
          </ac:spMkLst>
        </pc:spChg>
        <pc:spChg chg="mod">
          <ac:chgData name="Lý Thanh Ngô" userId="d1fb4545a5d636d2" providerId="Windows Live" clId="Web-{D102BF66-124C-43F9-B354-0B520A23B620}" dt="2025-04-20T23:07:09.066" v="17" actId="1076"/>
          <ac:spMkLst>
            <pc:docMk/>
            <pc:sldMk cId="3725756604" sldId="10092"/>
            <ac:spMk id="13" creationId="{C79F8ACD-B8D8-2529-26AB-4599224970D9}"/>
          </ac:spMkLst>
        </pc:spChg>
        <pc:spChg chg="mod">
          <ac:chgData name="Lý Thanh Ngô" userId="d1fb4545a5d636d2" providerId="Windows Live" clId="Web-{D102BF66-124C-43F9-B354-0B520A23B620}" dt="2025-04-20T23:12:49.989" v="44" actId="20577"/>
          <ac:spMkLst>
            <pc:docMk/>
            <pc:sldMk cId="3725756604" sldId="10092"/>
            <ac:spMk id="14" creationId="{DE350219-EF26-FDCA-6A74-0CFB9B7CEA3D}"/>
          </ac:spMkLst>
        </pc:spChg>
      </pc:sldChg>
      <pc:sldChg chg="del">
        <pc:chgData name="Lý Thanh Ngô" userId="d1fb4545a5d636d2" providerId="Windows Live" clId="Web-{D102BF66-124C-43F9-B354-0B520A23B620}" dt="2025-04-20T23:08:01.958" v="21"/>
        <pc:sldMkLst>
          <pc:docMk/>
          <pc:sldMk cId="1904792399" sldId="10273"/>
        </pc:sldMkLst>
      </pc:sldChg>
      <pc:sldChg chg="del">
        <pc:chgData name="Lý Thanh Ngô" userId="d1fb4545a5d636d2" providerId="Windows Live" clId="Web-{D102BF66-124C-43F9-B354-0B520A23B620}" dt="2025-04-20T23:08:13.818" v="24"/>
        <pc:sldMkLst>
          <pc:docMk/>
          <pc:sldMk cId="2298115398" sldId="10276"/>
        </pc:sldMkLst>
      </pc:sldChg>
      <pc:sldChg chg="del">
        <pc:chgData name="Lý Thanh Ngô" userId="d1fb4545a5d636d2" providerId="Windows Live" clId="Web-{D102BF66-124C-43F9-B354-0B520A23B620}" dt="2025-04-20T23:08:39.679" v="33"/>
        <pc:sldMkLst>
          <pc:docMk/>
          <pc:sldMk cId="1565759562" sldId="10277"/>
        </pc:sldMkLst>
      </pc:sldChg>
      <pc:sldChg chg="del">
        <pc:chgData name="Lý Thanh Ngô" userId="d1fb4545a5d636d2" providerId="Windows Live" clId="Web-{D102BF66-124C-43F9-B354-0B520A23B620}" dt="2025-04-20T23:08:47.741" v="36"/>
        <pc:sldMkLst>
          <pc:docMk/>
          <pc:sldMk cId="2059986902" sldId="10278"/>
        </pc:sldMkLst>
      </pc:sldChg>
      <pc:sldChg chg="del">
        <pc:chgData name="Lý Thanh Ngô" userId="d1fb4545a5d636d2" providerId="Windows Live" clId="Web-{D102BF66-124C-43F9-B354-0B520A23B620}" dt="2025-04-20T23:08:29.053" v="30"/>
        <pc:sldMkLst>
          <pc:docMk/>
          <pc:sldMk cId="3038942686" sldId="10279"/>
        </pc:sldMkLst>
      </pc:sldChg>
      <pc:sldChg chg="del">
        <pc:chgData name="Lý Thanh Ngô" userId="d1fb4545a5d636d2" providerId="Windows Live" clId="Web-{D102BF66-124C-43F9-B354-0B520A23B620}" dt="2025-04-20T23:08:22.490" v="27"/>
        <pc:sldMkLst>
          <pc:docMk/>
          <pc:sldMk cId="3743221985" sldId="10314"/>
        </pc:sldMkLst>
      </pc:sldChg>
      <pc:sldChg chg="add mod ord replId setBg">
        <pc:chgData name="Lý Thanh Ngô" userId="d1fb4545a5d636d2" providerId="Windows Live" clId="Web-{D102BF66-124C-43F9-B354-0B520A23B620}" dt="2025-04-20T23:11:19.434" v="38"/>
        <pc:sldMkLst>
          <pc:docMk/>
          <pc:sldMk cId="1297061217" sldId="10339"/>
        </pc:sldMkLst>
      </pc:sldChg>
      <pc:sldChg chg="add del mod ord replId setBg">
        <pc:chgData name="Lý Thanh Ngô" userId="d1fb4545a5d636d2" providerId="Windows Live" clId="Web-{D102BF66-124C-43F9-B354-0B520A23B620}" dt="2025-04-20T23:14:01.820" v="80"/>
        <pc:sldMkLst>
          <pc:docMk/>
          <pc:sldMk cId="1429353144" sldId="10340"/>
        </pc:sldMkLst>
      </pc:sldChg>
      <pc:sldChg chg="add del mod ord replId setBg">
        <pc:chgData name="Lý Thanh Ngô" userId="d1fb4545a5d636d2" providerId="Windows Live" clId="Web-{D102BF66-124C-43F9-B354-0B520A23B620}" dt="2025-04-20T23:14:12.274" v="83"/>
        <pc:sldMkLst>
          <pc:docMk/>
          <pc:sldMk cId="2038434055" sldId="10341"/>
        </pc:sldMkLst>
      </pc:sldChg>
      <pc:sldChg chg="add del mod ord replId setBg">
        <pc:chgData name="Lý Thanh Ngô" userId="d1fb4545a5d636d2" providerId="Windows Live" clId="Web-{D102BF66-124C-43F9-B354-0B520A23B620}" dt="2025-04-20T23:14:20.586" v="86"/>
        <pc:sldMkLst>
          <pc:docMk/>
          <pc:sldMk cId="4275852868" sldId="10342"/>
        </pc:sldMkLst>
      </pc:sldChg>
      <pc:sldChg chg="add del mod ord replId setBg">
        <pc:chgData name="Lý Thanh Ngô" userId="d1fb4545a5d636d2" providerId="Windows Live" clId="Web-{D102BF66-124C-43F9-B354-0B520A23B620}" dt="2025-04-20T23:14:30.665" v="89"/>
        <pc:sldMkLst>
          <pc:docMk/>
          <pc:sldMk cId="379401526" sldId="10343"/>
        </pc:sldMkLst>
      </pc:sldChg>
      <pc:sldChg chg="add del mod ord replId setBg">
        <pc:chgData name="Lý Thanh Ngô" userId="d1fb4545a5d636d2" providerId="Windows Live" clId="Web-{D102BF66-124C-43F9-B354-0B520A23B620}" dt="2025-04-20T23:14:47.556" v="92"/>
        <pc:sldMkLst>
          <pc:docMk/>
          <pc:sldMk cId="14268833" sldId="10344"/>
        </pc:sldMkLst>
      </pc:sldChg>
      <pc:sldChg chg="add del replId">
        <pc:chgData name="Lý Thanh Ngô" userId="d1fb4545a5d636d2" providerId="Windows Live" clId="Web-{D102BF66-124C-43F9-B354-0B520A23B620}" dt="2025-04-20T23:13:42.507" v="72"/>
        <pc:sldMkLst>
          <pc:docMk/>
          <pc:sldMk cId="2906770932" sldId="10345"/>
        </pc:sldMkLst>
      </pc:sldChg>
      <pc:sldChg chg="add del replId">
        <pc:chgData name="Lý Thanh Ngô" userId="d1fb4545a5d636d2" providerId="Windows Live" clId="Web-{D102BF66-124C-43F9-B354-0B520A23B620}" dt="2025-04-20T23:13:42.772" v="73"/>
        <pc:sldMkLst>
          <pc:docMk/>
          <pc:sldMk cId="1980861627" sldId="10346"/>
        </pc:sldMkLst>
      </pc:sldChg>
      <pc:sldChg chg="add del replId">
        <pc:chgData name="Lý Thanh Ngô" userId="d1fb4545a5d636d2" providerId="Windows Live" clId="Web-{D102BF66-124C-43F9-B354-0B520A23B620}" dt="2025-04-20T23:13:43.038" v="74"/>
        <pc:sldMkLst>
          <pc:docMk/>
          <pc:sldMk cId="3892877944" sldId="10347"/>
        </pc:sldMkLst>
      </pc:sldChg>
      <pc:sldChg chg="add">
        <pc:chgData name="Lý Thanh Ngô" userId="d1fb4545a5d636d2" providerId="Windows Live" clId="Web-{D102BF66-124C-43F9-B354-0B520A23B620}" dt="2025-04-20T23:13:48.429" v="75"/>
        <pc:sldMkLst>
          <pc:docMk/>
          <pc:sldMk cId="1650330413" sldId="10348"/>
        </pc:sldMkLst>
      </pc:sldChg>
      <pc:sldChg chg="add ord replId">
        <pc:chgData name="Lý Thanh Ngô" userId="d1fb4545a5d636d2" providerId="Windows Live" clId="Web-{D102BF66-124C-43F9-B354-0B520A23B620}" dt="2025-04-20T23:14:08.805" v="82"/>
        <pc:sldMkLst>
          <pc:docMk/>
          <pc:sldMk cId="34406757" sldId="10349"/>
        </pc:sldMkLst>
      </pc:sldChg>
      <pc:sldChg chg="add del">
        <pc:chgData name="Lý Thanh Ngô" userId="d1fb4545a5d636d2" providerId="Windows Live" clId="Web-{D102BF66-124C-43F9-B354-0B520A23B620}" dt="2025-04-20T23:13:59.523" v="79"/>
        <pc:sldMkLst>
          <pc:docMk/>
          <pc:sldMk cId="515834520" sldId="10349"/>
        </pc:sldMkLst>
      </pc:sldChg>
      <pc:sldChg chg="add ord replId">
        <pc:chgData name="Lý Thanh Ngô" userId="d1fb4545a5d636d2" providerId="Windows Live" clId="Web-{D102BF66-124C-43F9-B354-0B520A23B620}" dt="2025-04-20T23:14:18.618" v="85"/>
        <pc:sldMkLst>
          <pc:docMk/>
          <pc:sldMk cId="1297571981" sldId="10350"/>
        </pc:sldMkLst>
      </pc:sldChg>
      <pc:sldChg chg="add del">
        <pc:chgData name="Lý Thanh Ngô" userId="d1fb4545a5d636d2" providerId="Windows Live" clId="Web-{D102BF66-124C-43F9-B354-0B520A23B620}" dt="2025-04-20T23:13:59.523" v="78"/>
        <pc:sldMkLst>
          <pc:docMk/>
          <pc:sldMk cId="3428822464" sldId="10350"/>
        </pc:sldMkLst>
      </pc:sldChg>
      <pc:sldChg chg="add ord replId">
        <pc:chgData name="Lý Thanh Ngô" userId="d1fb4545a5d636d2" providerId="Windows Live" clId="Web-{D102BF66-124C-43F9-B354-0B520A23B620}" dt="2025-04-20T23:14:28.571" v="88"/>
        <pc:sldMkLst>
          <pc:docMk/>
          <pc:sldMk cId="3854325399" sldId="10351"/>
        </pc:sldMkLst>
      </pc:sldChg>
      <pc:sldChg chg="add ord replId">
        <pc:chgData name="Lý Thanh Ngô" userId="d1fb4545a5d636d2" providerId="Windows Live" clId="Web-{D102BF66-124C-43F9-B354-0B520A23B620}" dt="2025-04-20T23:14:44.650" v="91"/>
        <pc:sldMkLst>
          <pc:docMk/>
          <pc:sldMk cId="1644976485" sldId="10352"/>
        </pc:sldMkLst>
      </pc:sldChg>
      <pc:sldChg chg="modSp add replId">
        <pc:chgData name="Lý Thanh Ngô" userId="d1fb4545a5d636d2" providerId="Windows Live" clId="Web-{D102BF66-124C-43F9-B354-0B520A23B620}" dt="2025-04-20T23:23:21.262" v="162" actId="20577"/>
        <pc:sldMkLst>
          <pc:docMk/>
          <pc:sldMk cId="3178957577" sldId="10353"/>
        </pc:sldMkLst>
        <pc:spChg chg="mod">
          <ac:chgData name="Lý Thanh Ngô" userId="d1fb4545a5d636d2" providerId="Windows Live" clId="Web-{D102BF66-124C-43F9-B354-0B520A23B620}" dt="2025-04-20T23:23:21.262" v="162" actId="20577"/>
          <ac:spMkLst>
            <pc:docMk/>
            <pc:sldMk cId="3178957577" sldId="10353"/>
            <ac:spMk id="46082" creationId="{85C17735-7BAA-CD89-B52A-1F4BFF494069}"/>
          </ac:spMkLst>
        </pc:spChg>
      </pc:sldChg>
      <pc:sldChg chg="modSp add replId">
        <pc:chgData name="Lý Thanh Ngô" userId="d1fb4545a5d636d2" providerId="Windows Live" clId="Web-{D102BF66-124C-43F9-B354-0B520A23B620}" dt="2025-04-20T23:23:44.747" v="169" actId="20577"/>
        <pc:sldMkLst>
          <pc:docMk/>
          <pc:sldMk cId="2521317777" sldId="10354"/>
        </pc:sldMkLst>
        <pc:spChg chg="mod">
          <ac:chgData name="Lý Thanh Ngô" userId="d1fb4545a5d636d2" providerId="Windows Live" clId="Web-{D102BF66-124C-43F9-B354-0B520A23B620}" dt="2025-04-20T23:23:44.747" v="169" actId="20577"/>
          <ac:spMkLst>
            <pc:docMk/>
            <pc:sldMk cId="2521317777" sldId="10354"/>
            <ac:spMk id="46082" creationId="{C3A5766B-4D44-0F7E-1A28-3CDA078B45CA}"/>
          </ac:spMkLst>
        </pc:spChg>
      </pc:sldChg>
      <pc:sldChg chg="modSp add ord replId">
        <pc:chgData name="Lý Thanh Ngô" userId="d1fb4545a5d636d2" providerId="Windows Live" clId="Web-{D102BF66-124C-43F9-B354-0B520A23B620}" dt="2025-04-20T23:24:00.092" v="174" actId="20577"/>
        <pc:sldMkLst>
          <pc:docMk/>
          <pc:sldMk cId="70965490" sldId="10355"/>
        </pc:sldMkLst>
        <pc:spChg chg="mod">
          <ac:chgData name="Lý Thanh Ngô" userId="d1fb4545a5d636d2" providerId="Windows Live" clId="Web-{D102BF66-124C-43F9-B354-0B520A23B620}" dt="2025-04-20T23:24:00.092" v="174" actId="20577"/>
          <ac:spMkLst>
            <pc:docMk/>
            <pc:sldMk cId="70965490" sldId="10355"/>
            <ac:spMk id="46082" creationId="{CE50AFAC-2F18-11DB-748C-1801D7FA0169}"/>
          </ac:spMkLst>
        </pc:spChg>
      </pc:sldChg>
      <pc:sldChg chg="modSp add ord replId">
        <pc:chgData name="Lý Thanh Ngô" userId="d1fb4545a5d636d2" providerId="Windows Live" clId="Web-{D102BF66-124C-43F9-B354-0B520A23B620}" dt="2025-04-20T23:25:36.517" v="189" actId="20577"/>
        <pc:sldMkLst>
          <pc:docMk/>
          <pc:sldMk cId="1907014761" sldId="10356"/>
        </pc:sldMkLst>
        <pc:spChg chg="mod">
          <ac:chgData name="Lý Thanh Ngô" userId="d1fb4545a5d636d2" providerId="Windows Live" clId="Web-{D102BF66-124C-43F9-B354-0B520A23B620}" dt="2025-04-20T23:25:36.517" v="189" actId="20577"/>
          <ac:spMkLst>
            <pc:docMk/>
            <pc:sldMk cId="1907014761" sldId="10356"/>
            <ac:spMk id="46082" creationId="{3C7A8091-E4E8-CEF6-4BE6-C20A9169193C}"/>
          </ac:spMkLst>
        </pc:spChg>
      </pc:sldChg>
    </pc:docChg>
  </pc:docChgLst>
  <pc:docChgLst>
    <pc:chgData name="Lý Thanh Ngô" userId="d1fb4545a5d636d2" providerId="Windows Live" clId="Web-{67FDAF1C-37A2-4320-8278-2F03C36EE5D4}"/>
    <pc:docChg chg="modSld">
      <pc:chgData name="Lý Thanh Ngô" userId="d1fb4545a5d636d2" providerId="Windows Live" clId="Web-{67FDAF1C-37A2-4320-8278-2F03C36EE5D4}" dt="2025-04-19T06:36:49.909" v="0" actId="14100"/>
      <pc:docMkLst>
        <pc:docMk/>
      </pc:docMkLst>
      <pc:sldChg chg="modSp">
        <pc:chgData name="Lý Thanh Ngô" userId="d1fb4545a5d636d2" providerId="Windows Live" clId="Web-{67FDAF1C-37A2-4320-8278-2F03C36EE5D4}" dt="2025-04-19T06:36:49.909" v="0" actId="14100"/>
        <pc:sldMkLst>
          <pc:docMk/>
          <pc:sldMk cId="2157675428" sldId="10252"/>
        </pc:sldMkLst>
        <pc:spChg chg="mod">
          <ac:chgData name="Lý Thanh Ngô" userId="d1fb4545a5d636d2" providerId="Windows Live" clId="Web-{67FDAF1C-37A2-4320-8278-2F03C36EE5D4}" dt="2025-04-19T06:36:49.909" v="0" actId="14100"/>
          <ac:spMkLst>
            <pc:docMk/>
            <pc:sldMk cId="2157675428" sldId="10252"/>
            <ac:spMk id="2" creationId="{7245C7E0-AD08-9DB0-D243-A28F8F7A3746}"/>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1FF8C-FB8E-45AF-B0FA-95B6560BE94A}" type="datetimeFigureOut">
              <a:rPr lang="en-US" smtClean="0"/>
              <a:t>6/21/2025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F860-7B8A-D384-D883-B3331C97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F2BB-E423-6D65-F074-207439947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74E9-42B4-2325-5CE9-B4619C6279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C3392B-4D7C-11C6-37EC-2C28C88E21B9}"/>
              </a:ext>
            </a:extLst>
          </p:cNvPr>
          <p:cNvSpPr>
            <a:spLocks noGrp="1"/>
          </p:cNvSpPr>
          <p:nvPr>
            <p:ph type="sldNum" sz="quarter" idx="5"/>
          </p:nvPr>
        </p:nvSpPr>
        <p:spPr/>
        <p:txBody>
          <a:bodyPr/>
          <a:lstStyle/>
          <a:p>
            <a:fld id="{648246CF-7178-41AD-B6F8-BACEEA28FBE0}" type="slidenum">
              <a:rPr lang="en-US" smtClean="0"/>
              <a:t>120</a:t>
            </a:fld>
            <a:endParaRPr lang="en-US"/>
          </a:p>
        </p:txBody>
      </p:sp>
    </p:spTree>
    <p:extLst>
      <p:ext uri="{BB962C8B-B14F-4D97-AF65-F5344CB8AC3E}">
        <p14:creationId xmlns:p14="http://schemas.microsoft.com/office/powerpoint/2010/main" val="1370412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B11E-3875-4468-08A4-F0A07E82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BA566-451A-D95D-48CB-EE92BDFA3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F9967-55F8-1E3A-5685-E8146330197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EDA3996-6962-2C1A-97F2-640FE4F3D077}"/>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1186151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98E02-D487-A136-2990-358E92CB96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7A568F-E462-A017-3045-E3EDB91F9F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D7D677-0E16-CDDE-B989-0769832D0F1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78D51D1-A758-BC3E-CDBD-EAA8E7934A04}"/>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38997035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EDA56-BA17-DA67-A42F-52CFB89F27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410C60-1A63-18CE-FFB1-8F5A87DCC6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335A98-0B82-0DA1-E98D-D773682E5EA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0FCC77D-41DC-96EA-216E-72BFB0E1D42A}"/>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1224684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7A3B1-7D46-F44E-4940-5FA5676A1A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20D9E-D780-A33E-DD4E-FD08988660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7948CE-D1A1-F696-A144-625B704FF2AC}"/>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00A60B5-D60F-684E-398D-2E9711509BB4}"/>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27426789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33B4-441B-B575-A34C-86CC2C329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CC08-3F63-2852-DF53-4AE2FDD70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2036C-CEA5-7883-CF73-08CB9005CBA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84F7A40-EC06-8340-3633-63E70C1F5D5B}"/>
              </a:ext>
            </a:extLst>
          </p:cNvPr>
          <p:cNvSpPr>
            <a:spLocks noGrp="1"/>
          </p:cNvSpPr>
          <p:nvPr>
            <p:ph type="sldNum" sz="quarter" idx="5"/>
          </p:nvPr>
        </p:nvSpPr>
        <p:spPr/>
        <p:txBody>
          <a:bodyPr/>
          <a:lstStyle/>
          <a:p>
            <a:fld id="{648246CF-7178-41AD-B6F8-BACEEA28FBE0}" type="slidenum">
              <a:rPr lang="en-US" smtClean="0"/>
              <a:t>127</a:t>
            </a:fld>
            <a:endParaRPr lang="en-US"/>
          </a:p>
        </p:txBody>
      </p:sp>
    </p:spTree>
    <p:extLst>
      <p:ext uri="{BB962C8B-B14F-4D97-AF65-F5344CB8AC3E}">
        <p14:creationId xmlns:p14="http://schemas.microsoft.com/office/powerpoint/2010/main" val="25393154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70A03-DC9A-3481-83DC-245347933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4A3A-C0ED-1C37-4801-E0528D4C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23AB3-7ECC-09B9-DEB2-3DEC7E47736B}"/>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F1432954-EC4F-658E-7405-FA5635CD29FC}"/>
              </a:ext>
            </a:extLst>
          </p:cNvPr>
          <p:cNvSpPr>
            <a:spLocks noGrp="1"/>
          </p:cNvSpPr>
          <p:nvPr>
            <p:ph type="sldNum" sz="quarter" idx="5"/>
          </p:nvPr>
        </p:nvSpPr>
        <p:spPr/>
        <p:txBody>
          <a:bodyPr/>
          <a:lstStyle/>
          <a:p>
            <a:fld id="{648246CF-7178-41AD-B6F8-BACEEA28FBE0}" type="slidenum">
              <a:rPr lang="en-US" smtClean="0"/>
              <a:t>128</a:t>
            </a:fld>
            <a:endParaRPr lang="en-US"/>
          </a:p>
        </p:txBody>
      </p:sp>
    </p:spTree>
    <p:extLst>
      <p:ext uri="{BB962C8B-B14F-4D97-AF65-F5344CB8AC3E}">
        <p14:creationId xmlns:p14="http://schemas.microsoft.com/office/powerpoint/2010/main" val="35081294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7E25-D719-49C1-DFCA-8A846CFEF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6FF1E-E644-B776-0A1C-04F01B788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524F4-A3E4-6FF1-3E8A-8B0C51AD0B4C}"/>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B9371B36-903C-A795-C9F2-E93132CBA848}"/>
              </a:ext>
            </a:extLst>
          </p:cNvPr>
          <p:cNvSpPr>
            <a:spLocks noGrp="1"/>
          </p:cNvSpPr>
          <p:nvPr>
            <p:ph type="sldNum" sz="quarter" idx="5"/>
          </p:nvPr>
        </p:nvSpPr>
        <p:spPr/>
        <p:txBody>
          <a:bodyPr/>
          <a:lstStyle/>
          <a:p>
            <a:fld id="{648246CF-7178-41AD-B6F8-BACEEA28FBE0}" type="slidenum">
              <a:rPr lang="en-US" smtClean="0"/>
              <a:t>129</a:t>
            </a:fld>
            <a:endParaRPr lang="en-US"/>
          </a:p>
        </p:txBody>
      </p:sp>
    </p:spTree>
    <p:extLst>
      <p:ext uri="{BB962C8B-B14F-4D97-AF65-F5344CB8AC3E}">
        <p14:creationId xmlns:p14="http://schemas.microsoft.com/office/powerpoint/2010/main" val="18002275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6DA4-02E6-5422-4DEC-FCFD806A5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D26FC-62E2-8CA6-F5DA-4B0969E8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8DCA-A0EF-FCF1-81B8-45428639BBB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774CAF-F0C2-658F-790E-EE436C09C707}"/>
              </a:ext>
            </a:extLst>
          </p:cNvPr>
          <p:cNvSpPr>
            <a:spLocks noGrp="1"/>
          </p:cNvSpPr>
          <p:nvPr>
            <p:ph type="sldNum" sz="quarter" idx="5"/>
          </p:nvPr>
        </p:nvSpPr>
        <p:spPr/>
        <p:txBody>
          <a:bodyPr/>
          <a:lstStyle/>
          <a:p>
            <a:fld id="{648246CF-7178-41AD-B6F8-BACEEA28FBE0}" type="slidenum">
              <a:rPr lang="en-US" smtClean="0"/>
              <a:t>130</a:t>
            </a:fld>
            <a:endParaRPr lang="en-US"/>
          </a:p>
        </p:txBody>
      </p:sp>
    </p:spTree>
    <p:extLst>
      <p:ext uri="{BB962C8B-B14F-4D97-AF65-F5344CB8AC3E}">
        <p14:creationId xmlns:p14="http://schemas.microsoft.com/office/powerpoint/2010/main" val="4230631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7107B-EFF1-F137-1FFE-111D52727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0B118-40F8-3830-2E94-80701B622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D9CCA-C90E-BB7D-3310-B84EDE95A6E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62206C5-AB7C-B274-07CE-0F2E50647752}"/>
              </a:ext>
            </a:extLst>
          </p:cNvPr>
          <p:cNvSpPr>
            <a:spLocks noGrp="1"/>
          </p:cNvSpPr>
          <p:nvPr>
            <p:ph type="sldNum" sz="quarter" idx="5"/>
          </p:nvPr>
        </p:nvSpPr>
        <p:spPr/>
        <p:txBody>
          <a:bodyPr/>
          <a:lstStyle/>
          <a:p>
            <a:fld id="{648246CF-7178-41AD-B6F8-BACEEA28FBE0}" type="slidenum">
              <a:rPr lang="en-US" smtClean="0"/>
              <a:t>131</a:t>
            </a:fld>
            <a:endParaRPr lang="en-US"/>
          </a:p>
        </p:txBody>
      </p:sp>
    </p:spTree>
    <p:extLst>
      <p:ext uri="{BB962C8B-B14F-4D97-AF65-F5344CB8AC3E}">
        <p14:creationId xmlns:p14="http://schemas.microsoft.com/office/powerpoint/2010/main" val="37019166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FE95-2AE4-ACB1-8CB1-4E249F4A5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6C7FD-BC93-7CB0-A9DC-2ECEDCE2C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BF0B-9234-CA48-36F8-96D03D262E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882310-B234-6576-C182-CCD4B929E9AE}"/>
              </a:ext>
            </a:extLst>
          </p:cNvPr>
          <p:cNvSpPr>
            <a:spLocks noGrp="1"/>
          </p:cNvSpPr>
          <p:nvPr>
            <p:ph type="sldNum" sz="quarter" idx="5"/>
          </p:nvPr>
        </p:nvSpPr>
        <p:spPr/>
        <p:txBody>
          <a:bodyPr/>
          <a:lstStyle/>
          <a:p>
            <a:fld id="{648246CF-7178-41AD-B6F8-BACEEA28FBE0}" type="slidenum">
              <a:rPr lang="en-US" smtClean="0"/>
              <a:t>132</a:t>
            </a:fld>
            <a:endParaRPr lang="en-US"/>
          </a:p>
        </p:txBody>
      </p:sp>
    </p:spTree>
    <p:extLst>
      <p:ext uri="{BB962C8B-B14F-4D97-AF65-F5344CB8AC3E}">
        <p14:creationId xmlns:p14="http://schemas.microsoft.com/office/powerpoint/2010/main" val="3931134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CBDC-8736-B92F-C486-9562F4B1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242A7-FC27-65F8-156A-A37420FC8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E58A7-DA5D-2EF6-ED24-0A8F450995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7510485-8852-CC0D-CCFD-822C1E829B2E}"/>
              </a:ext>
            </a:extLst>
          </p:cNvPr>
          <p:cNvSpPr>
            <a:spLocks noGrp="1"/>
          </p:cNvSpPr>
          <p:nvPr>
            <p:ph type="sldNum" sz="quarter" idx="5"/>
          </p:nvPr>
        </p:nvSpPr>
        <p:spPr/>
        <p:txBody>
          <a:bodyPr/>
          <a:lstStyle/>
          <a:p>
            <a:fld id="{648246CF-7178-41AD-B6F8-BACEEA28FBE0}" type="slidenum">
              <a:rPr lang="en-US" smtClean="0"/>
              <a:t>133</a:t>
            </a:fld>
            <a:endParaRPr lang="en-US"/>
          </a:p>
        </p:txBody>
      </p:sp>
    </p:spTree>
    <p:extLst>
      <p:ext uri="{BB962C8B-B14F-4D97-AF65-F5344CB8AC3E}">
        <p14:creationId xmlns:p14="http://schemas.microsoft.com/office/powerpoint/2010/main" val="19082177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019-4FEB-3324-7223-597FDB259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F750A-7037-025E-AD07-B6F93C673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620F-B8A6-ED1A-F551-CE6B6F3B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497FC23-FF37-597A-B2BD-85F34185C06C}"/>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5031565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6580-40BE-FFE4-6BE3-4E664C282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86B5C-C1A3-A30A-A61D-51B213BE5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5DF59-EAA6-D166-F2D0-ADED59B46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5150CE-4390-97F8-6316-95168C09C7D6}"/>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794932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7B18A-578D-0B0F-AD15-11E86C456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1F4CA-EE02-CA79-4428-F1B6F91FD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01164-17B5-FE3E-E0D2-42803B201DC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70C0239-DFCF-0C62-D1E9-B0C982D0B8DB}"/>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36467630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9E37-C79C-2402-C61C-DF29AD08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8DE3E-3069-B614-1034-CD748759F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90CEA-65CE-9A02-9452-918251CC48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264E15-8F80-C654-C2BD-F470F99D6D02}"/>
              </a:ext>
            </a:extLst>
          </p:cNvPr>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35459660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56F5-3660-899E-98F3-98DA41E4D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876E-FB67-D1A7-32B3-2A9E4EBCD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6DDB4-D54C-FD2C-42AE-31F2E939AD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F13EE3-03E5-8A9A-E08D-B439B8004220}"/>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23540220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F5C1-7FEE-C50B-F2B5-EEA430380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9A2E7-FF22-82BB-524A-7F5139F9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EC65A-968D-FBA0-457C-69E59450165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5BE352-E87B-5359-AC20-FF247403538A}"/>
              </a:ext>
            </a:extLst>
          </p:cNvPr>
          <p:cNvSpPr>
            <a:spLocks noGrp="1"/>
          </p:cNvSpPr>
          <p:nvPr>
            <p:ph type="sldNum" sz="quarter" idx="5"/>
          </p:nvPr>
        </p:nvSpPr>
        <p:spPr/>
        <p:txBody>
          <a:bodyPr/>
          <a:lstStyle/>
          <a:p>
            <a:fld id="{648246CF-7178-41AD-B6F8-BACEEA28FBE0}" type="slidenum">
              <a:rPr lang="en-US" smtClean="0"/>
              <a:t>139</a:t>
            </a:fld>
            <a:endParaRPr lang="en-US"/>
          </a:p>
        </p:txBody>
      </p:sp>
    </p:spTree>
    <p:extLst>
      <p:ext uri="{BB962C8B-B14F-4D97-AF65-F5344CB8AC3E}">
        <p14:creationId xmlns:p14="http://schemas.microsoft.com/office/powerpoint/2010/main" val="17230592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B171-42CE-41F4-160D-7A66DC821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A631B-1852-3D1E-0159-DF1AF03CF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31AB9-C975-B728-2C11-6DBC4E91AF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5BF93D-36DD-E0C3-2970-19418C153211}"/>
              </a:ext>
            </a:extLst>
          </p:cNvPr>
          <p:cNvSpPr>
            <a:spLocks noGrp="1"/>
          </p:cNvSpPr>
          <p:nvPr>
            <p:ph type="sldNum" sz="quarter" idx="5"/>
          </p:nvPr>
        </p:nvSpPr>
        <p:spPr/>
        <p:txBody>
          <a:bodyPr/>
          <a:lstStyle/>
          <a:p>
            <a:fld id="{648246CF-7178-41AD-B6F8-BACEEA28FBE0}" type="slidenum">
              <a:rPr lang="en-US" smtClean="0"/>
              <a:t>140</a:t>
            </a:fld>
            <a:endParaRPr lang="en-US"/>
          </a:p>
        </p:txBody>
      </p:sp>
    </p:spTree>
    <p:extLst>
      <p:ext uri="{BB962C8B-B14F-4D97-AF65-F5344CB8AC3E}">
        <p14:creationId xmlns:p14="http://schemas.microsoft.com/office/powerpoint/2010/main" val="10311552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B8B2-E860-A145-C1A5-E1C172567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D8F0F-176A-3BE0-355F-DF22F8FA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67EC9-31FD-8DB8-A6F9-25CBA679CD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9A14F6-C827-543E-3D53-7B75014D74D3}"/>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22380067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4C6-3A27-CB39-F368-35F4693E7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7513-F245-BE69-0847-95FC47CFB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CEC2-6047-CF7B-E75D-61000CB4F72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66CB7D2-ADD4-CA2D-D7E8-843C8ABD57E5}"/>
              </a:ext>
            </a:extLst>
          </p:cNvPr>
          <p:cNvSpPr>
            <a:spLocks noGrp="1"/>
          </p:cNvSpPr>
          <p:nvPr>
            <p:ph type="sldNum" sz="quarter" idx="5"/>
          </p:nvPr>
        </p:nvSpPr>
        <p:spPr/>
        <p:txBody>
          <a:bodyPr/>
          <a:lstStyle/>
          <a:p>
            <a:fld id="{648246CF-7178-41AD-B6F8-BACEEA28FBE0}" type="slidenum">
              <a:rPr lang="en-US" smtClean="0"/>
              <a:t>145</a:t>
            </a:fld>
            <a:endParaRPr lang="en-US"/>
          </a:p>
        </p:txBody>
      </p:sp>
    </p:spTree>
    <p:extLst>
      <p:ext uri="{BB962C8B-B14F-4D97-AF65-F5344CB8AC3E}">
        <p14:creationId xmlns:p14="http://schemas.microsoft.com/office/powerpoint/2010/main" val="1163483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C5B9E-90F2-FBAC-2216-FEBD81558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1DB7F-30BC-58F1-DEA9-E9742C058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517ED-EE76-1F46-2514-9D59DC9BD1E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862832A-0717-BDE5-5819-B3C61860D409}"/>
              </a:ext>
            </a:extLst>
          </p:cNvPr>
          <p:cNvSpPr>
            <a:spLocks noGrp="1"/>
          </p:cNvSpPr>
          <p:nvPr>
            <p:ph type="sldNum" sz="quarter" idx="5"/>
          </p:nvPr>
        </p:nvSpPr>
        <p:spPr/>
        <p:txBody>
          <a:bodyPr/>
          <a:lstStyle/>
          <a:p>
            <a:fld id="{648246CF-7178-41AD-B6F8-BACEEA28FBE0}" type="slidenum">
              <a:rPr lang="en-US" smtClean="0"/>
              <a:t>146</a:t>
            </a:fld>
            <a:endParaRPr lang="en-US"/>
          </a:p>
        </p:txBody>
      </p:sp>
    </p:spTree>
    <p:extLst>
      <p:ext uri="{BB962C8B-B14F-4D97-AF65-F5344CB8AC3E}">
        <p14:creationId xmlns:p14="http://schemas.microsoft.com/office/powerpoint/2010/main" val="36370266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8748E-71E9-4234-C7EF-3068A1AC5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0C43D-E2E0-3432-4103-BEA2D2635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98792-DEC8-7D49-E4FD-3A030DCDF8F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0BE23A7-820D-F50F-A6E0-55139FBF0F5A}"/>
              </a:ext>
            </a:extLst>
          </p:cNvPr>
          <p:cNvSpPr>
            <a:spLocks noGrp="1"/>
          </p:cNvSpPr>
          <p:nvPr>
            <p:ph type="sldNum" sz="quarter" idx="5"/>
          </p:nvPr>
        </p:nvSpPr>
        <p:spPr/>
        <p:txBody>
          <a:bodyPr/>
          <a:lstStyle/>
          <a:p>
            <a:fld id="{648246CF-7178-41AD-B6F8-BACEEA28FBE0}" type="slidenum">
              <a:rPr lang="en-US" smtClean="0"/>
              <a:t>147</a:t>
            </a:fld>
            <a:endParaRPr lang="en-US"/>
          </a:p>
        </p:txBody>
      </p:sp>
    </p:spTree>
    <p:extLst>
      <p:ext uri="{BB962C8B-B14F-4D97-AF65-F5344CB8AC3E}">
        <p14:creationId xmlns:p14="http://schemas.microsoft.com/office/powerpoint/2010/main" val="29994241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2C4F0-5486-15FE-BBF3-DDA0E22D23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489D26-5FB1-3576-2A83-F669C89DC4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59DFFD-6184-8260-1C95-CA6B9016414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DB94E2D2-530C-997D-EB49-AE5AB86C1891}"/>
              </a:ext>
            </a:extLst>
          </p:cNvPr>
          <p:cNvSpPr>
            <a:spLocks noGrp="1"/>
          </p:cNvSpPr>
          <p:nvPr>
            <p:ph type="sldNum" sz="quarter" idx="5"/>
          </p:nvPr>
        </p:nvSpPr>
        <p:spPr/>
        <p:txBody>
          <a:bodyPr/>
          <a:lstStyle/>
          <a:p>
            <a:fld id="{648246CF-7178-41AD-B6F8-BACEEA28FBE0}" type="slidenum">
              <a:rPr lang="en-US" smtClean="0"/>
              <a:t>148</a:t>
            </a:fld>
            <a:endParaRPr lang="en-US"/>
          </a:p>
        </p:txBody>
      </p:sp>
    </p:spTree>
    <p:extLst>
      <p:ext uri="{BB962C8B-B14F-4D97-AF65-F5344CB8AC3E}">
        <p14:creationId xmlns:p14="http://schemas.microsoft.com/office/powerpoint/2010/main" val="31977392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03E91-4FC5-7746-3609-F3136E5552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81CB1A-C13B-29AD-431C-1A51D018E9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C63BAF-6FB8-D062-2928-C3E5E8EB9CD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E140869-2A50-F593-4363-609064FACC3A}"/>
              </a:ext>
            </a:extLst>
          </p:cNvPr>
          <p:cNvSpPr>
            <a:spLocks noGrp="1"/>
          </p:cNvSpPr>
          <p:nvPr>
            <p:ph type="sldNum" sz="quarter" idx="5"/>
          </p:nvPr>
        </p:nvSpPr>
        <p:spPr/>
        <p:txBody>
          <a:bodyPr/>
          <a:lstStyle/>
          <a:p>
            <a:fld id="{648246CF-7178-41AD-B6F8-BACEEA28FBE0}" type="slidenum">
              <a:rPr lang="en-US" smtClean="0"/>
              <a:t>149</a:t>
            </a:fld>
            <a:endParaRPr lang="en-US"/>
          </a:p>
        </p:txBody>
      </p:sp>
    </p:spTree>
    <p:extLst>
      <p:ext uri="{BB962C8B-B14F-4D97-AF65-F5344CB8AC3E}">
        <p14:creationId xmlns:p14="http://schemas.microsoft.com/office/powerpoint/2010/main" val="6545333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B0BCE-70E2-F586-A0CE-125B72371C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F9AF98-8339-3477-C3B1-8F667EFE7A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C09848-A334-BB10-42AA-40AD01F3AE5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BF3C8D9-84D3-DD1B-FE3F-AFB59C7DEBBA}"/>
              </a:ext>
            </a:extLst>
          </p:cNvPr>
          <p:cNvSpPr>
            <a:spLocks noGrp="1"/>
          </p:cNvSpPr>
          <p:nvPr>
            <p:ph type="sldNum" sz="quarter" idx="5"/>
          </p:nvPr>
        </p:nvSpPr>
        <p:spPr/>
        <p:txBody>
          <a:bodyPr/>
          <a:lstStyle/>
          <a:p>
            <a:fld id="{648246CF-7178-41AD-B6F8-BACEEA28FBE0}" type="slidenum">
              <a:rPr lang="en-US" smtClean="0"/>
              <a:t>150</a:t>
            </a:fld>
            <a:endParaRPr lang="en-US"/>
          </a:p>
        </p:txBody>
      </p:sp>
    </p:spTree>
    <p:extLst>
      <p:ext uri="{BB962C8B-B14F-4D97-AF65-F5344CB8AC3E}">
        <p14:creationId xmlns:p14="http://schemas.microsoft.com/office/powerpoint/2010/main" val="28680873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8C688-EF89-DC1E-9585-CAEDE4D084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0887F0-DB3E-2149-3C1A-56D0C6DC12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FE1DD8-44C4-4BAE-B4A8-39EE4187544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B3F1863A-1DDF-30F5-2417-C77294A66A6D}"/>
              </a:ext>
            </a:extLst>
          </p:cNvPr>
          <p:cNvSpPr>
            <a:spLocks noGrp="1"/>
          </p:cNvSpPr>
          <p:nvPr>
            <p:ph type="sldNum" sz="quarter" idx="5"/>
          </p:nvPr>
        </p:nvSpPr>
        <p:spPr/>
        <p:txBody>
          <a:bodyPr/>
          <a:lstStyle/>
          <a:p>
            <a:fld id="{648246CF-7178-41AD-B6F8-BACEEA28FBE0}" type="slidenum">
              <a:rPr lang="en-US" smtClean="0"/>
              <a:t>151</a:t>
            </a:fld>
            <a:endParaRPr lang="en-US"/>
          </a:p>
        </p:txBody>
      </p:sp>
    </p:spTree>
    <p:extLst>
      <p:ext uri="{BB962C8B-B14F-4D97-AF65-F5344CB8AC3E}">
        <p14:creationId xmlns:p14="http://schemas.microsoft.com/office/powerpoint/2010/main" val="32825892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4C395-41CA-77D9-89ED-3CD35A1F43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BCFBAE-3116-33EA-7779-5428B8BA71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A69BE3-F44D-721A-C0DA-0AAF8111619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9ACE43F0-6E28-AF66-6737-F8DE8926CCE7}"/>
              </a:ext>
            </a:extLst>
          </p:cNvPr>
          <p:cNvSpPr>
            <a:spLocks noGrp="1"/>
          </p:cNvSpPr>
          <p:nvPr>
            <p:ph type="sldNum" sz="quarter" idx="5"/>
          </p:nvPr>
        </p:nvSpPr>
        <p:spPr/>
        <p:txBody>
          <a:bodyPr/>
          <a:lstStyle/>
          <a:p>
            <a:fld id="{648246CF-7178-41AD-B6F8-BACEEA28FBE0}" type="slidenum">
              <a:rPr lang="en-US" smtClean="0"/>
              <a:t>152</a:t>
            </a:fld>
            <a:endParaRPr lang="en-US"/>
          </a:p>
        </p:txBody>
      </p:sp>
    </p:spTree>
    <p:extLst>
      <p:ext uri="{BB962C8B-B14F-4D97-AF65-F5344CB8AC3E}">
        <p14:creationId xmlns:p14="http://schemas.microsoft.com/office/powerpoint/2010/main" val="24235529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838F7-A4BF-0629-555F-4F2C1465B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7789FA-9EEC-0F93-D9B1-127D550B6F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36C317-A98B-70EB-5D39-C82AC7FB9D8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1C8A9C4-6941-3268-A921-EBD54AAEF6FC}"/>
              </a:ext>
            </a:extLst>
          </p:cNvPr>
          <p:cNvSpPr>
            <a:spLocks noGrp="1"/>
          </p:cNvSpPr>
          <p:nvPr>
            <p:ph type="sldNum" sz="quarter" idx="5"/>
          </p:nvPr>
        </p:nvSpPr>
        <p:spPr/>
        <p:txBody>
          <a:bodyPr/>
          <a:lstStyle/>
          <a:p>
            <a:fld id="{648246CF-7178-41AD-B6F8-BACEEA28FBE0}" type="slidenum">
              <a:rPr lang="en-US" smtClean="0"/>
              <a:t>153</a:t>
            </a:fld>
            <a:endParaRPr lang="en-US"/>
          </a:p>
        </p:txBody>
      </p:sp>
    </p:spTree>
    <p:extLst>
      <p:ext uri="{BB962C8B-B14F-4D97-AF65-F5344CB8AC3E}">
        <p14:creationId xmlns:p14="http://schemas.microsoft.com/office/powerpoint/2010/main" val="36779828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8AC2-DC14-DF59-2B98-6483EECC7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F0A00-D00F-9BB2-F131-8045565EC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3BA7C-DDAF-E692-D1C8-56D9BCD9077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959BBAE-D432-EA93-6C40-63B806B5F0D3}"/>
              </a:ext>
            </a:extLst>
          </p:cNvPr>
          <p:cNvSpPr>
            <a:spLocks noGrp="1"/>
          </p:cNvSpPr>
          <p:nvPr>
            <p:ph type="sldNum" sz="quarter" idx="5"/>
          </p:nvPr>
        </p:nvSpPr>
        <p:spPr/>
        <p:txBody>
          <a:bodyPr/>
          <a:lstStyle/>
          <a:p>
            <a:fld id="{648246CF-7178-41AD-B6F8-BACEEA28FBE0}" type="slidenum">
              <a:rPr lang="en-US" smtClean="0"/>
              <a:t>185</a:t>
            </a:fld>
            <a:endParaRPr lang="en-US"/>
          </a:p>
        </p:txBody>
      </p:sp>
    </p:spTree>
    <p:extLst>
      <p:ext uri="{BB962C8B-B14F-4D97-AF65-F5344CB8AC3E}">
        <p14:creationId xmlns:p14="http://schemas.microsoft.com/office/powerpoint/2010/main" val="36802810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74B47-138D-0597-77F7-2814E443F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E99E4-CB3E-B218-3AF5-4A71DF68F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BD779-F07D-DF58-378A-00CBF305782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5B796EA-D062-1EB4-3E3F-3AF4A82A99CE}"/>
              </a:ext>
            </a:extLst>
          </p:cNvPr>
          <p:cNvSpPr>
            <a:spLocks noGrp="1"/>
          </p:cNvSpPr>
          <p:nvPr>
            <p:ph type="sldNum" sz="quarter" idx="5"/>
          </p:nvPr>
        </p:nvSpPr>
        <p:spPr/>
        <p:txBody>
          <a:bodyPr/>
          <a:lstStyle/>
          <a:p>
            <a:fld id="{648246CF-7178-41AD-B6F8-BACEEA28FBE0}" type="slidenum">
              <a:rPr lang="en-US" smtClean="0"/>
              <a:t>186</a:t>
            </a:fld>
            <a:endParaRPr lang="en-US"/>
          </a:p>
        </p:txBody>
      </p:sp>
    </p:spTree>
    <p:extLst>
      <p:ext uri="{BB962C8B-B14F-4D97-AF65-F5344CB8AC3E}">
        <p14:creationId xmlns:p14="http://schemas.microsoft.com/office/powerpoint/2010/main" val="13268951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BEC7B-E200-4FB4-0792-CC519CEF14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51FBC2-C8E2-9757-7E80-50762682F3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0738E0-6190-77E0-14FA-00AAB4E19E6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9B5BCBD-F0AB-4286-AD24-47FFD00D1516}"/>
              </a:ext>
            </a:extLst>
          </p:cNvPr>
          <p:cNvSpPr>
            <a:spLocks noGrp="1"/>
          </p:cNvSpPr>
          <p:nvPr>
            <p:ph type="sldNum" sz="quarter" idx="5"/>
          </p:nvPr>
        </p:nvSpPr>
        <p:spPr/>
        <p:txBody>
          <a:bodyPr/>
          <a:lstStyle/>
          <a:p>
            <a:fld id="{648246CF-7178-41AD-B6F8-BACEEA28FBE0}" type="slidenum">
              <a:rPr lang="en-US" smtClean="0"/>
              <a:t>187</a:t>
            </a:fld>
            <a:endParaRPr lang="en-US"/>
          </a:p>
        </p:txBody>
      </p:sp>
    </p:spTree>
    <p:extLst>
      <p:ext uri="{BB962C8B-B14F-4D97-AF65-F5344CB8AC3E}">
        <p14:creationId xmlns:p14="http://schemas.microsoft.com/office/powerpoint/2010/main" val="33849906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713E7-4BD9-0425-3C37-B566C5A4FF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99875C-63F6-D145-2B77-2B4C92A3FA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B2287B-C572-C126-9984-66F6DCD19E4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DCA3E3A-78F0-A38C-D87B-9E1D3F768B46}"/>
              </a:ext>
            </a:extLst>
          </p:cNvPr>
          <p:cNvSpPr>
            <a:spLocks noGrp="1"/>
          </p:cNvSpPr>
          <p:nvPr>
            <p:ph type="sldNum" sz="quarter" idx="5"/>
          </p:nvPr>
        </p:nvSpPr>
        <p:spPr/>
        <p:txBody>
          <a:bodyPr/>
          <a:lstStyle/>
          <a:p>
            <a:fld id="{648246CF-7178-41AD-B6F8-BACEEA28FBE0}" type="slidenum">
              <a:rPr lang="en-US" smtClean="0"/>
              <a:t>188</a:t>
            </a:fld>
            <a:endParaRPr lang="en-US"/>
          </a:p>
        </p:txBody>
      </p:sp>
    </p:spTree>
    <p:extLst>
      <p:ext uri="{BB962C8B-B14F-4D97-AF65-F5344CB8AC3E}">
        <p14:creationId xmlns:p14="http://schemas.microsoft.com/office/powerpoint/2010/main" val="19578435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D49BE-863D-DD45-5289-241902500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6B4710-5355-E8CA-5502-71FC8B9765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5C014E-5750-FF95-9AB1-697D5B8847C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14A4077-BC7A-79AB-DA62-4C6B40D771C6}"/>
              </a:ext>
            </a:extLst>
          </p:cNvPr>
          <p:cNvSpPr>
            <a:spLocks noGrp="1"/>
          </p:cNvSpPr>
          <p:nvPr>
            <p:ph type="sldNum" sz="quarter" idx="5"/>
          </p:nvPr>
        </p:nvSpPr>
        <p:spPr/>
        <p:txBody>
          <a:bodyPr/>
          <a:lstStyle/>
          <a:p>
            <a:fld id="{648246CF-7178-41AD-B6F8-BACEEA28FBE0}" type="slidenum">
              <a:rPr lang="en-US" smtClean="0"/>
              <a:t>189</a:t>
            </a:fld>
            <a:endParaRPr lang="en-US"/>
          </a:p>
        </p:txBody>
      </p:sp>
    </p:spTree>
    <p:extLst>
      <p:ext uri="{BB962C8B-B14F-4D97-AF65-F5344CB8AC3E}">
        <p14:creationId xmlns:p14="http://schemas.microsoft.com/office/powerpoint/2010/main" val="13509931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79071-3197-62FC-FB24-E380D748D0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594B87-52DF-BD79-DCD6-3517B1AE00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78F42-00C6-1B6F-B75F-B8370647CA9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BDF99F3-AAD5-56D3-F2B8-26D03492E73F}"/>
              </a:ext>
            </a:extLst>
          </p:cNvPr>
          <p:cNvSpPr>
            <a:spLocks noGrp="1"/>
          </p:cNvSpPr>
          <p:nvPr>
            <p:ph type="sldNum" sz="quarter" idx="5"/>
          </p:nvPr>
        </p:nvSpPr>
        <p:spPr/>
        <p:txBody>
          <a:bodyPr/>
          <a:lstStyle/>
          <a:p>
            <a:fld id="{648246CF-7178-41AD-B6F8-BACEEA28FBE0}" type="slidenum">
              <a:rPr lang="en-US" smtClean="0"/>
              <a:t>190</a:t>
            </a:fld>
            <a:endParaRPr lang="en-US"/>
          </a:p>
        </p:txBody>
      </p:sp>
    </p:spTree>
    <p:extLst>
      <p:ext uri="{BB962C8B-B14F-4D97-AF65-F5344CB8AC3E}">
        <p14:creationId xmlns:p14="http://schemas.microsoft.com/office/powerpoint/2010/main" val="10506292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29617-C4F9-EDDD-6C15-74C165AEA9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FD626B-F52E-100A-C309-5159FD39BF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313909-87C8-E6CA-A555-E77FFD015F7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6D8A14D-8E1E-8612-F4E2-2883E1EB8FDA}"/>
              </a:ext>
            </a:extLst>
          </p:cNvPr>
          <p:cNvSpPr>
            <a:spLocks noGrp="1"/>
          </p:cNvSpPr>
          <p:nvPr>
            <p:ph type="sldNum" sz="quarter" idx="5"/>
          </p:nvPr>
        </p:nvSpPr>
        <p:spPr/>
        <p:txBody>
          <a:bodyPr/>
          <a:lstStyle/>
          <a:p>
            <a:fld id="{648246CF-7178-41AD-B6F8-BACEEA28FBE0}" type="slidenum">
              <a:rPr lang="en-US" smtClean="0"/>
              <a:t>191</a:t>
            </a:fld>
            <a:endParaRPr lang="en-US"/>
          </a:p>
        </p:txBody>
      </p:sp>
    </p:spTree>
    <p:extLst>
      <p:ext uri="{BB962C8B-B14F-4D97-AF65-F5344CB8AC3E}">
        <p14:creationId xmlns:p14="http://schemas.microsoft.com/office/powerpoint/2010/main" val="1737501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66DE5-B6F1-91F8-7716-66BC7C4DC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0757C-B5B3-58CC-1EE5-1AF6AC7563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094303-264A-87CF-1329-E39D46100FE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5F232B1-404E-947E-3F71-9BC631384254}"/>
              </a:ext>
            </a:extLst>
          </p:cNvPr>
          <p:cNvSpPr>
            <a:spLocks noGrp="1"/>
          </p:cNvSpPr>
          <p:nvPr>
            <p:ph type="sldNum" sz="quarter" idx="5"/>
          </p:nvPr>
        </p:nvSpPr>
        <p:spPr/>
        <p:txBody>
          <a:bodyPr/>
          <a:lstStyle/>
          <a:p>
            <a:fld id="{648246CF-7178-41AD-B6F8-BACEEA28FBE0}" type="slidenum">
              <a:rPr lang="en-US" smtClean="0"/>
              <a:t>192</a:t>
            </a:fld>
            <a:endParaRPr lang="en-US"/>
          </a:p>
        </p:txBody>
      </p:sp>
    </p:spTree>
    <p:extLst>
      <p:ext uri="{BB962C8B-B14F-4D97-AF65-F5344CB8AC3E}">
        <p14:creationId xmlns:p14="http://schemas.microsoft.com/office/powerpoint/2010/main" val="37896939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71402-7D92-6BF2-0A6F-047F19ACFD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22ABB1-819A-BA74-8CE6-6D0391D3EB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73A9C-9F1B-0450-3A8A-DA652A5E372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F54DE49-3482-3BA8-2022-D72580C0C5F6}"/>
              </a:ext>
            </a:extLst>
          </p:cNvPr>
          <p:cNvSpPr>
            <a:spLocks noGrp="1"/>
          </p:cNvSpPr>
          <p:nvPr>
            <p:ph type="sldNum" sz="quarter" idx="5"/>
          </p:nvPr>
        </p:nvSpPr>
        <p:spPr/>
        <p:txBody>
          <a:bodyPr/>
          <a:lstStyle/>
          <a:p>
            <a:fld id="{648246CF-7178-41AD-B6F8-BACEEA28FBE0}" type="slidenum">
              <a:rPr lang="en-US" smtClean="0"/>
              <a:t>193</a:t>
            </a:fld>
            <a:endParaRPr lang="en-US"/>
          </a:p>
        </p:txBody>
      </p:sp>
    </p:spTree>
    <p:extLst>
      <p:ext uri="{BB962C8B-B14F-4D97-AF65-F5344CB8AC3E}">
        <p14:creationId xmlns:p14="http://schemas.microsoft.com/office/powerpoint/2010/main" val="14813709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BBC11-2F53-963E-35D5-9AD86E843F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B4B287-55DD-1D3F-15AE-3E81110A32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72C5C6-64A0-1664-0AD3-DDC5E721562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B672F02-DC45-1CC3-773B-790B4F017CF6}"/>
              </a:ext>
            </a:extLst>
          </p:cNvPr>
          <p:cNvSpPr>
            <a:spLocks noGrp="1"/>
          </p:cNvSpPr>
          <p:nvPr>
            <p:ph type="sldNum" sz="quarter" idx="5"/>
          </p:nvPr>
        </p:nvSpPr>
        <p:spPr/>
        <p:txBody>
          <a:bodyPr/>
          <a:lstStyle/>
          <a:p>
            <a:fld id="{648246CF-7178-41AD-B6F8-BACEEA28FBE0}" type="slidenum">
              <a:rPr lang="en-US" smtClean="0"/>
              <a:t>194</a:t>
            </a:fld>
            <a:endParaRPr lang="en-US"/>
          </a:p>
        </p:txBody>
      </p:sp>
    </p:spTree>
    <p:extLst>
      <p:ext uri="{BB962C8B-B14F-4D97-AF65-F5344CB8AC3E}">
        <p14:creationId xmlns:p14="http://schemas.microsoft.com/office/powerpoint/2010/main" val="20246769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29258-5FCB-01F2-715E-03F1FDF7A1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4A23F8-F016-2B1C-6107-DAB15F7A7F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9C912D-C897-5C92-5739-1129E075F9D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87AB216-AA21-C183-1F27-0AA989FF51F5}"/>
              </a:ext>
            </a:extLst>
          </p:cNvPr>
          <p:cNvSpPr>
            <a:spLocks noGrp="1"/>
          </p:cNvSpPr>
          <p:nvPr>
            <p:ph type="sldNum" sz="quarter" idx="5"/>
          </p:nvPr>
        </p:nvSpPr>
        <p:spPr/>
        <p:txBody>
          <a:bodyPr/>
          <a:lstStyle/>
          <a:p>
            <a:fld id="{648246CF-7178-41AD-B6F8-BACEEA28FBE0}" type="slidenum">
              <a:rPr lang="en-US" smtClean="0"/>
              <a:t>195</a:t>
            </a:fld>
            <a:endParaRPr lang="en-US"/>
          </a:p>
        </p:txBody>
      </p:sp>
    </p:spTree>
    <p:extLst>
      <p:ext uri="{BB962C8B-B14F-4D97-AF65-F5344CB8AC3E}">
        <p14:creationId xmlns:p14="http://schemas.microsoft.com/office/powerpoint/2010/main" val="4282442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36A90-CD5D-400C-00F8-12C4665FA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B88395-660E-5B5E-B7D4-25061834F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521D62-53A7-C01A-FE34-EE007CC4740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B08ED08-22C6-C33B-D484-BDFE81374B85}"/>
              </a:ext>
            </a:extLst>
          </p:cNvPr>
          <p:cNvSpPr>
            <a:spLocks noGrp="1"/>
          </p:cNvSpPr>
          <p:nvPr>
            <p:ph type="sldNum" sz="quarter" idx="5"/>
          </p:nvPr>
        </p:nvSpPr>
        <p:spPr/>
        <p:txBody>
          <a:bodyPr/>
          <a:lstStyle/>
          <a:p>
            <a:fld id="{648246CF-7178-41AD-B6F8-BACEEA28FBE0}" type="slidenum">
              <a:rPr lang="en-US" smtClean="0"/>
              <a:t>196</a:t>
            </a:fld>
            <a:endParaRPr lang="en-US"/>
          </a:p>
        </p:txBody>
      </p:sp>
    </p:spTree>
    <p:extLst>
      <p:ext uri="{BB962C8B-B14F-4D97-AF65-F5344CB8AC3E}">
        <p14:creationId xmlns:p14="http://schemas.microsoft.com/office/powerpoint/2010/main" val="30642789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FB085-F431-F0DC-A60E-2B2F1BBA25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344CF7-3CBB-5C23-C70E-82BCAC5E84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B9E36F-6F08-3FE3-F661-15A4A343DB9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E938688-E4BA-4C22-89F6-E6DEAB1621CE}"/>
              </a:ext>
            </a:extLst>
          </p:cNvPr>
          <p:cNvSpPr>
            <a:spLocks noGrp="1"/>
          </p:cNvSpPr>
          <p:nvPr>
            <p:ph type="sldNum" sz="quarter" idx="5"/>
          </p:nvPr>
        </p:nvSpPr>
        <p:spPr/>
        <p:txBody>
          <a:bodyPr/>
          <a:lstStyle/>
          <a:p>
            <a:fld id="{648246CF-7178-41AD-B6F8-BACEEA28FBE0}" type="slidenum">
              <a:rPr lang="en-US" smtClean="0"/>
              <a:t>197</a:t>
            </a:fld>
            <a:endParaRPr lang="en-US"/>
          </a:p>
        </p:txBody>
      </p:sp>
    </p:spTree>
    <p:extLst>
      <p:ext uri="{BB962C8B-B14F-4D97-AF65-F5344CB8AC3E}">
        <p14:creationId xmlns:p14="http://schemas.microsoft.com/office/powerpoint/2010/main" val="14366485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FDB6F-8C8A-9325-11F4-EE7048E1B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249CCA-D201-D111-F893-67E638D036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3106BD-B16A-0482-04C8-196A33FD08D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51ABB59-91D2-B6B7-580B-36B32E7B65AE}"/>
              </a:ext>
            </a:extLst>
          </p:cNvPr>
          <p:cNvSpPr>
            <a:spLocks noGrp="1"/>
          </p:cNvSpPr>
          <p:nvPr>
            <p:ph type="sldNum" sz="quarter" idx="5"/>
          </p:nvPr>
        </p:nvSpPr>
        <p:spPr/>
        <p:txBody>
          <a:bodyPr/>
          <a:lstStyle/>
          <a:p>
            <a:fld id="{648246CF-7178-41AD-B6F8-BACEEA28FBE0}" type="slidenum">
              <a:rPr lang="en-US" smtClean="0"/>
              <a:t>200</a:t>
            </a:fld>
            <a:endParaRPr lang="en-US"/>
          </a:p>
        </p:txBody>
      </p:sp>
    </p:spTree>
    <p:extLst>
      <p:ext uri="{BB962C8B-B14F-4D97-AF65-F5344CB8AC3E}">
        <p14:creationId xmlns:p14="http://schemas.microsoft.com/office/powerpoint/2010/main" val="18843706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3CFC3-7102-344C-91FA-A45F500BAC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766F5-2B4C-165F-5A88-025F7BFE99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850674-B113-090A-057C-D0997A23D20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068331C-04D9-3A63-4085-BBFF2A4BF02E}"/>
              </a:ext>
            </a:extLst>
          </p:cNvPr>
          <p:cNvSpPr>
            <a:spLocks noGrp="1"/>
          </p:cNvSpPr>
          <p:nvPr>
            <p:ph type="sldNum" sz="quarter" idx="5"/>
          </p:nvPr>
        </p:nvSpPr>
        <p:spPr/>
        <p:txBody>
          <a:bodyPr/>
          <a:lstStyle/>
          <a:p>
            <a:fld id="{648246CF-7178-41AD-B6F8-BACEEA28FBE0}" type="slidenum">
              <a:rPr lang="en-US" smtClean="0"/>
              <a:t>201</a:t>
            </a:fld>
            <a:endParaRPr lang="en-US"/>
          </a:p>
        </p:txBody>
      </p:sp>
    </p:spTree>
    <p:extLst>
      <p:ext uri="{BB962C8B-B14F-4D97-AF65-F5344CB8AC3E}">
        <p14:creationId xmlns:p14="http://schemas.microsoft.com/office/powerpoint/2010/main" val="23350459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9CEE8-0340-8188-A5DB-7B5DABD35C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C8096B-7AA5-F115-BD46-717A40DCF8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1A55AF-3A9A-9EB6-2CD6-C2D0591BD40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0613936-BB5C-EA55-B8F7-EED931CD667B}"/>
              </a:ext>
            </a:extLst>
          </p:cNvPr>
          <p:cNvSpPr>
            <a:spLocks noGrp="1"/>
          </p:cNvSpPr>
          <p:nvPr>
            <p:ph type="sldNum" sz="quarter" idx="5"/>
          </p:nvPr>
        </p:nvSpPr>
        <p:spPr/>
        <p:txBody>
          <a:bodyPr/>
          <a:lstStyle/>
          <a:p>
            <a:fld id="{648246CF-7178-41AD-B6F8-BACEEA28FBE0}" type="slidenum">
              <a:rPr lang="en-US" smtClean="0"/>
              <a:t>202</a:t>
            </a:fld>
            <a:endParaRPr lang="en-US"/>
          </a:p>
        </p:txBody>
      </p:sp>
    </p:spTree>
    <p:extLst>
      <p:ext uri="{BB962C8B-B14F-4D97-AF65-F5344CB8AC3E}">
        <p14:creationId xmlns:p14="http://schemas.microsoft.com/office/powerpoint/2010/main" val="84605855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1D3BC-6B44-6363-D47A-C2B7EE5C7D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D18FD3-2337-8E46-90A9-C527A82FA2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C7EFCE-5673-60FA-35C0-75C073A0970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3DC571D-FCB8-3E7E-829B-EF01AB1227DF}"/>
              </a:ext>
            </a:extLst>
          </p:cNvPr>
          <p:cNvSpPr>
            <a:spLocks noGrp="1"/>
          </p:cNvSpPr>
          <p:nvPr>
            <p:ph type="sldNum" sz="quarter" idx="5"/>
          </p:nvPr>
        </p:nvSpPr>
        <p:spPr/>
        <p:txBody>
          <a:bodyPr/>
          <a:lstStyle/>
          <a:p>
            <a:fld id="{648246CF-7178-41AD-B6F8-BACEEA28FBE0}" type="slidenum">
              <a:rPr lang="en-US" smtClean="0"/>
              <a:t>203</a:t>
            </a:fld>
            <a:endParaRPr lang="en-US"/>
          </a:p>
        </p:txBody>
      </p:sp>
    </p:spTree>
    <p:extLst>
      <p:ext uri="{BB962C8B-B14F-4D97-AF65-F5344CB8AC3E}">
        <p14:creationId xmlns:p14="http://schemas.microsoft.com/office/powerpoint/2010/main" val="24811807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D12CF-BECA-63FC-23BF-07F32C93AE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17CDE-1FD8-D0CA-7C2D-AD74B6DBC1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B61407-4823-CF21-EFE7-87D79CA4D59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9F5DFD1-80BE-B717-C487-AA59602EECE4}"/>
              </a:ext>
            </a:extLst>
          </p:cNvPr>
          <p:cNvSpPr>
            <a:spLocks noGrp="1"/>
          </p:cNvSpPr>
          <p:nvPr>
            <p:ph type="sldNum" sz="quarter" idx="5"/>
          </p:nvPr>
        </p:nvSpPr>
        <p:spPr/>
        <p:txBody>
          <a:bodyPr/>
          <a:lstStyle/>
          <a:p>
            <a:fld id="{648246CF-7178-41AD-B6F8-BACEEA28FBE0}" type="slidenum">
              <a:rPr lang="en-US" smtClean="0"/>
              <a:t>204</a:t>
            </a:fld>
            <a:endParaRPr lang="en-US"/>
          </a:p>
        </p:txBody>
      </p:sp>
    </p:spTree>
    <p:extLst>
      <p:ext uri="{BB962C8B-B14F-4D97-AF65-F5344CB8AC3E}">
        <p14:creationId xmlns:p14="http://schemas.microsoft.com/office/powerpoint/2010/main" val="11010516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9608A-3862-599C-9815-D936E2ADD6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C856DB-D0E7-A737-100A-632EB11CE6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32FE65-2D9F-529A-17A1-28C2911AF94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82B5337-413C-7D79-D3B4-A0052A920B95}"/>
              </a:ext>
            </a:extLst>
          </p:cNvPr>
          <p:cNvSpPr>
            <a:spLocks noGrp="1"/>
          </p:cNvSpPr>
          <p:nvPr>
            <p:ph type="sldNum" sz="quarter" idx="5"/>
          </p:nvPr>
        </p:nvSpPr>
        <p:spPr/>
        <p:txBody>
          <a:bodyPr/>
          <a:lstStyle/>
          <a:p>
            <a:fld id="{648246CF-7178-41AD-B6F8-BACEEA28FBE0}" type="slidenum">
              <a:rPr lang="en-US" smtClean="0"/>
              <a:t>205</a:t>
            </a:fld>
            <a:endParaRPr lang="en-US"/>
          </a:p>
        </p:txBody>
      </p:sp>
    </p:spTree>
    <p:extLst>
      <p:ext uri="{BB962C8B-B14F-4D97-AF65-F5344CB8AC3E}">
        <p14:creationId xmlns:p14="http://schemas.microsoft.com/office/powerpoint/2010/main" val="34571853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91556-4998-A197-5250-E27805F39E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39D57A-7F42-76C6-0389-CD78264C8F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A85226-5533-0F96-8AD5-6B61D41CC40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2D53E12-E624-43EC-A2F0-3CF9E4AE0522}"/>
              </a:ext>
            </a:extLst>
          </p:cNvPr>
          <p:cNvSpPr>
            <a:spLocks noGrp="1"/>
          </p:cNvSpPr>
          <p:nvPr>
            <p:ph type="sldNum" sz="quarter" idx="5"/>
          </p:nvPr>
        </p:nvSpPr>
        <p:spPr/>
        <p:txBody>
          <a:bodyPr/>
          <a:lstStyle/>
          <a:p>
            <a:fld id="{648246CF-7178-41AD-B6F8-BACEEA28FBE0}" type="slidenum">
              <a:rPr lang="en-US" smtClean="0"/>
              <a:t>206</a:t>
            </a:fld>
            <a:endParaRPr lang="en-US"/>
          </a:p>
        </p:txBody>
      </p:sp>
    </p:spTree>
    <p:extLst>
      <p:ext uri="{BB962C8B-B14F-4D97-AF65-F5344CB8AC3E}">
        <p14:creationId xmlns:p14="http://schemas.microsoft.com/office/powerpoint/2010/main" val="267702102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FE25F-9431-3201-E56A-8F2417A6C6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58FB02-2A76-326A-65FB-7F18D8C805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788E47-D39F-344D-1D93-1592E777F47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18C1C73-89B4-1827-790B-0E5933D48950}"/>
              </a:ext>
            </a:extLst>
          </p:cNvPr>
          <p:cNvSpPr>
            <a:spLocks noGrp="1"/>
          </p:cNvSpPr>
          <p:nvPr>
            <p:ph type="sldNum" sz="quarter" idx="5"/>
          </p:nvPr>
        </p:nvSpPr>
        <p:spPr/>
        <p:txBody>
          <a:bodyPr/>
          <a:lstStyle/>
          <a:p>
            <a:fld id="{648246CF-7178-41AD-B6F8-BACEEA28FBE0}" type="slidenum">
              <a:rPr lang="en-US" smtClean="0"/>
              <a:t>207</a:t>
            </a:fld>
            <a:endParaRPr lang="en-US"/>
          </a:p>
        </p:txBody>
      </p:sp>
    </p:spTree>
    <p:extLst>
      <p:ext uri="{BB962C8B-B14F-4D97-AF65-F5344CB8AC3E}">
        <p14:creationId xmlns:p14="http://schemas.microsoft.com/office/powerpoint/2010/main" val="52045996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3E15F-208E-A219-CA65-5349374E5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FC114B-F05D-B3F1-284C-0AA4997F17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E5821E-0412-2336-39D8-D3AF4A91A74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7CA90F4-9360-E840-CEA0-542DDD03FB94}"/>
              </a:ext>
            </a:extLst>
          </p:cNvPr>
          <p:cNvSpPr>
            <a:spLocks noGrp="1"/>
          </p:cNvSpPr>
          <p:nvPr>
            <p:ph type="sldNum" sz="quarter" idx="5"/>
          </p:nvPr>
        </p:nvSpPr>
        <p:spPr/>
        <p:txBody>
          <a:bodyPr/>
          <a:lstStyle/>
          <a:p>
            <a:fld id="{648246CF-7178-41AD-B6F8-BACEEA28FBE0}" type="slidenum">
              <a:rPr lang="en-US" smtClean="0"/>
              <a:t>208</a:t>
            </a:fld>
            <a:endParaRPr lang="en-US"/>
          </a:p>
        </p:txBody>
      </p:sp>
    </p:spTree>
    <p:extLst>
      <p:ext uri="{BB962C8B-B14F-4D97-AF65-F5344CB8AC3E}">
        <p14:creationId xmlns:p14="http://schemas.microsoft.com/office/powerpoint/2010/main" val="176739607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D5841-8C52-3A80-87B0-1793D4FED0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4E7166-0C79-3614-0751-D4C6FDA835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6EB97E-0922-5E90-6588-B86823B9DA3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876C225-1A3A-F0E0-3410-38650D3D7907}"/>
              </a:ext>
            </a:extLst>
          </p:cNvPr>
          <p:cNvSpPr>
            <a:spLocks noGrp="1"/>
          </p:cNvSpPr>
          <p:nvPr>
            <p:ph type="sldNum" sz="quarter" idx="5"/>
          </p:nvPr>
        </p:nvSpPr>
        <p:spPr/>
        <p:txBody>
          <a:bodyPr/>
          <a:lstStyle/>
          <a:p>
            <a:fld id="{648246CF-7178-41AD-B6F8-BACEEA28FBE0}" type="slidenum">
              <a:rPr lang="en-US" smtClean="0"/>
              <a:t>209</a:t>
            </a:fld>
            <a:endParaRPr lang="en-US"/>
          </a:p>
        </p:txBody>
      </p:sp>
    </p:spTree>
    <p:extLst>
      <p:ext uri="{BB962C8B-B14F-4D97-AF65-F5344CB8AC3E}">
        <p14:creationId xmlns:p14="http://schemas.microsoft.com/office/powerpoint/2010/main" val="25526839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68CA6-39AD-A131-E480-A3D00B3D80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286DCE-A9A5-1B56-78CA-B7CA0092B5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CEB735-214F-5EEC-D885-999BAF21605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2249033-4E4A-0178-711B-62EC052E39CE}"/>
              </a:ext>
            </a:extLst>
          </p:cNvPr>
          <p:cNvSpPr>
            <a:spLocks noGrp="1"/>
          </p:cNvSpPr>
          <p:nvPr>
            <p:ph type="sldNum" sz="quarter" idx="5"/>
          </p:nvPr>
        </p:nvSpPr>
        <p:spPr/>
        <p:txBody>
          <a:bodyPr/>
          <a:lstStyle/>
          <a:p>
            <a:fld id="{648246CF-7178-41AD-B6F8-BACEEA28FBE0}" type="slidenum">
              <a:rPr lang="en-US" smtClean="0"/>
              <a:t>210</a:t>
            </a:fld>
            <a:endParaRPr lang="en-US"/>
          </a:p>
        </p:txBody>
      </p:sp>
    </p:spTree>
    <p:extLst>
      <p:ext uri="{BB962C8B-B14F-4D97-AF65-F5344CB8AC3E}">
        <p14:creationId xmlns:p14="http://schemas.microsoft.com/office/powerpoint/2010/main" val="396584906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50344-55E0-BA44-4C79-05DC77F033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8AA2B3-3D26-427B-DDC2-138E0C064D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B4A08F-319B-ADFD-2DB1-8C3060C727C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D988919-3368-C47E-81BE-8E9F9F8E4426}"/>
              </a:ext>
            </a:extLst>
          </p:cNvPr>
          <p:cNvSpPr>
            <a:spLocks noGrp="1"/>
          </p:cNvSpPr>
          <p:nvPr>
            <p:ph type="sldNum" sz="quarter" idx="5"/>
          </p:nvPr>
        </p:nvSpPr>
        <p:spPr/>
        <p:txBody>
          <a:bodyPr/>
          <a:lstStyle/>
          <a:p>
            <a:fld id="{648246CF-7178-41AD-B6F8-BACEEA28FBE0}" type="slidenum">
              <a:rPr lang="en-US" smtClean="0"/>
              <a:t>211</a:t>
            </a:fld>
            <a:endParaRPr lang="en-US"/>
          </a:p>
        </p:txBody>
      </p:sp>
    </p:spTree>
    <p:extLst>
      <p:ext uri="{BB962C8B-B14F-4D97-AF65-F5344CB8AC3E}">
        <p14:creationId xmlns:p14="http://schemas.microsoft.com/office/powerpoint/2010/main" val="25744950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99853-7F15-285E-BBB6-CE2BC9E074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005602-146A-16F6-6948-D040BB68E1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E87949-7E65-D6C0-28D9-4C2CB9BA845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941AAD2-C42F-E4C3-DA21-6E64D76DB453}"/>
              </a:ext>
            </a:extLst>
          </p:cNvPr>
          <p:cNvSpPr>
            <a:spLocks noGrp="1"/>
          </p:cNvSpPr>
          <p:nvPr>
            <p:ph type="sldNum" sz="quarter" idx="5"/>
          </p:nvPr>
        </p:nvSpPr>
        <p:spPr/>
        <p:txBody>
          <a:bodyPr/>
          <a:lstStyle/>
          <a:p>
            <a:fld id="{648246CF-7178-41AD-B6F8-BACEEA28FBE0}" type="slidenum">
              <a:rPr lang="en-US" smtClean="0"/>
              <a:t>212</a:t>
            </a:fld>
            <a:endParaRPr lang="en-US"/>
          </a:p>
        </p:txBody>
      </p:sp>
    </p:spTree>
    <p:extLst>
      <p:ext uri="{BB962C8B-B14F-4D97-AF65-F5344CB8AC3E}">
        <p14:creationId xmlns:p14="http://schemas.microsoft.com/office/powerpoint/2010/main" val="128026905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5990E-9E73-2717-4CBC-D1F79230F5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B8B842-4E37-18FC-7065-E65D0BEE22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CE0DAC-1D24-176D-458D-47CAF849244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B1B5CF7-6365-57C5-E478-50127309992A}"/>
              </a:ext>
            </a:extLst>
          </p:cNvPr>
          <p:cNvSpPr>
            <a:spLocks noGrp="1"/>
          </p:cNvSpPr>
          <p:nvPr>
            <p:ph type="sldNum" sz="quarter" idx="5"/>
          </p:nvPr>
        </p:nvSpPr>
        <p:spPr/>
        <p:txBody>
          <a:bodyPr/>
          <a:lstStyle/>
          <a:p>
            <a:fld id="{648246CF-7178-41AD-B6F8-BACEEA28FBE0}" type="slidenum">
              <a:rPr lang="en-US" smtClean="0"/>
              <a:t>213</a:t>
            </a:fld>
            <a:endParaRPr lang="en-US"/>
          </a:p>
        </p:txBody>
      </p:sp>
    </p:spTree>
    <p:extLst>
      <p:ext uri="{BB962C8B-B14F-4D97-AF65-F5344CB8AC3E}">
        <p14:creationId xmlns:p14="http://schemas.microsoft.com/office/powerpoint/2010/main" val="236873271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E4398-206D-227A-42F1-E8A3EF53C3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7693E3-4759-0318-8B6E-85A9FC060B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2E5B1C-B872-6CAD-A1B5-7B1D2F0E51E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5B70087-10CD-E45C-073C-4B4626BADA9E}"/>
              </a:ext>
            </a:extLst>
          </p:cNvPr>
          <p:cNvSpPr>
            <a:spLocks noGrp="1"/>
          </p:cNvSpPr>
          <p:nvPr>
            <p:ph type="sldNum" sz="quarter" idx="5"/>
          </p:nvPr>
        </p:nvSpPr>
        <p:spPr/>
        <p:txBody>
          <a:bodyPr/>
          <a:lstStyle/>
          <a:p>
            <a:fld id="{648246CF-7178-41AD-B6F8-BACEEA28FBE0}" type="slidenum">
              <a:rPr lang="en-US" smtClean="0"/>
              <a:t>214</a:t>
            </a:fld>
            <a:endParaRPr lang="en-US"/>
          </a:p>
        </p:txBody>
      </p:sp>
    </p:spTree>
    <p:extLst>
      <p:ext uri="{BB962C8B-B14F-4D97-AF65-F5344CB8AC3E}">
        <p14:creationId xmlns:p14="http://schemas.microsoft.com/office/powerpoint/2010/main" val="160002984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4665B-326B-64F8-E95C-EB36244A4F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9AD229-1891-D916-5277-C18C02DCAC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15979E-3A33-A58D-E580-A4C7486C8AC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75FFD45-155D-DF0D-EE6B-6B9ABC1B2CBB}"/>
              </a:ext>
            </a:extLst>
          </p:cNvPr>
          <p:cNvSpPr>
            <a:spLocks noGrp="1"/>
          </p:cNvSpPr>
          <p:nvPr>
            <p:ph type="sldNum" sz="quarter" idx="5"/>
          </p:nvPr>
        </p:nvSpPr>
        <p:spPr/>
        <p:txBody>
          <a:bodyPr/>
          <a:lstStyle/>
          <a:p>
            <a:fld id="{648246CF-7178-41AD-B6F8-BACEEA28FBE0}" type="slidenum">
              <a:rPr lang="en-US" smtClean="0"/>
              <a:t>215</a:t>
            </a:fld>
            <a:endParaRPr lang="en-US"/>
          </a:p>
        </p:txBody>
      </p:sp>
    </p:spTree>
    <p:extLst>
      <p:ext uri="{BB962C8B-B14F-4D97-AF65-F5344CB8AC3E}">
        <p14:creationId xmlns:p14="http://schemas.microsoft.com/office/powerpoint/2010/main" val="411308907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FC8A5-528B-A0C1-17B1-FDBA34EEA9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6ED328-3948-3F9F-8D81-A5015E4BD4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B74C97-3C42-8CDB-406D-2D145BFF048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0AF5D9C-C306-C3DC-61C5-BBFE90E57898}"/>
              </a:ext>
            </a:extLst>
          </p:cNvPr>
          <p:cNvSpPr>
            <a:spLocks noGrp="1"/>
          </p:cNvSpPr>
          <p:nvPr>
            <p:ph type="sldNum" sz="quarter" idx="5"/>
          </p:nvPr>
        </p:nvSpPr>
        <p:spPr/>
        <p:txBody>
          <a:bodyPr/>
          <a:lstStyle/>
          <a:p>
            <a:fld id="{648246CF-7178-41AD-B6F8-BACEEA28FBE0}" type="slidenum">
              <a:rPr lang="en-US" smtClean="0"/>
              <a:t>216</a:t>
            </a:fld>
            <a:endParaRPr lang="en-US"/>
          </a:p>
        </p:txBody>
      </p:sp>
    </p:spTree>
    <p:extLst>
      <p:ext uri="{BB962C8B-B14F-4D97-AF65-F5344CB8AC3E}">
        <p14:creationId xmlns:p14="http://schemas.microsoft.com/office/powerpoint/2010/main" val="195950890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B9427-F0CA-F682-659D-0244B52CDB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713E27-B849-78BE-6A2D-2798A5605E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7DF883-1BF2-D1B0-958B-5291B3B8E34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1684BA7-E195-2CBE-FE50-45852164DF29}"/>
              </a:ext>
            </a:extLst>
          </p:cNvPr>
          <p:cNvSpPr>
            <a:spLocks noGrp="1"/>
          </p:cNvSpPr>
          <p:nvPr>
            <p:ph type="sldNum" sz="quarter" idx="5"/>
          </p:nvPr>
        </p:nvSpPr>
        <p:spPr/>
        <p:txBody>
          <a:bodyPr/>
          <a:lstStyle/>
          <a:p>
            <a:fld id="{648246CF-7178-41AD-B6F8-BACEEA28FBE0}" type="slidenum">
              <a:rPr lang="en-US" smtClean="0"/>
              <a:t>217</a:t>
            </a:fld>
            <a:endParaRPr lang="en-US"/>
          </a:p>
        </p:txBody>
      </p:sp>
    </p:spTree>
    <p:extLst>
      <p:ext uri="{BB962C8B-B14F-4D97-AF65-F5344CB8AC3E}">
        <p14:creationId xmlns:p14="http://schemas.microsoft.com/office/powerpoint/2010/main" val="359949403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DA82-7C77-E720-624A-1190D3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74408-C1D1-389C-F4E3-64EB8FBE6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FDB63-DCAE-284D-2F7F-71EF96A5E6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553A0D-334F-CF3A-0E01-6FA57807A22B}"/>
              </a:ext>
            </a:extLst>
          </p:cNvPr>
          <p:cNvSpPr>
            <a:spLocks noGrp="1"/>
          </p:cNvSpPr>
          <p:nvPr>
            <p:ph type="sldNum" sz="quarter" idx="5"/>
          </p:nvPr>
        </p:nvSpPr>
        <p:spPr/>
        <p:txBody>
          <a:bodyPr/>
          <a:lstStyle/>
          <a:p>
            <a:fld id="{648246CF-7178-41AD-B6F8-BACEEA28FBE0}" type="slidenum">
              <a:rPr lang="en-US" smtClean="0"/>
              <a:t>220</a:t>
            </a:fld>
            <a:endParaRPr lang="en-US"/>
          </a:p>
        </p:txBody>
      </p:sp>
    </p:spTree>
    <p:extLst>
      <p:ext uri="{BB962C8B-B14F-4D97-AF65-F5344CB8AC3E}">
        <p14:creationId xmlns:p14="http://schemas.microsoft.com/office/powerpoint/2010/main" val="61617224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E8F1A-18E0-7FDF-0C91-4FD1771CFC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4F82F-F608-17E9-067F-6C9A99C46D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B97108-F377-5B65-EABB-20CE6D57B2C6}"/>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4BEFB3D-FB0D-3E38-66D9-8D47212A5AEA}"/>
              </a:ext>
            </a:extLst>
          </p:cNvPr>
          <p:cNvSpPr>
            <a:spLocks noGrp="1"/>
          </p:cNvSpPr>
          <p:nvPr>
            <p:ph type="sldNum" sz="quarter" idx="5"/>
          </p:nvPr>
        </p:nvSpPr>
        <p:spPr/>
        <p:txBody>
          <a:bodyPr/>
          <a:lstStyle/>
          <a:p>
            <a:fld id="{648246CF-7178-41AD-B6F8-BACEEA28FBE0}" type="slidenum">
              <a:rPr lang="en-US" smtClean="0"/>
              <a:t>221</a:t>
            </a:fld>
            <a:endParaRPr lang="en-US"/>
          </a:p>
        </p:txBody>
      </p:sp>
    </p:spTree>
    <p:extLst>
      <p:ext uri="{BB962C8B-B14F-4D97-AF65-F5344CB8AC3E}">
        <p14:creationId xmlns:p14="http://schemas.microsoft.com/office/powerpoint/2010/main" val="195916157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10EA0-BF16-5E2F-00F9-2C61390356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6DEC71-F816-2447-2B2B-EAB899C480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3D126F-4C18-F74F-AF2A-434AD0943606}"/>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212BD0B-8D16-FE52-280C-90BBA1092218}"/>
              </a:ext>
            </a:extLst>
          </p:cNvPr>
          <p:cNvSpPr>
            <a:spLocks noGrp="1"/>
          </p:cNvSpPr>
          <p:nvPr>
            <p:ph type="sldNum" sz="quarter" idx="5"/>
          </p:nvPr>
        </p:nvSpPr>
        <p:spPr/>
        <p:txBody>
          <a:bodyPr/>
          <a:lstStyle/>
          <a:p>
            <a:fld id="{648246CF-7178-41AD-B6F8-BACEEA28FBE0}" type="slidenum">
              <a:rPr lang="en-US" smtClean="0"/>
              <a:t>222</a:t>
            </a:fld>
            <a:endParaRPr lang="en-US"/>
          </a:p>
        </p:txBody>
      </p:sp>
    </p:spTree>
    <p:extLst>
      <p:ext uri="{BB962C8B-B14F-4D97-AF65-F5344CB8AC3E}">
        <p14:creationId xmlns:p14="http://schemas.microsoft.com/office/powerpoint/2010/main" val="384009659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2D19D-1E1A-9184-9DCA-296A7A5C44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0217B7-20C6-1951-7665-A8000D0A8B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823161-DC22-BA98-33EF-5E7F7DBE47A0}"/>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9DDAB0BA-39BC-2DBC-14AC-D3F001E7FE29}"/>
              </a:ext>
            </a:extLst>
          </p:cNvPr>
          <p:cNvSpPr>
            <a:spLocks noGrp="1"/>
          </p:cNvSpPr>
          <p:nvPr>
            <p:ph type="sldNum" sz="quarter" idx="5"/>
          </p:nvPr>
        </p:nvSpPr>
        <p:spPr/>
        <p:txBody>
          <a:bodyPr/>
          <a:lstStyle/>
          <a:p>
            <a:fld id="{648246CF-7178-41AD-B6F8-BACEEA28FBE0}" type="slidenum">
              <a:rPr lang="en-US" smtClean="0"/>
              <a:t>223</a:t>
            </a:fld>
            <a:endParaRPr lang="en-US"/>
          </a:p>
        </p:txBody>
      </p:sp>
    </p:spTree>
    <p:extLst>
      <p:ext uri="{BB962C8B-B14F-4D97-AF65-F5344CB8AC3E}">
        <p14:creationId xmlns:p14="http://schemas.microsoft.com/office/powerpoint/2010/main" val="219318643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6F8C3-26B6-E4BD-C34F-13358138A1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5BBB18-6F33-E768-E2C8-501ADE4483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00C963-A03D-06AA-9FD8-F900EE7F7107}"/>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A7A73CB3-8E24-D062-0A99-BE1140FF60CF}"/>
              </a:ext>
            </a:extLst>
          </p:cNvPr>
          <p:cNvSpPr>
            <a:spLocks noGrp="1"/>
          </p:cNvSpPr>
          <p:nvPr>
            <p:ph type="sldNum" sz="quarter" idx="5"/>
          </p:nvPr>
        </p:nvSpPr>
        <p:spPr/>
        <p:txBody>
          <a:bodyPr/>
          <a:lstStyle/>
          <a:p>
            <a:fld id="{648246CF-7178-41AD-B6F8-BACEEA28FBE0}" type="slidenum">
              <a:rPr lang="en-US" smtClean="0"/>
              <a:t>224</a:t>
            </a:fld>
            <a:endParaRPr lang="en-US"/>
          </a:p>
        </p:txBody>
      </p:sp>
    </p:spTree>
    <p:extLst>
      <p:ext uri="{BB962C8B-B14F-4D97-AF65-F5344CB8AC3E}">
        <p14:creationId xmlns:p14="http://schemas.microsoft.com/office/powerpoint/2010/main" val="215270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6/21/2025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6/21/2025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6/21/2025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6/21/2025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6/21/2025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6/21/2025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6/21/2025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6/21/2025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6/21/2025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6/21/2025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6/21/2025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6/21/2025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Content Placeholder 5" descr="A person holding a cup&#10;&#10;AI-generated content may be incorrect.">
            <a:extLst>
              <a:ext uri="{FF2B5EF4-FFF2-40B4-BE49-F238E27FC236}">
                <a16:creationId xmlns:a16="http://schemas.microsoft.com/office/drawing/2014/main" id="{137FA6AC-0D66-D77D-5E2F-3CDB686C679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9"/>
          <a:stretch>
            <a:fillRect/>
          </a:stretch>
        </p:blipFill>
        <p:spPr>
          <a:xfrm>
            <a:off x="20" y="961"/>
            <a:ext cx="9143980" cy="5142539"/>
          </a:xfrm>
          <a:prstGeom prst="rect">
            <a:avLst/>
          </a:prstGeom>
        </p:spPr>
      </p:pic>
    </p:spTree>
    <p:extLst>
      <p:ext uri="{BB962C8B-B14F-4D97-AF65-F5344CB8AC3E}">
        <p14:creationId xmlns:p14="http://schemas.microsoft.com/office/powerpoint/2010/main" val="652058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0"/>
            <a:ext cx="9144000" cy="5143500"/>
          </a:xfrm>
          <a:solidFill>
            <a:schemeClr val="bg1"/>
          </a:solidFill>
        </p:spPr>
        <p:txBody>
          <a:bodyPr>
            <a:normAutofit fontScale="25000" lnSpcReduction="20000"/>
          </a:bodyPr>
          <a:lstStyle/>
          <a:p>
            <a:pPr eaLnBrk="1" hangingPunct="1">
              <a:defRPr/>
            </a:pPr>
            <a:r>
              <a:rPr lang="en-US" altLang="en-US" sz="17600" b="1" dirty="0">
                <a:solidFill>
                  <a:srgbClr val="FF0000"/>
                </a:solidFill>
                <a:latin typeface="Times New Roman" panose="02020603050405020304" pitchFamily="18" charset="0"/>
                <a:cs typeface="Times New Roman" panose="02020603050405020304" pitchFamily="18" charset="0"/>
              </a:rPr>
              <a:t>KINH </a:t>
            </a:r>
            <a:r>
              <a:rPr lang="en-US" altLang="en-US" sz="17600" b="1" dirty="0" err="1">
                <a:solidFill>
                  <a:srgbClr val="FF0000"/>
                </a:solidFill>
                <a:latin typeface="Times New Roman" panose="02020603050405020304" pitchFamily="18" charset="0"/>
                <a:cs typeface="Times New Roman" panose="02020603050405020304" pitchFamily="18" charset="0"/>
              </a:rPr>
              <a:t>TRUYỀN</a:t>
            </a:r>
            <a:r>
              <a:rPr lang="en-US" altLang="en-US" sz="17600" b="1" dirty="0">
                <a:solidFill>
                  <a:srgbClr val="FF0000"/>
                </a:solidFill>
                <a:latin typeface="Times New Roman" panose="02020603050405020304" pitchFamily="18" charset="0"/>
                <a:cs typeface="Times New Roman" panose="02020603050405020304" pitchFamily="18" charset="0"/>
              </a:rPr>
              <a:t> TIN</a:t>
            </a:r>
          </a:p>
          <a:p>
            <a:pPr eaLnBrk="1" hangingPunct="1">
              <a:defRPr/>
            </a:pPr>
            <a:r>
              <a:rPr lang="vi-VN" altLang="en-US" sz="19200" b="1" i="1" u="sng" dirty="0">
                <a:solidFill>
                  <a:schemeClr val="accent1"/>
                </a:solidFill>
                <a:latin typeface="Times New Roman" panose="02020603050405020304" pitchFamily="18" charset="0"/>
                <a:cs typeface="Times New Roman" panose="02020603050405020304" pitchFamily="18" charset="0"/>
              </a:rPr>
              <a:t>Xướng:</a:t>
            </a:r>
            <a:r>
              <a:rPr lang="vi-VN" altLang="en-US" sz="26400" b="1" dirty="0">
                <a:solidFill>
                  <a:schemeClr val="accent1"/>
                </a:solidFill>
                <a:latin typeface="Times New Roman" panose="02020603050405020304" pitchFamily="18" charset="0"/>
                <a:cs typeface="Times New Roman" panose="02020603050405020304" pitchFamily="18" charset="0"/>
              </a:rPr>
              <a:t> </a:t>
            </a:r>
            <a:r>
              <a:rPr lang="vi-VN" altLang="en-US" sz="28800" b="1" spc="100" dirty="0">
                <a:solidFill>
                  <a:schemeClr val="tx1"/>
                </a:solidFill>
                <a:latin typeface="Times New Roman" panose="02020603050405020304" pitchFamily="18" charset="0"/>
                <a:cs typeface="Times New Roman" panose="02020603050405020304" pitchFamily="18" charset="0"/>
              </a:rPr>
              <a:t>Đức Chúa Trời sai Thánh Thiên Thần truyền tin cho Rất Thánh Đức Bà Maria.</a:t>
            </a:r>
          </a:p>
          <a:p>
            <a:pPr eaLnBrk="1" hangingPunct="1">
              <a:lnSpc>
                <a:spcPct val="120000"/>
              </a:lnSpc>
              <a:defRPr/>
            </a:pPr>
            <a:endParaRPr lang="en-US" altLang="en-US" sz="127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389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Rất</a:t>
            </a:r>
            <a:r>
              <a:rPr lang="en-US" altLang="en-US" sz="6600" b="1" dirty="0">
                <a:solidFill>
                  <a:schemeClr val="tx1"/>
                </a:solidFill>
                <a:latin typeface="Times New Roman" panose="02020603050405020304" pitchFamily="18" charset="0"/>
                <a:cs typeface="Times New Roman" panose="02020603050405020304" pitchFamily="18" charset="0"/>
              </a:rPr>
              <a:t> Thánh Đức </a:t>
            </a:r>
            <a:r>
              <a:rPr lang="en-US" altLang="en-US" sz="6600" b="1" dirty="0" err="1">
                <a:solidFill>
                  <a:schemeClr val="tx1"/>
                </a:solidFill>
                <a:latin typeface="Times New Roman" panose="02020603050405020304" pitchFamily="18" charset="0"/>
                <a:cs typeface="Times New Roman" panose="02020603050405020304" pitchFamily="18" charset="0"/>
              </a:rPr>
              <a:t>Bà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chịu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thai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bởi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phép</a:t>
            </a:r>
            <a:r>
              <a:rPr lang="en-US" altLang="en-US" sz="6600" b="1" dirty="0">
                <a:solidFill>
                  <a:schemeClr val="tx1"/>
                </a:solidFill>
                <a:latin typeface="Times New Roman" panose="02020603050405020304" pitchFamily="18" charset="0"/>
                <a:cs typeface="Times New Roman" panose="02020603050405020304" pitchFamily="18" charset="0"/>
              </a:rPr>
              <a:t> Đức Chúa Thánh </a:t>
            </a:r>
            <a:r>
              <a:rPr lang="en-US" altLang="en-US" sz="6600" b="1" dirty="0" err="1">
                <a:solidFill>
                  <a:schemeClr val="tx1"/>
                </a:solidFill>
                <a:latin typeface="Times New Roman" panose="02020603050405020304" pitchFamily="18" charset="0"/>
                <a:cs typeface="Times New Roman" panose="02020603050405020304" pitchFamily="18" charset="0"/>
              </a:rPr>
              <a:t>Thần</a:t>
            </a:r>
            <a:r>
              <a:rPr lang="en-US" altLang="en-US" sz="66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6000" b="1" i="1" dirty="0" err="1">
                <a:solidFill>
                  <a:schemeClr val="accent1"/>
                </a:solidFill>
                <a:latin typeface="Times New Roman" panose="02020603050405020304" pitchFamily="18" charset="0"/>
                <a:cs typeface="Times New Roman" panose="02020603050405020304" pitchFamily="18" charset="0"/>
              </a:rPr>
              <a:t>Kính</a:t>
            </a:r>
            <a:r>
              <a:rPr lang="en-US" altLang="en-US" sz="6000" b="1" i="1" dirty="0">
                <a:solidFill>
                  <a:schemeClr val="accent1"/>
                </a:solidFill>
                <a:latin typeface="Times New Roman" panose="02020603050405020304" pitchFamily="18" charset="0"/>
                <a:cs typeface="Times New Roman" panose="02020603050405020304" pitchFamily="18" charset="0"/>
              </a:rPr>
              <a:t> </a:t>
            </a:r>
            <a:r>
              <a:rPr lang="en-US" altLang="en-US" sz="6000" b="1" i="1" dirty="0" err="1">
                <a:solidFill>
                  <a:schemeClr val="accent1"/>
                </a:solidFill>
                <a:latin typeface="Times New Roman" panose="02020603050405020304" pitchFamily="18" charset="0"/>
                <a:cs typeface="Times New Roman" panose="02020603050405020304" pitchFamily="18" charset="0"/>
              </a:rPr>
              <a:t>mừng</a:t>
            </a:r>
            <a:r>
              <a:rPr lang="en-US" altLang="en-US" sz="6000" b="1" i="1" dirty="0">
                <a:solidFill>
                  <a:schemeClr val="accent1"/>
                </a:solidFill>
                <a:latin typeface="Times New Roman" panose="02020603050405020304" pitchFamily="18" charset="0"/>
                <a:cs typeface="Times New Roman" panose="02020603050405020304" pitchFamily="18" charset="0"/>
              </a:rPr>
              <a:t>….. </a:t>
            </a:r>
            <a:br>
              <a:rPr lang="en-US" altLang="en-US" sz="6000" b="1" i="1" dirty="0">
                <a:solidFill>
                  <a:schemeClr val="accent1"/>
                </a:solidFill>
                <a:latin typeface="Times New Roman" panose="02020603050405020304" pitchFamily="18" charset="0"/>
                <a:cs typeface="Times New Roman" panose="02020603050405020304" pitchFamily="18" charset="0"/>
              </a:rPr>
            </a:br>
            <a:r>
              <a:rPr lang="en-US" altLang="en-US" sz="60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631251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89C6-C4B7-99A4-F05F-0E8FBA30DF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F774B28-4191-86A5-C90E-8F7FE0D5224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72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tá</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22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3BD8-B0A6-6E7B-C492-78DC5120F88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EF8726-2D79-8F4C-351C-EB47592CFDF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vi-VN" altLang="en-US" sz="7500" b="1" dirty="0">
                <a:solidFill>
                  <a:schemeClr val="tx1"/>
                </a:solidFill>
                <a:latin typeface="Times New Roman" panose="02020603050405020304" pitchFamily="18" charset="0"/>
                <a:cs typeface="Times New Roman" panose="02020603050405020304" pitchFamily="18" charset="0"/>
              </a:rPr>
              <a:t>Tôi xin vâng như lời Thánh Thiên Thần truyền</a:t>
            </a:r>
            <a:r>
              <a:rPr lang="en-US" altLang="en-US" sz="75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4800" b="1" i="1" dirty="0" err="1">
                <a:solidFill>
                  <a:schemeClr val="accent1"/>
                </a:solidFill>
                <a:latin typeface="Times New Roman" panose="02020603050405020304" pitchFamily="18" charset="0"/>
                <a:cs typeface="Times New Roman" panose="02020603050405020304" pitchFamily="18" charset="0"/>
              </a:rPr>
              <a:t>Kính</a:t>
            </a:r>
            <a:r>
              <a:rPr lang="en-US" altLang="en-US" sz="4800" b="1" i="1" dirty="0">
                <a:solidFill>
                  <a:schemeClr val="accent1"/>
                </a:solidFill>
                <a:latin typeface="Times New Roman" panose="02020603050405020304" pitchFamily="18" charset="0"/>
                <a:cs typeface="Times New Roman" panose="02020603050405020304" pitchFamily="18" charset="0"/>
              </a:rPr>
              <a:t> </a:t>
            </a:r>
            <a:r>
              <a:rPr lang="en-US" altLang="en-US" sz="4800" b="1" i="1" dirty="0" err="1">
                <a:solidFill>
                  <a:schemeClr val="accent1"/>
                </a:solidFill>
                <a:latin typeface="Times New Roman" panose="02020603050405020304" pitchFamily="18" charset="0"/>
                <a:cs typeface="Times New Roman" panose="02020603050405020304" pitchFamily="18" charset="0"/>
              </a:rPr>
              <a:t>mừng</a:t>
            </a:r>
            <a:r>
              <a:rPr lang="en-US" altLang="en-US" sz="4800" b="1" i="1" dirty="0">
                <a:solidFill>
                  <a:schemeClr val="accent1"/>
                </a:solidFill>
                <a:latin typeface="Times New Roman" panose="02020603050405020304" pitchFamily="18" charset="0"/>
                <a:cs typeface="Times New Roman" panose="02020603050405020304" pitchFamily="18" charset="0"/>
              </a:rPr>
              <a:t>….. </a:t>
            </a:r>
            <a:br>
              <a:rPr lang="en-US" altLang="en-US" sz="4800" b="1" i="1" dirty="0">
                <a:solidFill>
                  <a:schemeClr val="accent1"/>
                </a:solidFill>
                <a:latin typeface="Times New Roman" panose="02020603050405020304" pitchFamily="18" charset="0"/>
                <a:cs typeface="Times New Roman" panose="02020603050405020304" pitchFamily="18" charset="0"/>
              </a:rPr>
            </a:br>
            <a:r>
              <a:rPr lang="en-US" altLang="en-US" sz="48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3673572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1945-F194-003B-5B92-F6B3344B41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F075B52-92BC-9532-C479-D05F759B23C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Chốc ấy Ngôi Thứ Hai xuống thế làm người.</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324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224-2EC7-DE42-97B0-41C9F653B4C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C306389-9C50-9E9F-1985-297D3CE8595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br>
              <a:rPr lang="en-US" altLang="en-US" sz="4800" b="1" i="1" u="sng" dirty="0">
                <a:solidFill>
                  <a:schemeClr val="accent1"/>
                </a:solidFill>
                <a:latin typeface="Times New Roman" panose="02020603050405020304" pitchFamily="18" charset="0"/>
                <a:cs typeface="Times New Roman" panose="02020603050405020304" pitchFamily="18" charset="0"/>
              </a:rPr>
            </a:b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br>
              <a:rPr lang="en-US" altLang="en-US" sz="8000" b="1" dirty="0">
                <a:solidFill>
                  <a:schemeClr val="tx1"/>
                </a:solidFill>
                <a:latin typeface="Times New Roman" panose="02020603050405020304" pitchFamily="18" charset="0"/>
                <a:cs typeface="Times New Roman" panose="02020603050405020304" pitchFamily="18" charset="0"/>
              </a:rPr>
            </a:b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a:t>
            </a:r>
            <a:endParaRPr lang="en-US" altLang="en-US" sz="6600" b="1" dirty="0">
              <a:solidFill>
                <a:schemeClr val="tx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5400" b="1" i="1" dirty="0" err="1">
                <a:solidFill>
                  <a:schemeClr val="accent1"/>
                </a:solidFill>
                <a:latin typeface="Times New Roman" panose="02020603050405020304" pitchFamily="18" charset="0"/>
                <a:cs typeface="Times New Roman" panose="02020603050405020304" pitchFamily="18" charset="0"/>
              </a:rPr>
              <a:t>Kính</a:t>
            </a:r>
            <a:r>
              <a:rPr lang="en-US" altLang="en-US" sz="5400" b="1" i="1" dirty="0">
                <a:solidFill>
                  <a:schemeClr val="accent1"/>
                </a:solidFill>
                <a:latin typeface="Times New Roman" panose="02020603050405020304" pitchFamily="18" charset="0"/>
                <a:cs typeface="Times New Roman" panose="02020603050405020304" pitchFamily="18" charset="0"/>
              </a:rPr>
              <a:t> </a:t>
            </a:r>
            <a:r>
              <a:rPr lang="en-US" altLang="en-US" sz="5400" b="1" i="1" dirty="0" err="1">
                <a:solidFill>
                  <a:schemeClr val="accent1"/>
                </a:solidFill>
                <a:latin typeface="Times New Roman" panose="02020603050405020304" pitchFamily="18" charset="0"/>
                <a:cs typeface="Times New Roman" panose="02020603050405020304" pitchFamily="18" charset="0"/>
              </a:rPr>
              <a:t>mừng</a:t>
            </a:r>
            <a:r>
              <a:rPr lang="en-US" altLang="en-US" sz="5400" b="1" i="1" dirty="0">
                <a:solidFill>
                  <a:schemeClr val="accent1"/>
                </a:solidFill>
                <a:latin typeface="Times New Roman" panose="02020603050405020304" pitchFamily="18" charset="0"/>
                <a:cs typeface="Times New Roman" panose="02020603050405020304" pitchFamily="18" charset="0"/>
              </a:rPr>
              <a:t>….. </a:t>
            </a:r>
            <a:br>
              <a:rPr lang="en-US" altLang="en-US" sz="5400" b="1" i="1" dirty="0">
                <a:solidFill>
                  <a:schemeClr val="accent1"/>
                </a:solidFill>
                <a:latin typeface="Times New Roman" panose="02020603050405020304" pitchFamily="18" charset="0"/>
                <a:cs typeface="Times New Roman" panose="02020603050405020304" pitchFamily="18" charset="0"/>
              </a:rPr>
            </a:br>
            <a:r>
              <a:rPr lang="en-US" altLang="en-US" sz="54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2985367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0C35-4901-D4A5-5535-35E47CFFD3B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DA73AB5-614B-A8FE-9CFA-CB139A57CB8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0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Rất</a:t>
            </a:r>
            <a:r>
              <a:rPr lang="en-US" altLang="en-US" sz="7200" b="1" dirty="0">
                <a:solidFill>
                  <a:schemeClr val="tx1"/>
                </a:solidFill>
                <a:latin typeface="Times New Roman" panose="02020603050405020304" pitchFamily="18" charset="0"/>
                <a:cs typeface="Times New Roman" panose="02020603050405020304" pitchFamily="18" charset="0"/>
              </a:rPr>
              <a:t> Thánh Đức </a:t>
            </a:r>
            <a:r>
              <a:rPr lang="en-US" altLang="en-US" sz="7200" b="1" dirty="0" err="1">
                <a:solidFill>
                  <a:schemeClr val="tx1"/>
                </a:solidFill>
                <a:latin typeface="Times New Roman" panose="02020603050405020304" pitchFamily="18" charset="0"/>
                <a:cs typeface="Times New Roman" panose="02020603050405020304" pitchFamily="18" charset="0"/>
              </a:rPr>
              <a:t>Mẹ</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cầu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92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3FD-5D33-86D7-5149-3CE3FDDD631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51653BB-7C32-B1B5-B6FB-2FF129A9ED4B}"/>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en-US" altLang="en-US" sz="7200" b="1" i="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Đáng chịu lấy những sự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đã hứa.</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253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r>
              <a:rPr lang="en-US" altLang="en-US" sz="4800" b="1" dirty="0">
                <a:solidFill>
                  <a:srgbClr val="FF0000"/>
                </a:solidFill>
                <a:latin typeface="Times New Roman" panose="02020603050405020304" pitchFamily="18" charset="0"/>
                <a:cs typeface="Times New Roman" panose="02020603050405020304" pitchFamily="18" charset="0"/>
              </a:rPr>
              <a:t>:</a:t>
            </a:r>
            <a:r>
              <a:rPr lang="en-US" altLang="en-US" sz="4950" b="1" dirty="0">
                <a:solidFill>
                  <a:srgbClr val="FF0000"/>
                </a:solidFill>
                <a:latin typeface="Times New Roman" panose="02020603050405020304" pitchFamily="18" charset="0"/>
                <a:cs typeface="Times New Roman" pitchFamily="18" charset="0"/>
              </a:rPr>
              <a:t> </a:t>
            </a:r>
          </a:p>
          <a:p>
            <a:pPr algn="just" eaLnBrk="1" hangingPunct="1"/>
            <a:r>
              <a:rPr lang="vi-VN" altLang="en-US" sz="8600" b="1" dirty="0">
                <a:solidFill>
                  <a:schemeClr val="tx1"/>
                </a:solidFill>
                <a:latin typeface="Times New Roman" panose="02020603050405020304" pitchFamily="18" charset="0"/>
                <a:cs typeface="Times New Roman" panose="02020603050405020304" pitchFamily="18" charset="0"/>
              </a:rPr>
              <a:t>Lạy Chúa, chúng con xin Chúa ban ơn </a:t>
            </a:r>
            <a:r>
              <a:rPr lang="en-US" altLang="en-US" sz="8600" b="1" dirty="0" err="1">
                <a:solidFill>
                  <a:schemeClr val="tx1"/>
                </a:solidFill>
                <a:latin typeface="Times New Roman" panose="02020603050405020304" pitchFamily="18" charset="0"/>
                <a:cs typeface="Times New Roman" panose="02020603050405020304" pitchFamily="18" charset="0"/>
              </a:rPr>
              <a:t>Chúa</a:t>
            </a:r>
            <a:r>
              <a:rPr lang="en-US" altLang="en-US" sz="8600" b="1" dirty="0">
                <a:solidFill>
                  <a:schemeClr val="tx1"/>
                </a:solidFill>
                <a:latin typeface="Times New Roman" panose="02020603050405020304" pitchFamily="18" charset="0"/>
                <a:cs typeface="Times New Roman" panose="02020603050405020304" pitchFamily="18" charset="0"/>
              </a:rPr>
              <a:t> </a:t>
            </a:r>
            <a:r>
              <a:rPr lang="vi-VN" altLang="en-US" sz="8600" b="1" dirty="0">
                <a:solidFill>
                  <a:schemeClr val="tx1"/>
                </a:solidFill>
                <a:latin typeface="Times New Roman" panose="02020603050405020304" pitchFamily="18" charset="0"/>
                <a:cs typeface="Times New Roman" panose="02020603050405020304" pitchFamily="18" charset="0"/>
              </a:rPr>
              <a:t>xuống trong linh hồn chúng con</a:t>
            </a:r>
            <a:endParaRPr lang="en-US" altLang="en-US" sz="8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293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là kẻ đã nhờ lời Thánh Thiên Thần truyền, mà biết thật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là</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999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Con Chúa đã xuống thế làm Người,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ơn</a:t>
            </a:r>
            <a:r>
              <a:rPr lang="en-US" altLang="en-US" sz="8000" b="1" dirty="0">
                <a:solidFill>
                  <a:schemeClr val="tx1"/>
                </a:solidFill>
                <a:latin typeface="Times New Roman" panose="02020603050405020304" pitchFamily="18" charset="0"/>
                <a:cs typeface="Times New Roman" panose="02020603050405020304" pitchFamily="18" charset="0"/>
              </a:rPr>
              <a:t> Con Chúa</a:t>
            </a:r>
          </a:p>
        </p:txBody>
      </p:sp>
    </p:spTree>
    <p:extLst>
      <p:ext uri="{BB962C8B-B14F-4D97-AF65-F5344CB8AC3E}">
        <p14:creationId xmlns:p14="http://schemas.microsoft.com/office/powerpoint/2010/main" val="2548472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sau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1325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en-US" altLang="en-US" sz="7000" b="1" dirty="0" err="1">
                <a:solidFill>
                  <a:schemeClr val="tx1"/>
                </a:solidFill>
                <a:latin typeface="Times New Roman" panose="02020603050405020304" pitchFamily="18" charset="0"/>
                <a:cs typeface="Times New Roman" panose="02020603050405020304" pitchFamily="18" charset="0"/>
              </a:rPr>
              <a:t>đặng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đến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nơi</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vinh</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hiển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cũng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vì</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công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nghiệp</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Kitô</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chúng</a:t>
            </a:r>
            <a:r>
              <a:rPr lang="en-US" altLang="en-US" sz="7000" b="1" dirty="0">
                <a:solidFill>
                  <a:schemeClr val="tx1"/>
                </a:solidFill>
                <a:latin typeface="Times New Roman" panose="02020603050405020304" pitchFamily="18" charset="0"/>
                <a:cs typeface="Times New Roman" panose="02020603050405020304" pitchFamily="18" charset="0"/>
              </a:rPr>
              <a:t> con. </a:t>
            </a:r>
            <a:r>
              <a:rPr lang="en-US" altLang="en-US" sz="7000" b="1" dirty="0">
                <a:solidFill>
                  <a:srgbClr val="FF0000"/>
                </a:solidFill>
                <a:latin typeface="Times New Roman" panose="02020603050405020304" pitchFamily="18" charset="0"/>
                <a:cs typeface="Times New Roman" panose="02020603050405020304" pitchFamily="18" charset="0"/>
              </a:rPr>
              <a:t>Amen</a:t>
            </a:r>
            <a:r>
              <a:rPr lang="en-US" altLang="en-US" sz="7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54226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err="1">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ô</a:t>
            </a:r>
            <a:r>
              <a:rPr lang="vi-VN" altLang="en-US" sz="8000" b="1" dirty="0" err="1">
                <a:solidFill>
                  <a:schemeClr val="tx1"/>
                </a:solidFill>
                <a:latin typeface="Times New Roman" panose="02020603050405020304" pitchFamily="18" charset="0"/>
                <a:cs typeface="Times New Roman" panose="02020603050405020304" pitchFamily="18" charset="0"/>
              </a:rPr>
              <a:t>ng</a:t>
            </a:r>
            <a:r>
              <a:rPr lang="vi-VN" altLang="en-US" sz="8000" b="1" dirty="0">
                <a:solidFill>
                  <a:schemeClr val="tx1"/>
                </a:solidFill>
                <a:latin typeface="Times New Roman" panose="02020603050405020304" pitchFamily="18" charset="0"/>
                <a:cs typeface="Times New Roman" panose="02020603050405020304" pitchFamily="18" charset="0"/>
              </a:rPr>
              <a:t> khen cám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nhất: </a:t>
            </a:r>
            <a:r>
              <a:rPr lang="vi-VN" altLang="en-US" sz="8500" b="1" dirty="0">
                <a:solidFill>
                  <a:schemeClr val="tx1"/>
                </a:solidFill>
                <a:latin typeface="Times New Roman" panose="02020603050405020304" pitchFamily="18" charset="0"/>
                <a:cs typeface="Times New Roman" panose="02020603050405020304" pitchFamily="18" charset="0"/>
              </a:rPr>
              <a:t>Khiêm như</a:t>
            </a:r>
            <a:r>
              <a:rPr lang="en-US" altLang="en-US" sz="8500" b="1" dirty="0">
                <a:solidFill>
                  <a:schemeClr val="tx1"/>
                </a:solidFill>
                <a:latin typeface="Times New Roman" panose="02020603050405020304" pitchFamily="18" charset="0"/>
                <a:cs typeface="Times New Roman" panose="02020603050405020304" pitchFamily="18" charset="0"/>
              </a:rPr>
              <a:t>ợ</a:t>
            </a:r>
            <a:r>
              <a:rPr lang="vi-VN" altLang="en-US" sz="8500" b="1" dirty="0" err="1">
                <a:solidFill>
                  <a:schemeClr val="tx1"/>
                </a:solidFill>
                <a:latin typeface="Times New Roman" panose="02020603050405020304" pitchFamily="18" charset="0"/>
                <a:cs typeface="Times New Roman" panose="02020603050405020304" pitchFamily="18" charset="0"/>
              </a:rPr>
              <a:t>ng</a:t>
            </a:r>
            <a:r>
              <a:rPr lang="vi-VN" altLang="en-US" sz="85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hai: </a:t>
            </a:r>
            <a:r>
              <a:rPr lang="vi-VN" altLang="en-US" sz="85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ba: </a:t>
            </a:r>
            <a:r>
              <a:rPr lang="vi-VN" altLang="en-US" sz="65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bốn: </a:t>
            </a:r>
            <a:r>
              <a:rPr lang="vi-VN" altLang="en-US" sz="65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 </a:t>
            </a:r>
            <a:r>
              <a:rPr lang="vi-VN" altLang="en-US" sz="66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 </a:t>
            </a:r>
            <a:r>
              <a:rPr lang="vi-VN" altLang="en-US" sz="66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246742"/>
            <a:ext cx="9144000" cy="4896757"/>
          </a:xfrm>
          <a:solidFill>
            <a:schemeClr val="bg1"/>
          </a:solidFill>
        </p:spPr>
        <p:txBody>
          <a:bodyPr>
            <a:noAutofit/>
          </a:bodyPr>
          <a:lstStyle/>
          <a:p>
            <a:pPr algn="just" eaLnBrk="1" hangingPunct="1"/>
            <a:r>
              <a:rPr lang="vi-VN" altLang="en-US" sz="73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300" b="1" dirty="0">
                <a:solidFill>
                  <a:schemeClr val="tx1"/>
                </a:solidFill>
                <a:latin typeface="Times New Roman" panose="02020603050405020304" pitchFamily="18" charset="0"/>
                <a:cs typeface="Times New Roman" panose="02020603050405020304" pitchFamily="18" charset="0"/>
              </a:rPr>
              <a:t>/ </a:t>
            </a:r>
            <a:r>
              <a:rPr lang="vi-VN" altLang="en-US" sz="7300" b="1" dirty="0">
                <a:solidFill>
                  <a:schemeClr val="tx1"/>
                </a:solidFill>
                <a:latin typeface="Times New Roman" panose="02020603050405020304" pitchFamily="18" charset="0"/>
                <a:cs typeface="Times New Roman" panose="02020603050405020304" pitchFamily="18" charset="0"/>
              </a:rPr>
              <a:t>biến đổi từ bên trong nhân loại và toàn thể vũ trụ này,</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7E381-4BFB-9FF6-7C6E-DF4529861C24}"/>
            </a:ext>
          </a:extLst>
        </p:cNvPr>
        <p:cNvGrpSpPr/>
        <p:nvPr/>
      </p:nvGrpSpPr>
      <p:grpSpPr>
        <a:xfrm>
          <a:off x="0" y="0"/>
          <a:ext cx="0" cy="0"/>
          <a:chOff x="0" y="0"/>
          <a:chExt cx="0" cy="0"/>
        </a:xfrm>
      </p:grpSpPr>
      <p:pic>
        <p:nvPicPr>
          <p:cNvPr id="6" name="Content Placeholder 5" descr="A person holding a cup&#10;&#10;AI-generated content may be incorrect.">
            <a:extLst>
              <a:ext uri="{FF2B5EF4-FFF2-40B4-BE49-F238E27FC236}">
                <a16:creationId xmlns:a16="http://schemas.microsoft.com/office/drawing/2014/main" id="{91DCBC2D-141E-B090-0D7A-8C2EF7DE3C3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9"/>
          <a:stretch>
            <a:fillRect/>
          </a:stretch>
        </p:blipFill>
        <p:spPr>
          <a:xfrm>
            <a:off x="20" y="961"/>
            <a:ext cx="9143980" cy="5142539"/>
          </a:xfrm>
          <a:prstGeom prst="rect">
            <a:avLst/>
          </a:prstGeom>
        </p:spPr>
      </p:pic>
    </p:spTree>
    <p:extLst>
      <p:ext uri="{BB962C8B-B14F-4D97-AF65-F5344CB8AC3E}">
        <p14:creationId xmlns:p14="http://schemas.microsoft.com/office/powerpoint/2010/main" val="348677394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70A-73A4-ACED-AD55-8AFD1A73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F3E1-A398-C57F-05E0-8697003CC605}"/>
              </a:ext>
            </a:extLst>
          </p:cNvPr>
          <p:cNvSpPr>
            <a:spLocks noGrp="1"/>
          </p:cNvSpPr>
          <p:nvPr>
            <p:ph type="ctrTitle"/>
          </p:nvPr>
        </p:nvSpPr>
        <p:spPr>
          <a:xfrm>
            <a:off x="647700" y="1022198"/>
            <a:ext cx="7848600" cy="3099104"/>
          </a:xfrm>
        </p:spPr>
        <p:txBody>
          <a:bodyPr lIns="91440" tIns="0" rIns="91440" bIns="0" anchor="b">
            <a:normAutofit fontScale="90000"/>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TA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LÀ</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BÁNH </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HẰNG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SỐNG</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Kim Long</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5561327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36E7-C973-93C9-3D8C-9AECABA4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C937-DFF0-1BB1-6D59-640CEB46324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Ta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bánh </a:t>
            </a:r>
            <a:r>
              <a:rPr lang="en-US" sz="8800" b="1" dirty="0" err="1">
                <a:effectLst/>
                <a:latin typeface="Times New Roman (Headings)"/>
                <a:cs typeface="Arial" panose="020B0604020202020204" pitchFamily="34" charset="0"/>
              </a:rPr>
              <a:t>hằng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sống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bánh ban </a:t>
            </a:r>
            <a:r>
              <a:rPr lang="en-US" sz="8800" b="1" dirty="0" err="1">
                <a:effectLst/>
                <a:latin typeface="Times New Roman (Headings)"/>
                <a:cs typeface="Arial" panose="020B0604020202020204" pitchFamily="34" charset="0"/>
              </a:rPr>
              <a:t>xuống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bởi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trời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33944081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91C6-1598-AAEA-621F-58E0C8AF8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59C4-6366-1237-495F-AC31FA5E47E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latin typeface="Times New Roman (Headings)"/>
                <a:cs typeface="Arial" panose="020B0604020202020204" pitchFamily="34" charset="0"/>
              </a:rPr>
              <a:t>Ta là bánh trường sinh, ai ăn sẽ sống muôn đời.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288521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3280A-0D34-AE52-6E63-7DB354D989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CD5E65-A363-A3F1-48C1-9FAC8F31973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1. </a:t>
            </a:r>
            <a:r>
              <a:rPr lang="en-US" sz="8800" b="1" dirty="0" err="1">
                <a:effectLst/>
                <a:latin typeface="Times New Roman (Headings)"/>
                <a:cs typeface="Arial" panose="020B0604020202020204" pitchFamily="34" charset="0"/>
              </a:rPr>
              <a:t>Đây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Mình</a:t>
            </a:r>
            <a:r>
              <a:rPr lang="en-US" sz="8800" b="1" dirty="0">
                <a:effectLst/>
                <a:latin typeface="Times New Roman (Headings)"/>
                <a:cs typeface="Arial" panose="020B0604020202020204" pitchFamily="34" charset="0"/>
              </a:rPr>
              <a:t> Ta </a:t>
            </a:r>
            <a:r>
              <a:rPr lang="en-US" sz="8800" b="1" dirty="0" err="1">
                <a:effectLst/>
                <a:latin typeface="Times New Roman (Headings)"/>
                <a:cs typeface="Arial" panose="020B0604020202020204" pitchFamily="34" charset="0"/>
              </a:rPr>
              <a:t>chính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của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ăn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Máu</a:t>
            </a:r>
            <a:r>
              <a:rPr lang="en-US" sz="8800" b="1" dirty="0">
                <a:effectLst/>
                <a:latin typeface="Times New Roman (Headings)"/>
                <a:cs typeface="Arial" panose="020B0604020202020204" pitchFamily="34" charset="0"/>
              </a:rPr>
              <a:t> Ta </a:t>
            </a:r>
            <a:r>
              <a:rPr lang="en-US" sz="8800" b="1" dirty="0" err="1">
                <a:effectLst/>
                <a:latin typeface="Times New Roman (Headings)"/>
                <a:cs typeface="Arial" panose="020B0604020202020204" pitchFamily="34" charset="0"/>
              </a:rPr>
              <a:t>thật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của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uống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27673673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497CD-C7EF-582B-CEFA-098A2CC4F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13EEA-EFAA-5E1E-0CEC-4A3CC9D9371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Người ăn bánh này không còn đói khát chi, </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94791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C8A0B-841D-FAED-27CE-06150308F7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904821-9E31-B5C7-701D-C2D198A4081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người uống máu này sẽ được trường sinh.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120751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A204D-6877-6919-44AC-8EF00BF20167}"/>
            </a:ext>
          </a:extLst>
        </p:cNvPr>
        <p:cNvGrpSpPr/>
        <p:nvPr/>
      </p:nvGrpSpPr>
      <p:grpSpPr>
        <a:xfrm>
          <a:off x="0" y="0"/>
          <a:ext cx="0" cy="0"/>
          <a:chOff x="0" y="0"/>
          <a:chExt cx="0" cy="0"/>
        </a:xfrm>
      </p:grpSpPr>
      <p:pic>
        <p:nvPicPr>
          <p:cNvPr id="6" name="Content Placeholder 5" descr="A person holding a cup&#10;&#10;AI-generated content may be incorrect.">
            <a:extLst>
              <a:ext uri="{FF2B5EF4-FFF2-40B4-BE49-F238E27FC236}">
                <a16:creationId xmlns:a16="http://schemas.microsoft.com/office/drawing/2014/main" id="{8D150BA4-633B-E58D-9733-902F1F89089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9"/>
          <a:stretch>
            <a:fillRect/>
          </a:stretch>
        </p:blipFill>
        <p:spPr>
          <a:xfrm>
            <a:off x="20" y="961"/>
            <a:ext cx="9143980" cy="5142539"/>
          </a:xfrm>
          <a:prstGeom prst="rect">
            <a:avLst/>
          </a:prstGeom>
        </p:spPr>
      </p:pic>
    </p:spTree>
    <p:extLst>
      <p:ext uri="{BB962C8B-B14F-4D97-AF65-F5344CB8AC3E}">
        <p14:creationId xmlns:p14="http://schemas.microsoft.com/office/powerpoint/2010/main" val="33750733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5FC2-8898-7E78-99D6-2D7C320C2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F293E-6CF9-3311-F32A-D855CB1D9E8F}"/>
              </a:ext>
            </a:extLst>
          </p:cNvPr>
          <p:cNvSpPr>
            <a:spLocks noGrp="1"/>
          </p:cNvSpPr>
          <p:nvPr>
            <p:ph type="ctrTitle"/>
          </p:nvPr>
        </p:nvSpPr>
        <p:spPr>
          <a:xfrm>
            <a:off x="647700" y="0"/>
            <a:ext cx="7848600" cy="595806"/>
          </a:xfrm>
        </p:spPr>
        <p:txBody>
          <a:bodyPr lIns="91440" tIns="0" rIns="91440" bIns="0" anchor="b">
            <a:normAutofit fontScale="90000"/>
          </a:bodyPr>
          <a:lstStyle/>
          <a:p>
            <a:pPr>
              <a:lnSpc>
                <a:spcPct val="90000"/>
              </a:lnSpc>
            </a:pPr>
            <a:r>
              <a:rPr lang="en-US" b="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KINH VINH DANH</a:t>
            </a:r>
            <a:endParaRPr lang="en-US" sz="3200" b="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9BEAAA6-8B64-CA01-CEDA-076C098D795E}"/>
              </a:ext>
            </a:extLst>
          </p:cNvPr>
          <p:cNvSpPr txBox="1">
            <a:spLocks/>
          </p:cNvSpPr>
          <p:nvPr/>
        </p:nvSpPr>
        <p:spPr>
          <a:xfrm>
            <a:off x="0" y="514350"/>
            <a:ext cx="9144000" cy="462915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9600" b="1" i="1" dirty="0">
                <a:solidFill>
                  <a:srgbClr val="C00000"/>
                </a:solidFill>
                <a:latin typeface="Times New Roman (Headings)"/>
                <a:cs typeface="Arial" panose="020B0604020202020204" pitchFamily="34" charset="0"/>
              </a:rPr>
              <a:t>Vinh </a:t>
            </a:r>
            <a:r>
              <a:rPr lang="en-US" sz="9600" b="1" i="1" dirty="0" err="1">
                <a:solidFill>
                  <a:srgbClr val="C00000"/>
                </a:solidFill>
                <a:latin typeface="Times New Roman (Headings)"/>
                <a:cs typeface="Arial" panose="020B0604020202020204" pitchFamily="34" charset="0"/>
              </a:rPr>
              <a:t>danh</a:t>
            </a:r>
            <a:r>
              <a:rPr lang="en-US" sz="9600" b="1" i="1" dirty="0">
                <a:solidFill>
                  <a:srgbClr val="C00000"/>
                </a:solidFill>
                <a:latin typeface="Times New Roman (Headings)"/>
                <a:cs typeface="Arial" panose="020B0604020202020204" pitchFamily="34" charset="0"/>
              </a:rPr>
              <a:t> Thiên Chúa </a:t>
            </a:r>
            <a:r>
              <a:rPr lang="en-US" sz="9600" b="1" i="1" dirty="0" err="1">
                <a:solidFill>
                  <a:srgbClr val="C00000"/>
                </a:solidFill>
                <a:latin typeface="Times New Roman (Headings)"/>
                <a:cs typeface="Arial" panose="020B0604020202020204" pitchFamily="34" charset="0"/>
              </a:rPr>
              <a:t>trên</a:t>
            </a:r>
            <a:r>
              <a:rPr lang="en-US" sz="9600" b="1" i="1" dirty="0">
                <a:solidFill>
                  <a:srgbClr val="C00000"/>
                </a:solidFill>
                <a:latin typeface="Times New Roman (Headings)"/>
                <a:cs typeface="Arial" panose="020B0604020202020204" pitchFamily="34" charset="0"/>
              </a:rPr>
              <a:t> các </a:t>
            </a:r>
            <a:r>
              <a:rPr lang="en-US" sz="9600" b="1" i="1" dirty="0" err="1">
                <a:solidFill>
                  <a:srgbClr val="C00000"/>
                </a:solidFill>
                <a:latin typeface="Times New Roman (Headings)"/>
                <a:cs typeface="Arial" panose="020B0604020202020204" pitchFamily="34" charset="0"/>
              </a:rPr>
              <a:t>tầng</a:t>
            </a:r>
            <a:r>
              <a:rPr lang="en-US" sz="9600" b="1" i="1" dirty="0">
                <a:solidFill>
                  <a:srgbClr val="C00000"/>
                </a:solidFill>
                <a:latin typeface="Times New Roman (Headings)"/>
                <a:cs typeface="Arial" panose="020B0604020202020204" pitchFamily="34" charset="0"/>
              </a:rPr>
              <a:t> </a:t>
            </a:r>
            <a:r>
              <a:rPr lang="en-US" sz="9600" b="1" i="1" dirty="0" err="1">
                <a:solidFill>
                  <a:srgbClr val="C00000"/>
                </a:solidFill>
                <a:latin typeface="Times New Roman (Headings)"/>
                <a:cs typeface="Arial" panose="020B0604020202020204" pitchFamily="34" charset="0"/>
              </a:rPr>
              <a:t>trời</a:t>
            </a:r>
            <a:endParaRPr lang="en-US" sz="9600" b="1" i="1" dirty="0">
              <a:solidFill>
                <a:srgbClr val="C00000"/>
              </a:solidFill>
              <a:latin typeface="Times New Roman (Headings)"/>
              <a:cs typeface="Arial" panose="020B0604020202020204" pitchFamily="34" charset="0"/>
            </a:endParaRPr>
          </a:p>
        </p:txBody>
      </p:sp>
    </p:spTree>
    <p:extLst>
      <p:ext uri="{BB962C8B-B14F-4D97-AF65-F5344CB8AC3E}">
        <p14:creationId xmlns:p14="http://schemas.microsoft.com/office/powerpoint/2010/main" val="420029449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B2E2-E362-6D33-CD0E-1642CD88A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2697-8B74-70F0-B7C9-A989DCA0196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a:effectLst/>
                <a:latin typeface="Times New Roman (Headings)"/>
                <a:cs typeface="Arial" panose="020B0604020202020204" pitchFamily="34" charset="0"/>
              </a:rPr>
              <a:t>và bình an dưới thế cho người thiện tâm.</a:t>
            </a:r>
            <a:endParaRPr lang="en-US" sz="96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498728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6E9DE-C473-8D12-1025-302A2666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6DE15-738C-CA62-B6EF-68F8B003E6F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it-IT" sz="9600" b="1">
                <a:effectLst/>
                <a:latin typeface="Times New Roman (Headings)"/>
                <a:cs typeface="Arial" panose="020B0604020202020204" pitchFamily="34" charset="0"/>
              </a:rPr>
              <a:t>Chúng con ca ngợi Chúa,</a:t>
            </a:r>
            <a:endParaRPr lang="en-US" sz="96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29271505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AFC8-1E84-E5F1-9DD1-FD8239939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C9474-3216-B209-1249-ABD632A9D07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err="1">
                <a:effectLst/>
                <a:latin typeface="Times New Roman (Headings)"/>
                <a:cs typeface="Arial" panose="020B0604020202020204" pitchFamily="34" charset="0"/>
              </a:rPr>
              <a:t>chúng</a:t>
            </a:r>
            <a:r>
              <a:rPr lang="en-US" sz="9600" b="1">
                <a:effectLst/>
                <a:latin typeface="Times New Roman (Headings)"/>
                <a:cs typeface="Arial" panose="020B0604020202020204" pitchFamily="34" charset="0"/>
              </a:rPr>
              <a:t> con </a:t>
            </a:r>
            <a:r>
              <a:rPr lang="en-US" sz="9600" b="1" err="1">
                <a:effectLst/>
                <a:latin typeface="Times New Roman (Headings)"/>
                <a:cs typeface="Arial" panose="020B0604020202020204" pitchFamily="34" charset="0"/>
              </a:rPr>
              <a:t>chúc</a:t>
            </a:r>
            <a:r>
              <a:rPr lang="en-US" sz="9600" b="1">
                <a:effectLst/>
                <a:latin typeface="Times New Roman (Headings)"/>
                <a:cs typeface="Arial" panose="020B0604020202020204" pitchFamily="34" charset="0"/>
              </a:rPr>
              <a:t> </a:t>
            </a:r>
            <a:r>
              <a:rPr lang="en-US" sz="9600" b="1" err="1">
                <a:effectLst/>
                <a:latin typeface="Times New Roman (Headings)"/>
                <a:cs typeface="Arial" panose="020B0604020202020204" pitchFamily="34" charset="0"/>
              </a:rPr>
              <a:t>tụng</a:t>
            </a:r>
            <a:r>
              <a:rPr lang="en-US" sz="96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50026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0938-32D4-9ECB-AE95-C9A7F10F5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92DF-2D51-7279-253B-006810682B8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err="1">
                <a:effectLst/>
                <a:latin typeface="Times New Roman (Headings)"/>
                <a:cs typeface="Arial" panose="020B0604020202020204" pitchFamily="34" charset="0"/>
              </a:rPr>
              <a:t>chúng</a:t>
            </a:r>
            <a:r>
              <a:rPr lang="en-US" sz="9600" b="1">
                <a:effectLst/>
                <a:latin typeface="Times New Roman (Headings)"/>
                <a:cs typeface="Arial" panose="020B0604020202020204" pitchFamily="34" charset="0"/>
              </a:rPr>
              <a:t> con </a:t>
            </a:r>
            <a:r>
              <a:rPr lang="en-US" sz="9600" b="1" err="1">
                <a:effectLst/>
                <a:latin typeface="Times New Roman (Headings)"/>
                <a:cs typeface="Arial" panose="020B0604020202020204" pitchFamily="34" charset="0"/>
              </a:rPr>
              <a:t>thờ</a:t>
            </a:r>
            <a:r>
              <a:rPr lang="en-US" sz="9600" b="1">
                <a:effectLst/>
                <a:latin typeface="Times New Roman (Headings)"/>
                <a:cs typeface="Arial" panose="020B0604020202020204" pitchFamily="34" charset="0"/>
              </a:rPr>
              <a:t> </a:t>
            </a:r>
            <a:r>
              <a:rPr lang="en-US" sz="9600" b="1" err="1">
                <a:effectLst/>
                <a:latin typeface="Times New Roman (Headings)"/>
                <a:cs typeface="Arial" panose="020B0604020202020204" pitchFamily="34" charset="0"/>
              </a:rPr>
              <a:t>lạy</a:t>
            </a:r>
            <a:r>
              <a:rPr lang="en-US" sz="96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318480686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1EE40-63E7-3B45-289B-5416CD042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F7008-4EF1-B850-A70B-B1E7E8CE0F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err="1">
                <a:effectLst/>
                <a:latin typeface="Times New Roman (Headings)"/>
                <a:cs typeface="Arial" panose="020B0604020202020204" pitchFamily="34" charset="0"/>
              </a:rPr>
              <a:t>chúng</a:t>
            </a:r>
            <a:r>
              <a:rPr lang="en-US" sz="9600" b="1">
                <a:effectLst/>
                <a:latin typeface="Times New Roman (Headings)"/>
                <a:cs typeface="Arial" panose="020B0604020202020204" pitchFamily="34" charset="0"/>
              </a:rPr>
              <a:t> con </a:t>
            </a:r>
            <a:r>
              <a:rPr lang="en-US" sz="9600" b="1" err="1">
                <a:effectLst/>
                <a:latin typeface="Times New Roman (Headings)"/>
                <a:cs typeface="Arial" panose="020B0604020202020204" pitchFamily="34" charset="0"/>
              </a:rPr>
              <a:t>tôn</a:t>
            </a:r>
            <a:r>
              <a:rPr lang="en-US" sz="9600" b="1">
                <a:effectLst/>
                <a:latin typeface="Times New Roman (Headings)"/>
                <a:cs typeface="Arial" panose="020B0604020202020204" pitchFamily="34" charset="0"/>
              </a:rPr>
              <a:t> </a:t>
            </a:r>
            <a:r>
              <a:rPr lang="en-US" sz="9600" b="1" err="1">
                <a:effectLst/>
                <a:latin typeface="Times New Roman (Headings)"/>
                <a:cs typeface="Arial" panose="020B0604020202020204" pitchFamily="34" charset="0"/>
              </a:rPr>
              <a:t>vinh</a:t>
            </a:r>
            <a:r>
              <a:rPr lang="en-US" sz="96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96734190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231D-3DE7-803D-DA2D-422C310D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F3856-2493-F6A1-1B1F-D04E853E27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err="1">
                <a:effectLst/>
                <a:latin typeface="Times New Roman (Headings)"/>
                <a:cs typeface="Arial" panose="020B0604020202020204" pitchFamily="34" charset="0"/>
              </a:rPr>
              <a:t>chúng</a:t>
            </a:r>
            <a:r>
              <a:rPr lang="en-US" sz="8800" b="1">
                <a:effectLst/>
                <a:latin typeface="Times New Roman (Headings)"/>
                <a:cs typeface="Arial" panose="020B0604020202020204" pitchFamily="34" charset="0"/>
              </a:rPr>
              <a:t> con </a:t>
            </a:r>
            <a:r>
              <a:rPr lang="en-US" sz="8800" b="1" err="1">
                <a:effectLst/>
                <a:latin typeface="Times New Roman (Headings)"/>
                <a:cs typeface="Arial" panose="020B0604020202020204" pitchFamily="34" charset="0"/>
              </a:rPr>
              <a:t>cảm</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tạ</a:t>
            </a:r>
            <a:r>
              <a:rPr lang="en-US" sz="8800" b="1">
                <a:effectLst/>
                <a:latin typeface="Times New Roman (Headings)"/>
                <a:cs typeface="Arial" panose="020B0604020202020204" pitchFamily="34" charset="0"/>
              </a:rPr>
              <a:t> Chúa </a:t>
            </a:r>
            <a:r>
              <a:rPr lang="en-US" sz="8800" b="1" err="1">
                <a:effectLst/>
                <a:latin typeface="Times New Roman (Headings)"/>
                <a:cs typeface="Arial" panose="020B0604020202020204" pitchFamily="34" charset="0"/>
              </a:rPr>
              <a:t>vì</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vinh</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quang</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cao</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cả</a:t>
            </a:r>
            <a:r>
              <a:rPr lang="en-US" sz="88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05028514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9383-0950-E06E-DB59-3149EC694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4C8E-7406-F4AF-0BE7-E5299CB7C96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lạy</a:t>
            </a:r>
            <a:r>
              <a:rPr lang="en-US" sz="8200" b="1" dirty="0">
                <a:effectLst/>
                <a:latin typeface="Times New Roman (Headings)"/>
                <a:cs typeface="Arial" panose="020B0604020202020204" pitchFamily="34" charset="0"/>
              </a:rPr>
              <a:t>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Vua </a:t>
            </a:r>
            <a:r>
              <a:rPr lang="en-US" sz="8200" b="1" dirty="0" err="1">
                <a:effectLst/>
                <a:latin typeface="Times New Roman (Headings)"/>
                <a:cs typeface="Arial" panose="020B0604020202020204" pitchFamily="34" charset="0"/>
              </a:rPr>
              <a:t>trên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trời</a:t>
            </a:r>
            <a:r>
              <a:rPr lang="en-US" sz="8200" b="1" dirty="0">
                <a:effectLst/>
                <a:latin typeface="Times New Roman (Headings)"/>
                <a:cs typeface="Arial" panose="020B0604020202020204" pitchFamily="34" charset="0"/>
              </a:rPr>
              <a:t>, </a:t>
            </a:r>
            <a:r>
              <a:rPr lang="fr-FR" sz="8200" b="1" dirty="0">
                <a:effectLst/>
                <a:latin typeface="Times New Roman (Headings)"/>
                <a:cs typeface="Arial" panose="020B0604020202020204" pitchFamily="34" charset="0"/>
              </a:rPr>
              <a:t>là </a:t>
            </a:r>
            <a:r>
              <a:rPr lang="fr-FR" sz="8200" b="1" dirty="0" err="1">
                <a:effectLst/>
                <a:latin typeface="Times New Roman (Headings)"/>
                <a:cs typeface="Arial" panose="020B0604020202020204" pitchFamily="34" charset="0"/>
              </a:rPr>
              <a:t>Chúa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Cha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toàn</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năng</a:t>
            </a:r>
            <a:r>
              <a:rPr lang="fr-FR" sz="8200" b="1" dirty="0">
                <a:effectLst/>
                <a:latin typeface="Times New Roman (Headings)"/>
                <a:cs typeface="Arial" panose="020B0604020202020204" pitchFamily="34" charset="0"/>
              </a:rPr>
              <a:t>.</a:t>
            </a:r>
            <a:endParaRPr lang="en-US" sz="8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863974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1BD6-398B-F479-C233-3B1364E38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1BAB-8808-4FA0-1F3A-C389400922C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err="1">
                <a:effectLst/>
                <a:latin typeface="Times New Roman (Headings)"/>
                <a:cs typeface="Arial" panose="020B0604020202020204" pitchFamily="34" charset="0"/>
              </a:rPr>
              <a:t>Lạy</a:t>
            </a:r>
            <a:r>
              <a:rPr lang="en-US" sz="8800" b="1">
                <a:effectLst/>
                <a:latin typeface="Times New Roman (Headings)"/>
                <a:cs typeface="Arial" panose="020B0604020202020204" pitchFamily="34" charset="0"/>
              </a:rPr>
              <a:t> Con </a:t>
            </a:r>
            <a:r>
              <a:rPr lang="en-US" sz="8800" b="1" err="1">
                <a:effectLst/>
                <a:latin typeface="Times New Roman (Headings)"/>
                <a:cs typeface="Arial" panose="020B0604020202020204" pitchFamily="34" charset="0"/>
              </a:rPr>
              <a:t>một</a:t>
            </a:r>
            <a:r>
              <a:rPr lang="en-US" sz="8800" b="1">
                <a:effectLst/>
                <a:latin typeface="Times New Roman (Headings)"/>
                <a:cs typeface="Arial" panose="020B0604020202020204" pitchFamily="34" charset="0"/>
              </a:rPr>
              <a:t> Thiên Chúa, Chúa </a:t>
            </a:r>
            <a:r>
              <a:rPr lang="en-US" sz="8800" b="1" err="1">
                <a:effectLst/>
                <a:latin typeface="Times New Roman (Headings)"/>
                <a:cs typeface="Arial" panose="020B0604020202020204" pitchFamily="34" charset="0"/>
              </a:rPr>
              <a:t>Giêsu</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Kitô</a:t>
            </a:r>
            <a:r>
              <a:rPr lang="en-US" sz="88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105281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6C76-B44B-4E97-B57B-3311E8F50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FAEE-399C-38BD-870F-283A920E188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Chiên</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a:t>
            </a:r>
          </a:p>
        </p:txBody>
      </p:sp>
    </p:spTree>
    <p:extLst>
      <p:ext uri="{BB962C8B-B14F-4D97-AF65-F5344CB8AC3E}">
        <p14:creationId xmlns:p14="http://schemas.microsoft.com/office/powerpoint/2010/main" val="395612302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BE6C-24E8-8ABE-5603-E0265B5C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E1B5B-1BFE-4548-9A6C-CFDB66E61F4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xóa tội trần gian,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51481763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45FD-D05C-3905-248F-1B69BD7DF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17A59-2161-38CC-9BF0-590A1036E43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a:effectLst/>
                <a:latin typeface="Times New Roman (Headings)"/>
                <a:cs typeface="Arial" panose="020B0604020202020204" pitchFamily="34" charset="0"/>
              </a:rPr>
              <a:t>Chúa </a:t>
            </a:r>
            <a:r>
              <a:rPr lang="en-US" sz="8000" b="1" err="1">
                <a:effectLst/>
                <a:latin typeface="Times New Roman (Headings)"/>
                <a:cs typeface="Arial" panose="020B0604020202020204" pitchFamily="34" charset="0"/>
              </a:rPr>
              <a:t>xóa</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tội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gian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xin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nhậm</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lời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chúng</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cầu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khẩn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3728819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385-25B5-5A4E-CD7F-BDFBA59B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B06C8-D470-BFA0-B1DF-7A8EAC4CB39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ngự bên hữu </a:t>
            </a:r>
            <a:r>
              <a:rPr lang="vi-VN" sz="8000" b="1" err="1">
                <a:effectLst/>
                <a:latin typeface="Times New Roman (Headings)"/>
                <a:cs typeface="Arial" panose="020B0604020202020204" pitchFamily="34" charset="0"/>
              </a:rPr>
              <a:t>Ðức</a:t>
            </a:r>
            <a:r>
              <a:rPr lang="vi-VN" sz="8000" b="1">
                <a:effectLst/>
                <a:latin typeface="Times New Roman (Headings)"/>
                <a:cs typeface="Arial" panose="020B0604020202020204" pitchFamily="34" charset="0"/>
              </a:rPr>
              <a:t> Chúa Cha,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033192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B9E85-F300-C8AB-12AC-4C3A99ED5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9E1DF-46D8-BB58-A47C-9C32CE603F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Vì</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Giêsu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Kitô</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232975513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6FB9-755A-2D55-A424-49141F379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4EB70-A9CD-1ABE-08F6-FBEA84FAC27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Tối</a:t>
            </a:r>
            <a:r>
              <a:rPr lang="en-US" sz="8000" b="1">
                <a:effectLst/>
                <a:latin typeface="Times New Roman (Headings)"/>
                <a:cs typeface="Arial" panose="020B0604020202020204" pitchFamily="34" charset="0"/>
              </a:rPr>
              <a:t> Cao,</a:t>
            </a:r>
          </a:p>
        </p:txBody>
      </p:sp>
    </p:spTree>
    <p:extLst>
      <p:ext uri="{BB962C8B-B14F-4D97-AF65-F5344CB8AC3E}">
        <p14:creationId xmlns:p14="http://schemas.microsoft.com/office/powerpoint/2010/main" val="202378463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4602-C6B8-124B-DB47-120543761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4AE46-463B-060F-DC19-46518799B4B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cùng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Thánh </a:t>
            </a:r>
            <a:r>
              <a:rPr lang="en-US" sz="8000" b="1" err="1">
                <a:effectLst/>
                <a:latin typeface="Times New Roman (Headings)"/>
                <a:cs typeface="Arial" panose="020B0604020202020204" pitchFamily="34" charset="0"/>
              </a:rPr>
              <a:t>Thần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trong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vinh</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quang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 </a:t>
            </a:r>
            <a:r>
              <a:rPr lang="en-US" sz="8000" b="1">
                <a:solidFill>
                  <a:srgbClr val="FF0000"/>
                </a:solidFill>
                <a:effectLst/>
                <a:latin typeface="Times New Roman (Headings)"/>
                <a:cs typeface="Arial" panose="020B0604020202020204" pitchFamily="34" charset="0"/>
              </a:rPr>
              <a:t>Amen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9581470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0BA1D-7B4E-4869-E226-25BDAE112FB7}"/>
            </a:ext>
          </a:extLst>
        </p:cNvPr>
        <p:cNvGrpSpPr/>
        <p:nvPr/>
      </p:nvGrpSpPr>
      <p:grpSpPr>
        <a:xfrm>
          <a:off x="0" y="0"/>
          <a:ext cx="0" cy="0"/>
          <a:chOff x="0" y="0"/>
          <a:chExt cx="0" cy="0"/>
        </a:xfrm>
      </p:grpSpPr>
      <p:pic>
        <p:nvPicPr>
          <p:cNvPr id="6" name="Content Placeholder 5" descr="A person holding a cup&#10;&#10;AI-generated content may be incorrect.">
            <a:extLst>
              <a:ext uri="{FF2B5EF4-FFF2-40B4-BE49-F238E27FC236}">
                <a16:creationId xmlns:a16="http://schemas.microsoft.com/office/drawing/2014/main" id="{5A9DA7B6-99AC-D5E0-409C-C61F2ECFD8B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9"/>
          <a:stretch>
            <a:fillRect/>
          </a:stretch>
        </p:blipFill>
        <p:spPr>
          <a:xfrm>
            <a:off x="20" y="961"/>
            <a:ext cx="9143980" cy="5142539"/>
          </a:xfrm>
          <a:prstGeom prst="rect">
            <a:avLst/>
          </a:prstGeom>
        </p:spPr>
      </p:pic>
    </p:spTree>
    <p:extLst>
      <p:ext uri="{BB962C8B-B14F-4D97-AF65-F5344CB8AC3E}">
        <p14:creationId xmlns:p14="http://schemas.microsoft.com/office/powerpoint/2010/main" val="226473484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poster of a person holding a tray of bread&#10;&#10;AI-generated content may be incorrect.">
            <a:extLst>
              <a:ext uri="{FF2B5EF4-FFF2-40B4-BE49-F238E27FC236}">
                <a16:creationId xmlns:a16="http://schemas.microsoft.com/office/drawing/2014/main" id="{2111BED0-4046-5276-D495-84B806AD82E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9"/>
          <a:stretch>
            <a:fillRect/>
          </a:stretch>
        </p:blipFill>
        <p:spPr>
          <a:xfrm>
            <a:off x="20" y="961"/>
            <a:ext cx="9143980" cy="5142539"/>
          </a:xfrm>
          <a:prstGeom prst="rect">
            <a:avLst/>
          </a:prstGeom>
        </p:spPr>
      </p:pic>
    </p:spTree>
    <p:extLst>
      <p:ext uri="{BB962C8B-B14F-4D97-AF65-F5344CB8AC3E}">
        <p14:creationId xmlns:p14="http://schemas.microsoft.com/office/powerpoint/2010/main" val="145803250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DA1-C59A-DCB2-1254-4731F823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785D-F143-1F4A-51C1-7A4176DF2B1C}"/>
              </a:ext>
            </a:extLst>
          </p:cNvPr>
          <p:cNvSpPr>
            <a:spLocks noGrp="1"/>
          </p:cNvSpPr>
          <p:nvPr>
            <p:ph type="ctrTitle"/>
          </p:nvPr>
        </p:nvSpPr>
        <p:spPr>
          <a:xfrm>
            <a:off x="647700" y="1308373"/>
            <a:ext cx="7848600" cy="2526753"/>
          </a:xfrm>
        </p:spPr>
        <p:txBody>
          <a:bodyPr lIns="91440" tIns="0" rIns="91440" bIns="0" anchor="b">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115</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Thái Nguyên</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73224495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B57F-E32D-18B5-F0BB-7030978D6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7A6A7-B4C8-8398-C291-BE4F82B1177A}"/>
              </a:ext>
            </a:extLst>
          </p:cNvPr>
          <p:cNvSpPr>
            <a:spLocks noGrp="1"/>
          </p:cNvSpPr>
          <p:nvPr>
            <p:ph type="ctrTitle"/>
          </p:nvPr>
        </p:nvSpPr>
        <p:spPr>
          <a:xfrm>
            <a:off x="0" y="-130629"/>
            <a:ext cx="9144000" cy="5143500"/>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1. Này đây con lấy gì dâng Chúa, mà đền đáp những ơn lành cao cả trong đời.</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004007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C0688-8DA7-1BE6-7DA3-3C120E15C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44B1A-DBD8-32E7-B41E-8FCF6A4D0DFA}"/>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7200" b="1" dirty="0">
                <a:effectLst/>
                <a:latin typeface="Times New Roman (Headings)"/>
                <a:cs typeface="Arial" panose="020B0604020202020204" pitchFamily="34" charset="0"/>
              </a:rPr>
              <a:t>Con </a:t>
            </a:r>
            <a:r>
              <a:rPr lang="en-US" sz="7200" b="1" dirty="0" err="1">
                <a:effectLst/>
                <a:latin typeface="Times New Roman (Headings)"/>
                <a:cs typeface="Arial" panose="020B0604020202020204" pitchFamily="34" charset="0"/>
              </a:rPr>
              <a:t>sẽ</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nhận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chén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nhận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chén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cứu</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độ</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và</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sẽ</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khẩn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cầu</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khẩn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cầu</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danh</a:t>
            </a:r>
            <a:r>
              <a:rPr lang="en-US" sz="72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208114624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C596-5E4B-E7F4-108B-CC94DCD26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0037A-7FB4-F9EC-3F93-7B9C9142686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Chén </a:t>
            </a:r>
            <a:r>
              <a:rPr lang="en-US" sz="8000" b="1" dirty="0" err="1">
                <a:effectLst/>
                <a:latin typeface="Times New Roman (Headings)"/>
                <a:cs typeface="Arial" panose="020B0604020202020204" pitchFamily="34" charset="0"/>
              </a:rPr>
              <a:t>chúc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hiệp</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hiệp</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máu</a:t>
            </a:r>
            <a:r>
              <a:rPr lang="en-US" sz="8000" b="1" dirty="0">
                <a:effectLst/>
                <a:latin typeface="Times New Roman (Headings)"/>
                <a:cs typeface="Arial" panose="020B0604020202020204" pitchFamily="34" charset="0"/>
              </a:rPr>
              <a:t> Chúa Ki-</a:t>
            </a:r>
            <a:r>
              <a:rPr lang="en-US" sz="8000" b="1" dirty="0" err="1">
                <a:effectLst/>
                <a:latin typeface="Times New Roman (Headings)"/>
                <a:cs typeface="Arial" panose="020B0604020202020204" pitchFamily="34" charset="0"/>
              </a:rPr>
              <a:t>tô</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16982357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534DF-3B3B-6585-A38A-F71066C42B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649EF9-EBFF-612B-9418-506EAA435FE0}"/>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7600" b="1" dirty="0">
                <a:effectLst/>
                <a:latin typeface="Times New Roman (Headings)"/>
                <a:cs typeface="Arial" panose="020B0604020202020204" pitchFamily="34" charset="0"/>
              </a:rPr>
              <a:t>2. Vì đây trước Chúa thật cao quý, thật cao quý những ai mà đã chết cho Ngài.</a:t>
            </a:r>
            <a:endParaRPr lang="en-US" sz="7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3479847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3B0B3-3520-5510-F516-1D8CEE08A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9A9B18-338F-5701-E1CA-00FE8678D413}"/>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Con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đầy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tớ</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đầy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tớ</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của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đã</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xích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xiềng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cứu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độ</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cho</a:t>
            </a:r>
            <a:r>
              <a:rPr lang="en-US" sz="80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80074643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5B856-3279-E00F-FF47-71B4A85EB0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07107-E9D9-D47C-B117-57FC44A16DA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Chén </a:t>
            </a:r>
            <a:r>
              <a:rPr lang="en-US" sz="8000" b="1" dirty="0" err="1">
                <a:effectLst/>
                <a:latin typeface="Times New Roman (Headings)"/>
                <a:cs typeface="Arial" panose="020B0604020202020204" pitchFamily="34" charset="0"/>
              </a:rPr>
              <a:t>chúc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hiệp</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hiệp</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máu</a:t>
            </a:r>
            <a:r>
              <a:rPr lang="en-US" sz="8000" b="1" dirty="0">
                <a:effectLst/>
                <a:latin typeface="Times New Roman (Headings)"/>
                <a:cs typeface="Arial" panose="020B0604020202020204" pitchFamily="34" charset="0"/>
              </a:rPr>
              <a:t> Chúa Ki-</a:t>
            </a:r>
            <a:r>
              <a:rPr lang="en-US" sz="8000" b="1" dirty="0" err="1">
                <a:effectLst/>
                <a:latin typeface="Times New Roman (Headings)"/>
                <a:cs typeface="Arial" panose="020B0604020202020204" pitchFamily="34" charset="0"/>
              </a:rPr>
              <a:t>tô</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03329771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511AD-BCD5-9003-7161-74098C6AA9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6CEC08-3393-BD59-71E0-52CCF578BA92}"/>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7600" b="1" dirty="0">
                <a:effectLst/>
                <a:latin typeface="Times New Roman (Headings)"/>
                <a:cs typeface="Arial" panose="020B0604020202020204" pitchFamily="34" charset="0"/>
              </a:rPr>
              <a:t>3. Thành tâm dâng Chúa lời ngợi ca, như của lễ với lòng thành kêu khấn Danh Ngài.</a:t>
            </a:r>
            <a:endParaRPr lang="en-US" sz="7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0218244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0B8DB-D241-6443-8D40-6D4F2071FB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4FADF-9FCF-7DC4-0BA5-C2717A084DA9}"/>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Con thề nguyền luôn, nguyện luôn giữ trọn lời khấn ước cùng Ngài trước mặt muôn dân.</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8743665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786BF-6E88-D494-12A4-AD82981DB9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1BE485-F97A-3F44-EE54-29BDB8CC50B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Chén </a:t>
            </a:r>
            <a:r>
              <a:rPr lang="en-US" sz="8000" b="1" dirty="0" err="1">
                <a:effectLst/>
                <a:latin typeface="Times New Roman (Headings)"/>
                <a:cs typeface="Arial" panose="020B0604020202020204" pitchFamily="34" charset="0"/>
              </a:rPr>
              <a:t>chúc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hiệp</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hiệp</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máu</a:t>
            </a:r>
            <a:r>
              <a:rPr lang="en-US" sz="8000" b="1" dirty="0">
                <a:effectLst/>
                <a:latin typeface="Times New Roman (Headings)"/>
                <a:cs typeface="Arial" panose="020B0604020202020204" pitchFamily="34" charset="0"/>
              </a:rPr>
              <a:t> Chúa Ki-</a:t>
            </a:r>
            <a:r>
              <a:rPr lang="en-US" sz="8000" b="1" dirty="0" err="1">
                <a:effectLst/>
                <a:latin typeface="Times New Roman (Headings)"/>
                <a:cs typeface="Arial" panose="020B0604020202020204" pitchFamily="34" charset="0"/>
              </a:rPr>
              <a:t>tô</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60901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red and white banner with a picture of a person and a group of men&#10;&#10;AI-generated content may be incorrect.">
            <a:extLst>
              <a:ext uri="{FF2B5EF4-FFF2-40B4-BE49-F238E27FC236}">
                <a16:creationId xmlns:a16="http://schemas.microsoft.com/office/drawing/2014/main" id="{57FBEE06-88E8-1555-E549-AA0704C2F9D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9"/>
          <a:stretch>
            <a:fillRect/>
          </a:stretch>
        </p:blipFill>
        <p:spPr>
          <a:xfrm>
            <a:off x="20" y="961"/>
            <a:ext cx="9143980" cy="5142539"/>
          </a:xfrm>
          <a:prstGeom prst="rect">
            <a:avLst/>
          </a:prstGeom>
        </p:spPr>
      </p:pic>
    </p:spTree>
    <p:extLst>
      <p:ext uri="{BB962C8B-B14F-4D97-AF65-F5344CB8AC3E}">
        <p14:creationId xmlns:p14="http://schemas.microsoft.com/office/powerpoint/2010/main" val="144261211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9F1FB-5AD4-ACFF-0846-CB8A6E920A9B}"/>
            </a:ext>
          </a:extLst>
        </p:cNvPr>
        <p:cNvGrpSpPr/>
        <p:nvPr/>
      </p:nvGrpSpPr>
      <p:grpSpPr>
        <a:xfrm>
          <a:off x="0" y="0"/>
          <a:ext cx="0" cy="0"/>
          <a:chOff x="0" y="0"/>
          <a:chExt cx="0" cy="0"/>
        </a:xfrm>
      </p:grpSpPr>
      <p:pic>
        <p:nvPicPr>
          <p:cNvPr id="6" name="Content Placeholder 5" descr="A person holding a cup&#10;&#10;AI-generated content may be incorrect.">
            <a:extLst>
              <a:ext uri="{FF2B5EF4-FFF2-40B4-BE49-F238E27FC236}">
                <a16:creationId xmlns:a16="http://schemas.microsoft.com/office/drawing/2014/main" id="{01515FC1-6F18-ADDA-F717-250BAC52FE9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9"/>
          <a:stretch>
            <a:fillRect/>
          </a:stretch>
        </p:blipFill>
        <p:spPr>
          <a:xfrm>
            <a:off x="20" y="961"/>
            <a:ext cx="9143980" cy="5142539"/>
          </a:xfrm>
          <a:prstGeom prst="rect">
            <a:avLst/>
          </a:prstGeom>
        </p:spPr>
      </p:pic>
    </p:spTree>
    <p:extLst>
      <p:ext uri="{BB962C8B-B14F-4D97-AF65-F5344CB8AC3E}">
        <p14:creationId xmlns:p14="http://schemas.microsoft.com/office/powerpoint/2010/main" val="371484107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727710"/>
            <a:ext cx="9144000" cy="4415790"/>
          </a:xfrm>
          <a:solidFill>
            <a:schemeClr val="bg1"/>
          </a:solidFill>
        </p:spPr>
        <p:txBody>
          <a:bodyPr lIns="91440" tIns="0" rIns="91440" bIns="0">
            <a:noAutofit/>
          </a:bodyPr>
          <a:lstStyle/>
          <a:p>
            <a:r>
              <a:rPr lang="en-US" sz="7200" b="1" dirty="0">
                <a:effectLst/>
                <a:latin typeface="Times New Roman (Headings)"/>
                <a:cs typeface="Arial" panose="020B0604020202020204" pitchFamily="34" charset="0"/>
              </a:rPr>
              <a:t>Alleluia. Alleluia. </a:t>
            </a:r>
            <a:br>
              <a:rPr lang="en-US" sz="7200" b="1" dirty="0">
                <a:effectLst/>
                <a:latin typeface="Times New Roman (Headings)"/>
                <a:cs typeface="Arial" panose="020B0604020202020204" pitchFamily="34" charset="0"/>
              </a:rPr>
            </a:br>
            <a:r>
              <a:rPr lang="en-US" sz="7200" b="1" dirty="0">
                <a:effectLst/>
                <a:latin typeface="Times New Roman (Headings)"/>
                <a:cs typeface="Arial" panose="020B0604020202020204" pitchFamily="34" charset="0"/>
              </a:rPr>
              <a:t>Chúa </a:t>
            </a:r>
            <a:r>
              <a:rPr lang="en-US" sz="7200" b="1" dirty="0" err="1">
                <a:effectLst/>
                <a:latin typeface="Times New Roman (Headings)"/>
                <a:cs typeface="Arial" panose="020B0604020202020204" pitchFamily="34" charset="0"/>
              </a:rPr>
              <a:t>phán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rằng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Thầy</a:t>
            </a:r>
            <a:r>
              <a:rPr lang="en-US" sz="7200" b="1" dirty="0">
                <a:effectLst/>
                <a:latin typeface="Times New Roman (Headings)"/>
                <a:cs typeface="Arial" panose="020B0604020202020204" pitchFamily="34" charset="0"/>
              </a:rPr>
              <a:t> ban </a:t>
            </a:r>
            <a:r>
              <a:rPr lang="en-US" sz="7200" b="1" dirty="0" err="1">
                <a:effectLst/>
                <a:latin typeface="Times New Roman (Headings)"/>
                <a:cs typeface="Arial" panose="020B0604020202020204" pitchFamily="34" charset="0"/>
              </a:rPr>
              <a:t>cho</a:t>
            </a:r>
            <a:r>
              <a:rPr lang="en-US" sz="7200" b="1" dirty="0">
                <a:effectLst/>
                <a:latin typeface="Times New Roman (Headings)"/>
                <a:cs typeface="Arial" panose="020B0604020202020204" pitchFamily="34" charset="0"/>
              </a:rPr>
              <a:t> các con</a:t>
            </a: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0"/>
            <a:ext cx="9144000" cy="819150"/>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3200" b="1" u="sng" dirty="0">
                <a:solidFill>
                  <a:srgbClr val="FF0000"/>
                </a:solidFill>
                <a:latin typeface="Arial" panose="020B0604020202020204" pitchFamily="34" charset="0"/>
                <a:cs typeface="Arial" panose="020B0604020202020204" pitchFamily="34" charset="0"/>
              </a:rPr>
              <a:t>CÂU XƯỚNG TRƯỚC PHÚC ÂM</a:t>
            </a:r>
            <a:endParaRPr lang="vi-VN" sz="3200" b="1"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913118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06615-2E99-EA04-3BDE-BFE498487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5F701-1094-431D-AE6C-46FE2A06216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một điều răn mới: Là hãy yêu thương nhau</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1575751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8D657-AEA8-59C1-B61D-CA085D7203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7D6D05-A8BF-A4D3-A45B-F96B7EBFC73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latin typeface="Times New Roman (Headings)"/>
                <a:cs typeface="Arial" panose="020B0604020202020204" pitchFamily="34" charset="0"/>
              </a:rPr>
              <a:t>như Thầy yêu </a:t>
            </a:r>
            <a:br>
              <a:rPr lang="en-US" sz="8800" b="1" dirty="0">
                <a:latin typeface="Times New Roman (Headings)"/>
                <a:cs typeface="Arial" panose="020B0604020202020204" pitchFamily="34" charset="0"/>
              </a:rPr>
            </a:br>
            <a:r>
              <a:rPr lang="vi-VN" sz="8800" b="1" dirty="0">
                <a:latin typeface="Times New Roman (Headings)"/>
                <a:cs typeface="Arial" panose="020B0604020202020204" pitchFamily="34" charset="0"/>
              </a:rPr>
              <a:t>thương các con</a:t>
            </a:r>
            <a:r>
              <a:rPr lang="en-US" sz="8800" b="1" dirty="0">
                <a:latin typeface="Times New Roman (Headings)"/>
                <a:cs typeface="Arial" panose="020B0604020202020204" pitchFamily="34" charset="0"/>
              </a:rPr>
              <a:t>.</a:t>
            </a:r>
            <a:br>
              <a:rPr lang="en-US" sz="8800" b="1" dirty="0">
                <a:effectLst/>
                <a:latin typeface="Times New Roman (Headings)"/>
                <a:cs typeface="Arial" panose="020B0604020202020204" pitchFamily="34" charset="0"/>
              </a:rPr>
            </a:br>
            <a:r>
              <a:rPr lang="en-US" sz="8800" b="1" dirty="0">
                <a:effectLst/>
                <a:latin typeface="Times New Roman (Headings)"/>
                <a:cs typeface="Arial" panose="020B0604020202020204" pitchFamily="34" charset="0"/>
              </a:rPr>
              <a:t>Alleluia, Alleluia. </a:t>
            </a:r>
          </a:p>
        </p:txBody>
      </p:sp>
    </p:spTree>
    <p:extLst>
      <p:ext uri="{BB962C8B-B14F-4D97-AF65-F5344CB8AC3E}">
        <p14:creationId xmlns:p14="http://schemas.microsoft.com/office/powerpoint/2010/main" val="3682772414"/>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CC647-0E7C-3A7F-EFD6-6FBAB0AB7D46}"/>
            </a:ext>
          </a:extLst>
        </p:cNvPr>
        <p:cNvGrpSpPr/>
        <p:nvPr/>
      </p:nvGrpSpPr>
      <p:grpSpPr>
        <a:xfrm>
          <a:off x="0" y="0"/>
          <a:ext cx="0" cy="0"/>
          <a:chOff x="0" y="0"/>
          <a:chExt cx="0" cy="0"/>
        </a:xfrm>
      </p:grpSpPr>
      <p:pic>
        <p:nvPicPr>
          <p:cNvPr id="6" name="Content Placeholder 5" descr="A person holding a cup&#10;&#10;AI-generated content may be incorrect.">
            <a:extLst>
              <a:ext uri="{FF2B5EF4-FFF2-40B4-BE49-F238E27FC236}">
                <a16:creationId xmlns:a16="http://schemas.microsoft.com/office/drawing/2014/main" id="{99A162F0-2F2E-0327-1880-171210E5803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9"/>
          <a:stretch>
            <a:fillRect/>
          </a:stretch>
        </p:blipFill>
        <p:spPr>
          <a:xfrm>
            <a:off x="20" y="961"/>
            <a:ext cx="9143980" cy="5142539"/>
          </a:xfrm>
          <a:prstGeom prst="rect">
            <a:avLst/>
          </a:prstGeom>
        </p:spPr>
      </p:pic>
    </p:spTree>
    <p:extLst>
      <p:ext uri="{BB962C8B-B14F-4D97-AF65-F5344CB8AC3E}">
        <p14:creationId xmlns:p14="http://schemas.microsoft.com/office/powerpoint/2010/main" val="186177248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514351"/>
            <a:ext cx="9144000" cy="4629148"/>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Tôi</a:t>
            </a:r>
            <a:r>
              <a:rPr lang="en-US" sz="8200" b="1" dirty="0">
                <a:effectLst/>
                <a:latin typeface="Times New Roman (Headings)"/>
                <a:cs typeface="Arial" panose="020B0604020202020204" pitchFamily="34" charset="0"/>
              </a:rPr>
              <a:t> tin </a:t>
            </a:r>
            <a:r>
              <a:rPr lang="en-US" sz="8200" b="1" dirty="0" err="1">
                <a:effectLst/>
                <a:latin typeface="Times New Roman (Headings)"/>
                <a:cs typeface="Arial" panose="020B0604020202020204" pitchFamily="34" charset="0"/>
              </a:rPr>
              <a:t>kính</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một</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Cha </a:t>
            </a:r>
            <a:r>
              <a:rPr lang="en-US" sz="8200" b="1" dirty="0" err="1">
                <a:effectLst/>
                <a:latin typeface="Times New Roman (Headings)"/>
                <a:cs typeface="Arial" panose="020B0604020202020204" pitchFamily="34" charset="0"/>
              </a:rPr>
              <a:t>toàn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năng</a:t>
            </a:r>
            <a:r>
              <a:rPr lang="en-US" sz="8200" b="1" dirty="0">
                <a:effectLst/>
                <a:latin typeface="Times New Roman (Headings)"/>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83125"/>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FF0000"/>
                </a:solidFill>
                <a:latin typeface="Times New Roman" panose="02020603050405020304" pitchFamily="18" charset="0"/>
                <a:cs typeface="Times New Roman" panose="02020603050405020304" pitchFamily="18" charset="0"/>
              </a:rPr>
              <a:t>KINH TIN </a:t>
            </a:r>
            <a:r>
              <a:rPr lang="en-US" sz="3600" b="1" dirty="0" err="1">
                <a:solidFill>
                  <a:srgbClr val="FF0000"/>
                </a:solidFill>
                <a:latin typeface="Times New Roman" panose="02020603050405020304" pitchFamily="18" charset="0"/>
                <a:cs typeface="Times New Roman" panose="02020603050405020304" pitchFamily="18" charset="0"/>
              </a:rPr>
              <a:t>KÍNH</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309F3-8315-CE40-0B0A-EA1412C0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03A48-7357-BDA4-3CCC-60DB19E7970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thành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hữu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vô</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127837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3334-9006-FD9C-EE9F-42904ED3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68C-2886-DF81-5CE8-19D4DA9DDB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Giê-su</a:t>
            </a:r>
            <a:r>
              <a:rPr lang="en-US" sz="8000" b="1" dirty="0">
                <a:effectLst/>
                <a:latin typeface="Times New Roman (Headings)"/>
                <a:cs typeface="Arial" panose="020B0604020202020204" pitchFamily="34" charset="0"/>
              </a:rPr>
              <a:t> Ki-</a:t>
            </a:r>
            <a:r>
              <a:rPr lang="en-US" sz="8000" b="1" dirty="0" err="1">
                <a:effectLst/>
                <a:latin typeface="Times New Roman (Headings)"/>
                <a:cs typeface="Arial" panose="020B0604020202020204" pitchFamily="34" charset="0"/>
              </a:rPr>
              <a:t>tô</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44868464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4702-B588-558A-1359-E8B9C635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DD87-71D7-AED6-17FA-35FFEFA4853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sinh bởi Đức Chúa Cha từ trước muôn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2557194"/>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7AC-60A0-9959-47F1-5D68D9B4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9E8A-C643-00E5-AC2D-6C2820D32B6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là Thiên Chúa bởi Thiên Chúa, Ánh Sáng bởi Ánh Sáng,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6218549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E7A3-6C92-3908-91CA-673B0AC87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7E14-CD07-987B-B16A-B6F1EAC6623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bởi</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85514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1989-CD9F-C389-DBCA-E38B2B16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3884-7BF0-103E-74AE-B62AE3B0CBC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Được sinh ra mà không phải được tạo thành đồng bản thể với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484798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2D7-D322-577F-67D6-CF9AF370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094C-0B2C-98F4-6B4D-4514C85AA18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nhờ Người mà muôn vật được tạo thành.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322477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51F0-8517-85E0-AD02-BB3A04FC5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4158-F0F9-35B6-3EE8-8E1A93B8F6C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Vì loài người chúng ta và để cứu độ chúng ta, Người đã từ trời xuống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5317151"/>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594-87D3-1701-548F-A1FB7494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8790E-DD99-C089-5A30-F58F5D8CCE07}"/>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6500" b="1" dirty="0">
                <a:effectLst/>
                <a:latin typeface="Times New Roman (Headings)"/>
                <a:cs typeface="Arial" panose="020B0604020202020204" pitchFamily="34" charset="0"/>
              </a:rPr>
              <a:t>Bởi phép Đức Chúa Thánh Thần, Người đã nhập thể trong lòng Trinh Nữ Ma-ri-a, và đã làm người.</a:t>
            </a:r>
            <a:endParaRPr lang="en-US" sz="6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088456"/>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4B99-47D6-7361-9262-F92BC79A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AA215-A9FC-C80A-B3B8-C734F226088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chịu đóng đinh vào thập giá vì chúng ta,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540425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7FD2-CC38-ED97-66C3-FEA9FCE15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4BD7-BB80-6939-2C6C-FE35D4772ED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thời quan Phong-xi-ô</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Phi-la-tô; Người chịu khổ hình và mai táng.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1748042"/>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B82F-F1B5-2650-3B64-FC86C186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AC947-BCD7-2678-BDCD-F5DD300050C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Ngày thứ ba Người sống lại như lời Thánh kinh.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1861828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22B3-9BF7-16BA-860C-D4E9C0DD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85B6-3F65-7989-D709-51616B97254B}"/>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lên trời, ngự bên hữu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371128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AA13-4036-8519-BEA4-BBAB076B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25AD-8F23-2772-F0C9-2C9B161DE880}"/>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Và Người sẽ lại đến trong vinh quang để phán xét kẻ sống và kẻ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487620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0F71-DD30-B648-823A-B189F0464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771F9-5B9B-F4BF-40E1-9B253EDB10A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Nước Người sẽ không bao giờ cùng.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01119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D87F4-5936-E338-1E4D-7D5DFB51C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56C0D-5D39-DF8B-E96E-C1E7BB3B80E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Đức Chúa Thánh </a:t>
            </a:r>
            <a:r>
              <a:rPr lang="en-US" sz="8000" b="1" dirty="0" err="1">
                <a:effectLst/>
                <a:latin typeface="Times New Roman (Headings)"/>
                <a:cs typeface="Arial" panose="020B0604020202020204" pitchFamily="34" charset="0"/>
              </a:rPr>
              <a:t>Thần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ban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14278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9B4C-4C34-8B84-98A4-809EEAEF9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CD4B-98DB-7F88-F991-BC295B90F52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bởi Đức Chúa Cha và Đức Chúa Con mà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15723285"/>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1C22-968A-79B9-95D0-922E624A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28DD2-9620-254B-2ED0-219513EABA1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được phụng thờ và tôn vinh cùng với Đức Chúa Cha và Đức Chúa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4884281"/>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0C26-B26C-BB85-1BCC-45F7AB7D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FBF3-26E4-9539-6D59-A4727CFF0A09}"/>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dùng các Tiên tri mà phán dạy.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589788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88B-0D7F-4D7B-97CD-D35FF041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486A-BFEB-AC1F-2399-6E3280D660F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Hội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duy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thiện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truyền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1903746"/>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C82F-AC4B-5F76-0A86-D951776B0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16B-F7F9-4ED1-D0A6-4074FE90DF48}"/>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tuyên xưng có một Phép Rửa để tha tội.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76629172"/>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66B3-C50D-C141-A14C-1FF4C97F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895A-326F-80AF-1F23-A7D232913CB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sau</a:t>
            </a:r>
            <a:r>
              <a:rPr lang="en-US" sz="8000" b="1" dirty="0">
                <a:effectLst/>
                <a:latin typeface="Times New Roman (Headings)"/>
                <a:cs typeface="Arial" panose="020B0604020202020204" pitchFamily="34" charset="0"/>
              </a:rPr>
              <a:t>. </a:t>
            </a:r>
            <a:r>
              <a:rPr lang="en-US" sz="8000" b="1" dirty="0">
                <a:solidFill>
                  <a:srgbClr val="FF0000"/>
                </a:solidFill>
                <a:effectLst/>
                <a:latin typeface="Times New Roman (Headings)"/>
                <a:cs typeface="Arial" panose="020B0604020202020204" pitchFamily="34" charset="0"/>
              </a:rPr>
              <a:t>Amen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1381447"/>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EE5B1-B375-1D70-DD70-1ACA63FC4701}"/>
            </a:ext>
          </a:extLst>
        </p:cNvPr>
        <p:cNvGrpSpPr/>
        <p:nvPr/>
      </p:nvGrpSpPr>
      <p:grpSpPr>
        <a:xfrm>
          <a:off x="0" y="0"/>
          <a:ext cx="0" cy="0"/>
          <a:chOff x="0" y="0"/>
          <a:chExt cx="0" cy="0"/>
        </a:xfrm>
      </p:grpSpPr>
      <p:pic>
        <p:nvPicPr>
          <p:cNvPr id="6" name="Content Placeholder 5" descr="A person holding a cup&#10;&#10;AI-generated content may be incorrect.">
            <a:extLst>
              <a:ext uri="{FF2B5EF4-FFF2-40B4-BE49-F238E27FC236}">
                <a16:creationId xmlns:a16="http://schemas.microsoft.com/office/drawing/2014/main" id="{0D68241D-1370-2376-E8B6-478EFAE4139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9"/>
          <a:stretch>
            <a:fillRect/>
          </a:stretch>
        </p:blipFill>
        <p:spPr>
          <a:xfrm>
            <a:off x="20" y="961"/>
            <a:ext cx="9143980" cy="5142539"/>
          </a:xfrm>
          <a:prstGeom prst="rect">
            <a:avLst/>
          </a:prstGeom>
        </p:spPr>
      </p:pic>
    </p:spTree>
    <p:extLst>
      <p:ext uri="{BB962C8B-B14F-4D97-AF65-F5344CB8AC3E}">
        <p14:creationId xmlns:p14="http://schemas.microsoft.com/office/powerpoint/2010/main" val="263164811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CB38-41C2-527C-14C7-BA88EAF3F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52F11-2C4F-E299-24FE-8E81AAC56EAF}"/>
              </a:ext>
            </a:extLst>
          </p:cNvPr>
          <p:cNvSpPr>
            <a:spLocks noGrp="1"/>
          </p:cNvSpPr>
          <p:nvPr>
            <p:ph type="ctrTitle"/>
          </p:nvPr>
        </p:nvSpPr>
        <p:spPr>
          <a:xfrm>
            <a:off x="647700" y="1390650"/>
            <a:ext cx="7848600" cy="2362200"/>
          </a:xfrm>
        </p:spPr>
        <p:txBody>
          <a:bodyPr lIns="91440" tIns="0" rIns="91440" bIns="0" anchor="b">
            <a:normAutofit fontScale="90000"/>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XIN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ĐỜI</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CON</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Pet. Huy Hoàng)</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28328685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27BF2-E065-7BEE-150F-A8E413610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8D814-82E8-C3DB-5F74-205B743D576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không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muốn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nhận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muốn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nhận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của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lễ</a:t>
            </a:r>
            <a:r>
              <a:rPr lang="en-US" sz="8000" b="1" dirty="0">
                <a:effectLst/>
                <a:latin typeface="Times New Roman (Headings)"/>
                <a:cs typeface="Arial" panose="020B0604020202020204" pitchFamily="34" charset="0"/>
              </a:rPr>
              <a:t> hy </a:t>
            </a:r>
            <a:r>
              <a:rPr lang="en-US" sz="8000" b="1" dirty="0" err="1">
                <a:effectLst/>
                <a:latin typeface="Times New Roman (Headings)"/>
                <a:cs typeface="Arial" panose="020B0604020202020204" pitchFamily="34" charset="0"/>
              </a:rPr>
              <a:t>sinh</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60427385"/>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8B56D-3E9E-EF7D-988E-4E3FB4A80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A49A3-D4B7-547C-DB52-535A32A0462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cũng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nhận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của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lễ</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đền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bồi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thì</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đây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trọn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hồn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xác</a:t>
            </a:r>
            <a:r>
              <a:rPr lang="en-US" sz="80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2159390971"/>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A27DF-C603-22AB-BD06-E0E30DDE22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51979E-1AB2-9A53-97E0-E954CEC9E74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con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trót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cả</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làm</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của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lễ</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hiến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962363001"/>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A8BD6-251C-66E7-6885-FAC25E3B43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278B19-626C-F0F9-2139-3F1952B06BB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1/ Đời nhân thế con nào có chi để dâng Chúa như lễ tôn thờ</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12559964"/>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5E90D-AEDF-F4ED-A935-D495DB5622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B99686-034C-962C-BA1E-633FB446D53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400" b="1" dirty="0">
                <a:effectLst/>
                <a:latin typeface="Times New Roman (Headings)"/>
                <a:cs typeface="Arial" panose="020B0604020202020204" pitchFamily="34" charset="0"/>
              </a:rPr>
              <a:t>con xin dâng tháng ngày trong đời mọi buồn vui thân kiếp con người.</a:t>
            </a:r>
            <a:endParaRPr lang="en-US" sz="74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577827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7A712-1C54-0F60-A4EF-9881158ABC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DCA02F-BFF6-6E5C-1FC7-10119810660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err="1">
                <a:effectLst/>
                <a:latin typeface="Times New Roman (Headings)"/>
                <a:cs typeface="Arial" panose="020B0604020202020204" pitchFamily="34" charset="0"/>
              </a:rPr>
              <a:t>ĐK</a:t>
            </a:r>
            <a:r>
              <a:rPr lang="vi-VN" sz="7200" b="1" dirty="0">
                <a:effectLst/>
                <a:latin typeface="Times New Roman (Headings)"/>
                <a:cs typeface="Arial" panose="020B0604020202020204" pitchFamily="34" charset="0"/>
              </a:rPr>
              <a:t>: Xin dâng Chúa trọn đời con như làn gió nhẹ quyện làn hương của tình Chúa</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79672199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5A289-A9F9-61B6-0D97-CC9CE9B86D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C74F9F-D8D2-4BB6-5E3D-440019F9A33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it-IT" sz="8000" b="1" dirty="0">
                <a:effectLst/>
                <a:latin typeface="Times New Roman (Headings)"/>
                <a:cs typeface="Arial" panose="020B0604020202020204" pitchFamily="34" charset="0"/>
              </a:rPr>
              <a:t>để con chia sẻ cho nhân thế. Trọn đời con là lời mang sứ điệp Tin Mừng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5700701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A8BC2-5CAB-6766-7280-2DAA8155A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39C876-C099-22E8-2F27-428E250C86D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con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trót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cả</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làm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của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lễ</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hiến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4537105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37FE1-91E5-4328-215F-B428536A4A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DB058D-A436-86DB-9A9A-C13B0E4632F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2/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bao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nổi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đoan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hứa</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đã</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596328470"/>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CB380-F1DD-B0CA-1A37-5860882926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3876FA-B1BA-C62F-0B38-0E206378C70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400" b="1" dirty="0">
                <a:effectLst/>
                <a:latin typeface="Times New Roman (Headings)"/>
                <a:cs typeface="Arial" panose="020B0604020202020204" pitchFamily="34" charset="0"/>
              </a:rPr>
              <a:t>nhưng bao phen sức lực hao mòn và tình con yêu Chúa không tròn.</a:t>
            </a:r>
            <a:endParaRPr lang="en-US" sz="74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46412816"/>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A76D9-9AAB-DB73-856B-6CE108D638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03E10-A84A-FDE0-D1BF-6C0EA3176F4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err="1">
                <a:effectLst/>
                <a:latin typeface="Times New Roman (Headings)"/>
                <a:cs typeface="Arial" panose="020B0604020202020204" pitchFamily="34" charset="0"/>
              </a:rPr>
              <a:t>ĐK</a:t>
            </a:r>
            <a:r>
              <a:rPr lang="vi-VN" sz="7200" b="1" dirty="0">
                <a:effectLst/>
                <a:latin typeface="Times New Roman (Headings)"/>
                <a:cs typeface="Arial" panose="020B0604020202020204" pitchFamily="34" charset="0"/>
              </a:rPr>
              <a:t>: Xin dâng Chúa trọn đời con như làn gió nhẹ quyện làn hương của tình Chúa</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82498924"/>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352DF-C24B-6B79-95B5-18827DABD0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0F3D22-7933-7299-CB24-54A1335B7A8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it-IT" sz="8000" b="1" dirty="0">
                <a:effectLst/>
                <a:latin typeface="Times New Roman (Headings)"/>
                <a:cs typeface="Arial" panose="020B0604020202020204" pitchFamily="34" charset="0"/>
              </a:rPr>
              <a:t>để con chia sẻ cho nhân thế. Trọn đời con là lời mang sứ điệp Tin Mừng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66660084"/>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DB539-80AA-2C7C-0E2F-B59D8EC57B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22B61E-47FD-81C8-8970-E1E64E60C29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con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trót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cả</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làm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của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lễ</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hiến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817490374"/>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95E78-D157-8EC8-A411-0AE5E588B14E}"/>
            </a:ext>
          </a:extLst>
        </p:cNvPr>
        <p:cNvGrpSpPr/>
        <p:nvPr/>
      </p:nvGrpSpPr>
      <p:grpSpPr>
        <a:xfrm>
          <a:off x="0" y="0"/>
          <a:ext cx="0" cy="0"/>
          <a:chOff x="0" y="0"/>
          <a:chExt cx="0" cy="0"/>
        </a:xfrm>
      </p:grpSpPr>
      <p:pic>
        <p:nvPicPr>
          <p:cNvPr id="6" name="Content Placeholder 5" descr="A person holding a cup&#10;&#10;AI-generated content may be incorrect.">
            <a:extLst>
              <a:ext uri="{FF2B5EF4-FFF2-40B4-BE49-F238E27FC236}">
                <a16:creationId xmlns:a16="http://schemas.microsoft.com/office/drawing/2014/main" id="{C24386C0-4483-630D-C716-74DFBAEDECE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9"/>
          <a:stretch>
            <a:fillRect/>
          </a:stretch>
        </p:blipFill>
        <p:spPr>
          <a:xfrm>
            <a:off x="20" y="961"/>
            <a:ext cx="9143980" cy="5142539"/>
          </a:xfrm>
          <a:prstGeom prst="rect">
            <a:avLst/>
          </a:prstGeom>
        </p:spPr>
      </p:pic>
    </p:spTree>
    <p:extLst>
      <p:ext uri="{BB962C8B-B14F-4D97-AF65-F5344CB8AC3E}">
        <p14:creationId xmlns:p14="http://schemas.microsoft.com/office/powerpoint/2010/main" val="38259355"/>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293F-BA6C-A212-BFD7-75ADD11C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34844-C508-6B0C-D71E-141649C4734A}"/>
              </a:ext>
            </a:extLst>
          </p:cNvPr>
          <p:cNvSpPr>
            <a:spLocks noGrp="1"/>
          </p:cNvSpPr>
          <p:nvPr>
            <p:ph type="ctrTitle"/>
          </p:nvPr>
        </p:nvSpPr>
        <p:spPr>
          <a:xfrm>
            <a:off x="647700" y="1524000"/>
            <a:ext cx="7848600" cy="2095500"/>
          </a:xfrm>
        </p:spPr>
        <p:txBody>
          <a:bodyPr lIns="91440" tIns="0" rIns="91440" bIns="0" anchor="b">
            <a:normAutofit fontScale="90000"/>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MÌNH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MÁU</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THÁNH</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Thái Nguyên)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401445071"/>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7517C-87D7-5EB2-3B13-69347E0888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15373-F1E9-969E-9EAA-1C63F821072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1. </a:t>
            </a:r>
            <a:r>
              <a:rPr lang="en-US" sz="8000" b="1" dirty="0" err="1">
                <a:effectLst/>
                <a:latin typeface="Times New Roman (Headings)"/>
                <a:cs typeface="Arial" panose="020B0604020202020204" pitchFamily="34" charset="0"/>
              </a:rPr>
              <a:t>Ôi</a:t>
            </a:r>
            <a:r>
              <a:rPr lang="en-US" sz="8000" b="1" dirty="0">
                <a:effectLst/>
                <a:latin typeface="Times New Roman (Headings)"/>
                <a:cs typeface="Arial" panose="020B0604020202020204" pitchFamily="34" charset="0"/>
              </a:rPr>
              <a:t> Cha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này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Máu</a:t>
            </a:r>
            <a:r>
              <a:rPr lang="en-US" sz="8000" b="1" dirty="0">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868842736"/>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F545B-9D42-FE2B-D0FB-8D94D3919A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C15FEC-9CF2-19DC-6039-D1C8E13AD9D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latin typeface="Times New Roman (Headings)"/>
                <a:cs typeface="Arial" panose="020B0604020202020204" pitchFamily="34" charset="0"/>
              </a:rPr>
              <a:t>nuôi</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hồn</a:t>
            </a:r>
            <a:r>
              <a:rPr lang="en-US" sz="8000" b="1" dirty="0">
                <a:latin typeface="Times New Roman (Headings)"/>
                <a:cs typeface="Arial" panose="020B0604020202020204" pitchFamily="34" charset="0"/>
              </a:rPr>
              <a:t> con </a:t>
            </a:r>
            <a:r>
              <a:rPr lang="en-US" sz="8000" b="1" dirty="0" err="1">
                <a:latin typeface="Times New Roman (Headings)"/>
                <a:cs typeface="Arial" panose="020B0604020202020204" pitchFamily="34" charset="0"/>
              </a:rPr>
              <a:t>thêm</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thắm</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tình</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Ôi</a:t>
            </a:r>
            <a:r>
              <a:rPr lang="en-US" sz="8000" b="1" dirty="0">
                <a:latin typeface="Times New Roman (Headings)"/>
                <a:cs typeface="Arial" panose="020B0604020202020204" pitchFamily="34" charset="0"/>
              </a:rPr>
              <a:t> Cha, </a:t>
            </a:r>
            <a:r>
              <a:rPr lang="en-US" sz="8000" b="1" dirty="0" err="1">
                <a:latin typeface="Times New Roman (Headings)"/>
                <a:cs typeface="Arial" panose="020B0604020202020204" pitchFamily="34" charset="0"/>
              </a:rPr>
              <a:t>yêu</a:t>
            </a:r>
            <a:r>
              <a:rPr lang="en-US" sz="8000" b="1" dirty="0">
                <a:latin typeface="Times New Roman (Headings)"/>
                <a:cs typeface="Arial" panose="020B0604020202020204" pitchFamily="34" charset="0"/>
              </a:rPr>
              <a:t> con, </a:t>
            </a:r>
            <a:r>
              <a:rPr lang="en-US" sz="8000" b="1" dirty="0" err="1">
                <a:latin typeface="Times New Roman (Headings)"/>
                <a:cs typeface="Arial" panose="020B0604020202020204" pitchFamily="34" charset="0"/>
              </a:rPr>
              <a:t>yêu</a:t>
            </a:r>
            <a:r>
              <a:rPr lang="en-US" sz="8000" b="1" dirty="0">
                <a:latin typeface="Times New Roman (Headings)"/>
                <a:cs typeface="Arial" panose="020B0604020202020204" pitchFamily="34" charset="0"/>
              </a:rPr>
              <a:t> con </a:t>
            </a:r>
            <a:r>
              <a:rPr lang="en-US" sz="8000" b="1" dirty="0" err="1">
                <a:latin typeface="Times New Roman (Headings)"/>
                <a:cs typeface="Arial" panose="020B0604020202020204" pitchFamily="34" charset="0"/>
              </a:rPr>
              <a:t>quên</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cả</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chính</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Mình</a:t>
            </a:r>
            <a:r>
              <a:rPr lang="en-US" sz="8000" b="1" dirty="0">
                <a:latin typeface="Times New Roman (Headings)"/>
                <a:cs typeface="Arial" panose="020B0604020202020204" pitchFamily="34" charset="0"/>
              </a:rPr>
              <a: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3100234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544C2-83C9-9D2F-FA72-89FEA458D3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719C5F-A18D-12A0-B100-E8B024928B1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này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Máu</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đủ</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chứng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07045650"/>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BE9BB-6BE6-3022-0983-C46A768BEC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57DFDA-A565-D242-56BE-22568189F6E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Tâm tư con hoan lạc được rước Mình Máu Thánh,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9005795"/>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02CF7-01B9-4621-4198-193E22E8F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4799C6-37E6-8687-585F-DD9BCE5EAD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tâm tư con vinh hạnh được diện kiến Tim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243654231"/>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617BA-73FB-F320-2609-9E3794514F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7D5815-2843-44E2-E26D-34150724EED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biết</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nói</a:t>
            </a:r>
            <a:r>
              <a:rPr lang="en-US" sz="7200" b="1" dirty="0">
                <a:effectLst/>
                <a:latin typeface="Times New Roman (Headings)"/>
                <a:cs typeface="Arial" panose="020B0604020202020204" pitchFamily="34" charset="0"/>
              </a:rPr>
              <a:t> chi </a:t>
            </a:r>
            <a:r>
              <a:rPr lang="en-US" sz="7200" b="1" dirty="0" err="1">
                <a:effectLst/>
                <a:latin typeface="Times New Roman (Headings)"/>
                <a:cs typeface="Arial" panose="020B0604020202020204" pitchFamily="34" charset="0"/>
              </a:rPr>
              <a:t>cho</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cân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tình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mến</a:t>
            </a:r>
            <a:r>
              <a:rPr lang="en-US" sz="7200" b="1" dirty="0">
                <a:effectLst/>
                <a:latin typeface="Times New Roman (Headings)"/>
                <a:cs typeface="Arial" panose="020B0604020202020204" pitchFamily="34" charset="0"/>
              </a:rPr>
              <a:t> Cha </a:t>
            </a:r>
            <a:r>
              <a:rPr lang="en-US" sz="7200" b="1" dirty="0" err="1">
                <a:effectLst/>
                <a:latin typeface="Times New Roman (Headings)"/>
                <a:cs typeface="Arial" panose="020B0604020202020204" pitchFamily="34" charset="0"/>
              </a:rPr>
              <a:t>đã</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dành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biết</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đáp</a:t>
            </a:r>
            <a:r>
              <a:rPr lang="en-US" sz="7200" b="1" dirty="0">
                <a:effectLst/>
                <a:latin typeface="Times New Roman (Headings)"/>
                <a:cs typeface="Arial" panose="020B0604020202020204" pitchFamily="34" charset="0"/>
              </a:rPr>
              <a:t> chi </a:t>
            </a:r>
            <a:r>
              <a:rPr lang="en-US" sz="7200" b="1" dirty="0" err="1">
                <a:effectLst/>
                <a:latin typeface="Times New Roman (Headings)"/>
                <a:cs typeface="Arial" panose="020B0604020202020204" pitchFamily="34" charset="0"/>
              </a:rPr>
              <a:t>cho</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cân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tình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mến</a:t>
            </a:r>
            <a:r>
              <a:rPr lang="en-US" sz="7200" b="1" dirty="0">
                <a:effectLst/>
                <a:latin typeface="Times New Roman (Headings)"/>
                <a:cs typeface="Arial" panose="020B0604020202020204" pitchFamily="34" charset="0"/>
              </a:rPr>
              <a:t> Cha </a:t>
            </a:r>
            <a:r>
              <a:rPr lang="en-US" sz="7200" b="1" dirty="0" err="1">
                <a:effectLst/>
                <a:latin typeface="Times New Roman (Headings)"/>
                <a:cs typeface="Arial" panose="020B0604020202020204" pitchFamily="34" charset="0"/>
              </a:rPr>
              <a:t>rộng</a:t>
            </a:r>
            <a:r>
              <a:rPr lang="en-US" sz="7200" b="1" dirty="0">
                <a:effectLst/>
                <a:latin typeface="Times New Roman (Headings)"/>
                <a:cs typeface="Arial" panose="020B0604020202020204" pitchFamily="34" charset="0"/>
              </a:rPr>
              <a:t> ban.</a:t>
            </a:r>
          </a:p>
        </p:txBody>
      </p:sp>
    </p:spTree>
    <p:extLst>
      <p:ext uri="{BB962C8B-B14F-4D97-AF65-F5344CB8AC3E}">
        <p14:creationId xmlns:p14="http://schemas.microsoft.com/office/powerpoint/2010/main" val="4066509513"/>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5A6E5-A31F-299C-B91F-26813282D2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1F60D-EE79-6BB0-184F-3945CAAB6E9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2. </a:t>
            </a:r>
            <a:r>
              <a:rPr lang="en-US" sz="8000" b="1" dirty="0" err="1">
                <a:effectLst/>
                <a:latin typeface="Times New Roman (Headings)"/>
                <a:cs typeface="Arial" panose="020B0604020202020204" pitchFamily="34" charset="0"/>
              </a:rPr>
              <a:t>Ôi</a:t>
            </a:r>
            <a:r>
              <a:rPr lang="en-US" sz="8000" b="1" dirty="0">
                <a:effectLst/>
                <a:latin typeface="Times New Roman (Headings)"/>
                <a:cs typeface="Arial" panose="020B0604020202020204" pitchFamily="34" charset="0"/>
              </a:rPr>
              <a:t> Cha, bao la,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này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máu</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nuôi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hồn</a:t>
            </a:r>
            <a:r>
              <a:rPr lang="en-US" sz="80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1836037952"/>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94B1C-71A6-EA5C-74B3-DFB13FB3EC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9E94C-E50A-3707-7563-133664C876D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khỏi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Ôi</a:t>
            </a:r>
            <a:r>
              <a:rPr lang="en-US" sz="8000" b="1" dirty="0">
                <a:effectLst/>
                <a:latin typeface="Times New Roman (Headings)"/>
                <a:cs typeface="Arial" panose="020B0604020202020204" pitchFamily="34" charset="0"/>
              </a:rPr>
              <a:t> Cha,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 con, bao la </a:t>
            </a:r>
            <a:r>
              <a:rPr lang="en-US" sz="8000" b="1" dirty="0" err="1">
                <a:effectLst/>
                <a:latin typeface="Times New Roman (Headings)"/>
                <a:cs typeface="Arial" panose="020B0604020202020204" pitchFamily="34" charset="0"/>
              </a:rPr>
              <a: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hà</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627028826"/>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6DC36-A9B6-3422-EC3C-809D16E10B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C408D-F003-873F-C32F-55BC83D2EA4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này Mình Máu Thánh lò nung nóng con người ta.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59775151"/>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D72E1-EE1D-7F5E-4C22-FCD1B5F38D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88FB4D-2A35-F78B-221C-00A766FFCE1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Tâm tư con hoan lạc được rước Mình Máu Thánh,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70218041"/>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660D9-A131-F73A-B828-31081BE386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C69E32-8BA7-678D-4C4C-D2F0D8A36AE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tâm tư con vinh hạnh được diện kiến Tim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35483596"/>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1793F-207A-98D6-682C-B688BC5EB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906B36-149E-7021-6B95-04B6DECF110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biết</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nói</a:t>
            </a:r>
            <a:r>
              <a:rPr lang="en-US" sz="7200" b="1" dirty="0">
                <a:effectLst/>
                <a:latin typeface="Times New Roman (Headings)"/>
                <a:cs typeface="Arial" panose="020B0604020202020204" pitchFamily="34" charset="0"/>
              </a:rPr>
              <a:t> chi </a:t>
            </a:r>
            <a:r>
              <a:rPr lang="en-US" sz="7200" b="1" dirty="0" err="1">
                <a:effectLst/>
                <a:latin typeface="Times New Roman (Headings)"/>
                <a:cs typeface="Arial" panose="020B0604020202020204" pitchFamily="34" charset="0"/>
              </a:rPr>
              <a:t>cho</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cân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tình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mến</a:t>
            </a:r>
            <a:r>
              <a:rPr lang="en-US" sz="7200" b="1" dirty="0">
                <a:effectLst/>
                <a:latin typeface="Times New Roman (Headings)"/>
                <a:cs typeface="Arial" panose="020B0604020202020204" pitchFamily="34" charset="0"/>
              </a:rPr>
              <a:t> Cha </a:t>
            </a:r>
            <a:r>
              <a:rPr lang="en-US" sz="7200" b="1" dirty="0" err="1">
                <a:effectLst/>
                <a:latin typeface="Times New Roman (Headings)"/>
                <a:cs typeface="Arial" panose="020B0604020202020204" pitchFamily="34" charset="0"/>
              </a:rPr>
              <a:t>đã</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dành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biết</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đáp</a:t>
            </a:r>
            <a:r>
              <a:rPr lang="en-US" sz="7200" b="1" dirty="0">
                <a:effectLst/>
                <a:latin typeface="Times New Roman (Headings)"/>
                <a:cs typeface="Arial" panose="020B0604020202020204" pitchFamily="34" charset="0"/>
              </a:rPr>
              <a:t> chi </a:t>
            </a:r>
            <a:r>
              <a:rPr lang="en-US" sz="7200" b="1" dirty="0" err="1">
                <a:effectLst/>
                <a:latin typeface="Times New Roman (Headings)"/>
                <a:cs typeface="Arial" panose="020B0604020202020204" pitchFamily="34" charset="0"/>
              </a:rPr>
              <a:t>cho</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cân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tình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mến</a:t>
            </a:r>
            <a:r>
              <a:rPr lang="en-US" sz="7200" b="1" dirty="0">
                <a:effectLst/>
                <a:latin typeface="Times New Roman (Headings)"/>
                <a:cs typeface="Arial" panose="020B0604020202020204" pitchFamily="34" charset="0"/>
              </a:rPr>
              <a:t> Cha </a:t>
            </a:r>
            <a:r>
              <a:rPr lang="en-US" sz="7200" b="1" dirty="0" err="1">
                <a:effectLst/>
                <a:latin typeface="Times New Roman (Headings)"/>
                <a:cs typeface="Arial" panose="020B0604020202020204" pitchFamily="34" charset="0"/>
              </a:rPr>
              <a:t>rộng</a:t>
            </a:r>
            <a:r>
              <a:rPr lang="en-US" sz="7200" b="1" dirty="0">
                <a:effectLst/>
                <a:latin typeface="Times New Roman (Headings)"/>
                <a:cs typeface="Arial" panose="020B0604020202020204" pitchFamily="34" charset="0"/>
              </a:rPr>
              <a:t> ban.</a:t>
            </a:r>
          </a:p>
        </p:txBody>
      </p:sp>
    </p:spTree>
    <p:extLst>
      <p:ext uri="{BB962C8B-B14F-4D97-AF65-F5344CB8AC3E}">
        <p14:creationId xmlns:p14="http://schemas.microsoft.com/office/powerpoint/2010/main" val="3565810766"/>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4F6D4-FC63-73A2-6B87-BA239B3FC8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0E5CD6-F85A-A412-8423-100A447E501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1. </a:t>
            </a:r>
            <a:r>
              <a:rPr lang="en-US" sz="8000" b="1" dirty="0" err="1">
                <a:effectLst/>
                <a:latin typeface="Times New Roman (Headings)"/>
                <a:cs typeface="Arial" panose="020B0604020202020204" pitchFamily="34" charset="0"/>
              </a:rPr>
              <a:t>Ôi</a:t>
            </a:r>
            <a:r>
              <a:rPr lang="en-US" sz="8000" b="1" dirty="0">
                <a:effectLst/>
                <a:latin typeface="Times New Roman (Headings)"/>
                <a:cs typeface="Arial" panose="020B0604020202020204" pitchFamily="34" charset="0"/>
              </a:rPr>
              <a:t> Cha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này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Máu</a:t>
            </a:r>
            <a:r>
              <a:rPr lang="en-US" sz="8000" b="1" dirty="0">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1510617524"/>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A3472-803C-AB36-78A2-A2EC22B68E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B07E1F-8FEF-AF7B-19F7-F3E8D518C04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latin typeface="Times New Roman (Headings)"/>
                <a:cs typeface="Arial" panose="020B0604020202020204" pitchFamily="34" charset="0"/>
              </a:rPr>
              <a:t>nuôi</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hồn</a:t>
            </a:r>
            <a:r>
              <a:rPr lang="en-US" sz="8000" b="1" dirty="0">
                <a:latin typeface="Times New Roman (Headings)"/>
                <a:cs typeface="Arial" panose="020B0604020202020204" pitchFamily="34" charset="0"/>
              </a:rPr>
              <a:t> con </a:t>
            </a:r>
            <a:r>
              <a:rPr lang="en-US" sz="8000" b="1" dirty="0" err="1">
                <a:latin typeface="Times New Roman (Headings)"/>
                <a:cs typeface="Arial" panose="020B0604020202020204" pitchFamily="34" charset="0"/>
              </a:rPr>
              <a:t>thêm</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thắm</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tình</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Ôi</a:t>
            </a:r>
            <a:r>
              <a:rPr lang="en-US" sz="8000" b="1" dirty="0">
                <a:latin typeface="Times New Roman (Headings)"/>
                <a:cs typeface="Arial" panose="020B0604020202020204" pitchFamily="34" charset="0"/>
              </a:rPr>
              <a:t> Cha, </a:t>
            </a:r>
            <a:r>
              <a:rPr lang="en-US" sz="8000" b="1" dirty="0" err="1">
                <a:latin typeface="Times New Roman (Headings)"/>
                <a:cs typeface="Arial" panose="020B0604020202020204" pitchFamily="34" charset="0"/>
              </a:rPr>
              <a:t>yêu</a:t>
            </a:r>
            <a:r>
              <a:rPr lang="en-US" sz="8000" b="1" dirty="0">
                <a:latin typeface="Times New Roman (Headings)"/>
                <a:cs typeface="Arial" panose="020B0604020202020204" pitchFamily="34" charset="0"/>
              </a:rPr>
              <a:t> con, </a:t>
            </a:r>
            <a:r>
              <a:rPr lang="en-US" sz="8000" b="1" dirty="0" err="1">
                <a:latin typeface="Times New Roman (Headings)"/>
                <a:cs typeface="Arial" panose="020B0604020202020204" pitchFamily="34" charset="0"/>
              </a:rPr>
              <a:t>yêu</a:t>
            </a:r>
            <a:r>
              <a:rPr lang="en-US" sz="8000" b="1" dirty="0">
                <a:latin typeface="Times New Roman (Headings)"/>
                <a:cs typeface="Arial" panose="020B0604020202020204" pitchFamily="34" charset="0"/>
              </a:rPr>
              <a:t> con </a:t>
            </a:r>
            <a:r>
              <a:rPr lang="en-US" sz="8000" b="1" dirty="0" err="1">
                <a:latin typeface="Times New Roman (Headings)"/>
                <a:cs typeface="Arial" panose="020B0604020202020204" pitchFamily="34" charset="0"/>
              </a:rPr>
              <a:t>quên</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cả</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chính</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Mình</a:t>
            </a:r>
            <a:r>
              <a:rPr lang="en-US" sz="8000" b="1" dirty="0">
                <a:latin typeface="Times New Roman (Headings)"/>
                <a:cs typeface="Arial" panose="020B0604020202020204" pitchFamily="34" charset="0"/>
              </a:rPr>
              <a: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66045404"/>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31EEC-524E-095C-7D6D-C01E453563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11D6A7-D8FC-591D-A351-6D039DA1AFE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này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Máu</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đủ</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chứng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119225786"/>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83BDE-5BF0-9BFC-4B3C-22A5F8BC29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53E904-B92C-BC3F-B185-00FE986646D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Tâm tư con hoan lạc được rước Mình Máu Thánh,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32281850"/>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78DC7-22D3-1DFF-8259-190A688A13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7CB4D4-CDD0-FE4C-E5D1-DC6EF047978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tâm tư con vinh hạnh được diện kiến Tim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86224081"/>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C9845-217F-4C67-E533-E40ABBBC39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4AA76C-B69A-66BC-1A60-971753C518F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biết</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nói</a:t>
            </a:r>
            <a:r>
              <a:rPr lang="en-US" sz="7200" b="1" dirty="0">
                <a:effectLst/>
                <a:latin typeface="Times New Roman (Headings)"/>
                <a:cs typeface="Arial" panose="020B0604020202020204" pitchFamily="34" charset="0"/>
              </a:rPr>
              <a:t> chi </a:t>
            </a:r>
            <a:r>
              <a:rPr lang="en-US" sz="7200" b="1" dirty="0" err="1">
                <a:effectLst/>
                <a:latin typeface="Times New Roman (Headings)"/>
                <a:cs typeface="Arial" panose="020B0604020202020204" pitchFamily="34" charset="0"/>
              </a:rPr>
              <a:t>cho</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cân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tình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mến</a:t>
            </a:r>
            <a:r>
              <a:rPr lang="en-US" sz="7200" b="1" dirty="0">
                <a:effectLst/>
                <a:latin typeface="Times New Roman (Headings)"/>
                <a:cs typeface="Arial" panose="020B0604020202020204" pitchFamily="34" charset="0"/>
              </a:rPr>
              <a:t> Cha </a:t>
            </a:r>
            <a:r>
              <a:rPr lang="en-US" sz="7200" b="1" dirty="0" err="1">
                <a:effectLst/>
                <a:latin typeface="Times New Roman (Headings)"/>
                <a:cs typeface="Arial" panose="020B0604020202020204" pitchFamily="34" charset="0"/>
              </a:rPr>
              <a:t>đã</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dành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biết</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đáp</a:t>
            </a:r>
            <a:r>
              <a:rPr lang="en-US" sz="7200" b="1" dirty="0">
                <a:effectLst/>
                <a:latin typeface="Times New Roman (Headings)"/>
                <a:cs typeface="Arial" panose="020B0604020202020204" pitchFamily="34" charset="0"/>
              </a:rPr>
              <a:t> chi </a:t>
            </a:r>
            <a:r>
              <a:rPr lang="en-US" sz="7200" b="1" dirty="0" err="1">
                <a:effectLst/>
                <a:latin typeface="Times New Roman (Headings)"/>
                <a:cs typeface="Arial" panose="020B0604020202020204" pitchFamily="34" charset="0"/>
              </a:rPr>
              <a:t>cho</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cân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tình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mến</a:t>
            </a:r>
            <a:r>
              <a:rPr lang="en-US" sz="7200" b="1" dirty="0">
                <a:effectLst/>
                <a:latin typeface="Times New Roman (Headings)"/>
                <a:cs typeface="Arial" panose="020B0604020202020204" pitchFamily="34" charset="0"/>
              </a:rPr>
              <a:t> Cha </a:t>
            </a:r>
            <a:r>
              <a:rPr lang="en-US" sz="7200" b="1" dirty="0" err="1">
                <a:effectLst/>
                <a:latin typeface="Times New Roman (Headings)"/>
                <a:cs typeface="Arial" panose="020B0604020202020204" pitchFamily="34" charset="0"/>
              </a:rPr>
              <a:t>rộng</a:t>
            </a:r>
            <a:r>
              <a:rPr lang="en-US" sz="7200" b="1" dirty="0">
                <a:effectLst/>
                <a:latin typeface="Times New Roman (Headings)"/>
                <a:cs typeface="Arial" panose="020B0604020202020204" pitchFamily="34" charset="0"/>
              </a:rPr>
              <a:t> ban.</a:t>
            </a:r>
          </a:p>
        </p:txBody>
      </p:sp>
    </p:spTree>
    <p:extLst>
      <p:ext uri="{BB962C8B-B14F-4D97-AF65-F5344CB8AC3E}">
        <p14:creationId xmlns:p14="http://schemas.microsoft.com/office/powerpoint/2010/main" val="707875520"/>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4CCF7-BAF9-F1C5-ADEC-A9DDBBF8FA9F}"/>
            </a:ext>
          </a:extLst>
        </p:cNvPr>
        <p:cNvGrpSpPr/>
        <p:nvPr/>
      </p:nvGrpSpPr>
      <p:grpSpPr>
        <a:xfrm>
          <a:off x="0" y="0"/>
          <a:ext cx="0" cy="0"/>
          <a:chOff x="0" y="0"/>
          <a:chExt cx="0" cy="0"/>
        </a:xfrm>
      </p:grpSpPr>
      <p:pic>
        <p:nvPicPr>
          <p:cNvPr id="6" name="Content Placeholder 5" descr="A person holding a cup&#10;&#10;AI-generated content may be incorrect.">
            <a:extLst>
              <a:ext uri="{FF2B5EF4-FFF2-40B4-BE49-F238E27FC236}">
                <a16:creationId xmlns:a16="http://schemas.microsoft.com/office/drawing/2014/main" id="{B3C0941F-89C6-D9B9-C003-7BE3C818C4B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9"/>
          <a:stretch>
            <a:fillRect/>
          </a:stretch>
        </p:blipFill>
        <p:spPr>
          <a:xfrm>
            <a:off x="20" y="961"/>
            <a:ext cx="9143980" cy="5142539"/>
          </a:xfrm>
          <a:prstGeom prst="rect">
            <a:avLst/>
          </a:prstGeom>
        </p:spPr>
      </p:pic>
    </p:spTree>
    <p:extLst>
      <p:ext uri="{BB962C8B-B14F-4D97-AF65-F5344CB8AC3E}">
        <p14:creationId xmlns:p14="http://schemas.microsoft.com/office/powerpoint/2010/main" val="3017804469"/>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0AC1-1078-A17A-A7F5-06C16C82F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5C7E0-AD08-9DB0-D243-A28F8F7A3746}"/>
              </a:ext>
            </a:extLst>
          </p:cNvPr>
          <p:cNvSpPr>
            <a:spLocks noGrp="1"/>
          </p:cNvSpPr>
          <p:nvPr>
            <p:ph type="ctrTitle"/>
          </p:nvPr>
        </p:nvSpPr>
        <p:spPr>
          <a:xfrm>
            <a:off x="647700" y="1117039"/>
            <a:ext cx="7848600" cy="2756461"/>
          </a:xfrm>
        </p:spPr>
        <p:txBody>
          <a:bodyPr lIns="91440" tIns="0" rIns="91440" bIns="0" anchor="b">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VỀ NƠI ĐÂY 2</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Mi </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Trầm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157675428"/>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5D3E-6024-C05B-C588-C3F3A40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8F62-0FBE-07B6-A99E-FBC1BF1D573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Về nơi đây nơi Thánh Tâm Chúa nhân từ vì yêu thương Ngài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34649438"/>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ABFFB-6B52-48AE-6162-2C8F7C8CE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44FCD-BA0B-57A3-DCDC-4DAE018CEDA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đã chết treo Thánh giá. Từ cạnh sườn thâu qua, Người đổ máu nước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97881582"/>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325AF-E230-5E6E-265A-2B367CBFC7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4EA2C6-AA03-CC03-E4F7-1FC9559BDA2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qua bí tích lãnh nhận ơn Thánh Chúa ban chan </a:t>
            </a:r>
            <a:r>
              <a:rPr lang="vi-VN" sz="8000" b="1" dirty="0" err="1">
                <a:effectLst/>
                <a:latin typeface="Times New Roman (Headings)"/>
                <a:cs typeface="Arial" panose="020B0604020202020204" pitchFamily="34" charset="0"/>
              </a:rPr>
              <a:t>hoà</a:t>
            </a:r>
            <a:r>
              <a:rPr lang="vi-VN" sz="8000" b="1" dirty="0">
                <a:effectLst/>
                <a:latin typeface="Times New Roman (Headings)"/>
                <a:cs typeface="Arial" panose="020B0604020202020204" pitchFamily="34" charset="0"/>
              </a:rPr>
              <a: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53814420"/>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5FD59-F6BE-E0CB-AFA3-B8C14233FD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2DA2C-9B95-FA04-346D-75C420F0C07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1.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đã</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trao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tặng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nào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lớn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bằng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048690068"/>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CDF64-A1B6-C3DF-6CEB-7E2A5B9CDA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78639-D9ED-EC5C-C679-4D34A1290B6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bằng tình Chúa thương ta, Người đã chết vì ta, để </a:t>
            </a:r>
            <a:r>
              <a:rPr lang="vi-VN" sz="8800" b="1" dirty="0" err="1">
                <a:effectLst/>
                <a:latin typeface="Times New Roman (Headings)"/>
                <a:cs typeface="Arial" panose="020B0604020202020204" pitchFamily="34" charset="0"/>
              </a:rPr>
              <a:t>xoá</a:t>
            </a:r>
            <a:r>
              <a:rPr lang="vi-VN" sz="8800" b="1" dirty="0">
                <a:effectLst/>
                <a:latin typeface="Times New Roman (Headings)"/>
                <a:cs typeface="Arial" panose="020B0604020202020204" pitchFamily="34" charset="0"/>
              </a:rPr>
              <a:t> hết tội ta.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1632199"/>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1F794-147D-6195-0D11-2C2923A01E67}"/>
            </a:ext>
          </a:extLst>
        </p:cNvPr>
        <p:cNvGrpSpPr/>
        <p:nvPr/>
      </p:nvGrpSpPr>
      <p:grpSpPr>
        <a:xfrm>
          <a:off x="0" y="0"/>
          <a:ext cx="0" cy="0"/>
          <a:chOff x="0" y="0"/>
          <a:chExt cx="0" cy="0"/>
        </a:xfrm>
      </p:grpSpPr>
      <p:pic>
        <p:nvPicPr>
          <p:cNvPr id="6" name="Content Placeholder 5" descr="A person holding a cup&#10;&#10;AI-generated content may be incorrect.">
            <a:extLst>
              <a:ext uri="{FF2B5EF4-FFF2-40B4-BE49-F238E27FC236}">
                <a16:creationId xmlns:a16="http://schemas.microsoft.com/office/drawing/2014/main" id="{8FBEF570-BBC3-2114-B25B-5FDBD150F5C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9"/>
          <a:stretch>
            <a:fillRect/>
          </a:stretch>
        </p:blipFill>
        <p:spPr>
          <a:xfrm>
            <a:off x="20" y="961"/>
            <a:ext cx="9143980" cy="5142539"/>
          </a:xfrm>
          <a:prstGeom prst="rect">
            <a:avLst/>
          </a:prstGeom>
        </p:spPr>
      </p:pic>
    </p:spTree>
    <p:extLst>
      <p:ext uri="{BB962C8B-B14F-4D97-AF65-F5344CB8AC3E}">
        <p14:creationId xmlns:p14="http://schemas.microsoft.com/office/powerpoint/2010/main" val="3944059492"/>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506</TotalTime>
  <Words>3972</Words>
  <Application>Microsoft Office PowerPoint</Application>
  <PresentationFormat>On-screen Show (16:9)</PresentationFormat>
  <Paragraphs>364</Paragraphs>
  <Slides>225</Slides>
  <Notes>65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225</vt:i4>
      </vt:variant>
    </vt:vector>
  </HeadingPairs>
  <TitlesOfParts>
    <vt:vector size="232"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TA LÀ BÁNH  HẰNG SỐNG (Lm. Kim Long)</vt:lpstr>
      <vt:lpstr>ĐK. Ta là bánh hằng sống, là bánh ban xuống bởi trời.</vt:lpstr>
      <vt:lpstr>Ta là bánh trường sinh, ai ăn sẽ sống muôn đời.</vt:lpstr>
      <vt:lpstr>1. Đây Mình Ta chính là của ăn, và Máu Ta thật là của uống.</vt:lpstr>
      <vt:lpstr>Người ăn bánh này không còn đói khát chi, </vt:lpstr>
      <vt:lpstr>người uống máu này sẽ được trường sinh.</vt:lpstr>
      <vt:lpstr>PowerPoint Presentation</vt:lpstr>
      <vt:lpstr>KINH VINH DANH</vt:lpstr>
      <vt:lpstr>và bình an dưới thế cho người thiện tâm.</vt:lpstr>
      <vt:lpstr>Chúng con ca ngợi Chúa,</vt:lpstr>
      <vt:lpstr>chúng con chúc tụng Chúa,</vt:lpstr>
      <vt:lpstr>chúng con thờ lạy Chúa,</vt:lpstr>
      <vt:lpstr>chúng con tôn vinh Chúa,</vt:lpstr>
      <vt:lpstr>chúng con cảm tạ Chúa vì vinh quang cao cả Chúa,</vt:lpstr>
      <vt:lpstr>lạy Chúa là Thiên Chúa, là Vua trên trời, là Chúa Cha toàn năng.</vt:lpstr>
      <vt:lpstr>Lạy Con một Thiên Chúa, Chúa Giêsu Kitô.</vt:lpstr>
      <vt:lpstr>Lạy Chúa là Thiên Chúa, là Chiên Thiên Chúa, là Con Ðức Chúa Cha,</vt:lpstr>
      <vt:lpstr>Chúa xóa tội trần gian, xin thương xót chúng con,</vt:lpstr>
      <vt:lpstr>Chúa xóa tội trần gian, xin nhậm lời chúng con cầu khẩn.</vt:lpstr>
      <vt:lpstr>Chúa ngự bên hữu Ðức Chúa Cha, xin thương xót chúng con.</vt:lpstr>
      <vt:lpstr>Vì lạy Chúa Giêsu Kitô, chỉ có Chúa là Ðấng Thánh,</vt:lpstr>
      <vt:lpstr>chỉ có Chúa là Chúa, chỉ có Chúa là Ðấng Tối Cao,</vt:lpstr>
      <vt:lpstr>cùng Ðức Chúa Thánh Thần trong vinh quang Ðức Chúa Cha. Amen.</vt:lpstr>
      <vt:lpstr>PowerPoint Presentation</vt:lpstr>
      <vt:lpstr>PowerPoint Presentation</vt:lpstr>
      <vt:lpstr>ĐÁP CA THÁNH VỊNH 115 (Lm. Thái Nguyên)</vt:lpstr>
      <vt:lpstr>1. Này đây con lấy gì dâng Chúa, mà đền đáp những ơn lành cao cả trong đời.</vt:lpstr>
      <vt:lpstr>Con sẽ nhận chén nhận chén cứu độ, và con sẽ khẩn cầu, khẩn cầu danh Chúa.</vt:lpstr>
      <vt:lpstr>ĐK: Chén chúc tụng là sự hiệp thông, là sự hiệp thông máu Chúa Ki-tô.</vt:lpstr>
      <vt:lpstr>2. Vì đây trước Chúa thật cao quý, thật cao quý những ai mà đã chết cho Ngài.</vt:lpstr>
      <vt:lpstr>Con là đầy tớ, đầy tớ của Ngài, Ngài đã bẻ xích xiềng, cứu độ cho con.</vt:lpstr>
      <vt:lpstr>ĐK: Chén chúc tụng là sự hiệp thông, là sự hiệp thông máu Chúa Ki-tô.</vt:lpstr>
      <vt:lpstr>3. Thành tâm dâng Chúa lời ngợi ca, như của lễ với lòng thành kêu khấn Danh Ngài.</vt:lpstr>
      <vt:lpstr>Con thề nguyền luôn, nguyện luôn giữ trọn lời khấn ước cùng Ngài trước mặt muôn dân.</vt:lpstr>
      <vt:lpstr>ĐK: Chén chúc tụng là sự hiệp thông, là sự hiệp thông máu Chúa Ki-tô.</vt:lpstr>
      <vt:lpstr>PowerPoint Presentation</vt:lpstr>
      <vt:lpstr>PowerPoint Presentation</vt:lpstr>
      <vt:lpstr>Alleluia. Alleluia.  Chúa phán rằng: "Thầy ban cho các con</vt:lpstr>
      <vt:lpstr>một điều răn mới: Là hãy yêu thương nhau</vt:lpstr>
      <vt:lpstr>như Thầy yêu  thương các con. Alleluia, Alleluia. </vt:lpstr>
      <vt:lpstr>PowerPoint Presentation</vt:lpstr>
      <vt:lpstr>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vt:lpstr>
      <vt:lpstr>Được sinh ra mà không phải được tạo thành đồng bản thể với Đức Chúa Cha:</vt:lpstr>
      <vt:lpstr>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vt:lpstr>
      <vt:lpstr>thời quan Phong-xi-ô Phi-la-tô; Người chịu khổ hình và mai táng.</vt:lpstr>
      <vt:lpstr>Ngày thứ ba Người sống lại như lời Thánh kinh.</vt:lpstr>
      <vt:lpstr>Người lên trời, ngự bên hữu Đức Chúa Cha.</vt:lpstr>
      <vt:lpstr>Và Người sẽ lại đến trong vinh quang để phán xét kẻ sống và kẻ chết,</vt:lpstr>
      <vt:lpstr>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XIN DÂNG ĐỜI CON (Lm. Pet. Huy Hoàng)</vt:lpstr>
      <vt:lpstr>ĐK: Chúa không muốn nhận, không muốn nhận của lễ hy sinh,</vt:lpstr>
      <vt:lpstr>cũng không nhận của lễ đền bồi thì con đây dâng trọn hồn xác con,</vt:lpstr>
      <vt:lpstr>con dâng trót cả đời con làm của lễ hiến dâng lên Ngài.</vt:lpstr>
      <vt:lpstr>1/ Đời nhân thế con nào có chi để dâng Chúa như lễ tôn thờ</vt:lpstr>
      <vt:lpstr>con xin dâng tháng ngày trong đời mọi buồn vui thân kiếp con người.</vt:lpstr>
      <vt:lpstr>ĐK: Xin dâng Chúa trọn đời con như làn gió nhẹ quyện làn hương của tình Chúa</vt:lpstr>
      <vt:lpstr>để con chia sẻ cho nhân thế. Trọn đời con là lời mang sứ điệp Tin Mừng</vt:lpstr>
      <vt:lpstr>con dâng trót cả đời con làm của lễ hiến dâng lên Ngài</vt:lpstr>
      <vt:lpstr>2/ Đời con sống bao là nổi trôi lời đoan hứa con đã dâng Ngài</vt:lpstr>
      <vt:lpstr>nhưng bao phen sức lực hao mòn và tình con yêu Chúa không tròn.</vt:lpstr>
      <vt:lpstr>ĐK: Xin dâng Chúa trọn đời con như làn gió nhẹ quyện làn hương của tình Chúa</vt:lpstr>
      <vt:lpstr>để con chia sẻ cho nhân thế. Trọn đời con là lời mang sứ điệp Tin Mừng</vt:lpstr>
      <vt:lpstr>con dâng trót cả đời con làm của lễ hiến dâng lên Ngài</vt:lpstr>
      <vt:lpstr>PowerPoint Presentation</vt:lpstr>
      <vt:lpstr>HIỆP LỄ MÌNH MÁU THÁNH (Lm. Thái Nguyên)</vt:lpstr>
      <vt:lpstr>1. Ôi Cha yêu con, yêu con thật hết tình, này Mình Máu Thánh</vt:lpstr>
      <vt:lpstr>nuôi hồn con thêm thắm tình. Ôi Cha, yêu con, yêu con quên cả chính Mình,</vt:lpstr>
      <vt:lpstr>này Mình Máu Thánh đủ minh chứng cho tình yêu.</vt:lpstr>
      <vt:lpstr>ĐK: Tâm tư con hoan lạc được rước Mình Máu Thánh,</vt:lpstr>
      <vt:lpstr>tâm tư con vinh hạnh được diện kiến Tim Cha,</vt:lpstr>
      <vt:lpstr>biết nói chi cho cân tình mến Cha đã dành, biết đáp chi cho cân tình mến Cha rộng ban.</vt:lpstr>
      <vt:lpstr>2. Ôi Cha, bao la, yêu con thật hải hà, này Mình máu Thánh nuôi hồn con</vt:lpstr>
      <vt:lpstr>khỏi giá lạnh. Ôi Cha, yêu con, bao la ôi thật hải hà,</vt:lpstr>
      <vt:lpstr>này Mình Máu Thánh lò nung nóng con người ta.</vt:lpstr>
      <vt:lpstr>ĐK: Tâm tư con hoan lạc được rước Mình Máu Thánh,</vt:lpstr>
      <vt:lpstr>tâm tư con vinh hạnh được diện kiến Tim Cha,</vt:lpstr>
      <vt:lpstr>biết nói chi cho cân tình mến Cha đã dành, biết đáp chi cho cân tình mến Cha rộng ban.</vt:lpstr>
      <vt:lpstr>1. Ôi Cha yêu con, yêu con thật hết tình, này Mình Máu Thánh</vt:lpstr>
      <vt:lpstr>nuôi hồn con thêm thắm tình. Ôi Cha, yêu con, yêu con quên cả chính Mình,</vt:lpstr>
      <vt:lpstr>này Mình Máu Thánh đủ minh chứng cho tình yêu.</vt:lpstr>
      <vt:lpstr>ĐK: Tâm tư con hoan lạc được rước Mình Máu Thánh,</vt:lpstr>
      <vt:lpstr>tâm tư con vinh hạnh được diện kiến Tim Cha,</vt:lpstr>
      <vt:lpstr>biết nói chi cho cân tình mến Cha đã dành, biết đáp chi cho cân tình mến Cha rộng ban.</vt:lpstr>
      <vt:lpstr>PowerPoint Presentation</vt:lpstr>
      <vt:lpstr>KẾT LỄ VỀ NƠI ĐÂY 2  (Lm. Mi Trầm)</vt:lpstr>
      <vt:lpstr>ĐK. Về nơi đây nơi Thánh Tâm Chúa nhân từ vì yêu thương Ngài</vt:lpstr>
      <vt:lpstr>đã chết treo Thánh giá. Từ cạnh sườn thâu qua, Người đổ máu nước ra,</vt:lpstr>
      <vt:lpstr>qua bí tích lãnh nhận ơn Thánh Chúa ban chan hoà.</vt:lpstr>
      <vt:lpstr>1. Tình yêu đã trao tặng, tình nào lớn cho bằng,</vt:lpstr>
      <vt:lpstr>bằng tình Chúa thương ta, Người đã chết vì ta, để xoá hết tội ta.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dc:creator>Hung Nam</dc:creator>
  <cp:lastModifiedBy>Lý Thanh Ngô</cp:lastModifiedBy>
  <cp:revision>488</cp:revision>
  <cp:lastPrinted>2025-03-29T15:09:16Z</cp:lastPrinted>
  <dcterms:created xsi:type="dcterms:W3CDTF">2023-01-29T22:00:16Z</dcterms:created>
  <dcterms:modified xsi:type="dcterms:W3CDTF">2025-06-21T13:44:43Z</dcterms:modified>
</cp:coreProperties>
</file>