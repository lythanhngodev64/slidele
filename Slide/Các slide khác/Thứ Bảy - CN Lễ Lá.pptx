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196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8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180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87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95.xml"/>
  <Override ContentType="application/vnd.openxmlformats-officedocument.presentationml.notesSlide+xml" PartName="/ppt/notesSlides/notesSlide183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90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88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86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182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189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9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93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85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79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81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5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71.xml"/>
  <Override ContentType="application/vnd.openxmlformats-officedocument.presentationml.slide+xml" PartName="/ppt/slides/slide179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84.xml"/>
  <Override ContentType="application/vnd.openxmlformats-officedocument.presentationml.slide+xml" PartName="/ppt/slides/slide141.xml"/>
  <Override ContentType="application/vnd.openxmlformats-officedocument.presentationml.slide+xml" PartName="/ppt/slides/slide82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187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195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59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180.xml"/>
  <Override ContentType="application/vnd.openxmlformats-officedocument.presentationml.slide+xml" PartName="/ppt/slides/slide18.xml"/>
  <Override ContentType="application/vnd.openxmlformats-officedocument.presentationml.slide+xml" PartName="/ppt/slides/slide52.xml"/>
  <Override ContentType="application/vnd.openxmlformats-officedocument.presentationml.slide+xml" PartName="/ppt/slides/slide95.xml"/>
  <Override ContentType="application/vnd.openxmlformats-officedocument.presentationml.slide+xml" PartName="/ppt/slides/slide181.xml"/>
  <Override ContentType="application/vnd.openxmlformats-officedocument.presentationml.slide+xml" PartName="/ppt/slides/slide157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47.xml"/>
  <Override ContentType="application/vnd.openxmlformats-officedocument.presentationml.slide+xml" PartName="/ppt/slides/slide191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196.xml"/>
  <Override ContentType="application/vnd.openxmlformats-officedocument.presentationml.slide+xml" PartName="/ppt/slides/slide171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86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60.xml"/>
  <Override ContentType="application/vnd.openxmlformats-officedocument.presentationml.slide+xml" PartName="/ppt/slides/slide100.xml"/>
  <Override ContentType="application/vnd.openxmlformats-officedocument.presentationml.slide+xml" PartName="/ppt/slides/slide90.xml"/>
  <Override ContentType="application/vnd.openxmlformats-officedocument.presentationml.slide+xml" PartName="/ppt/slides/slide143.xml"/>
  <Override ContentType="application/vnd.openxmlformats-officedocument.presentationml.slide+xml" PartName="/ppt/slides/slide132.xml"/>
  <Override ContentType="application/vnd.openxmlformats-officedocument.presentationml.slide+xml" PartName="/ppt/slides/slide62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192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8.xml"/>
  <Override ContentType="application/vnd.openxmlformats-officedocument.presentationml.slide+xml" PartName="/ppt/slides/slide158.xml"/>
  <Override ContentType="application/vnd.openxmlformats-officedocument.presentationml.slide+xml" PartName="/ppt/slides/slide115.xml"/>
  <Override ContentType="application/vnd.openxmlformats-officedocument.presentationml.slide+xml" PartName="/ppt/slides/slide3.xml"/>
  <Override ContentType="application/vnd.openxmlformats-officedocument.presentationml.slide+xml" PartName="/ppt/slides/slide182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190.xml"/>
  <Override ContentType="application/vnd.openxmlformats-officedocument.presentationml.slide+xml" PartName="/ppt/slides/slide33.xml"/>
  <Override ContentType="application/vnd.openxmlformats-officedocument.presentationml.slide+xml" PartName="/ppt/slides/slide68.xml"/>
  <Override ContentType="application/vnd.openxmlformats-officedocument.presentationml.slide+xml" PartName="/ppt/slides/slide170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4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185.xml"/>
  <Override ContentType="application/vnd.openxmlformats-officedocument.presentationml.slide+xml" PartName="/ppt/slides/slide65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178.xml"/>
  <Override ContentType="application/vnd.openxmlformats-officedocument.presentationml.slide+xml" PartName="/ppt/slides/slide29.xml"/>
  <Override ContentType="application/vnd.openxmlformats-officedocument.presentationml.slide+xml" PartName="/ppt/slides/slide76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89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57.xml"/>
  <Override ContentType="application/vnd.openxmlformats-officedocument.presentationml.slide+xml" PartName="/ppt/slides/slide44.xml"/>
  <Override ContentType="application/vnd.openxmlformats-officedocument.presentationml.slide+xml" PartName="/ppt/slides/slide193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6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83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49.xml"/>
  <Override ContentType="application/vnd.openxmlformats-officedocument.presentationml.slide+xml" PartName="/ppt/slides/slide124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194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34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88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75.xml"/>
  <Override ContentType="application/vnd.openxmlformats-officedocument.presentationml.slide+xml" PartName="/ppt/slides/slide58.xml"/>
  <Override ContentType="application/vnd.openxmlformats-officedocument.presentationml.slide+xml" PartName="/ppt/slides/slide15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  <p:sldId id="430" r:id="rId180"/>
    <p:sldId id="431" r:id="rId181"/>
    <p:sldId id="432" r:id="rId182"/>
    <p:sldId id="433" r:id="rId183"/>
    <p:sldId id="434" r:id="rId184"/>
    <p:sldId id="435" r:id="rId185"/>
    <p:sldId id="436" r:id="rId186"/>
    <p:sldId id="437" r:id="rId187"/>
    <p:sldId id="438" r:id="rId188"/>
    <p:sldId id="439" r:id="rId189"/>
    <p:sldId id="440" r:id="rId190"/>
    <p:sldId id="441" r:id="rId191"/>
    <p:sldId id="442" r:id="rId192"/>
    <p:sldId id="443" r:id="rId193"/>
    <p:sldId id="444" r:id="rId194"/>
    <p:sldId id="445" r:id="rId195"/>
    <p:sldId id="446" r:id="rId196"/>
    <p:sldId id="447" r:id="rId197"/>
    <p:sldId id="448" r:id="rId198"/>
    <p:sldId id="449" r:id="rId199"/>
    <p:sldId id="450" r:id="rId200"/>
    <p:sldId id="451" r:id="rId201"/>
  </p:sldIdLst>
  <p:sldSz cy="51435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2" roundtripDataSignature="AMtx7mjuPZ6aKWTcCOTdbKalkqgs+4rO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190" Type="http://schemas.openxmlformats.org/officeDocument/2006/relationships/slide" Target="slides/slide18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194" Type="http://schemas.openxmlformats.org/officeDocument/2006/relationships/slide" Target="slides/slide189.xml"/><Relationship Id="rId43" Type="http://schemas.openxmlformats.org/officeDocument/2006/relationships/slide" Target="slides/slide38.xml"/><Relationship Id="rId193" Type="http://schemas.openxmlformats.org/officeDocument/2006/relationships/slide" Target="slides/slide188.xml"/><Relationship Id="rId46" Type="http://schemas.openxmlformats.org/officeDocument/2006/relationships/slide" Target="slides/slide41.xml"/><Relationship Id="rId192" Type="http://schemas.openxmlformats.org/officeDocument/2006/relationships/slide" Target="slides/slide187.xml"/><Relationship Id="rId45" Type="http://schemas.openxmlformats.org/officeDocument/2006/relationships/slide" Target="slides/slide40.xml"/><Relationship Id="rId191" Type="http://schemas.openxmlformats.org/officeDocument/2006/relationships/slide" Target="slides/slide186.xml"/><Relationship Id="rId48" Type="http://schemas.openxmlformats.org/officeDocument/2006/relationships/slide" Target="slides/slide43.xml"/><Relationship Id="rId187" Type="http://schemas.openxmlformats.org/officeDocument/2006/relationships/slide" Target="slides/slide182.xml"/><Relationship Id="rId47" Type="http://schemas.openxmlformats.org/officeDocument/2006/relationships/slide" Target="slides/slide42.xml"/><Relationship Id="rId186" Type="http://schemas.openxmlformats.org/officeDocument/2006/relationships/slide" Target="slides/slide181.xml"/><Relationship Id="rId185" Type="http://schemas.openxmlformats.org/officeDocument/2006/relationships/slide" Target="slides/slide180.xml"/><Relationship Id="rId49" Type="http://schemas.openxmlformats.org/officeDocument/2006/relationships/slide" Target="slides/slide44.xml"/><Relationship Id="rId184" Type="http://schemas.openxmlformats.org/officeDocument/2006/relationships/slide" Target="slides/slide179.xml"/><Relationship Id="rId189" Type="http://schemas.openxmlformats.org/officeDocument/2006/relationships/slide" Target="slides/slide184.xml"/><Relationship Id="rId188" Type="http://schemas.openxmlformats.org/officeDocument/2006/relationships/slide" Target="slides/slide18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183" Type="http://schemas.openxmlformats.org/officeDocument/2006/relationships/slide" Target="slides/slide178.xml"/><Relationship Id="rId32" Type="http://schemas.openxmlformats.org/officeDocument/2006/relationships/slide" Target="slides/slide27.xml"/><Relationship Id="rId182" Type="http://schemas.openxmlformats.org/officeDocument/2006/relationships/slide" Target="slides/slide177.xml"/><Relationship Id="rId35" Type="http://schemas.openxmlformats.org/officeDocument/2006/relationships/slide" Target="slides/slide30.xml"/><Relationship Id="rId181" Type="http://schemas.openxmlformats.org/officeDocument/2006/relationships/slide" Target="slides/slide176.xml"/><Relationship Id="rId34" Type="http://schemas.openxmlformats.org/officeDocument/2006/relationships/slide" Target="slides/slide29.xml"/><Relationship Id="rId180" Type="http://schemas.openxmlformats.org/officeDocument/2006/relationships/slide" Target="slides/slide175.xml"/><Relationship Id="rId37" Type="http://schemas.openxmlformats.org/officeDocument/2006/relationships/slide" Target="slides/slide32.xml"/><Relationship Id="rId176" Type="http://schemas.openxmlformats.org/officeDocument/2006/relationships/slide" Target="slides/slide171.xml"/><Relationship Id="rId36" Type="http://schemas.openxmlformats.org/officeDocument/2006/relationships/slide" Target="slides/slide31.xml"/><Relationship Id="rId175" Type="http://schemas.openxmlformats.org/officeDocument/2006/relationships/slide" Target="slides/slide170.xml"/><Relationship Id="rId39" Type="http://schemas.openxmlformats.org/officeDocument/2006/relationships/slide" Target="slides/slide34.xml"/><Relationship Id="rId174" Type="http://schemas.openxmlformats.org/officeDocument/2006/relationships/slide" Target="slides/slide169.xml"/><Relationship Id="rId38" Type="http://schemas.openxmlformats.org/officeDocument/2006/relationships/slide" Target="slides/slide33.xml"/><Relationship Id="rId173" Type="http://schemas.openxmlformats.org/officeDocument/2006/relationships/slide" Target="slides/slide168.xml"/><Relationship Id="rId179" Type="http://schemas.openxmlformats.org/officeDocument/2006/relationships/slide" Target="slides/slide174.xml"/><Relationship Id="rId178" Type="http://schemas.openxmlformats.org/officeDocument/2006/relationships/slide" Target="slides/slide173.xml"/><Relationship Id="rId177" Type="http://schemas.openxmlformats.org/officeDocument/2006/relationships/slide" Target="slides/slide172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98" Type="http://schemas.openxmlformats.org/officeDocument/2006/relationships/slide" Target="slides/slide193.xml"/><Relationship Id="rId14" Type="http://schemas.openxmlformats.org/officeDocument/2006/relationships/slide" Target="slides/slide9.xml"/><Relationship Id="rId197" Type="http://schemas.openxmlformats.org/officeDocument/2006/relationships/slide" Target="slides/slide192.xml"/><Relationship Id="rId17" Type="http://schemas.openxmlformats.org/officeDocument/2006/relationships/slide" Target="slides/slide12.xml"/><Relationship Id="rId196" Type="http://schemas.openxmlformats.org/officeDocument/2006/relationships/slide" Target="slides/slide191.xml"/><Relationship Id="rId16" Type="http://schemas.openxmlformats.org/officeDocument/2006/relationships/slide" Target="slides/slide11.xml"/><Relationship Id="rId195" Type="http://schemas.openxmlformats.org/officeDocument/2006/relationships/slide" Target="slides/slide190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99" Type="http://schemas.openxmlformats.org/officeDocument/2006/relationships/slide" Target="slides/slide194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150" Type="http://schemas.openxmlformats.org/officeDocument/2006/relationships/slide" Target="slides/slide145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4.xml"/><Relationship Id="rId4" Type="http://schemas.openxmlformats.org/officeDocument/2006/relationships/slideMaster" Target="slideMasters/slideMaster1.xml"/><Relationship Id="rId148" Type="http://schemas.openxmlformats.org/officeDocument/2006/relationships/slide" Target="slides/slide143.xml"/><Relationship Id="rId9" Type="http://schemas.openxmlformats.org/officeDocument/2006/relationships/slide" Target="slides/slide4.xml"/><Relationship Id="rId143" Type="http://schemas.openxmlformats.org/officeDocument/2006/relationships/slide" Target="slides/slide138.xml"/><Relationship Id="rId142" Type="http://schemas.openxmlformats.org/officeDocument/2006/relationships/slide" Target="slides/slide137.xml"/><Relationship Id="rId141" Type="http://schemas.openxmlformats.org/officeDocument/2006/relationships/slide" Target="slides/slide136.xml"/><Relationship Id="rId140" Type="http://schemas.openxmlformats.org/officeDocument/2006/relationships/slide" Target="slides/slide135.xml"/><Relationship Id="rId5" Type="http://schemas.openxmlformats.org/officeDocument/2006/relationships/notesMaster" Target="notesMasters/notesMaster1.xml"/><Relationship Id="rId147" Type="http://schemas.openxmlformats.org/officeDocument/2006/relationships/slide" Target="slides/slide142.xml"/><Relationship Id="rId6" Type="http://schemas.openxmlformats.org/officeDocument/2006/relationships/slide" Target="slides/slide1.xml"/><Relationship Id="rId146" Type="http://schemas.openxmlformats.org/officeDocument/2006/relationships/slide" Target="slides/slide141.xml"/><Relationship Id="rId7" Type="http://schemas.openxmlformats.org/officeDocument/2006/relationships/slide" Target="slides/slide2.xml"/><Relationship Id="rId145" Type="http://schemas.openxmlformats.org/officeDocument/2006/relationships/slide" Target="slides/slide140.xml"/><Relationship Id="rId8" Type="http://schemas.openxmlformats.org/officeDocument/2006/relationships/slide" Target="slides/slide3.xml"/><Relationship Id="rId144" Type="http://schemas.openxmlformats.org/officeDocument/2006/relationships/slide" Target="slides/slide13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137" Type="http://schemas.openxmlformats.org/officeDocument/2006/relationships/slide" Target="slides/slide132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172" Type="http://schemas.openxmlformats.org/officeDocument/2006/relationships/slide" Target="slides/slide167.xml"/><Relationship Id="rId65" Type="http://schemas.openxmlformats.org/officeDocument/2006/relationships/slide" Target="slides/slide60.xml"/><Relationship Id="rId171" Type="http://schemas.openxmlformats.org/officeDocument/2006/relationships/slide" Target="slides/slide166.xml"/><Relationship Id="rId68" Type="http://schemas.openxmlformats.org/officeDocument/2006/relationships/slide" Target="slides/slide63.xml"/><Relationship Id="rId170" Type="http://schemas.openxmlformats.org/officeDocument/2006/relationships/slide" Target="slides/slide165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165" Type="http://schemas.openxmlformats.org/officeDocument/2006/relationships/slide" Target="slides/slide160.xml"/><Relationship Id="rId69" Type="http://schemas.openxmlformats.org/officeDocument/2006/relationships/slide" Target="slides/slide64.xml"/><Relationship Id="rId164" Type="http://schemas.openxmlformats.org/officeDocument/2006/relationships/slide" Target="slides/slide159.xml"/><Relationship Id="rId163" Type="http://schemas.openxmlformats.org/officeDocument/2006/relationships/slide" Target="slides/slide158.xml"/><Relationship Id="rId162" Type="http://schemas.openxmlformats.org/officeDocument/2006/relationships/slide" Target="slides/slide157.xml"/><Relationship Id="rId169" Type="http://schemas.openxmlformats.org/officeDocument/2006/relationships/slide" Target="slides/slide164.xml"/><Relationship Id="rId168" Type="http://schemas.openxmlformats.org/officeDocument/2006/relationships/slide" Target="slides/slide163.xml"/><Relationship Id="rId167" Type="http://schemas.openxmlformats.org/officeDocument/2006/relationships/slide" Target="slides/slide162.xml"/><Relationship Id="rId166" Type="http://schemas.openxmlformats.org/officeDocument/2006/relationships/slide" Target="slides/slide161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161" Type="http://schemas.openxmlformats.org/officeDocument/2006/relationships/slide" Target="slides/slide156.xml"/><Relationship Id="rId54" Type="http://schemas.openxmlformats.org/officeDocument/2006/relationships/slide" Target="slides/slide49.xml"/><Relationship Id="rId160" Type="http://schemas.openxmlformats.org/officeDocument/2006/relationships/slide" Target="slides/slide155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159" Type="http://schemas.openxmlformats.org/officeDocument/2006/relationships/slide" Target="slides/slide154.xml"/><Relationship Id="rId59" Type="http://schemas.openxmlformats.org/officeDocument/2006/relationships/slide" Target="slides/slide54.xml"/><Relationship Id="rId154" Type="http://schemas.openxmlformats.org/officeDocument/2006/relationships/slide" Target="slides/slide149.xml"/><Relationship Id="rId58" Type="http://schemas.openxmlformats.org/officeDocument/2006/relationships/slide" Target="slides/slide53.xml"/><Relationship Id="rId153" Type="http://schemas.openxmlformats.org/officeDocument/2006/relationships/slide" Target="slides/slide148.xml"/><Relationship Id="rId152" Type="http://schemas.openxmlformats.org/officeDocument/2006/relationships/slide" Target="slides/slide147.xml"/><Relationship Id="rId151" Type="http://schemas.openxmlformats.org/officeDocument/2006/relationships/slide" Target="slides/slide146.xml"/><Relationship Id="rId158" Type="http://schemas.openxmlformats.org/officeDocument/2006/relationships/slide" Target="slides/slide153.xml"/><Relationship Id="rId157" Type="http://schemas.openxmlformats.org/officeDocument/2006/relationships/slide" Target="slides/slide152.xml"/><Relationship Id="rId156" Type="http://schemas.openxmlformats.org/officeDocument/2006/relationships/slide" Target="slides/slide151.xml"/><Relationship Id="rId155" Type="http://schemas.openxmlformats.org/officeDocument/2006/relationships/slide" Target="slides/slide15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121" Type="http://schemas.openxmlformats.org/officeDocument/2006/relationships/slide" Target="slides/slide116.xml"/><Relationship Id="rId120" Type="http://schemas.openxmlformats.org/officeDocument/2006/relationships/slide" Target="slides/slide115.xml"/><Relationship Id="rId125" Type="http://schemas.openxmlformats.org/officeDocument/2006/relationships/slide" Target="slides/slide120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99" Type="http://schemas.openxmlformats.org/officeDocument/2006/relationships/slide" Target="slides/slide94.xml"/><Relationship Id="rId98" Type="http://schemas.openxmlformats.org/officeDocument/2006/relationships/slide" Target="slides/slide93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10" Type="http://schemas.openxmlformats.org/officeDocument/2006/relationships/slide" Target="slides/slide105.xml"/><Relationship Id="rId114" Type="http://schemas.openxmlformats.org/officeDocument/2006/relationships/slide" Target="slides/slide109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202" Type="http://customschemas.google.com/relationships/presentationmetadata" Target="metadata"/><Relationship Id="rId201" Type="http://schemas.openxmlformats.org/officeDocument/2006/relationships/slide" Target="slides/slide196.xml"/><Relationship Id="rId200" Type="http://schemas.openxmlformats.org/officeDocument/2006/relationships/slide" Target="slides/slide19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aa6357486_0_1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3baa6357486_0_11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1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1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1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2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2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2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2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2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2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2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2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2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2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3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3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3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3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3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3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3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3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3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3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4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4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4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4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4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4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4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4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4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4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5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bf2e8d6b56_0_18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g3bf2e8d6b56_0_18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f2e8d6b56_0_19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g3bf2e8d6b56_0_19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bf2e8d6b56_0_1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g3bf2e8d6b56_0_19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bf2e8d6b56_0_1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g3bf2e8d6b56_0_19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bf2e8d6b56_0_2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" name="Google Shape;356;g3bf2e8d6b56_0_20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bf2e8d6b56_0_2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g3bf2e8d6b56_0_20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f2e8d6b56_0_2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g3bf2e8d6b56_0_21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bf2e8d6b56_0_2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g3bf2e8d6b56_0_21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bf2e8d6b56_0_2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g3bf2e8d6b56_0_21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bf2e8d6b56_0_2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g3bf2e8d6b56_0_22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bf2e8d6b56_0_2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g3bf2e8d6b56_0_22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bf2e8d6b56_0_2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g3bf2e8d6b56_0_23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bf2e8d6b56_0_2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g3bf2e8d6b56_0_23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bf2e8d6b56_0_2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g3bf2e8d6b56_0_23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bf2e8d6b56_0_2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g3bf2e8d6b56_0_24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bf2e8d6b56_0_2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g3bf2e8d6b56_0_24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bf2e8d6b56_0_25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g3bf2e8d6b56_0_25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bf2e8d6b56_0_2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g3bf2e8d6b56_0_25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bf2e8d6b56_0_25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g3bf2e8d6b56_0_25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bf2e8d6b56_0_26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1" name="Google Shape;431;g3bf2e8d6b56_0_26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bf2e8d6b56_0_26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g3bf2e8d6b56_0_26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bf2e8d6b56_0_27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1" name="Google Shape;441;g3bf2e8d6b56_0_27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bf2e8d6b56_0_27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g3bf2e8d6b56_0_27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bf2e8d6b56_0_2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1" name="Google Shape;451;g3bf2e8d6b56_0_27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bf2e8d6b56_0_2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g3bf2e8d6b56_0_28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bf2e8d6b56_0_28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g3bf2e8d6b56_0_28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bf2e8d6b56_0_29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6" name="Google Shape;466;g3bf2e8d6b56_0_29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bf2e8d6b56_0_2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1" name="Google Shape;471;g3bf2e8d6b56_0_29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bf2e8d6b56_0_2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6" name="Google Shape;476;g3bf2e8d6b56_0_29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bf2e8d6b56_0_3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1" name="Google Shape;481;g3bf2e8d6b56_0_30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bf2e8d6b56_0_3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" name="Google Shape;486;g3bf2e8d6b56_0_30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bf2e8d6b56_0_3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1" name="Google Shape;491;g3bf2e8d6b56_0_31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bf2e8d6b56_0_3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6" name="Google Shape;496;g3bf2e8d6b56_0_31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bf2e8d6b56_0_3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1" name="Google Shape;501;g3bf2e8d6b56_0_31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bf2e8d6b56_0_3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g3bf2e8d6b56_0_32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dca01169ea_0_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1" name="Google Shape;511;g3dca01169ea_0_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dca01169ea_0_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6" name="Google Shape;516;g3dca01169ea_0_2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d173e4e587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1" name="Google Shape;521;g3d173e4e587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d173e4e587_0_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6" name="Google Shape;526;g3d173e4e587_0_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d173e4e587_0_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1" name="Google Shape;531;g3d173e4e587_0_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d173e4e587_0_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6" name="Google Shape;536;g3d173e4e587_0_1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dca01169ea_0_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1" name="Google Shape;541;g3dca01169ea_0_2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dca01169ea_0_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6" name="Google Shape;546;g3dca01169ea_0_3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dca01169ea_0_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1" name="Google Shape;551;g3dca01169ea_0_3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dca01169ea_0_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6" name="Google Shape;556;g3dca01169ea_0_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1" name="Google Shape;561;p13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bf2e8d6b56_0_4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g3bf2e8d6b56_0_40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bf2e8d6b56_0_40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1" name="Google Shape;571;g3bf2e8d6b56_0_40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cb7c2c030f_0_6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6" name="Google Shape;576;g3cb7c2c030f_0_6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bf2e8d6b56_0_4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1" name="Google Shape;581;g3bf2e8d6b56_0_42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cb7c2c030f_0_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6" name="Google Shape;586;g3cb7c2c030f_0_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dca01169ea_0_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1" name="Google Shape;591;g3dca01169ea_0_3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dca01169ea_0_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6" name="Google Shape;596;g3dca01169ea_0_4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dca01169ea_0_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1" name="Google Shape;601;g3dca01169ea_0_4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dca01169ea_0_5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6" name="Google Shape;606;g3dca01169ea_0_5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dca01169ea_0_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1" name="Google Shape;611;g3dca01169ea_0_5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dca01169ea_0_5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6" name="Google Shape;616;g3dca01169ea_0_5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dca01169ea_0_6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1" name="Google Shape;621;g3dca01169ea_0_6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dca01169ea_0_6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6" name="Google Shape;626;g3dca01169ea_0_6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dca01169ea_0_7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1" name="Google Shape;631;g3dca01169ea_0_7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dca01169ea_0_7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6" name="Google Shape;636;g3dca01169ea_0_7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dca01169ea_0_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1" name="Google Shape;641;g3dca01169ea_0_7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dca01169ea_0_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6" name="Google Shape;646;g3dca01169ea_0_8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dca01169ea_0_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1" name="Google Shape;651;g3dca01169ea_0_9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dca01169ea_0_8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6" name="Google Shape;656;g3dca01169ea_0_8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dca01169ea_0_9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1" name="Google Shape;661;g3dca01169ea_0_9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1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6" name="Google Shape;666;p15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5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2" name="Google Shape;672;p1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3" name="Google Shape;673;p156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d173e4e587_0_13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9" name="Google Shape;679;g3d173e4e587_0_1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0" name="Google Shape;680;g3d173e4e587_0_139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dca01169ea_0_10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5" name="Google Shape;685;g3dca01169ea_0_10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6" name="Google Shape;686;g3dca01169ea_0_100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baa6357486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1" name="Google Shape;691;g3baa6357486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dca01169ea_0_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6" name="Google Shape;696;g3dca01169ea_0_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ca14f709a1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1" name="Google Shape;701;g3ca14f709a1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ca14f709a1_0_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7" name="Google Shape;707;g3ca14f709a1_0_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ca14f709a1_0_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2" name="Google Shape;712;g3ca14f709a1_0_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ca14f709a1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7" name="Google Shape;717;g3ca14f709a1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ca14f709a1_0_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2" name="Google Shape;722;g3ca14f709a1_0_1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ca14f709a1_0_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7" name="Google Shape;727;g3ca14f709a1_0_2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ca14f709a1_0_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2" name="Google Shape;732;g3ca14f709a1_0_2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ca14f709a1_0_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7" name="Google Shape;737;g3ca14f709a1_0_2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ca14f709a1_0_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2" name="Google Shape;742;g3ca14f709a1_0_3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ca14f709a1_0_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7" name="Google Shape;747;g3ca14f709a1_0_3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ca14f709a1_0_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2" name="Google Shape;752;g3ca14f709a1_0_4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3ca14f709a1_0_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7" name="Google Shape;757;g3ca14f709a1_0_4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ca14f709a1_0_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2" name="Google Shape;762;g3ca14f709a1_0_4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ca14f709a1_0_5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7" name="Google Shape;767;g3ca14f709a1_0_5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3ca14f709a1_0_5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2" name="Google Shape;772;g3ca14f709a1_0_5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ca14f709a1_0_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7" name="Google Shape;777;g3ca14f709a1_0_6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ca14f709a1_0_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2" name="Google Shape;782;g3ca14f709a1_0_6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ca14f709a1_0_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7" name="Google Shape;787;g3ca14f709a1_0_6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3ca14f709a1_0_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2" name="Google Shape;792;g3ca14f709a1_0_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ca14f709a1_0_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7" name="Google Shape;797;g3ca14f709a1_0_7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3dca01169ea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2" name="Google Shape;802;g3dca01169ea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d9fda13464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7" name="Google Shape;807;g3d9fda13464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3d9fda13464_0_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2" name="Google Shape;812;g3d9fda13464_0_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d9fda13464_0_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7" name="Google Shape;817;g3d9fda13464_0_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d9fda13464_0_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2" name="Google Shape;822;g3d9fda13464_0_1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d9fda13464_0_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7" name="Google Shape;827;g3d9fda13464_0_1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3d9fda13464_0_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2" name="Google Shape;832;g3d9fda13464_0_2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d9fda13464_0_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7" name="Google Shape;837;g3d9fda13464_0_2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d9fda13464_0_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2" name="Google Shape;842;g3d9fda13464_0_2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d9fda13464_0_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7" name="Google Shape;847;g3d9fda13464_0_3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d9fda13464_0_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2" name="Google Shape;852;g3d9fda13464_0_3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d9fda13464_0_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7" name="Google Shape;857;g3d9fda13464_0_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dca01169ea_0_10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2" name="Google Shape;862;g3dca01169ea_0_10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3dca01169ea_0_1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7" name="Google Shape;867;g3dca01169ea_0_11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dca01169ea_0_1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2" name="Google Shape;872;g3dca01169ea_0_11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3dca01169ea_0_1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7" name="Google Shape;877;g3dca01169ea_0_12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20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2" name="Google Shape;882;p20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2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7" name="Google Shape;887;p20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2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2" name="Google Shape;892;p20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20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7" name="Google Shape;897;p20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cb7c2c030f_0_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2" name="Google Shape;902;g3cb7c2c030f_0_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3a42a8b53c1_2_2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7" name="Google Shape;907;g3a42a8b53c1_2_26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2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2" name="Google Shape;912;p20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20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7" name="Google Shape;917;p20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3cb7c2c030f_0_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2" name="Google Shape;922;g3cb7c2c030f_0_7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3c80dc9c1fd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7" name="Google Shape;927;g3c80dc9c1fd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cb7c2c030f_0_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3" name="Google Shape;933;g3cb7c2c030f_0_8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bf2e8d6b56_0_6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8" name="Google Shape;938;g3bf2e8d6b56_0_66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3bf2e8d6b56_0_6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3" name="Google Shape;943;g3bf2e8d6b56_0_66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3bf2e8d6b56_0_6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8" name="Google Shape;948;g3bf2e8d6b56_0_66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3bf2e8d6b56_0_6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3" name="Google Shape;953;g3bf2e8d6b56_0_6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3d173e4e587_0_18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8" name="Google Shape;958;g3d173e4e587_0_18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3bf2e8d6b56_0_6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3" name="Google Shape;963;g3bf2e8d6b56_0_68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3bf2e8d6b56_0_6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8" name="Google Shape;968;g3bf2e8d6b56_0_68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3bf2e8d6b56_0_68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3" name="Google Shape;973;g3bf2e8d6b56_0_68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3dca01169ea_0_17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8" name="Google Shape;978;g3dca01169ea_0_17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3dca01169ea_0_18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3" name="Google Shape;983;g3dca01169ea_0_18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dca01169ea_0_18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8" name="Google Shape;988;g3dca01169ea_0_18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3dca01169ea_0_18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3" name="Google Shape;993;g3dca01169ea_0_18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3dca01169ea_0_19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8" name="Google Shape;998;g3dca01169ea_0_19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3dca01169ea_0_19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3" name="Google Shape;1003;g3dca01169ea_0_19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3dca01169ea_0_20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8" name="Google Shape;1008;g3dca01169ea_0_20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3dca01169ea_0_20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3" name="Google Shape;1013;g3dca01169ea_0_20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3dca01169ea_0_20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8" name="Google Shape;1018;g3dca01169ea_0_20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3dca01169ea_0_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3" name="Google Shape;1023;g3dca01169ea_0_1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dca01169ea_0_1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8" name="Google Shape;1028;g3dca01169ea_0_14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dca01169ea_0_1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3" name="Google Shape;1033;g3dca01169ea_0_14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3dca01169ea_0_15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8" name="Google Shape;1038;g3dca01169ea_0_15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3dca01169ea_0_1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3" name="Google Shape;1043;g3dca01169ea_0_15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3dca01169ea_0_16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8" name="Google Shape;1048;g3dca01169ea_0_16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3dca01169ea_0_16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3" name="Google Shape;1053;g3dca01169ea_0_16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3dca01169ea_0_1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8" name="Google Shape;1058;g3dca01169ea_0_16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3dca01169ea_0_17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3" name="Google Shape;1063;g3dca01169ea_0_17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3cb7c2c030f_0_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8" name="Google Shape;1068;g3cb7c2c030f_0_2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4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7"/>
          <p:cNvSpPr txBox="1"/>
          <p:nvPr>
            <p:ph type="ctrTitle"/>
          </p:nvPr>
        </p:nvSpPr>
        <p:spPr>
          <a:xfrm>
            <a:off x="685800" y="1597822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7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7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7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7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8"/>
          <p:cNvSpPr txBox="1"/>
          <p:nvPr>
            <p:ph type="title"/>
          </p:nvPr>
        </p:nvSpPr>
        <p:spPr>
          <a:xfrm>
            <a:off x="722313" y="3305178"/>
            <a:ext cx="7772400" cy="1021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8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8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8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8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9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9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9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9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9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0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0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0"/>
          <p:cNvSpPr txBox="1"/>
          <p:nvPr>
            <p:ph idx="3" type="body"/>
          </p:nvPr>
        </p:nvSpPr>
        <p:spPr>
          <a:xfrm>
            <a:off x="4645031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0"/>
          <p:cNvSpPr txBox="1"/>
          <p:nvPr>
            <p:ph idx="4" type="body"/>
          </p:nvPr>
        </p:nvSpPr>
        <p:spPr>
          <a:xfrm>
            <a:off x="4645031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0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0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0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1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1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1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2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2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2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3"/>
          <p:cNvSpPr txBox="1"/>
          <p:nvPr>
            <p:ph type="title"/>
          </p:nvPr>
        </p:nvSpPr>
        <p:spPr>
          <a:xfrm>
            <a:off x="457206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3"/>
          <p:cNvSpPr txBox="1"/>
          <p:nvPr>
            <p:ph idx="1" type="body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3"/>
          <p:cNvSpPr txBox="1"/>
          <p:nvPr>
            <p:ph idx="2" type="body"/>
          </p:nvPr>
        </p:nvSpPr>
        <p:spPr>
          <a:xfrm>
            <a:off x="457206" y="1076328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53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3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3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4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4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4"/>
          <p:cNvSpPr txBox="1"/>
          <p:nvPr>
            <p:ph idx="1" type="body"/>
          </p:nvPr>
        </p:nvSpPr>
        <p:spPr>
          <a:xfrm>
            <a:off x="1792288" y="4025504"/>
            <a:ext cx="5486400" cy="603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54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4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4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5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6"/>
          <p:cNvSpPr txBox="1"/>
          <p:nvPr>
            <p:ph type="title"/>
          </p:nvPr>
        </p:nvSpPr>
        <p:spPr>
          <a:xfrm rot="5400000">
            <a:off x="5463778" y="1371603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6"/>
          <p:cNvSpPr txBox="1"/>
          <p:nvPr>
            <p:ph idx="1" type="body"/>
          </p:nvPr>
        </p:nvSpPr>
        <p:spPr>
          <a:xfrm rot="5400000">
            <a:off x="1272778" y="-609597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4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4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4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4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5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9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5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3.pn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6.pn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4.png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3" Type="http://schemas.openxmlformats.org/officeDocument/2006/relationships/image" Target="../media/image5.png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2.jpg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2.jpg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2.jpg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10.png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10.png"/></Relationships>
</file>

<file path=ppt/slides/_rels/slide1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baa6357486_0_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và Thánh Thần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Amen.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</a:pPr>
            <a:r>
              <a:rPr b="1" lang="en-US" sz="4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CHÚA THÁNH THẦN</a:t>
            </a:r>
            <a:endParaRPr b="1" sz="40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lạy ơn Đức Chúa Thánh Thần, thiêng liêng sáng láng vô cùng. 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Thánh Thần xuống đầy lòng chúng con, là kẻ tin cậy Đức Chúa Trời,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đốt lửa kính mến Đức Chúa Trời trong lòng chúng con;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Trời cho Đức Chúa Thánh Thần xuống,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sửa lại mọi sự trong ngoài chúng con. Chúng con cầu cùng Đức Chúa Trời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xưa đã cho Đức Chúa Thánh Thần xuống soi lòng dạy dỗ các Thánh Tông Đồ,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rày chúng con cũng xin Đức Chúa Trời cho Đức Chúa Thánh Thần lại xuống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1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ủi dạy dỗ chúng con làm những việc lành,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công nghiệp vô cùng Đức Chúa Giêsu Kitô là Chúa chúng con. Amen.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17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TRUYỀN TIN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i="1" lang="en-US" sz="19200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26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8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Đức Chúa Trời sai Thánh Thiên Thần truyền tin cho Rất Thánh Đức Bà Maria.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6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Rất Thánh Đức Bà chịu thai bởi phép Đức Chúa Thánh Thần. </a:t>
            </a: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6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60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i="1" sz="72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tôi là tôi tá Đức Chúa Trời.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Tôi xin vâng như lời Thánh Thiên Thần truyền.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4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r>
              <a:t/>
            </a:r>
            <a:endParaRPr b="1" i="1" sz="44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Chốc ấy Ngôi Thứ Hai xuống thế làm người.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</a:pPr>
            <a:br>
              <a:rPr b="1" i="1" lang="en-US" sz="4800" u="sng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ở cùng </a:t>
            </a:r>
            <a:b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con.</a:t>
            </a:r>
            <a:endParaRPr b="1" sz="6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4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</a:pPr>
            <a:r>
              <a:t/>
            </a:r>
            <a:endParaRPr b="1" i="1" sz="40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Rất Thánh Đức Mẹ Chúa Trời, xin cầu cho chúng con.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r>
              <a:t/>
            </a:r>
            <a:endParaRPr b="1" i="1" sz="4400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</a:t>
            </a:r>
            <a:r>
              <a:rPr b="1" i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Đáng chịu lấy những sự Chúa Kitô đã hứa.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LỜI NGUYỆN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572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chúng con xin Chúa ban ơn Chúa xuống trong linh hồn chúng con,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kẻ đã nhờ lời Thánh Thiên Thần truyền, mà biết thật Chúa Kitô là Con Chúa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xuống thế làm người, thì xin vì công ơn Con Chúa chịu nạn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chết trên cây Thánh Giá, cho chúng con ngày sau khi sống lại,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 đến nơi vinh hiển, cũng vì công nghiệp Chúa Kitô là Chúa chúng con. Amen.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tin thật có một Đức Chúa Trời là Đấng thưởng phạt vô cùng.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lại tin thật Đức Chúa Trời có Ba Ngôi, mà Ngôi Thứ Hai đã xuống thế làm người,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nạn chịu chết mà chuộc tội cho thiên hạ.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idx="1" type="subTitle"/>
          </p:nvPr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Bấy nhiêu điều ấy cùng các điều Hội Thánh dạy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con tin vững vàng, vì Chúa là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Đấng thông minh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/>
          <p:nvPr>
            <p:ph idx="1" type="subTitle"/>
          </p:nvPr>
        </p:nvSpPr>
        <p:spPr>
          <a:xfrm>
            <a:off x="0" y="-9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chân thật vô cùng đã phán truyền cho Hội Thánh. Amen.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CẬY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trông cậy vững vàng, vì công nghiệp Đức Chúa Giêsu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Chúa sẽ ban ơn cho con giữ đạo nên ở đời này,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ngày sau được lên thiên đàng xem thấy mặt Đức Chúa Trời hưởng phước đời đời,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/>
          <p:nvPr>
            <p:ph idx="1" type="subTitle"/>
          </p:nvPr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là Đấng phép tắc và lòng lành vô cùng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t/>
            </a:r>
            <a:endParaRPr b="1" sz="4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phán hứa sự ấy chẳng có lẽ nào sai đặng.  Amen.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3715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MẾN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kính mến Chúa hết lòng hết sức trên hết mọi sự,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Chúa là Đấng trọn tốt trọn lành vô cùng,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lại vì Chúa thì con thương yêu người ta như mình con vậy.  Amen.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SẤP MÌNH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sấp mình xuống trước mặt Chúa con. Con tin thật Chúa ở khắp mọi nơi,</a:t>
            </a:r>
            <a:endParaRPr b="1" sz="8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thông biết mọi sự, hằng xem thấy con, hằng nghe lời con cầu nguyện.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Chúa rất nhân từ  hãy đoái xem sự nghèo ngặt con và nhậm lời con nguyện.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xin hãy mở miệng lưỡi con ra, thì con sẽ cao rao những lời ngợi khen Chúa.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chúng con! Vì dấu † Thánh giá, xin chữa † chúng con, cho khỏi † kẻ thù.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4"/>
          <p:cNvSpPr txBox="1"/>
          <p:nvPr>
            <p:ph idx="1" type="subTitle"/>
          </p:nvPr>
        </p:nvSpPr>
        <p:spPr>
          <a:xfrm>
            <a:off x="0" y="1"/>
            <a:ext cx="9030984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b="1" lang="en-US" sz="4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và Thánh Thần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Amen.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LẠY NỮ VƯƠNG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Nữ Vương, Mẹ nhân lành làm cho chúng con đặng sống, đặng vui, đặng cậy.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Thân lạy Mẹ! chúng con, con cháu Evà ở chốn khách đày kêu đến cùng Bà,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ở nơi khóc lóc than thở kêu khẩn Bà thương. Hỡi Ôi! Bà là chủ bầu chúng con,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t/>
            </a:r>
            <a:endParaRPr b="1" sz="4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ghé mắt thương xem chúng con. Đến sau khỏi đày,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cho chúng con được thấy Đức Chúa Giêsu con lòng Bà gồm phúc lạ.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khoan thay! nhân thay! dịu thay! Thánh Maria trọn đời đồng trinh. Amen.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bf2e8d6b56_0_187"/>
          <p:cNvSpPr txBox="1"/>
          <p:nvPr>
            <p:ph idx="1" type="subTitle"/>
          </p:nvPr>
        </p:nvSpPr>
        <p:spPr>
          <a:xfrm>
            <a:off x="0" y="-143838"/>
            <a:ext cx="9144000" cy="528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 Đức Chúa Trời có 10 điều răn: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Thờ phượng một Đức Chúa Trời và kính mến người trên hết mọi sự.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f2e8d6b56_0_19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kêu tên Đức Chúa Trời vô cớ.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ngày Chúa Nhật.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bf2e8d6b56_0_19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Thảo kính cha mẹ.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giết người.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bf2e8d6b56_0_1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làm sự dâm dục.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lấy của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f2e8d6b56_0_20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tám: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làm chứng dối.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chín: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Chớ muốn vợ chồng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bf2e8d6b56_0_20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mười: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tham 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của người.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Mười điều răn ấy tóm về hai này mà chớ:</a:t>
            </a:r>
            <a:endParaRPr b="1" i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bf2e8d6b56_0_211"/>
          <p:cNvSpPr txBox="1"/>
          <p:nvPr>
            <p:ph idx="1" type="subTitle"/>
          </p:nvPr>
        </p:nvSpPr>
        <p:spPr>
          <a:xfrm>
            <a:off x="0" y="-226031"/>
            <a:ext cx="9144000" cy="5369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trước kính mến một Đức Chúa Trời trên hết mọi sự; sau lại yêu người như mình ta vậy. </a:t>
            </a:r>
            <a:r>
              <a:rPr b="1" i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Amen.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r>
              <a:t/>
            </a:r>
            <a:endParaRPr b="1" i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bf2e8d6b56_0_2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500"/>
              <a:buNone/>
            </a:pPr>
            <a:r>
              <a:rPr b="1" lang="en-US" sz="4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Hội Thánh có 5 điều răn: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nhất: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dự lễ và kiêng việc xác ngày Chúa Nhật cùng các ngày lễ buộc;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bf2e8d6b56_0_219"/>
          <p:cNvSpPr txBox="1"/>
          <p:nvPr>
            <p:ph idx="1" type="subTitle"/>
          </p:nvPr>
        </p:nvSpPr>
        <p:spPr>
          <a:xfrm>
            <a:off x="0" y="-236306"/>
            <a:ext cx="9144000" cy="53799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800"/>
              <a:buNone/>
            </a:pPr>
            <a:r>
              <a:rPr b="1" lang="en-US" sz="6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xưng tội trong một năm ít là một lần;</a:t>
            </a:r>
            <a:endParaRPr b="1"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accent4"/>
              </a:buClr>
              <a:buSzPts val="6800"/>
              <a:buNone/>
            </a:pPr>
            <a:r>
              <a:rPr b="1" lang="en-US" sz="6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ba: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rước Mình Thánh Chúa trong mùa Phục Sinh;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bf2e8d6b56_0_2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bốn: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chay và kiêng thịt những ngày Hội Thánh buộc;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bf2e8d6b56_0_22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góp công góp của xây dựng Hội Thánh, tùy theo khả năng của mình.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bf2e8d6b56_0_23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 Đức Chúa Trời có 7 phép Bí tích: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8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nhất: </a:t>
            </a: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Rửa tội.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8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Thêm sức.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bf2e8d6b56_0_23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Mình Thánh Chúa.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bốn: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Giải tội.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bf2e8d6b56_0_23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Xức dầu thánh.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sáu: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Truyền chức thánh.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bf2e8d6b56_0_24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Hôn phối.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bf2e8d6b56_0_24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người có mười bốn mối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i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xác bảy mối:</a:t>
            </a:r>
            <a:endParaRPr b="1" i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đói ăn.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bf2e8d6b56_0_25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khát uống.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rách rưới ăn mặc.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bf2e8d6b56_0_25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Viếng kẻ liệt cùng kẻ tù rạc.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khách đỗ nhà.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bf2e8d6b56_0_25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Chuộc kẻ làm tôi.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Chôn xác kẻ chết.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bf2e8d6b56_0_26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25"/>
              <a:buNone/>
            </a:pPr>
            <a:r>
              <a:t/>
            </a:r>
            <a:endParaRPr b="1" sz="82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4"/>
              </a:buClr>
              <a:buSzPts val="5400"/>
              <a:buNone/>
            </a:pPr>
            <a:r>
              <a:rPr b="1" i="1" lang="en-US" sz="5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Thương linh hồn bảy mối:</a:t>
            </a:r>
            <a:endParaRPr b="1" i="1" sz="5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Lấy lời lành khuyên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bf2e8d6b56_0_26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Mở dạy kẻ mê muội.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ủi kẻ âu lo.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bf2e8d6b56_0_27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Răn bảo kẻ có tội.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 kẻ dể ta.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bf2e8d6b56_0_27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Nhịn kẻ mất lòng ta.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Cầu cho kẻ sống và kẻ chết.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bf2e8d6b56_0_27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4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CẢI TỘI BẢY MỐI CÓ BẢY ĐỨC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Khiêm nhượng, chớ kiêu ngạo.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bf2e8d6b56_0_2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Rộng rãi, chớ hà tiện.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mình sạch sẽ, chớ mê dâm dục.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r>
              <a:t/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bf2e8d6b56_0_28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Hay nhịn, Chớ hờn giận.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Kiêng bớt, chớ mê ăn uống.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bf2e8d6b56_0_29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Yêu người, chớ ghen ghét.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Siêng năng việc Đức Chúa Trời, chớ làm biếng.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bf2e8d6b56_0_29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PHƯỚC THẬT TÁM MỐI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95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có lòng khó khăn, ấy là phước thật, vì chưng nước Đức Chúa Trời là của mình vậy.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bf2e8d6b56_0_2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hiền lành, ấy là phước thật, vì chưng sẽ được đất Đức Chúa Trời làm của mình vậy.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bf2e8d6b56_0_30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khóc lóc, ấy là phước thật, vì chưng sẽ được an ủi vậy.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bf2e8d6b56_0_30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khao khát nhân đức trọn lành, ấy là phước thật, vì chưng sẽ được no đủ vậy.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bf2e8d6b56_0_31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0"/>
              <a:buNone/>
            </a:pPr>
            <a:r>
              <a:rPr b="1" lang="en-US" sz="8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thương xót người, ấy là phước thật, vì chưng mình sẽ được thương xót vậy.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bf2e8d6b56_0_3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giữ lòng sạch sẽ, ấy là phước thật, vì chưng sẽ được thấy mặt Đức Chúa Trời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bf2e8d6b56_0_31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</a:t>
            </a: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làm cho người hòa thuận, ấy là phước thật, vì chưng sẽ được gọi là con Đức Chúa Trời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bf2e8d6b56_0_3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tám:</a:t>
            </a: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chịu khốn nạn vì đạo ngay, ấy là phước thật, vì chưng nước Đức Chúa Trời là của mình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g3dca01169ea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8" name="Google Shape;518;g3dca01169ea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d173e4e587_0_0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NHẬP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VÀO THÀNH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33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33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Duy &amp; Vũ Mộng Thơ</a:t>
            </a:r>
            <a:r>
              <a:rPr b="1" i="1" lang="en-US" sz="33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33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d173e4e587_0_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báo cho nữ tử Si-on, này Vua ngươi đã đến nơi rồi.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d173e4e587_0_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Người khiêm nhu chỉ cỡi mình lừa, dân hô vang đồng thanh một lời.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d173e4e587_0_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Vạn là vạn tuế! Vạn là vạn tuế Con Vua Đa-vít </a:t>
            </a:r>
            <a:r>
              <a:rPr b="1" i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(vạn tuế vạn tuế)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 sz="8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dca01169ea_0_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Is-ra-el hãy mừng vui lên, vì hôm nay Ngài đến thăm người.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dca01169ea_0_3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Nào mau ra trải áo dọn đường, tay giơ cao cành lá chúc tụng.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dca01169ea_0_3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Vạn là vạn tuế! Vạn là vạn tuế Con Vua Đa-vít </a:t>
            </a:r>
            <a:r>
              <a:rPr b="1" i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(vạn tuế vạn tuế)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 sz="8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Google Shape;558;g3dca01169ea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" name="Google Shape;563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bf2e8d6b56_0_40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 CA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THÁNH VỊNH 21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Thái Nguyên)</a:t>
            </a:r>
            <a:b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(04 câu)</a:t>
            </a:r>
            <a:endParaRPr b="1" sz="47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bf2e8d6b56_0_40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! Chúa ơi.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cb7c2c030f_0_6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Thiên Chúa sao Chúa đành bỏ con, sao Chúa đành bỏ con.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bf2e8d6b56_0_42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Bao người nhìn con đều mỉa mai con, bĩu môi lắc đầu: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cb7c2c030f_0_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“Hắn tin cậy vào Chúa, sao Người không cứu hắn đi?”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dca01169ea_0_3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! Chúa ơi.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dca01169ea_0_4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Thiên Chúa sao Chúa đành bỏ con, sao Chúa đành bỏ con.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dca01169ea_0_4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Đứng quanh con là một lũ côn đồ, bao bọc thân con,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dca01169ea_0_5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chân tay con đây, chúng đều chọc thủng. Ôi tan nát tấm thân!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dca01169ea_0_5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! Chúa ơi.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dca01169ea_0_5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Thiên Chúa sao Chúa đành bỏ con, sao Chúa đành bỏ con.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dca01169ea_0_6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phục của con đều bị đem chia, bắt thăm ai được.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dca01169ea_0_6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ơi hãy nâng đỡ, xin Người đừng nỡ xa con!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dca01169ea_0_7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! Chúa ơi.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dca01169ea_0_7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Thiên Chúa sao Chúa đành bỏ con, sao Chúa đành bỏ con.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dca01169ea_0_7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Trước muôn dân, nguyện ngợi chúc danh Ngài, 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dca01169ea_0_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kể lại tình Chúa luôn luôn yêu thương, chẳng hề bỏ mặc. 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dca01169ea_0_9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Thiên Chúa chí nhân!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dca01169ea_0_8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! Chúa ơi.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dca01169ea_0_9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Thiên Chúa sao Chúa đành bỏ con, sao Chúa đành bỏ con.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155"/>
          <p:cNvSpPr/>
          <p:nvPr/>
        </p:nvSpPr>
        <p:spPr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9" name="Google Shape;669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56"/>
          <p:cNvSpPr txBox="1"/>
          <p:nvPr>
            <p:ph type="ctrTitle"/>
          </p:nvPr>
        </p:nvSpPr>
        <p:spPr>
          <a:xfrm>
            <a:off x="0" y="497175"/>
            <a:ext cx="9144000" cy="4646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Times"/>
              <a:buNone/>
            </a:pPr>
            <a:r>
              <a:rPr b="1" lang="en-US" sz="8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Chúa Ki-tô vì chúng ta đã vâng lời cho đến chết và chết trên thập hình.</a:t>
            </a:r>
            <a:endParaRPr b="1" sz="8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676" name="Google Shape;676;p156"/>
          <p:cNvSpPr txBox="1"/>
          <p:nvPr/>
        </p:nvSpPr>
        <p:spPr>
          <a:xfrm>
            <a:off x="0" y="-50800"/>
            <a:ext cx="9144000" cy="635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TUNG HÔ TIN MỪNG</a:t>
            </a:r>
            <a:endParaRPr b="1" i="0" sz="3200" u="none" cap="none" strike="noStrik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d173e4e587_0_139"/>
          <p:cNvSpPr txBox="1"/>
          <p:nvPr>
            <p:ph type="ctrTitle"/>
          </p:nvPr>
        </p:nvSpPr>
        <p:spPr>
          <a:xfrm>
            <a:off x="0" y="-225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Times"/>
              <a:buNone/>
            </a:pPr>
            <a:r>
              <a:rPr b="1" lang="en-US" sz="8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Vì thế Thiên Chúa đã tôn vinh Người </a:t>
            </a:r>
            <a:endParaRPr b="1" sz="8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dca01169ea_0_100"/>
          <p:cNvSpPr txBox="1"/>
          <p:nvPr>
            <p:ph type="ctrTitle"/>
          </p:nvPr>
        </p:nvSpPr>
        <p:spPr>
          <a:xfrm>
            <a:off x="0" y="-225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Times"/>
              <a:buNone/>
            </a:pPr>
            <a:r>
              <a:rPr b="1" lang="en-US" sz="8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và ban cho Người một danh hiệu vượt trên các danh hiệu.</a:t>
            </a:r>
            <a:endParaRPr b="1" sz="8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g3baa6357486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g3dca01169ea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ca14f709a1_0_0"/>
          <p:cNvSpPr txBox="1"/>
          <p:nvPr>
            <p:ph type="ctrTitle"/>
          </p:nvPr>
        </p:nvSpPr>
        <p:spPr>
          <a:xfrm>
            <a:off x="0" y="514351"/>
            <a:ext cx="9144000" cy="4629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Ct: </a:t>
            </a: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kính một Thiên Chúa là Cha toàn năng.</a:t>
            </a:r>
            <a:endParaRPr/>
          </a:p>
        </p:txBody>
      </p:sp>
      <p:sp>
        <p:nvSpPr>
          <p:cNvPr id="704" name="Google Shape;704;g3ca14f709a1_0_0"/>
          <p:cNvSpPr txBox="1"/>
          <p:nvPr/>
        </p:nvSpPr>
        <p:spPr>
          <a:xfrm>
            <a:off x="0" y="0"/>
            <a:ext cx="9144000" cy="73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 KÍNH</a:t>
            </a:r>
            <a:endParaRPr b="1" i="0" sz="3600" u="none" cap="none" strike="noStrike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ca14f709a1_0_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Cđ: </a:t>
            </a: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Đấng tạo thành trời đất muôn vật hữu hình và vô hình.</a:t>
            </a:r>
            <a:endParaRPr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ca14f709a1_0_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kính một Chúa Giê-su Ki-tô Con Một Thiên Chúa,</a:t>
            </a:r>
            <a:endParaRPr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ca14f709a1_0_1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sinh bởi Đức Chúa Cha từ trước muôn đời.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ca14f709a1_0_1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là Thiên Chúa bởi Thiên Chúa, Ánh Sáng bởi Ánh Sáng,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ca14f709a1_0_2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Thiên Chúa thật bởi Thiên Chúa Thật Được sinh ra mà không phải được tạo thành, 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ca14f709a1_0_2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đồng bản thể với Đức Chúa Cha:nhờ Người mà muôn vật được tạo thành.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ca14f709a1_0_2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Vì loài người chúng ta và để cứu độ chúng ta, Người đã từ trời xuống thế.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ca14f709a1_0_3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68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Bởi phép Đức Chúa Thánh Thần Người đã nhập thể trong long Trinh Nữ Maria, và đã làm người.</a:t>
            </a:r>
            <a:endParaRPr b="1" sz="68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ca14f709a1_0_3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chịu đóng đinh vào thập giá vì chúng ta, Thời quan Phong-xi-ô Phi-la-tô; 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ca14f709a1_0_4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chịu khổ hình và mai táng, ngày thứ ba Người sống lại như lời Thánh Kinh.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ca14f709a1_0_4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lên trời, ngự bên hữu Đức Chúa Cha, và Người sẽ lại đến trong vinh quang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ca14f709a1_0_4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để phán xét kẻ sống và kẻ chết, Nước Người sẽ không bao giờ cùng.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ca14f709a1_0_5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tinh kính Đức Chúa Thánh Thần là Thiên Chúa, và là Đấng ban sự sống,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ca14f709a1_0_5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bởi Đức Chúa Cha và Đức Chúa Con mà ra.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ca14f709a1_0_6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được phụng thờ và tôn vinh cùng với Đức Chúa Cha và Đức Chúa Con.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ca14f709a1_0_6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đã dùng các Tiên tri mà phán dạy.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ca14f709a1_0_6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Hội Thánh duy nhất, thánh thiện, công giáo và tông truyền.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ca14f709a1_0_7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tuyên xưng có một Phép Rửa để tha tội.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ca14f709a1_0_7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trông đợi kẻ chết sống lại và sự sống đời sau. Amen.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4" name="Google Shape;804;g3dca01169ea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d9fda13464_0_0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TỘI CHÚNG CON</a:t>
            </a:r>
            <a:endParaRPr b="1" sz="67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Lm. Thái Nguyên</a:t>
            </a: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67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d9fda13464_0_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tội chúng con mà Chúa chịu khổ hình.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d9fda13464_0_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Người đành hy sinh quên cả tấm thân mình.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d9fda13464_0_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 làm của lễ cứu độ cho thế nhân.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d9fda13464_0_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xin gục đầu trước tình cao cả Chúa trao.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d9fda13464_0_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ơi tình con đã không tròn, nghĩa ân không trọn, lòng con cảm thấy xót xa.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d9fda13464_0_2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Một lần bội phản vong ân, một lần Chúa phải cam thân khổ hình.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d9fda13464_0_2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vì hy lễ hiến dâng, với lòng nhân Chúa hải hà thương tha.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d9fda13464_0_3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Giờ đây chúng con thành kính dâng lên Cha.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d9fda13464_0_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Hiệp cùng Máu Chúa đã đổ chan hòa.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d9fda13464_0_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Thành tâm thống hối Chúa ơi, xin thứ tha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dca01169ea_0_10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bao nhiêu lỗi tội những ngày qua đã ngã sa.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dca01169ea_0_1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ơi tình con đã không tròn, nghĩa ân không trọn, lòng con cảm thấy xót xa.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dca01169ea_0_1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Một lần bội phản vong ân, một lần Chúa phải cam thân khổ hình.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dca01169ea_0_1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vì hy lễ hiến dâng, với lòng nhân Chúa hải hà thương tha.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4" name="Google Shape;884;p201" title="Gemini_Generated_Image_kq0fxwkq0fxwkq0f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20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KINH THÁNH, THÁNH</a:t>
            </a: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Thánh, Thánh, Thánh. Chúa là Thiên Chúa các đạo binh</a:t>
            </a:r>
            <a:b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203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Trời đất đầy vinh quang Chúa. Hoan hô Chúa trên các tầng trời.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204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Chúc tụng Đấng ngự đến nhân danh Chúa. Hoan hô Chúa trên các tầng trời.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4" name="Google Shape;904;g3cb7c2c030f_0_73" title="Gemini_Generated_Image_kq0fxwkq0fxwkq0f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a42a8b53c1_2_268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CHIÊN THIÊN CHÚA</a:t>
            </a:r>
            <a:endParaRPr b="1" sz="40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66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gian, xin thương xót chúng con.</a:t>
            </a:r>
            <a:b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207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thương xót chúng con.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208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ban bình an cho chúng con.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4" name="Google Shape;924;g3cb7c2c030f_0_77" title="Gemini_Generated_Image_kq0fxwkq0fxwkq0f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3c80dc9c1fd_0_0"/>
          <p:cNvSpPr txBox="1"/>
          <p:nvPr>
            <p:ph type="ctrTitle"/>
          </p:nvPr>
        </p:nvSpPr>
        <p:spPr>
          <a:xfrm>
            <a:off x="0" y="680400"/>
            <a:ext cx="9144000" cy="4463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Cha, nếu chén này không thể qua đi được mà con phải uống, thì xin theo ý Cha.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0" name="Google Shape;930;g3c80dc9c1fd_0_0"/>
          <p:cNvSpPr txBox="1"/>
          <p:nvPr/>
        </p:nvSpPr>
        <p:spPr>
          <a:xfrm>
            <a:off x="0" y="0"/>
            <a:ext cx="9144000" cy="800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CA HIỆP LỄ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5" name="Google Shape;935;g3cb7c2c030f_0_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bf2e8d6b56_0_66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HIỆP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PHÓ THÁC</a:t>
            </a:r>
            <a:endParaRPr b="1" sz="470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bf2e8d6b56_0_66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ơi! Hồn con xin phó thác trong tay Chúa luôn.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bf2e8d6b56_0_66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Những khi vui mừng, hoặc những lúc con đau buồn.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3bf2e8d6b56_0_67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Mỗi khi đời con gặp những nỗi âu lo khó khăn.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d173e4e587_0_18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mỗi khi tim con ngập tràn hạnh phúc dâng Người.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3bf2e8d6b56_0_68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ơi! Con tuy mọn hèn, vấp ngã đã bao nhiêu lần,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3bf2e8d6b56_0_68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Tội lỗi cám dỗ con luôn mãi đã khiến hồn con xa Chúa (ơ).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3bf2e8d6b56_0_68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Nhưng tim con nay sẵn sàng đón Chúa đến ban ơn lành.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3dca01169ea_0_17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 thứ hết bao lỗi lầm và thánh hóa tâm hồn con.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3dca01169ea_0_18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Những nỗi buồn vui và những đớn đau trong kiếp người.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3dca01169ea_0_18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Sẽ mau phai tàn cùng với tháng năm chóng qua.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3dca01169ea_0_18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Vẫn luôn còn mãi, tình Chúa đã mến yêu thế trần.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3dca01169ea_0_19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Thập giá kia hy sinh thân mình để cứu muôn người.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3dca01169ea_0_19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ơi! Con tuy mọn hèn, vấp ngã đã bao nhiêu lần,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3dca01169ea_0_20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Tội lỗi cám dỗ con luôn mãi đã khiến hồn con xa Chúa (ơ).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3dca01169ea_0_20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Nhưng tim con nay sẵn sàng đón Chúa đến ban ơn lành.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dca01169ea_0_20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 thứ hết bao lỗi lầm và thánh hóa tâm hồn con.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Google Shape;1025;g3dca01169ea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3dca01169ea_0_144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 </a:t>
            </a: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MẸ NHÂN LOẠI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(Nguyễn Đình Diễn)</a:t>
            </a:r>
            <a:endParaRPr b="1" sz="470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3dca01169ea_0_14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Mari- a ngày xa xưa ấy. Đồi hoang liêu bóng mây nhạt chiều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3dca01169ea_0_15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Đứng tiêu điều xót xa nhiều. Thánh giá chiều treo xác con yêu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3dca01169ea_0_15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Mẹ đứng nhìn nhân loại. Ôi bao người đang hấp hối giữa tội nhơ.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3dca01169ea_0_16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Mẹ nhìn lên bàn tay thánh giá. Chung tâm hồn chung đau buồn.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3dca01169ea_0_16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Bên con mình cứu rỗi cho cuộc đời.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3dca01169ea_0_16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Mari- a ngày xa xưa ấy. Đồi hoang liêu bóng mây nhạt chiều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3dca01169ea_0_17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Đứng tiêu điều xót xa nhiều. Thánh giá chiều treo xác con yêu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0" name="Google Shape;1070;g3cb7c2c030f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5"/>
            <a:ext cx="916953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2023-01-29T22:00:16Z</dcterms:created>
</cp:coreProperties>
</file>