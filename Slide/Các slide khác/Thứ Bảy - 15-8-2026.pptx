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13" roundtripDataSignature="AMtx7mjp/WDShb0byLYVUX3cOiSSRsup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213" Type="http://customschemas.google.com/relationships/presentationmetadata" Target="metadata"/><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714cb8953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714cb8953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714cb8953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f714cb8953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f69acae762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f69acae762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69acae762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f69acae762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f69acae762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f69acae762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69acae762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f69acae762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f714cb8953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f714cb8953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f714cb8953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f714cb8953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f714cb8953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f714cb8953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f714cb8953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g3f714cb8953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7" name="Google Shape;57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8" name="Google Shape;57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84" name="Google Shape;58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9" name="Google Shape;58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0" name="Google Shape;59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5" name="Google Shape;59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6" name="Google Shape;59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2" name="Google Shape;60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7" name="Google Shape;60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8" name="Google Shape;60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 name="Google Shape;61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4" name="Google Shape;61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0" name="Google Shape;62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5" name="Google Shape;62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6" name="Google Shape;62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1" name="Google Shape;63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2" name="Google Shape;63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8" name="Google Shape;63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3" name="Google Shape;64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4" name="Google Shape;64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9" name="Google Shape;64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0" name="Google Shape;65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f714cb8953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5" name="Google Shape;655;g3f714cb8953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714cb8953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714cb8953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714cb8953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714cb8953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714cb8953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f714cb8953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714cb8953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f714cb8953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f714cb8953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f714cb8953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f714cb8953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f714cb8953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3" name="Google Shape;73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9" name="Google Shape;73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f69acae762_0_1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9" name="Google Shape;749;g3f69acae762_0_1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4" name="Google Shape;75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f714cb8953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g3f714cb8953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f714cb8953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f714cb8953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f714cb8953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f714cb8953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f714cb8953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f714cb8953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f714cb8953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f714cb8953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f714cb8953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f714cb8953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f714cb895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f714cb895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f714cb8953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f714cb8953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f714cb8953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f714cb8953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f714cb8953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f714cb8953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f714cb8953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f714cb8953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f714cb8953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f714cb8953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f714cb8953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f714cb8953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f714cb8953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g3f714cb8953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f714cb8953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f714cb8953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f618189eeb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g3f618189eeb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f714cb8953_0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f714cb8953_0_1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f714cb8953_0_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f714cb8953_0_2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f714cb8953_0_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g3f714cb8953_0_2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f714cb8953_0_2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g3f714cb8953_0_2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f714cb8953_0_2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f714cb8953_0_2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f714cb8953_0_2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f714cb8953_0_2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f714cb8953_0_2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f714cb8953_0_2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f714cb8953_0_2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f714cb8953_0_2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f714cb8953_0_2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f714cb8953_0_2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f714cb8953_0_2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f714cb8953_0_2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f714cb8953_0_2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f714cb8953_0_2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f714cb8953_0_2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f714cb8953_0_2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f714cb8953_0_2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f714cb8953_0_2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f714cb8953_0_2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f714cb8953_0_2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f714cb8953_0_2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f714cb8953_0_2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f714cb8953_0_4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f714cb8953_0_4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f714cb8953_0_4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f714cb8953_0_4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f714cb8953_0_4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f714cb8953_0_4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f714cb8953_0_4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f714cb8953_0_4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f714cb8953_0_4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g3f714cb8953_0_4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f714cb8953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3f714cb8953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f714cb8953_0_3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f714cb8953_0_35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f714cb8953_0_3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f714cb8953_0_3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f714cb8953_0_3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f714cb8953_0_36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714cb8953_0_3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f714cb8953_0_3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714cb8953_0_3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f714cb8953_0_3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f714cb8953_0_3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f714cb8953_0_3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f714cb8953_0_3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f714cb8953_0_37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f714cb8953_0_3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f714cb8953_0_38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f714cb8953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f714cb8953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5.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 Id="rId3" Type="http://schemas.openxmlformats.org/officeDocument/2006/relationships/image" Target="../media/image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4.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5.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 Id="rId3" Type="http://schemas.openxmlformats.org/officeDocument/2006/relationships/image" Target="../media/image5.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jp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jp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jp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1.jp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5.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714cb8953_0_16"/>
          <p:cNvPicPr preferRelativeResize="0"/>
          <p:nvPr/>
        </p:nvPicPr>
        <p:blipFill>
          <a:blip r:embed="rId3">
            <a:alphaModFix/>
          </a:blip>
          <a:stretch>
            <a:fillRect/>
          </a:stretch>
        </p:blipFill>
        <p:spPr>
          <a:xfrm>
            <a:off x="-2454" y="0"/>
            <a:ext cx="9143982"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f714cb8953_0_20"/>
          <p:cNvPicPr preferRelativeResize="0"/>
          <p:nvPr/>
        </p:nvPicPr>
        <p:blipFill>
          <a:blip r:embed="rId3">
            <a:alphaModFix/>
          </a:blip>
          <a:stretch>
            <a:fillRect/>
          </a:stretch>
        </p:blipFill>
        <p:spPr>
          <a:xfrm>
            <a:off x="-2454" y="0"/>
            <a:ext cx="9143982"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MẸ VỀ TRỜI</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Phanxicô</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f69acae762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Muôn Thiên Thần cánh trắng, hôm nay đưa Mẹ về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f69acae762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Sao sáng ngời trên đầu, Mẹ bay lên, Mẹ bay lên.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f69acae762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Áo Mẹ rực rỡ ánh mặt trời sáng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Trong ngàn muôn đóa hoa, xinh tươi trong vườn Thiên Cung.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Mẹ sáng lấp lánh là nụ hoa Trinh Vương. Ngát hương ngây ngất thiên đường.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f69acae762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Mẹ sáng lấp lánh là nụ hoa yêu thương, ngát hương cho người muôn phương.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f714cb8953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Muôn Thiên Thần cánh trắng, hôm nay đưa Mẹ về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f714cb8953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Sao sáng ngời trên đầu, Mẹ bay lên, Mẹ bay lên.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f714cb8953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Áo Mẹ rực rỡ ánh mặt trời sáng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pic>
        <p:nvPicPr>
          <p:cNvPr id="568" name="Google Shape;568;g3f714cb8953_0_24"/>
          <p:cNvPicPr preferRelativeResize="0"/>
          <p:nvPr/>
        </p:nvPicPr>
        <p:blipFill>
          <a:blip r:embed="rId3">
            <a:alphaModFix/>
          </a:blip>
          <a:stretch>
            <a:fillRect/>
          </a:stretch>
        </p:blipFill>
        <p:spPr>
          <a:xfrm>
            <a:off x="-2454" y="0"/>
            <a:ext cx="9143982" cy="514349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74" name="Google Shape;574;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5" name="Shape 585"/>
        <p:cNvGrpSpPr/>
        <p:nvPr/>
      </p:nvGrpSpPr>
      <p:grpSpPr>
        <a:xfrm>
          <a:off x="0" y="0"/>
          <a:ext cx="0" cy="0"/>
          <a:chOff x="0" y="0"/>
          <a:chExt cx="0" cy="0"/>
        </a:xfrm>
      </p:grpSpPr>
      <p:sp>
        <p:nvSpPr>
          <p:cNvPr id="586" name="Google Shape;58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pic>
        <p:nvPicPr>
          <p:cNvPr id="657" name="Google Shape;657;g3f714cb8953_0_28"/>
          <p:cNvPicPr preferRelativeResize="0"/>
          <p:nvPr/>
        </p:nvPicPr>
        <p:blipFill>
          <a:blip r:embed="rId3">
            <a:alphaModFix/>
          </a:blip>
          <a:stretch>
            <a:fillRect/>
          </a:stretch>
        </p:blipFill>
        <p:spPr>
          <a:xfrm>
            <a:off x="-2454" y="0"/>
            <a:ext cx="9143982" cy="514349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1" name="Shape 661"/>
        <p:cNvGrpSpPr/>
        <p:nvPr/>
      </p:nvGrpSpPr>
      <p:grpSpPr>
        <a:xfrm>
          <a:off x="0" y="0"/>
          <a:ext cx="0" cy="0"/>
          <a:chOff x="0" y="0"/>
          <a:chExt cx="0" cy="0"/>
        </a:xfrm>
      </p:grpSpPr>
      <p:sp>
        <p:nvSpPr>
          <p:cNvPr id="662" name="Google Shape;66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63" name="Google Shape;663;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44</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1. </a:t>
            </a:r>
            <a:r>
              <a:rPr b="1" lang="en-US" sz="7300">
                <a:solidFill>
                  <a:schemeClr val="lt1"/>
                </a:solidFill>
                <a:latin typeface="Times New Roman"/>
                <a:ea typeface="Times New Roman"/>
                <a:cs typeface="Times New Roman"/>
                <a:sym typeface="Times New Roman"/>
              </a:rPr>
              <a:t>Tôn Nương hỡi xem đi và lắng tai nào. Hãy quên dân tộc, hãy quên nhà phụ thân.</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ĐK: </a:t>
            </a:r>
            <a:r>
              <a:rPr b="1" lang="en-US" sz="7300">
                <a:solidFill>
                  <a:schemeClr val="lt1"/>
                </a:solidFill>
                <a:latin typeface="Times New Roman"/>
                <a:ea typeface="Times New Roman"/>
                <a:cs typeface="Times New Roman"/>
                <a:sym typeface="Times New Roman"/>
              </a:rPr>
              <a:t>Hoàng hậu đứng bên hữu Đức Vua. Mặc đồ trang điểm vàng ròng.</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Bao hương sắc Quân Vương Ngài rất yêu vì.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714cb8953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Chính Vua là Chúa nàng, đến bên phục vụ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f714cb8953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ĐK: </a:t>
            </a:r>
            <a:r>
              <a:rPr b="1" lang="en-US" sz="7300">
                <a:solidFill>
                  <a:schemeClr val="lt1"/>
                </a:solidFill>
                <a:latin typeface="Times New Roman"/>
                <a:ea typeface="Times New Roman"/>
                <a:cs typeface="Times New Roman"/>
                <a:sym typeface="Times New Roman"/>
              </a:rPr>
              <a:t>Hoàng hậu đứng bên hữu Đức Vua. Mặc đồ trang điểm vàng ròng.</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Bao vui sướng hoan ca điệu hát cung đàn.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Biết bao người tiến vào đến trong tận hoàng cung.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f714cb8953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ĐK: </a:t>
            </a:r>
            <a:r>
              <a:rPr b="1" lang="en-US" sz="7300">
                <a:solidFill>
                  <a:schemeClr val="lt1"/>
                </a:solidFill>
                <a:latin typeface="Times New Roman"/>
                <a:ea typeface="Times New Roman"/>
                <a:cs typeface="Times New Roman"/>
                <a:sym typeface="Times New Roman"/>
              </a:rPr>
              <a:t>Hoàng hậu đứng bên hữu Đức Vua. Mặc đồ trang điểm vàng ròng.</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f714cb8953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4</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Đây công chúa xiêm y dệt gấm thêu vàng,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f714cb8953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với trang phục huy hoàng, diễm lệ thật đẹp xinh.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f714cb8953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ĐK: </a:t>
            </a:r>
            <a:r>
              <a:rPr b="1" lang="en-US" sz="7300">
                <a:solidFill>
                  <a:schemeClr val="lt1"/>
                </a:solidFill>
                <a:latin typeface="Times New Roman"/>
                <a:ea typeface="Times New Roman"/>
                <a:cs typeface="Times New Roman"/>
                <a:sym typeface="Times New Roman"/>
              </a:rPr>
              <a:t>Hoàng hậu đứng bên hữu Đức Vua. Mặc đồ trang điểm vàng ròng.</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7" name="Shape 727"/>
        <p:cNvGrpSpPr/>
        <p:nvPr/>
      </p:nvGrpSpPr>
      <p:grpSpPr>
        <a:xfrm>
          <a:off x="0" y="0"/>
          <a:ext cx="0" cy="0"/>
          <a:chOff x="0" y="0"/>
          <a:chExt cx="0" cy="0"/>
        </a:xfrm>
      </p:grpSpPr>
      <p:sp>
        <p:nvSpPr>
          <p:cNvPr id="728" name="Google Shape;72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29" name="Google Shape;729;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Phúc cho những ai vâng nghe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Lời Thiên Chúa </a:t>
            </a:r>
            <a:endParaRPr b="1" sz="7200">
              <a:solidFill>
                <a:schemeClr val="lt1"/>
              </a:solidFill>
              <a:latin typeface="Times New Roman"/>
              <a:ea typeface="Times New Roman"/>
              <a:cs typeface="Times New Roman"/>
              <a:sym typeface="Times New Roman"/>
            </a:endParaRPr>
          </a:p>
        </p:txBody>
      </p:sp>
      <p:sp>
        <p:nvSpPr>
          <p:cNvPr id="736" name="Google Shape;73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200">
                <a:solidFill>
                  <a:schemeClr val="lt1"/>
                </a:solidFill>
                <a:latin typeface="Times New Roman"/>
                <a:ea typeface="Times New Roman"/>
                <a:cs typeface="Times New Roman"/>
                <a:sym typeface="Times New Roman"/>
              </a:rPr>
              <a:t>và tuân giữ Lời Ngài.</a:t>
            </a:r>
            <a:br>
              <a:rPr b="1" lang="en-US" sz="5600">
                <a:solidFill>
                  <a:schemeClr val="lt1"/>
                </a:solidFill>
                <a:latin typeface="Times New Roman"/>
                <a:ea typeface="Times New Roman"/>
                <a:cs typeface="Times New Roman"/>
                <a:sym typeface="Times New Roman"/>
              </a:rPr>
            </a:br>
            <a:r>
              <a:rPr b="1" i="1" lang="en-US" sz="5600">
                <a:solidFill>
                  <a:srgbClr val="FFFF00"/>
                </a:solidFill>
                <a:latin typeface="Times New Roman"/>
                <a:ea typeface="Times New Roman"/>
                <a:cs typeface="Times New Roman"/>
                <a:sym typeface="Times New Roman"/>
              </a:rPr>
              <a:t>All..</a:t>
            </a:r>
            <a:endParaRPr b="1" sz="5600">
              <a:solidFill>
                <a:srgbClr val="FFFF00"/>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pic>
        <p:nvPicPr>
          <p:cNvPr id="746" name="Google Shape;746;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pic>
        <p:nvPicPr>
          <p:cNvPr id="751" name="Google Shape;751;g3f69acae762_0_193"/>
          <p:cNvPicPr preferRelativeResize="0"/>
          <p:nvPr/>
        </p:nvPicPr>
        <p:blipFill>
          <a:blip r:embed="rId3">
            <a:alphaModFix/>
          </a:blip>
          <a:stretch>
            <a:fillRect/>
          </a:stretch>
        </p:blipFill>
        <p:spPr>
          <a:xfrm>
            <a:off x="-2454" y="0"/>
            <a:ext cx="9143982" cy="5143490"/>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57" name="Google Shape;75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pic>
        <p:nvPicPr>
          <p:cNvPr id="857" name="Google Shape;857;g3f714cb8953_0_32"/>
          <p:cNvPicPr preferRelativeResize="0"/>
          <p:nvPr/>
        </p:nvPicPr>
        <p:blipFill>
          <a:blip r:embed="rId3">
            <a:alphaModFix/>
          </a:blip>
          <a:stretch>
            <a:fillRect/>
          </a:stretch>
        </p:blipFill>
        <p:spPr>
          <a:xfrm>
            <a:off x="-2454" y="0"/>
            <a:ext cx="9143982" cy="5143490"/>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g3f714cb8953_0_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TRÊN ĐĨA THÁNH</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(Lm. Mi Trầm)</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g3f714cb8953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Trên đĩa thánh con dâng Ngài tấm bánh, là giọt mồ hôi là sức lao công,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f714cb8953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cuộc đời gian khó kết nên lễ dâng.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Trong chén thánh con dâng Ngài chén rượu,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f714cb8953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giờ đây tận hiến con muốn yêu Cha hết tâm hồn trọn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f714cb8953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Chính Chúa nhân hiền điểm tô đời con, thánh hóa lao công xóa bao tội tình.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f714cb895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Ngài nhận của lễ con dâng, lễ vật do sức lao công,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f714cb8953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người gian nan kiếp sống.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Ngài nhận của lễ con dâng,</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f714cb8953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rộng tình ân phúc thương ban, tô đời tươi thắm ơn lành.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f714cb8953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2. </a:t>
            </a:r>
            <a:r>
              <a:rPr b="1" lang="en-US" sz="7300">
                <a:solidFill>
                  <a:schemeClr val="lt1"/>
                </a:solidFill>
                <a:latin typeface="Times New Roman"/>
                <a:ea typeface="Times New Roman"/>
                <a:cs typeface="Times New Roman"/>
                <a:sym typeface="Times New Roman"/>
              </a:rPr>
              <a:t>Đây thánh giá giang tay Ngài đã chết, này ngàn khổ đau đổ xuống trên vai,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f714cb8953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ngày dài u tối sống cho ngày mai.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Và trong cõi vinh quang Ngài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f714cb8953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Dẫn lối đưa đường thánh ân Ngài ban, cứu sống con người sướng vui đầy tràn.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f714cb8953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Ngài nhận của lễ con dâng, lễ vật do sức lao công,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g3f714cb8953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người gian nan kiếp sống.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Ngài nhận của lễ con dâng,</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g3f714cb8953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rộng tình ân phúc thương ban, tô đời tươi thắm ơn lành.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pic>
        <p:nvPicPr>
          <p:cNvPr id="932" name="Google Shape;932;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pic>
        <p:nvPicPr>
          <p:cNvPr id="952" name="Google Shape;952;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pic>
        <p:nvPicPr>
          <p:cNvPr id="972" name="Google Shape;972;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Muôn đời sẽ khen rằng tôi có phúc, </a:t>
            </a:r>
            <a:endParaRPr b="1" sz="8000">
              <a:solidFill>
                <a:schemeClr val="lt1"/>
              </a:solidFill>
              <a:latin typeface="Times New Roman"/>
              <a:ea typeface="Times New Roman"/>
              <a:cs typeface="Times New Roman"/>
              <a:sym typeface="Times New Roman"/>
            </a:endParaRPr>
          </a:p>
        </p:txBody>
      </p:sp>
      <p:sp>
        <p:nvSpPr>
          <p:cNvPr id="978" name="Google Shape;978;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g3f618189eeb_0_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bởi Đấng đã làm cho tôi những điều trọng đại Người quyền năng.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pic>
        <p:nvPicPr>
          <p:cNvPr id="988" name="Google Shape;98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g3f714cb8953_0_19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LINH HỒN TÔI</a:t>
            </a:r>
            <a:br>
              <a:rPr b="1" i="0" lang="en-US" sz="4700">
                <a:latin typeface="Times New Roman"/>
                <a:ea typeface="Times New Roman"/>
                <a:cs typeface="Times New Roman"/>
                <a:sym typeface="Times New Roman"/>
              </a:rPr>
            </a:br>
            <a:r>
              <a:rPr b="1" i="1" lang="en-US" sz="4000">
                <a:solidFill>
                  <a:schemeClr val="accent4"/>
                </a:solidFill>
                <a:latin typeface="Times New Roman"/>
                <a:ea typeface="Times New Roman"/>
                <a:cs typeface="Times New Roman"/>
                <a:sym typeface="Times New Roman"/>
              </a:rPr>
              <a:t>(Lm. Kim Long)</a:t>
            </a:r>
            <a:endParaRPr b="1" sz="4000">
              <a:solidFill>
                <a:schemeClr val="accent4"/>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g3f714cb8953_0_2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Linh hồn tôi tung hô Chúa, tung hô Chúa (i-a).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g3f714cb8953_0_2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Thần trí tôi mừng vui vời vợi trong Đấng Cứu Chuộc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3f714cb8953_0_2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đã rủ thương đoái nhìn phận hèn tôi tá.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f714cb8953_0_2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vậy đến muôn đời sẽ khen tôi đầy ơn sẽ khen tôi đầy phúc,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f714cb8953_0_2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sẽ khen tôi muôn đời đến muôn đời đến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3f714cb8953_0_2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 </a:t>
            </a:r>
            <a:r>
              <a:rPr b="1" lang="en-US" sz="7600">
                <a:solidFill>
                  <a:schemeClr val="lt1"/>
                </a:solidFill>
                <a:latin typeface="Times New Roman"/>
                <a:ea typeface="Times New Roman"/>
                <a:cs typeface="Times New Roman"/>
                <a:sym typeface="Times New Roman"/>
              </a:rPr>
              <a:t>Đấng Toàn Năng đã làm cho tôi những việc cao trọng Danh Người là Thánh.</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3f714cb8953_0_2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Lượng từ ái trải qua từ đời nọ đến đời kia hằng bao bọc những ai kính sợ Người.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f714cb8953_0_2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Linh hồn tôi tung hô Chúa, tung hô Chúa (i-a).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f714cb8953_0_2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Thần trí tôi mừng vui vời vợi trong Đấng Cứu Chuộc tôi.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f714cb8953_0_2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Chúa đã rủ thương đoái nhìn phận hèn tôi tá.</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f714cb8953_0_2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Vì vậy đến muôn đời sẽ khen tôi đầy ơn sẽ khen tôi đầy phúc,</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g3f714cb8953_0_2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sẽ khen tôi muôn đời đến muôn đời đến muôn đời.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3f714cb8953_0_2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rgbClr val="FFFF00"/>
                </a:solidFill>
                <a:latin typeface="Times New Roman"/>
                <a:ea typeface="Times New Roman"/>
                <a:cs typeface="Times New Roman"/>
                <a:sym typeface="Times New Roman"/>
              </a:rPr>
              <a:t>2. </a:t>
            </a:r>
            <a:r>
              <a:rPr b="1" lang="en-US" sz="7400">
                <a:solidFill>
                  <a:schemeClr val="lt1"/>
                </a:solidFill>
                <a:latin typeface="Times New Roman"/>
                <a:ea typeface="Times New Roman"/>
                <a:cs typeface="Times New Roman"/>
                <a:sym typeface="Times New Roman"/>
              </a:rPr>
              <a:t>Chúa biểu dương sức mạnh oai phong tiêu diệt tơi bời những phường tự đắc.</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f714cb8953_0_2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Bọn quyền quí tự kiêu Người triệt hạ khỏi toà cao và nâng dậy những ai ở khiêm nhường.</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f714cb8953_0_4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Linh hồn tôi tung hô Chúa, tung hô Chúa (i-a).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f714cb8953_0_4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Thần trí tôi mừng vui vời vợi trong Đấng Cứu Chuộc tôi.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g3f714cb8953_0_4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Chúa đã rủ thương đoái nhìn phận hèn tôi tá.</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g3f714cb8953_0_4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Vì vậy đến muôn đời sẽ khen tôi đầy ơn sẽ khen tôi đầy phúc,</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g3f714cb8953_0_4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sẽ khen tôi muôn đời đến muôn đời đến muôn đời.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pic>
        <p:nvPicPr>
          <p:cNvPr id="1093" name="Google Shape;1093;g3f714cb8953_0_36"/>
          <p:cNvPicPr preferRelativeResize="0"/>
          <p:nvPr/>
        </p:nvPicPr>
        <p:blipFill>
          <a:blip r:embed="rId3">
            <a:alphaModFix/>
          </a:blip>
          <a:stretch>
            <a:fillRect/>
          </a:stretch>
        </p:blipFill>
        <p:spPr>
          <a:xfrm>
            <a:off x="-2454" y="0"/>
            <a:ext cx="9143982" cy="5143490"/>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3f714cb8953_0_35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VÂNG</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Mi Trầm)</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g3f714cb8953_0_3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Mẹ ơi! Ðời con dõi bước theo Mẹ, lòng con quyết noi gương Mẹ,</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f714cb8953_0_36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xin Mẹ dạy con hai tiếng xin vâng.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f714cb8953_0_3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Mẹ ơi! Ðường đi trăm ngàn nguy khó, hiểm nguy dâng tràn đây dó.</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f714cb8953_0_3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Xin Mẹ dạy con hai tiếng xin vâng.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f714cb8953_0_3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Xin vâng. Mẹ dạy con hai tiếng xin vâng.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f714cb8953_0_3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Hôm qua hôm nay và ngày mai xin vâng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f714cb8953_0_3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dạy con hai tiếng xin vâng. Hôm nay tương lai và suốt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pic>
        <p:nvPicPr>
          <p:cNvPr id="1138" name="Google Shape;1138;g3f714cb8953_0_40"/>
          <p:cNvPicPr preferRelativeResize="0"/>
          <p:nvPr/>
        </p:nvPicPr>
        <p:blipFill>
          <a:blip r:embed="rId3">
            <a:alphaModFix/>
          </a:blip>
          <a:stretch>
            <a:fillRect/>
          </a:stretch>
        </p:blipFill>
        <p:spPr>
          <a:xfrm>
            <a:off x="-2454" y="0"/>
            <a:ext cx="9143982" cy="51434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