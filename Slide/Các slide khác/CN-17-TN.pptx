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heme/themeOverride1.xml" ContentType="application/vnd.openxmlformats-officedocument.themeOverr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7"/>
  </p:notesMasterIdLst>
  <p:sldIdLst>
    <p:sldId id="10781" r:id="rId2"/>
    <p:sldId id="321" r:id="rId3"/>
    <p:sldId id="371" r:id="rId4"/>
    <p:sldId id="322" r:id="rId5"/>
    <p:sldId id="372" r:id="rId6"/>
    <p:sldId id="323" r:id="rId7"/>
    <p:sldId id="9865" r:id="rId8"/>
    <p:sldId id="324" r:id="rId9"/>
    <p:sldId id="9866" r:id="rId10"/>
    <p:sldId id="9867" r:id="rId11"/>
    <p:sldId id="10719" r:id="rId12"/>
    <p:sldId id="10720" r:id="rId13"/>
    <p:sldId id="9869" r:id="rId14"/>
    <p:sldId id="9870" r:id="rId15"/>
    <p:sldId id="9871" r:id="rId16"/>
    <p:sldId id="9872" r:id="rId17"/>
    <p:sldId id="9873" r:id="rId18"/>
    <p:sldId id="9874" r:id="rId19"/>
    <p:sldId id="10721" r:id="rId20"/>
    <p:sldId id="10722" r:id="rId21"/>
    <p:sldId id="10723" r:id="rId22"/>
    <p:sldId id="10724" r:id="rId23"/>
    <p:sldId id="10725" r:id="rId24"/>
    <p:sldId id="304" r:id="rId25"/>
    <p:sldId id="9879" r:id="rId26"/>
    <p:sldId id="9880" r:id="rId27"/>
    <p:sldId id="9881" r:id="rId28"/>
    <p:sldId id="9882" r:id="rId29"/>
    <p:sldId id="9883" r:id="rId30"/>
    <p:sldId id="9884" r:id="rId31"/>
    <p:sldId id="9885" r:id="rId32"/>
    <p:sldId id="9886" r:id="rId33"/>
    <p:sldId id="9887" r:id="rId34"/>
    <p:sldId id="9889" r:id="rId35"/>
    <p:sldId id="9890" r:id="rId36"/>
    <p:sldId id="9891" r:id="rId37"/>
    <p:sldId id="9892" r:id="rId38"/>
    <p:sldId id="9893" r:id="rId39"/>
    <p:sldId id="9895" r:id="rId40"/>
    <p:sldId id="9897" r:id="rId41"/>
    <p:sldId id="9898" r:id="rId42"/>
    <p:sldId id="9899" r:id="rId43"/>
    <p:sldId id="9900" r:id="rId44"/>
    <p:sldId id="9901" r:id="rId45"/>
    <p:sldId id="9902" r:id="rId46"/>
    <p:sldId id="9904" r:id="rId47"/>
    <p:sldId id="9905" r:id="rId48"/>
    <p:sldId id="9906" r:id="rId49"/>
    <p:sldId id="9907" r:id="rId50"/>
    <p:sldId id="9908" r:id="rId51"/>
    <p:sldId id="9909" r:id="rId52"/>
    <p:sldId id="9910" r:id="rId53"/>
    <p:sldId id="9911" r:id="rId54"/>
    <p:sldId id="9912" r:id="rId55"/>
    <p:sldId id="9913" r:id="rId56"/>
    <p:sldId id="9914" r:id="rId57"/>
    <p:sldId id="9915" r:id="rId58"/>
    <p:sldId id="9916" r:id="rId59"/>
    <p:sldId id="9917" r:id="rId60"/>
    <p:sldId id="9918" r:id="rId61"/>
    <p:sldId id="9919" r:id="rId62"/>
    <p:sldId id="9920" r:id="rId63"/>
    <p:sldId id="9921" r:id="rId64"/>
    <p:sldId id="9922" r:id="rId65"/>
    <p:sldId id="9923" r:id="rId66"/>
    <p:sldId id="9924" r:id="rId67"/>
    <p:sldId id="9925" r:id="rId68"/>
    <p:sldId id="9926" r:id="rId69"/>
    <p:sldId id="9927" r:id="rId70"/>
    <p:sldId id="9928" r:id="rId71"/>
    <p:sldId id="9929" r:id="rId72"/>
    <p:sldId id="9930" r:id="rId73"/>
    <p:sldId id="9931" r:id="rId74"/>
    <p:sldId id="9932" r:id="rId75"/>
    <p:sldId id="9933" r:id="rId76"/>
    <p:sldId id="9934" r:id="rId77"/>
    <p:sldId id="9935" r:id="rId78"/>
    <p:sldId id="341" r:id="rId79"/>
    <p:sldId id="409" r:id="rId80"/>
    <p:sldId id="342" r:id="rId81"/>
    <p:sldId id="417" r:id="rId82"/>
    <p:sldId id="343" r:id="rId83"/>
    <p:sldId id="344" r:id="rId84"/>
    <p:sldId id="9936" r:id="rId85"/>
    <p:sldId id="345" r:id="rId86"/>
    <p:sldId id="418" r:id="rId87"/>
    <p:sldId id="346" r:id="rId88"/>
    <p:sldId id="347" r:id="rId89"/>
    <p:sldId id="412" r:id="rId90"/>
    <p:sldId id="348" r:id="rId91"/>
    <p:sldId id="349" r:id="rId92"/>
    <p:sldId id="350" r:id="rId93"/>
    <p:sldId id="419" r:id="rId94"/>
    <p:sldId id="351" r:id="rId95"/>
    <p:sldId id="413" r:id="rId96"/>
    <p:sldId id="352" r:id="rId97"/>
    <p:sldId id="353" r:id="rId98"/>
    <p:sldId id="415" r:id="rId99"/>
    <p:sldId id="354" r:id="rId100"/>
    <p:sldId id="355" r:id="rId101"/>
    <p:sldId id="401" r:id="rId102"/>
    <p:sldId id="356" r:id="rId103"/>
    <p:sldId id="402" r:id="rId104"/>
    <p:sldId id="357" r:id="rId105"/>
    <p:sldId id="403" r:id="rId106"/>
    <p:sldId id="358" r:id="rId107"/>
    <p:sldId id="359" r:id="rId108"/>
    <p:sldId id="405" r:id="rId109"/>
    <p:sldId id="9984" r:id="rId110"/>
    <p:sldId id="406" r:id="rId111"/>
    <p:sldId id="408" r:id="rId112"/>
    <p:sldId id="365" r:id="rId113"/>
    <p:sldId id="9985" r:id="rId114"/>
    <p:sldId id="366" r:id="rId115"/>
    <p:sldId id="9961" r:id="rId116"/>
    <p:sldId id="423" r:id="rId117"/>
    <p:sldId id="424" r:id="rId118"/>
    <p:sldId id="10979" r:id="rId119"/>
    <p:sldId id="10283" r:id="rId120"/>
    <p:sldId id="10284" r:id="rId121"/>
    <p:sldId id="10790" r:id="rId122"/>
    <p:sldId id="10417" r:id="rId123"/>
    <p:sldId id="10791" r:id="rId124"/>
    <p:sldId id="10903" r:id="rId125"/>
    <p:sldId id="10904" r:id="rId126"/>
    <p:sldId id="10905" r:id="rId127"/>
    <p:sldId id="10978" r:id="rId128"/>
    <p:sldId id="10180" r:id="rId129"/>
    <p:sldId id="10181" r:id="rId130"/>
    <p:sldId id="10258" r:id="rId131"/>
    <p:sldId id="10259" r:id="rId132"/>
    <p:sldId id="10260" r:id="rId133"/>
    <p:sldId id="10261" r:id="rId134"/>
    <p:sldId id="10262" r:id="rId135"/>
    <p:sldId id="10264" r:id="rId136"/>
    <p:sldId id="10265" r:id="rId137"/>
    <p:sldId id="10266" r:id="rId138"/>
    <p:sldId id="10267" r:id="rId139"/>
    <p:sldId id="10268" r:id="rId140"/>
    <p:sldId id="10269" r:id="rId141"/>
    <p:sldId id="10270" r:id="rId142"/>
    <p:sldId id="10271" r:id="rId143"/>
    <p:sldId id="10272" r:id="rId144"/>
    <p:sldId id="10977" r:id="rId145"/>
    <p:sldId id="10980" r:id="rId146"/>
    <p:sldId id="10256" r:id="rId147"/>
    <p:sldId id="10142" r:id="rId148"/>
    <p:sldId id="10501" r:id="rId149"/>
    <p:sldId id="10982" r:id="rId150"/>
    <p:sldId id="10143" r:id="rId151"/>
    <p:sldId id="10733" r:id="rId152"/>
    <p:sldId id="10910" r:id="rId153"/>
    <p:sldId id="10911" r:id="rId154"/>
    <p:sldId id="10983" r:id="rId155"/>
    <p:sldId id="10984" r:id="rId156"/>
    <p:sldId id="10985" r:id="rId157"/>
    <p:sldId id="10986" r:id="rId158"/>
    <p:sldId id="10987" r:id="rId159"/>
    <p:sldId id="10988" r:id="rId160"/>
    <p:sldId id="10989" r:id="rId161"/>
    <p:sldId id="10990" r:id="rId162"/>
    <p:sldId id="10981" r:id="rId163"/>
    <p:sldId id="10976" r:id="rId164"/>
    <p:sldId id="10280" r:id="rId165"/>
    <p:sldId id="10107" r:id="rId166"/>
    <p:sldId id="10975" r:id="rId167"/>
    <p:sldId id="9864" r:id="rId168"/>
    <p:sldId id="10316" r:id="rId169"/>
    <p:sldId id="10317" r:id="rId170"/>
    <p:sldId id="10318" r:id="rId171"/>
    <p:sldId id="10319" r:id="rId172"/>
    <p:sldId id="10320" r:id="rId173"/>
    <p:sldId id="10321" r:id="rId174"/>
    <p:sldId id="10322" r:id="rId175"/>
    <p:sldId id="10323" r:id="rId176"/>
    <p:sldId id="10324" r:id="rId177"/>
    <p:sldId id="10325" r:id="rId178"/>
    <p:sldId id="10337" r:id="rId179"/>
    <p:sldId id="10326" r:id="rId180"/>
    <p:sldId id="10327" r:id="rId181"/>
    <p:sldId id="10328" r:id="rId182"/>
    <p:sldId id="10336" r:id="rId183"/>
    <p:sldId id="10329" r:id="rId184"/>
    <p:sldId id="10330" r:id="rId185"/>
    <p:sldId id="10331" r:id="rId186"/>
    <p:sldId id="10332" r:id="rId187"/>
    <p:sldId id="10333" r:id="rId188"/>
    <p:sldId id="10334" r:id="rId189"/>
    <p:sldId id="10335" r:id="rId190"/>
    <p:sldId id="10974" r:id="rId191"/>
    <p:sldId id="10651" r:id="rId192"/>
    <p:sldId id="10652" r:id="rId193"/>
    <p:sldId id="10653" r:id="rId194"/>
    <p:sldId id="10918" r:id="rId195"/>
    <p:sldId id="10919" r:id="rId196"/>
    <p:sldId id="10991" r:id="rId197"/>
    <p:sldId id="10992" r:id="rId198"/>
    <p:sldId id="10993" r:id="rId199"/>
    <p:sldId id="10994" r:id="rId200"/>
    <p:sldId id="10861" r:id="rId201"/>
    <p:sldId id="10862" r:id="rId202"/>
    <p:sldId id="10920" r:id="rId203"/>
    <p:sldId id="10973" r:id="rId204"/>
    <p:sldId id="10252" r:id="rId205"/>
    <p:sldId id="10770" r:id="rId206"/>
    <p:sldId id="10212" r:id="rId207"/>
    <p:sldId id="10823" r:id="rId208"/>
    <p:sldId id="10931" r:id="rId209"/>
    <p:sldId id="10932" r:id="rId210"/>
    <p:sldId id="10824" r:id="rId211"/>
    <p:sldId id="10933" r:id="rId212"/>
    <p:sldId id="10995" r:id="rId213"/>
    <p:sldId id="10996" r:id="rId214"/>
    <p:sldId id="10997" r:id="rId215"/>
    <p:sldId id="10998" r:id="rId216"/>
    <p:sldId id="10999" r:id="rId217"/>
    <p:sldId id="11000" r:id="rId218"/>
    <p:sldId id="11001" r:id="rId219"/>
    <p:sldId id="11002" r:id="rId220"/>
    <p:sldId id="11003" r:id="rId221"/>
    <p:sldId id="11004" r:id="rId222"/>
    <p:sldId id="11005" r:id="rId223"/>
    <p:sldId id="10972" r:id="rId224"/>
    <p:sldId id="10769" r:id="rId225"/>
    <p:sldId id="10253" r:id="rId226"/>
    <p:sldId id="11006" r:id="rId227"/>
    <p:sldId id="11007" r:id="rId228"/>
    <p:sldId id="10964" r:id="rId229"/>
    <p:sldId id="10950" r:id="rId230"/>
    <p:sldId id="11008" r:id="rId231"/>
    <p:sldId id="11009" r:id="rId232"/>
    <p:sldId id="11010" r:id="rId233"/>
    <p:sldId id="11011" r:id="rId234"/>
    <p:sldId id="11012" r:id="rId235"/>
    <p:sldId id="10971" r:id="rId236"/>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FDAF1C-37A2-4320-8278-2F03C36EE5D4}" v="1" dt="2025-04-19T06:36:49.909"/>
    <p1510:client id="{D102BF66-124C-43F9-B354-0B520A23B620}" v="217" dt="2025-04-20T23:27:06.8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3636" autoAdjust="0"/>
    <p:restoredTop sz="94660"/>
  </p:normalViewPr>
  <p:slideViewPr>
    <p:cSldViewPr snapToGrid="0">
      <p:cViewPr>
        <p:scale>
          <a:sx n="100" d="100"/>
          <a:sy n="100" d="100"/>
        </p:scale>
        <p:origin x="2028" y="726"/>
      </p:cViewPr>
      <p:guideLst>
        <p:guide orient="horz" pos="1620"/>
        <p:guide pos="2880"/>
      </p:guideLst>
    </p:cSldViewPr>
  </p:slideViewPr>
  <p:notesTextViewPr>
    <p:cViewPr>
      <p:scale>
        <a:sx n="1" d="1"/>
        <a:sy n="1" d="1"/>
      </p:scale>
      <p:origin x="0" y="0"/>
    </p:cViewPr>
  </p:notesTextViewPr>
  <p:sorterViewPr>
    <p:cViewPr varScale="1">
      <p:scale>
        <a:sx n="100" d="100"/>
        <a:sy n="100" d="100"/>
      </p:scale>
      <p:origin x="0" y="-40308"/>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notesMaster" Target="notesMasters/notesMaster1.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presProps" Target="presProps.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viewProps" Target="viewProps.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theme" Target="theme/theme1.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tableStyles" Target="tableStyle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36" Type="http://schemas.openxmlformats.org/officeDocument/2006/relationships/slide" Target="slides/slide235.xml"/><Relationship Id="rId26" Type="http://schemas.openxmlformats.org/officeDocument/2006/relationships/slide" Target="slides/slide25.xml"/><Relationship Id="rId231" Type="http://schemas.openxmlformats.org/officeDocument/2006/relationships/slide" Target="slides/slide230.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microsoft.com/office/2016/11/relationships/changesInfo" Target="changesInfos/changesInfo1.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microsoft.com/office/2015/10/relationships/revisionInfo" Target="revisionInfo.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ý Thanh Ngô" userId="d1fb4545a5d636d2" providerId="LiveId" clId="{E4D9CBFD-E110-4D84-9E16-A07CEF4E01B3}"/>
    <pc:docChg chg="undo redo custSel addSld delSld modSld sldOrd">
      <pc:chgData name="Lý Thanh Ngô" userId="d1fb4545a5d636d2" providerId="LiveId" clId="{E4D9CBFD-E110-4D84-9E16-A07CEF4E01B3}" dt="2025-04-05T15:27:48.763" v="4124" actId="1036"/>
      <pc:docMkLst>
        <pc:docMk/>
      </pc:docMkLst>
      <pc:sldChg chg="addSp modSp add mod setBg">
        <pc:chgData name="Lý Thanh Ngô" userId="d1fb4545a5d636d2" providerId="LiveId" clId="{E4D9CBFD-E110-4D84-9E16-A07CEF4E01B3}" dt="2025-04-05T15:20:51.677" v="4100" actId="27636"/>
        <pc:sldMkLst>
          <pc:docMk/>
          <pc:sldMk cId="591027290" sldId="257"/>
        </pc:sldMkLst>
        <pc:spChg chg="add mod">
          <ac:chgData name="Lý Thanh Ngô" userId="d1fb4545a5d636d2" providerId="LiveId" clId="{E4D9CBFD-E110-4D84-9E16-A07CEF4E01B3}" dt="2025-04-05T15:20:51.677" v="4100" actId="27636"/>
          <ac:spMkLst>
            <pc:docMk/>
            <pc:sldMk cId="591027290" sldId="257"/>
            <ac:spMk id="2" creationId="{6D3FAADD-3FA7-BD7E-FE2F-54B5B64F1AD9}"/>
          </ac:spMkLst>
        </pc:spChg>
        <pc:spChg chg="mod">
          <ac:chgData name="Lý Thanh Ngô" userId="d1fb4545a5d636d2" providerId="LiveId" clId="{E4D9CBFD-E110-4D84-9E16-A07CEF4E01B3}" dt="2025-03-30T06:39:18.206" v="331" actId="20577"/>
          <ac:spMkLst>
            <pc:docMk/>
            <pc:sldMk cId="591027290" sldId="257"/>
            <ac:spMk id="3" creationId="{00000000-0000-0000-0000-000000000000}"/>
          </ac:spMkLst>
        </pc:spChg>
      </pc:sldChg>
      <pc:sldChg chg="modSp add mod setBg">
        <pc:chgData name="Lý Thanh Ngô" userId="d1fb4545a5d636d2" providerId="LiveId" clId="{E4D9CBFD-E110-4D84-9E16-A07CEF4E01B3}" dt="2025-03-30T06:31:23.930" v="191" actId="20577"/>
        <pc:sldMkLst>
          <pc:docMk/>
          <pc:sldMk cId="2171119766" sldId="258"/>
        </pc:sldMkLst>
        <pc:spChg chg="mod">
          <ac:chgData name="Lý Thanh Ngô" userId="d1fb4545a5d636d2" providerId="LiveId" clId="{E4D9CBFD-E110-4D84-9E16-A07CEF4E01B3}" dt="2025-03-30T06:31:23.930" v="191" actId="20577"/>
          <ac:spMkLst>
            <pc:docMk/>
            <pc:sldMk cId="2171119766" sldId="258"/>
            <ac:spMk id="7170" creationId="{00000000-0000-0000-0000-000000000000}"/>
          </ac:spMkLst>
        </pc:spChg>
      </pc:sldChg>
      <pc:sldChg chg="modSp add mod setBg">
        <pc:chgData name="Lý Thanh Ngô" userId="d1fb4545a5d636d2" providerId="LiveId" clId="{E4D9CBFD-E110-4D84-9E16-A07CEF4E01B3}" dt="2025-03-30T06:33:39.195" v="234" actId="20577"/>
        <pc:sldMkLst>
          <pc:docMk/>
          <pc:sldMk cId="3057438887" sldId="259"/>
        </pc:sldMkLst>
        <pc:spChg chg="mod">
          <ac:chgData name="Lý Thanh Ngô" userId="d1fb4545a5d636d2" providerId="LiveId" clId="{E4D9CBFD-E110-4D84-9E16-A07CEF4E01B3}" dt="2025-03-30T06:33:39.195" v="234" actId="20577"/>
          <ac:spMkLst>
            <pc:docMk/>
            <pc:sldMk cId="3057438887" sldId="259"/>
            <ac:spMk id="3" creationId="{00000000-0000-0000-0000-000000000000}"/>
          </ac:spMkLst>
        </pc:spChg>
      </pc:sldChg>
      <pc:sldChg chg="modSp add mod setBg">
        <pc:chgData name="Lý Thanh Ngô" userId="d1fb4545a5d636d2" providerId="LiveId" clId="{E4D9CBFD-E110-4D84-9E16-A07CEF4E01B3}" dt="2025-04-04T14:25:03.967" v="1863" actId="20577"/>
        <pc:sldMkLst>
          <pc:docMk/>
          <pc:sldMk cId="532766581" sldId="260"/>
        </pc:sldMkLst>
        <pc:spChg chg="mod">
          <ac:chgData name="Lý Thanh Ngô" userId="d1fb4545a5d636d2" providerId="LiveId" clId="{E4D9CBFD-E110-4D84-9E16-A07CEF4E01B3}" dt="2025-04-04T14:25:03.967" v="1863" actId="20577"/>
          <ac:spMkLst>
            <pc:docMk/>
            <pc:sldMk cId="532766581" sldId="260"/>
            <ac:spMk id="7170" creationId="{00000000-0000-0000-0000-000000000000}"/>
          </ac:spMkLst>
        </pc:spChg>
      </pc:sldChg>
      <pc:sldChg chg="modSp add mod setBg">
        <pc:chgData name="Lý Thanh Ngô" userId="d1fb4545a5d636d2" providerId="LiveId" clId="{E4D9CBFD-E110-4D84-9E16-A07CEF4E01B3}" dt="2025-03-30T06:34:43.517" v="254" actId="20577"/>
        <pc:sldMkLst>
          <pc:docMk/>
          <pc:sldMk cId="1487358291" sldId="261"/>
        </pc:sldMkLst>
        <pc:spChg chg="mod">
          <ac:chgData name="Lý Thanh Ngô" userId="d1fb4545a5d636d2" providerId="LiveId" clId="{E4D9CBFD-E110-4D84-9E16-A07CEF4E01B3}" dt="2025-03-30T06:34:43.517" v="254" actId="20577"/>
          <ac:spMkLst>
            <pc:docMk/>
            <pc:sldMk cId="1487358291" sldId="261"/>
            <ac:spMk id="7170" creationId="{00000000-0000-0000-0000-000000000000}"/>
          </ac:spMkLst>
        </pc:spChg>
      </pc:sldChg>
      <pc:sldChg chg="modSp add del mod setBg">
        <pc:chgData name="Lý Thanh Ngô" userId="d1fb4545a5d636d2" providerId="LiveId" clId="{E4D9CBFD-E110-4D84-9E16-A07CEF4E01B3}" dt="2025-03-30T06:27:46.281" v="75" actId="47"/>
        <pc:sldMkLst>
          <pc:docMk/>
          <pc:sldMk cId="4207669071" sldId="262"/>
        </pc:sldMkLst>
      </pc:sldChg>
      <pc:sldChg chg="modSp add mod setBg">
        <pc:chgData name="Lý Thanh Ngô" userId="d1fb4545a5d636d2" providerId="LiveId" clId="{E4D9CBFD-E110-4D84-9E16-A07CEF4E01B3}" dt="2025-03-30T06:38:58.608" v="329" actId="20577"/>
        <pc:sldMkLst>
          <pc:docMk/>
          <pc:sldMk cId="1140672165" sldId="263"/>
        </pc:sldMkLst>
        <pc:spChg chg="mod">
          <ac:chgData name="Lý Thanh Ngô" userId="d1fb4545a5d636d2" providerId="LiveId" clId="{E4D9CBFD-E110-4D84-9E16-A07CEF4E01B3}" dt="2025-03-30T06:38:58.608" v="329" actId="20577"/>
          <ac:spMkLst>
            <pc:docMk/>
            <pc:sldMk cId="1140672165" sldId="263"/>
            <ac:spMk id="7170" creationId="{00000000-0000-0000-0000-000000000000}"/>
          </ac:spMkLst>
        </pc:spChg>
      </pc:sldChg>
      <pc:sldChg chg="modSp add del mod setBg">
        <pc:chgData name="Lý Thanh Ngô" userId="d1fb4545a5d636d2" providerId="LiveId" clId="{E4D9CBFD-E110-4D84-9E16-A07CEF4E01B3}" dt="2025-03-30T06:39:01.487" v="330" actId="47"/>
        <pc:sldMkLst>
          <pc:docMk/>
          <pc:sldMk cId="746211627" sldId="264"/>
        </pc:sldMkLst>
      </pc:sldChg>
      <pc:sldChg chg="modSp add mod setBg">
        <pc:chgData name="Lý Thanh Ngô" userId="d1fb4545a5d636d2" providerId="LiveId" clId="{E4D9CBFD-E110-4D84-9E16-A07CEF4E01B3}" dt="2025-03-30T06:35:34.904" v="276" actId="20577"/>
        <pc:sldMkLst>
          <pc:docMk/>
          <pc:sldMk cId="1434756872" sldId="265"/>
        </pc:sldMkLst>
        <pc:spChg chg="mod">
          <ac:chgData name="Lý Thanh Ngô" userId="d1fb4545a5d636d2" providerId="LiveId" clId="{E4D9CBFD-E110-4D84-9E16-A07CEF4E01B3}" dt="2025-03-30T06:35:34.904" v="276" actId="20577"/>
          <ac:spMkLst>
            <pc:docMk/>
            <pc:sldMk cId="1434756872" sldId="265"/>
            <ac:spMk id="7170" creationId="{00000000-0000-0000-0000-000000000000}"/>
          </ac:spMkLst>
        </pc:spChg>
      </pc:sldChg>
      <pc:sldChg chg="modSp add mod setBg">
        <pc:chgData name="Lý Thanh Ngô" userId="d1fb4545a5d636d2" providerId="LiveId" clId="{E4D9CBFD-E110-4D84-9E16-A07CEF4E01B3}" dt="2025-03-30T06:36:19.243" v="304" actId="20577"/>
        <pc:sldMkLst>
          <pc:docMk/>
          <pc:sldMk cId="1191164645" sldId="266"/>
        </pc:sldMkLst>
        <pc:spChg chg="mod">
          <ac:chgData name="Lý Thanh Ngô" userId="d1fb4545a5d636d2" providerId="LiveId" clId="{E4D9CBFD-E110-4D84-9E16-A07CEF4E01B3}" dt="2025-03-30T06:36:19.243" v="304" actId="20577"/>
          <ac:spMkLst>
            <pc:docMk/>
            <pc:sldMk cId="1191164645" sldId="266"/>
            <ac:spMk id="7170" creationId="{00000000-0000-0000-0000-000000000000}"/>
          </ac:spMkLst>
        </pc:spChg>
      </pc:sldChg>
      <pc:sldChg chg="add del setBg">
        <pc:chgData name="Lý Thanh Ngô" userId="d1fb4545a5d636d2" providerId="LiveId" clId="{E4D9CBFD-E110-4D84-9E16-A07CEF4E01B3}" dt="2025-03-30T06:36:36.320" v="305" actId="47"/>
        <pc:sldMkLst>
          <pc:docMk/>
          <pc:sldMk cId="3480554668" sldId="267"/>
        </pc:sldMkLst>
      </pc:sldChg>
      <pc:sldChg chg="modSp add del mod setBg">
        <pc:chgData name="Lý Thanh Ngô" userId="d1fb4545a5d636d2" providerId="LiveId" clId="{E4D9CBFD-E110-4D84-9E16-A07CEF4E01B3}" dt="2025-03-30T06:31:54.358" v="205" actId="47"/>
        <pc:sldMkLst>
          <pc:docMk/>
          <pc:sldMk cId="933824949" sldId="268"/>
        </pc:sldMkLst>
      </pc:sldChg>
      <pc:sldChg chg="modSp mod">
        <pc:chgData name="Lý Thanh Ngô" userId="d1fb4545a5d636d2" providerId="LiveId" clId="{E4D9CBFD-E110-4D84-9E16-A07CEF4E01B3}" dt="2025-04-05T14:51:13.255" v="3864" actId="123"/>
        <pc:sldMkLst>
          <pc:docMk/>
          <pc:sldMk cId="0" sldId="344"/>
        </pc:sldMkLst>
        <pc:spChg chg="mod">
          <ac:chgData name="Lý Thanh Ngô" userId="d1fb4545a5d636d2" providerId="LiveId" clId="{E4D9CBFD-E110-4D84-9E16-A07CEF4E01B3}" dt="2025-04-05T14:51:13.255" v="3864" actId="123"/>
          <ac:spMkLst>
            <pc:docMk/>
            <pc:sldMk cId="0" sldId="344"/>
            <ac:spMk id="66562" creationId="{81C76A0F-EF95-2F19-13C9-0D53F5BE8601}"/>
          </ac:spMkLst>
        </pc:spChg>
      </pc:sldChg>
      <pc:sldChg chg="modSp mod">
        <pc:chgData name="Lý Thanh Ngô" userId="d1fb4545a5d636d2" providerId="LiveId" clId="{E4D9CBFD-E110-4D84-9E16-A07CEF4E01B3}" dt="2025-04-05T14:54:00.242" v="3906" actId="255"/>
        <pc:sldMkLst>
          <pc:docMk/>
          <pc:sldMk cId="0" sldId="347"/>
        </pc:sldMkLst>
        <pc:spChg chg="mod">
          <ac:chgData name="Lý Thanh Ngô" userId="d1fb4545a5d636d2" providerId="LiveId" clId="{E4D9CBFD-E110-4D84-9E16-A07CEF4E01B3}" dt="2025-04-05T14:54:00.242" v="3906" actId="255"/>
          <ac:spMkLst>
            <pc:docMk/>
            <pc:sldMk cId="0" sldId="347"/>
            <ac:spMk id="66562" creationId="{4D6D1884-2BBD-1374-8C27-4DF14DF2DBF6}"/>
          </ac:spMkLst>
        </pc:spChg>
      </pc:sldChg>
      <pc:sldChg chg="modSp mod">
        <pc:chgData name="Lý Thanh Ngô" userId="d1fb4545a5d636d2" providerId="LiveId" clId="{E4D9CBFD-E110-4D84-9E16-A07CEF4E01B3}" dt="2025-04-05T14:57:07.351" v="3913" actId="27636"/>
        <pc:sldMkLst>
          <pc:docMk/>
          <pc:sldMk cId="0" sldId="354"/>
        </pc:sldMkLst>
        <pc:spChg chg="mod">
          <ac:chgData name="Lý Thanh Ngô" userId="d1fb4545a5d636d2" providerId="LiveId" clId="{E4D9CBFD-E110-4D84-9E16-A07CEF4E01B3}" dt="2025-04-05T14:57:07.351" v="3913" actId="27636"/>
          <ac:spMkLst>
            <pc:docMk/>
            <pc:sldMk cId="0" sldId="354"/>
            <ac:spMk id="66562" creationId="{433D330E-1ADA-A91D-179B-B45C0AD17696}"/>
          </ac:spMkLst>
        </pc:spChg>
      </pc:sldChg>
      <pc:sldChg chg="modSp mod">
        <pc:chgData name="Lý Thanh Ngô" userId="d1fb4545a5d636d2" providerId="LiveId" clId="{E4D9CBFD-E110-4D84-9E16-A07CEF4E01B3}" dt="2025-04-05T15:09:30.031" v="3993" actId="255"/>
        <pc:sldMkLst>
          <pc:docMk/>
          <pc:sldMk cId="0" sldId="365"/>
        </pc:sldMkLst>
        <pc:spChg chg="mod">
          <ac:chgData name="Lý Thanh Ngô" userId="d1fb4545a5d636d2" providerId="LiveId" clId="{E4D9CBFD-E110-4D84-9E16-A07CEF4E01B3}" dt="2025-04-05T15:09:30.031" v="3993" actId="255"/>
          <ac:spMkLst>
            <pc:docMk/>
            <pc:sldMk cId="0" sldId="365"/>
            <ac:spMk id="102402" creationId="{1084ADDA-DAB6-AF8E-BD14-B16348A1FBD9}"/>
          </ac:spMkLst>
        </pc:spChg>
      </pc:sldChg>
      <pc:sldChg chg="modSp mod">
        <pc:chgData name="Lý Thanh Ngô" userId="d1fb4545a5d636d2" providerId="LiveId" clId="{E4D9CBFD-E110-4D84-9E16-A07CEF4E01B3}" dt="2025-04-05T15:13:15.255" v="4088" actId="20577"/>
        <pc:sldMkLst>
          <pc:docMk/>
          <pc:sldMk cId="0" sldId="366"/>
        </pc:sldMkLst>
        <pc:spChg chg="mod">
          <ac:chgData name="Lý Thanh Ngô" userId="d1fb4545a5d636d2" providerId="LiveId" clId="{E4D9CBFD-E110-4D84-9E16-A07CEF4E01B3}" dt="2025-04-05T15:13:15.255" v="4088" actId="20577"/>
          <ac:spMkLst>
            <pc:docMk/>
            <pc:sldMk cId="0" sldId="366"/>
            <ac:spMk id="103426" creationId="{4757C4C1-B1EF-BBE0-782B-EA4BAADC21D5}"/>
          </ac:spMkLst>
        </pc:spChg>
      </pc:sldChg>
      <pc:sldChg chg="modSp mod">
        <pc:chgData name="Lý Thanh Ngô" userId="d1fb4545a5d636d2" providerId="LiveId" clId="{E4D9CBFD-E110-4D84-9E16-A07CEF4E01B3}" dt="2025-04-04T14:48:22.581" v="2678" actId="20577"/>
        <pc:sldMkLst>
          <pc:docMk/>
          <pc:sldMk cId="2472502028" sldId="385"/>
        </pc:sldMkLst>
        <pc:spChg chg="mod">
          <ac:chgData name="Lý Thanh Ngô" userId="d1fb4545a5d636d2" providerId="LiveId" clId="{E4D9CBFD-E110-4D84-9E16-A07CEF4E01B3}" dt="2025-04-04T14:47:56.073" v="2656" actId="20577"/>
          <ac:spMkLst>
            <pc:docMk/>
            <pc:sldMk cId="2472502028" sldId="385"/>
            <ac:spMk id="4" creationId="{00000000-0000-0000-0000-000000000000}"/>
          </ac:spMkLst>
        </pc:spChg>
        <pc:spChg chg="mod">
          <ac:chgData name="Lý Thanh Ngô" userId="d1fb4545a5d636d2" providerId="LiveId" clId="{E4D9CBFD-E110-4D84-9E16-A07CEF4E01B3}" dt="2025-04-04T14:48:07.380" v="2662" actId="1036"/>
          <ac:spMkLst>
            <pc:docMk/>
            <pc:sldMk cId="2472502028" sldId="385"/>
            <ac:spMk id="5" creationId="{EC9E90A0-57EF-B562-11BD-EFA379BF3A1F}"/>
          </ac:spMkLst>
        </pc:spChg>
        <pc:spChg chg="mod">
          <ac:chgData name="Lý Thanh Ngô" userId="d1fb4545a5d636d2" providerId="LiveId" clId="{E4D9CBFD-E110-4D84-9E16-A07CEF4E01B3}" dt="2025-04-04T14:48:22.581" v="2678" actId="20577"/>
          <ac:spMkLst>
            <pc:docMk/>
            <pc:sldMk cId="2472502028" sldId="385"/>
            <ac:spMk id="7" creationId="{FA7210C8-01DF-51DB-3853-C95430401C95}"/>
          </ac:spMkLst>
        </pc:spChg>
      </pc:sldChg>
      <pc:sldChg chg="modSp mod">
        <pc:chgData name="Lý Thanh Ngô" userId="d1fb4545a5d636d2" providerId="LiveId" clId="{E4D9CBFD-E110-4D84-9E16-A07CEF4E01B3}" dt="2025-04-05T15:05:40.526" v="3955" actId="255"/>
        <pc:sldMkLst>
          <pc:docMk/>
          <pc:sldMk cId="0" sldId="405"/>
        </pc:sldMkLst>
        <pc:spChg chg="mod">
          <ac:chgData name="Lý Thanh Ngô" userId="d1fb4545a5d636d2" providerId="LiveId" clId="{E4D9CBFD-E110-4D84-9E16-A07CEF4E01B3}" dt="2025-04-05T15:05:40.526" v="3955" actId="255"/>
          <ac:spMkLst>
            <pc:docMk/>
            <pc:sldMk cId="0" sldId="405"/>
            <ac:spMk id="101378" creationId="{8B071663-4B6E-994B-582A-6E6D92613C37}"/>
          </ac:spMkLst>
        </pc:spChg>
      </pc:sldChg>
      <pc:sldChg chg="modSp mod">
        <pc:chgData name="Lý Thanh Ngô" userId="d1fb4545a5d636d2" providerId="LiveId" clId="{E4D9CBFD-E110-4D84-9E16-A07CEF4E01B3}" dt="2025-04-05T15:07:14.813" v="3964" actId="27636"/>
        <pc:sldMkLst>
          <pc:docMk/>
          <pc:sldMk cId="0" sldId="406"/>
        </pc:sldMkLst>
        <pc:spChg chg="mod">
          <ac:chgData name="Lý Thanh Ngô" userId="d1fb4545a5d636d2" providerId="LiveId" clId="{E4D9CBFD-E110-4D84-9E16-A07CEF4E01B3}" dt="2025-04-05T15:07:14.813" v="3964" actId="27636"/>
          <ac:spMkLst>
            <pc:docMk/>
            <pc:sldMk cId="0" sldId="406"/>
            <ac:spMk id="99330" creationId="{8A50B797-F9AB-BABB-1B40-19BCA9033AB2}"/>
          </ac:spMkLst>
        </pc:spChg>
      </pc:sldChg>
      <pc:sldChg chg="modSp del mod">
        <pc:chgData name="Lý Thanh Ngô" userId="d1fb4545a5d636d2" providerId="LiveId" clId="{E4D9CBFD-E110-4D84-9E16-A07CEF4E01B3}" dt="2025-04-05T15:07:21.560" v="3965" actId="47"/>
        <pc:sldMkLst>
          <pc:docMk/>
          <pc:sldMk cId="0" sldId="407"/>
        </pc:sldMkLst>
      </pc:sldChg>
      <pc:sldChg chg="modSp mod">
        <pc:chgData name="Lý Thanh Ngô" userId="d1fb4545a5d636d2" providerId="LiveId" clId="{E4D9CBFD-E110-4D84-9E16-A07CEF4E01B3}" dt="2025-04-05T15:08:03.529" v="3968" actId="255"/>
        <pc:sldMkLst>
          <pc:docMk/>
          <pc:sldMk cId="0" sldId="408"/>
        </pc:sldMkLst>
        <pc:spChg chg="mod">
          <ac:chgData name="Lý Thanh Ngô" userId="d1fb4545a5d636d2" providerId="LiveId" clId="{E4D9CBFD-E110-4D84-9E16-A07CEF4E01B3}" dt="2025-04-05T15:08:03.529" v="3968" actId="255"/>
          <ac:spMkLst>
            <pc:docMk/>
            <pc:sldMk cId="0" sldId="408"/>
            <ac:spMk id="101378" creationId="{05CAE2DE-B2EC-A655-F166-350C09BD7435}"/>
          </ac:spMkLst>
        </pc:spChg>
      </pc:sldChg>
      <pc:sldChg chg="modSp del mod">
        <pc:chgData name="Lý Thanh Ngô" userId="d1fb4545a5d636d2" providerId="LiveId" clId="{E4D9CBFD-E110-4D84-9E16-A07CEF4E01B3}" dt="2025-04-05T15:13:26.369" v="4089" actId="2696"/>
        <pc:sldMkLst>
          <pc:docMk/>
          <pc:sldMk cId="0" sldId="422"/>
        </pc:sldMkLst>
      </pc:sldChg>
      <pc:sldChg chg="modSp mod">
        <pc:chgData name="Lý Thanh Ngô" userId="d1fb4545a5d636d2" providerId="LiveId" clId="{E4D9CBFD-E110-4D84-9E16-A07CEF4E01B3}" dt="2025-04-05T15:14:26.618" v="4091" actId="207"/>
        <pc:sldMkLst>
          <pc:docMk/>
          <pc:sldMk cId="0" sldId="424"/>
        </pc:sldMkLst>
        <pc:spChg chg="mod">
          <ac:chgData name="Lý Thanh Ngô" userId="d1fb4545a5d636d2" providerId="LiveId" clId="{E4D9CBFD-E110-4D84-9E16-A07CEF4E01B3}" dt="2025-04-05T15:14:26.618" v="4091" actId="207"/>
          <ac:spMkLst>
            <pc:docMk/>
            <pc:sldMk cId="0" sldId="424"/>
            <ac:spMk id="106498" creationId="{E3BC3CA2-358F-C6F0-6E92-29F63F658DAF}"/>
          </ac:spMkLst>
        </pc:spChg>
      </pc:sldChg>
      <pc:sldChg chg="addSp delSp modSp del mod">
        <pc:chgData name="Lý Thanh Ngô" userId="d1fb4545a5d636d2" providerId="LiveId" clId="{E4D9CBFD-E110-4D84-9E16-A07CEF4E01B3}" dt="2025-04-03T23:12:48.955" v="1151" actId="47"/>
        <pc:sldMkLst>
          <pc:docMk/>
          <pc:sldMk cId="3769639125" sldId="9788"/>
        </pc:sldMkLst>
      </pc:sldChg>
      <pc:sldChg chg="del">
        <pc:chgData name="Lý Thanh Ngô" userId="d1fb4545a5d636d2" providerId="LiveId" clId="{E4D9CBFD-E110-4D84-9E16-A07CEF4E01B3}" dt="2025-04-03T23:28:32.591" v="1312" actId="47"/>
        <pc:sldMkLst>
          <pc:docMk/>
          <pc:sldMk cId="3917989569" sldId="9789"/>
        </pc:sldMkLst>
      </pc:sldChg>
      <pc:sldChg chg="addSp delSp modSp mod modNotesTx">
        <pc:chgData name="Lý Thanh Ngô" userId="d1fb4545a5d636d2" providerId="LiveId" clId="{E4D9CBFD-E110-4D84-9E16-A07CEF4E01B3}" dt="2025-04-05T15:14:52.143" v="4092" actId="14100"/>
        <pc:sldMkLst>
          <pc:docMk/>
          <pc:sldMk cId="3681698675" sldId="9793"/>
        </pc:sldMkLst>
        <pc:spChg chg="mod">
          <ac:chgData name="Lý Thanh Ngô" userId="d1fb4545a5d636d2" providerId="LiveId" clId="{E4D9CBFD-E110-4D84-9E16-A07CEF4E01B3}" dt="2025-04-05T15:14:52.143" v="4092" actId="14100"/>
          <ac:spMkLst>
            <pc:docMk/>
            <pc:sldMk cId="3681698675" sldId="9793"/>
            <ac:spMk id="2" creationId="{224182AB-1A1E-C15F-0016-71E6D272116A}"/>
          </ac:spMkLst>
        </pc:spChg>
      </pc:sldChg>
      <pc:sldChg chg="del">
        <pc:chgData name="Lý Thanh Ngô" userId="d1fb4545a5d636d2" providerId="LiveId" clId="{E4D9CBFD-E110-4D84-9E16-A07CEF4E01B3}" dt="2025-04-04T15:23:46.487" v="3536" actId="2696"/>
        <pc:sldMkLst>
          <pc:docMk/>
          <pc:sldMk cId="2438411217" sldId="9794"/>
        </pc:sldMkLst>
      </pc:sldChg>
      <pc:sldChg chg="del">
        <pc:chgData name="Lý Thanh Ngô" userId="d1fb4545a5d636d2" providerId="LiveId" clId="{E4D9CBFD-E110-4D84-9E16-A07CEF4E01B3}" dt="2025-04-04T15:23:46.487" v="3536" actId="2696"/>
        <pc:sldMkLst>
          <pc:docMk/>
          <pc:sldMk cId="2324261318" sldId="9795"/>
        </pc:sldMkLst>
      </pc:sldChg>
      <pc:sldChg chg="del">
        <pc:chgData name="Lý Thanh Ngô" userId="d1fb4545a5d636d2" providerId="LiveId" clId="{E4D9CBFD-E110-4D84-9E16-A07CEF4E01B3}" dt="2025-04-04T15:23:46.487" v="3536" actId="2696"/>
        <pc:sldMkLst>
          <pc:docMk/>
          <pc:sldMk cId="3427656459" sldId="9796"/>
        </pc:sldMkLst>
      </pc:sldChg>
      <pc:sldChg chg="del">
        <pc:chgData name="Lý Thanh Ngô" userId="d1fb4545a5d636d2" providerId="LiveId" clId="{E4D9CBFD-E110-4D84-9E16-A07CEF4E01B3}" dt="2025-04-04T15:23:46.487" v="3536" actId="2696"/>
        <pc:sldMkLst>
          <pc:docMk/>
          <pc:sldMk cId="2672676719" sldId="9797"/>
        </pc:sldMkLst>
      </pc:sldChg>
      <pc:sldChg chg="del">
        <pc:chgData name="Lý Thanh Ngô" userId="d1fb4545a5d636d2" providerId="LiveId" clId="{E4D9CBFD-E110-4D84-9E16-A07CEF4E01B3}" dt="2025-04-04T15:23:46.487" v="3536" actId="2696"/>
        <pc:sldMkLst>
          <pc:docMk/>
          <pc:sldMk cId="1902892374" sldId="9798"/>
        </pc:sldMkLst>
      </pc:sldChg>
      <pc:sldChg chg="modSp mod modNotesTx">
        <pc:chgData name="Lý Thanh Ngô" userId="d1fb4545a5d636d2" providerId="LiveId" clId="{E4D9CBFD-E110-4D84-9E16-A07CEF4E01B3}" dt="2025-04-04T14:39:08.715" v="2162" actId="255"/>
        <pc:sldMkLst>
          <pc:docMk/>
          <pc:sldMk cId="288514113" sldId="9799"/>
        </pc:sldMkLst>
        <pc:spChg chg="mod">
          <ac:chgData name="Lý Thanh Ngô" userId="d1fb4545a5d636d2" providerId="LiveId" clId="{E4D9CBFD-E110-4D84-9E16-A07CEF4E01B3}" dt="2025-04-04T14:39:08.715" v="2162" actId="255"/>
          <ac:spMkLst>
            <pc:docMk/>
            <pc:sldMk cId="288514113" sldId="9799"/>
            <ac:spMk id="2" creationId="{AD79F752-64A9-AEFA-6988-B977A51087C2}"/>
          </ac:spMkLst>
        </pc:spChg>
      </pc:sldChg>
      <pc:sldChg chg="addSp modSp mod">
        <pc:chgData name="Lý Thanh Ngô" userId="d1fb4545a5d636d2" providerId="LiveId" clId="{E4D9CBFD-E110-4D84-9E16-A07CEF4E01B3}" dt="2025-04-05T15:20:06.469" v="4094" actId="114"/>
        <pc:sldMkLst>
          <pc:docMk/>
          <pc:sldMk cId="1307668271" sldId="9800"/>
        </pc:sldMkLst>
        <pc:spChg chg="mod">
          <ac:chgData name="Lý Thanh Ngô" userId="d1fb4545a5d636d2" providerId="LiveId" clId="{E4D9CBFD-E110-4D84-9E16-A07CEF4E01B3}" dt="2025-04-05T15:20:06.469" v="4094" actId="114"/>
          <ac:spMkLst>
            <pc:docMk/>
            <pc:sldMk cId="1307668271" sldId="9800"/>
            <ac:spMk id="2" creationId="{4712D805-4723-9CE9-42DA-7AE8EBF9C314}"/>
          </ac:spMkLst>
        </pc:spChg>
      </pc:sldChg>
      <pc:sldChg chg="del">
        <pc:chgData name="Lý Thanh Ngô" userId="d1fb4545a5d636d2" providerId="LiveId" clId="{E4D9CBFD-E110-4D84-9E16-A07CEF4E01B3}" dt="2025-04-04T14:31:36.163" v="2071" actId="47"/>
        <pc:sldMkLst>
          <pc:docMk/>
          <pc:sldMk cId="3126393781" sldId="9801"/>
        </pc:sldMkLst>
      </pc:sldChg>
      <pc:sldChg chg="addSp delSp modSp del mod">
        <pc:chgData name="Lý Thanh Ngô" userId="d1fb4545a5d636d2" providerId="LiveId" clId="{E4D9CBFD-E110-4D84-9E16-A07CEF4E01B3}" dt="2025-04-03T23:20:21.800" v="1214" actId="47"/>
        <pc:sldMkLst>
          <pc:docMk/>
          <pc:sldMk cId="3297558619" sldId="9802"/>
        </pc:sldMkLst>
      </pc:sldChg>
      <pc:sldChg chg="modSp mod modNotesTx">
        <pc:chgData name="Lý Thanh Ngô" userId="d1fb4545a5d636d2" providerId="LiveId" clId="{E4D9CBFD-E110-4D84-9E16-A07CEF4E01B3}" dt="2025-04-05T15:25:41.092" v="4104" actId="123"/>
        <pc:sldMkLst>
          <pc:docMk/>
          <pc:sldMk cId="1342301587" sldId="9803"/>
        </pc:sldMkLst>
        <pc:spChg chg="mod">
          <ac:chgData name="Lý Thanh Ngô" userId="d1fb4545a5d636d2" providerId="LiveId" clId="{E4D9CBFD-E110-4D84-9E16-A07CEF4E01B3}" dt="2025-04-05T15:25:41.092" v="4104" actId="123"/>
          <ac:spMkLst>
            <pc:docMk/>
            <pc:sldMk cId="1342301587" sldId="9803"/>
            <ac:spMk id="2" creationId="{D9FDB8AF-DBC1-FC77-9BEB-926C6D7AF5D6}"/>
          </ac:spMkLst>
        </pc:spChg>
      </pc:sldChg>
      <pc:sldChg chg="del">
        <pc:chgData name="Lý Thanh Ngô" userId="d1fb4545a5d636d2" providerId="LiveId" clId="{E4D9CBFD-E110-4D84-9E16-A07CEF4E01B3}" dt="2025-03-30T06:37:17.055" v="321" actId="47"/>
        <pc:sldMkLst>
          <pc:docMk/>
          <pc:sldMk cId="3407074290" sldId="9804"/>
        </pc:sldMkLst>
      </pc:sldChg>
      <pc:sldChg chg="del">
        <pc:chgData name="Lý Thanh Ngô" userId="d1fb4545a5d636d2" providerId="LiveId" clId="{E4D9CBFD-E110-4D84-9E16-A07CEF4E01B3}" dt="2025-03-30T06:37:17.055" v="321" actId="47"/>
        <pc:sldMkLst>
          <pc:docMk/>
          <pc:sldMk cId="3731749232" sldId="9805"/>
        </pc:sldMkLst>
      </pc:sldChg>
      <pc:sldChg chg="del">
        <pc:chgData name="Lý Thanh Ngô" userId="d1fb4545a5d636d2" providerId="LiveId" clId="{E4D9CBFD-E110-4D84-9E16-A07CEF4E01B3}" dt="2025-03-30T06:37:17.055" v="321" actId="47"/>
        <pc:sldMkLst>
          <pc:docMk/>
          <pc:sldMk cId="2605310120" sldId="9806"/>
        </pc:sldMkLst>
      </pc:sldChg>
      <pc:sldChg chg="modSp mod modNotesTx">
        <pc:chgData name="Lý Thanh Ngô" userId="d1fb4545a5d636d2" providerId="LiveId" clId="{E4D9CBFD-E110-4D84-9E16-A07CEF4E01B3}" dt="2025-04-04T14:55:16.591" v="2803" actId="255"/>
        <pc:sldMkLst>
          <pc:docMk/>
          <pc:sldMk cId="3768715522" sldId="9808"/>
        </pc:sldMkLst>
        <pc:spChg chg="mod">
          <ac:chgData name="Lý Thanh Ngô" userId="d1fb4545a5d636d2" providerId="LiveId" clId="{E4D9CBFD-E110-4D84-9E16-A07CEF4E01B3}" dt="2025-04-04T14:55:16.591" v="2803" actId="255"/>
          <ac:spMkLst>
            <pc:docMk/>
            <pc:sldMk cId="3768715522" sldId="9808"/>
            <ac:spMk id="2" creationId="{A94A499C-A97E-79EF-ED19-E090AEBBEC19}"/>
          </ac:spMkLst>
        </pc:spChg>
      </pc:sldChg>
      <pc:sldChg chg="del">
        <pc:chgData name="Lý Thanh Ngô" userId="d1fb4545a5d636d2" providerId="LiveId" clId="{E4D9CBFD-E110-4D84-9E16-A07CEF4E01B3}" dt="2025-04-04T13:48:01.043" v="1617" actId="47"/>
        <pc:sldMkLst>
          <pc:docMk/>
          <pc:sldMk cId="3329939368" sldId="9809"/>
        </pc:sldMkLst>
      </pc:sldChg>
      <pc:sldChg chg="del">
        <pc:chgData name="Lý Thanh Ngô" userId="d1fb4545a5d636d2" providerId="LiveId" clId="{E4D9CBFD-E110-4D84-9E16-A07CEF4E01B3}" dt="2025-04-03T23:28:08.969" v="1303" actId="47"/>
        <pc:sldMkLst>
          <pc:docMk/>
          <pc:sldMk cId="1592849602" sldId="9813"/>
        </pc:sldMkLst>
      </pc:sldChg>
      <pc:sldChg chg="modSp mod modNotesTx">
        <pc:chgData name="Lý Thanh Ngô" userId="d1fb4545a5d636d2" providerId="LiveId" clId="{E4D9CBFD-E110-4D84-9E16-A07CEF4E01B3}" dt="2025-04-04T15:29:56.702" v="3646" actId="20577"/>
        <pc:sldMkLst>
          <pc:docMk/>
          <pc:sldMk cId="627141964" sldId="9814"/>
        </pc:sldMkLst>
        <pc:spChg chg="mod">
          <ac:chgData name="Lý Thanh Ngô" userId="d1fb4545a5d636d2" providerId="LiveId" clId="{E4D9CBFD-E110-4D84-9E16-A07CEF4E01B3}" dt="2025-04-04T15:29:41.060" v="3590" actId="123"/>
          <ac:spMkLst>
            <pc:docMk/>
            <pc:sldMk cId="627141964" sldId="9814"/>
            <ac:spMk id="2" creationId="{ED4DBA0B-0F80-9FB8-2416-207E64980B46}"/>
          </ac:spMkLst>
        </pc:spChg>
      </pc:sldChg>
      <pc:sldChg chg="del">
        <pc:chgData name="Lý Thanh Ngô" userId="d1fb4545a5d636d2" providerId="LiveId" clId="{E4D9CBFD-E110-4D84-9E16-A07CEF4E01B3}" dt="2025-03-30T06:46:28.729" v="450" actId="47"/>
        <pc:sldMkLst>
          <pc:docMk/>
          <pc:sldMk cId="1691264668" sldId="9815"/>
        </pc:sldMkLst>
      </pc:sldChg>
      <pc:sldChg chg="del">
        <pc:chgData name="Lý Thanh Ngô" userId="d1fb4545a5d636d2" providerId="LiveId" clId="{E4D9CBFD-E110-4D84-9E16-A07CEF4E01B3}" dt="2025-04-04T14:36:34.626" v="2128" actId="47"/>
        <pc:sldMkLst>
          <pc:docMk/>
          <pc:sldMk cId="1432816605" sldId="9816"/>
        </pc:sldMkLst>
      </pc:sldChg>
      <pc:sldChg chg="del">
        <pc:chgData name="Lý Thanh Ngô" userId="d1fb4545a5d636d2" providerId="LiveId" clId="{E4D9CBFD-E110-4D84-9E16-A07CEF4E01B3}" dt="2025-03-30T06:47:45.153" v="566" actId="47"/>
        <pc:sldMkLst>
          <pc:docMk/>
          <pc:sldMk cId="448704284" sldId="9817"/>
        </pc:sldMkLst>
      </pc:sldChg>
      <pc:sldChg chg="del">
        <pc:chgData name="Lý Thanh Ngô" userId="d1fb4545a5d636d2" providerId="LiveId" clId="{E4D9CBFD-E110-4D84-9E16-A07CEF4E01B3}" dt="2025-03-30T06:36:43.140" v="306" actId="47"/>
        <pc:sldMkLst>
          <pc:docMk/>
          <pc:sldMk cId="2205802082" sldId="9818"/>
        </pc:sldMkLst>
      </pc:sldChg>
      <pc:sldChg chg="del">
        <pc:chgData name="Lý Thanh Ngô" userId="d1fb4545a5d636d2" providerId="LiveId" clId="{E4D9CBFD-E110-4D84-9E16-A07CEF4E01B3}" dt="2025-03-30T06:36:43.140" v="306" actId="47"/>
        <pc:sldMkLst>
          <pc:docMk/>
          <pc:sldMk cId="1646080519" sldId="9819"/>
        </pc:sldMkLst>
      </pc:sldChg>
      <pc:sldChg chg="del">
        <pc:chgData name="Lý Thanh Ngô" userId="d1fb4545a5d636d2" providerId="LiveId" clId="{E4D9CBFD-E110-4D84-9E16-A07CEF4E01B3}" dt="2025-03-30T06:36:43.140" v="306" actId="47"/>
        <pc:sldMkLst>
          <pc:docMk/>
          <pc:sldMk cId="1398243246" sldId="9820"/>
        </pc:sldMkLst>
      </pc:sldChg>
      <pc:sldChg chg="del">
        <pc:chgData name="Lý Thanh Ngô" userId="d1fb4545a5d636d2" providerId="LiveId" clId="{E4D9CBFD-E110-4D84-9E16-A07CEF4E01B3}" dt="2025-03-30T06:36:43.140" v="306" actId="47"/>
        <pc:sldMkLst>
          <pc:docMk/>
          <pc:sldMk cId="4135302213" sldId="9821"/>
        </pc:sldMkLst>
      </pc:sldChg>
      <pc:sldChg chg="del">
        <pc:chgData name="Lý Thanh Ngô" userId="d1fb4545a5d636d2" providerId="LiveId" clId="{E4D9CBFD-E110-4D84-9E16-A07CEF4E01B3}" dt="2025-03-30T06:36:43.140" v="306" actId="47"/>
        <pc:sldMkLst>
          <pc:docMk/>
          <pc:sldMk cId="148545705" sldId="9822"/>
        </pc:sldMkLst>
      </pc:sldChg>
      <pc:sldChg chg="del">
        <pc:chgData name="Lý Thanh Ngô" userId="d1fb4545a5d636d2" providerId="LiveId" clId="{E4D9CBFD-E110-4D84-9E16-A07CEF4E01B3}" dt="2025-03-30T06:36:43.140" v="306" actId="47"/>
        <pc:sldMkLst>
          <pc:docMk/>
          <pc:sldMk cId="832378762" sldId="9823"/>
        </pc:sldMkLst>
      </pc:sldChg>
      <pc:sldChg chg="del">
        <pc:chgData name="Lý Thanh Ngô" userId="d1fb4545a5d636d2" providerId="LiveId" clId="{E4D9CBFD-E110-4D84-9E16-A07CEF4E01B3}" dt="2025-03-30T06:36:43.140" v="306" actId="47"/>
        <pc:sldMkLst>
          <pc:docMk/>
          <pc:sldMk cId="2506181314" sldId="9824"/>
        </pc:sldMkLst>
      </pc:sldChg>
      <pc:sldChg chg="del">
        <pc:chgData name="Lý Thanh Ngô" userId="d1fb4545a5d636d2" providerId="LiveId" clId="{E4D9CBFD-E110-4D84-9E16-A07CEF4E01B3}" dt="2025-03-30T06:36:43.140" v="306" actId="47"/>
        <pc:sldMkLst>
          <pc:docMk/>
          <pc:sldMk cId="609497434" sldId="9825"/>
        </pc:sldMkLst>
      </pc:sldChg>
      <pc:sldChg chg="del">
        <pc:chgData name="Lý Thanh Ngô" userId="d1fb4545a5d636d2" providerId="LiveId" clId="{E4D9CBFD-E110-4D84-9E16-A07CEF4E01B3}" dt="2025-03-30T06:36:43.140" v="306" actId="47"/>
        <pc:sldMkLst>
          <pc:docMk/>
          <pc:sldMk cId="1250538440" sldId="9826"/>
        </pc:sldMkLst>
      </pc:sldChg>
      <pc:sldChg chg="modSp mod modNotesTx">
        <pc:chgData name="Lý Thanh Ngô" userId="d1fb4545a5d636d2" providerId="LiveId" clId="{E4D9CBFD-E110-4D84-9E16-A07CEF4E01B3}" dt="2025-04-04T15:20:19.386" v="3450" actId="123"/>
        <pc:sldMkLst>
          <pc:docMk/>
          <pc:sldMk cId="2958806556" sldId="9827"/>
        </pc:sldMkLst>
        <pc:spChg chg="mod">
          <ac:chgData name="Lý Thanh Ngô" userId="d1fb4545a5d636d2" providerId="LiveId" clId="{E4D9CBFD-E110-4D84-9E16-A07CEF4E01B3}" dt="2025-04-04T15:20:19.386" v="3450" actId="123"/>
          <ac:spMkLst>
            <pc:docMk/>
            <pc:sldMk cId="2958806556" sldId="9827"/>
            <ac:spMk id="2" creationId="{D0DB7A7C-C6BF-BBBA-3631-B0614733E958}"/>
          </ac:spMkLst>
        </pc:spChg>
      </pc:sldChg>
      <pc:sldChg chg="del">
        <pc:chgData name="Lý Thanh Ngô" userId="d1fb4545a5d636d2" providerId="LiveId" clId="{E4D9CBFD-E110-4D84-9E16-A07CEF4E01B3}" dt="2025-03-30T06:47:59.406" v="570" actId="47"/>
        <pc:sldMkLst>
          <pc:docMk/>
          <pc:sldMk cId="3958862344" sldId="9828"/>
        </pc:sldMkLst>
      </pc:sldChg>
      <pc:sldChg chg="del">
        <pc:chgData name="Lý Thanh Ngô" userId="d1fb4545a5d636d2" providerId="LiveId" clId="{E4D9CBFD-E110-4D84-9E16-A07CEF4E01B3}" dt="2025-03-30T06:37:04.178" v="312" actId="47"/>
        <pc:sldMkLst>
          <pc:docMk/>
          <pc:sldMk cId="1647823718" sldId="9829"/>
        </pc:sldMkLst>
      </pc:sldChg>
      <pc:sldChg chg="del">
        <pc:chgData name="Lý Thanh Ngô" userId="d1fb4545a5d636d2" providerId="LiveId" clId="{E4D9CBFD-E110-4D84-9E16-A07CEF4E01B3}" dt="2025-03-30T06:37:04.178" v="312" actId="47"/>
        <pc:sldMkLst>
          <pc:docMk/>
          <pc:sldMk cId="3449617028" sldId="9830"/>
        </pc:sldMkLst>
      </pc:sldChg>
      <pc:sldChg chg="del">
        <pc:chgData name="Lý Thanh Ngô" userId="d1fb4545a5d636d2" providerId="LiveId" clId="{E4D9CBFD-E110-4D84-9E16-A07CEF4E01B3}" dt="2025-03-30T06:37:04.178" v="312" actId="47"/>
        <pc:sldMkLst>
          <pc:docMk/>
          <pc:sldMk cId="1592406097" sldId="9831"/>
        </pc:sldMkLst>
      </pc:sldChg>
      <pc:sldChg chg="del">
        <pc:chgData name="Lý Thanh Ngô" userId="d1fb4545a5d636d2" providerId="LiveId" clId="{E4D9CBFD-E110-4D84-9E16-A07CEF4E01B3}" dt="2025-03-30T06:37:04.178" v="312" actId="47"/>
        <pc:sldMkLst>
          <pc:docMk/>
          <pc:sldMk cId="3410915460" sldId="9832"/>
        </pc:sldMkLst>
      </pc:sldChg>
      <pc:sldChg chg="del">
        <pc:chgData name="Lý Thanh Ngô" userId="d1fb4545a5d636d2" providerId="LiveId" clId="{E4D9CBFD-E110-4D84-9E16-A07CEF4E01B3}" dt="2025-03-30T06:37:04.178" v="312" actId="47"/>
        <pc:sldMkLst>
          <pc:docMk/>
          <pc:sldMk cId="272661577" sldId="9833"/>
        </pc:sldMkLst>
      </pc:sldChg>
      <pc:sldChg chg="del">
        <pc:chgData name="Lý Thanh Ngô" userId="d1fb4545a5d636d2" providerId="LiveId" clId="{E4D9CBFD-E110-4D84-9E16-A07CEF4E01B3}" dt="2025-03-30T06:37:04.178" v="312" actId="47"/>
        <pc:sldMkLst>
          <pc:docMk/>
          <pc:sldMk cId="1232266678" sldId="9834"/>
        </pc:sldMkLst>
      </pc:sldChg>
      <pc:sldChg chg="del">
        <pc:chgData name="Lý Thanh Ngô" userId="d1fb4545a5d636d2" providerId="LiveId" clId="{E4D9CBFD-E110-4D84-9E16-A07CEF4E01B3}" dt="2025-03-30T06:37:04.178" v="312" actId="47"/>
        <pc:sldMkLst>
          <pc:docMk/>
          <pc:sldMk cId="496433219" sldId="9835"/>
        </pc:sldMkLst>
      </pc:sldChg>
      <pc:sldChg chg="del">
        <pc:chgData name="Lý Thanh Ngô" userId="d1fb4545a5d636d2" providerId="LiveId" clId="{E4D9CBFD-E110-4D84-9E16-A07CEF4E01B3}" dt="2025-03-30T06:37:04.178" v="312" actId="47"/>
        <pc:sldMkLst>
          <pc:docMk/>
          <pc:sldMk cId="331621706" sldId="9836"/>
        </pc:sldMkLst>
      </pc:sldChg>
      <pc:sldChg chg="del">
        <pc:chgData name="Lý Thanh Ngô" userId="d1fb4545a5d636d2" providerId="LiveId" clId="{E4D9CBFD-E110-4D84-9E16-A07CEF4E01B3}" dt="2025-03-30T06:37:04.178" v="312" actId="47"/>
        <pc:sldMkLst>
          <pc:docMk/>
          <pc:sldMk cId="3840654511" sldId="9837"/>
        </pc:sldMkLst>
      </pc:sldChg>
      <pc:sldChg chg="del">
        <pc:chgData name="Lý Thanh Ngô" userId="d1fb4545a5d636d2" providerId="LiveId" clId="{E4D9CBFD-E110-4D84-9E16-A07CEF4E01B3}" dt="2025-03-30T06:37:04.178" v="312" actId="47"/>
        <pc:sldMkLst>
          <pc:docMk/>
          <pc:sldMk cId="3105827102" sldId="9838"/>
        </pc:sldMkLst>
      </pc:sldChg>
      <pc:sldChg chg="del">
        <pc:chgData name="Lý Thanh Ngô" userId="d1fb4545a5d636d2" providerId="LiveId" clId="{E4D9CBFD-E110-4D84-9E16-A07CEF4E01B3}" dt="2025-03-30T06:37:04.178" v="312" actId="47"/>
        <pc:sldMkLst>
          <pc:docMk/>
          <pc:sldMk cId="1302606052" sldId="9839"/>
        </pc:sldMkLst>
      </pc:sldChg>
      <pc:sldChg chg="del">
        <pc:chgData name="Lý Thanh Ngô" userId="d1fb4545a5d636d2" providerId="LiveId" clId="{E4D9CBFD-E110-4D84-9E16-A07CEF4E01B3}" dt="2025-03-30T06:37:04.178" v="312" actId="47"/>
        <pc:sldMkLst>
          <pc:docMk/>
          <pc:sldMk cId="2880974531" sldId="9840"/>
        </pc:sldMkLst>
      </pc:sldChg>
      <pc:sldChg chg="del">
        <pc:chgData name="Lý Thanh Ngô" userId="d1fb4545a5d636d2" providerId="LiveId" clId="{E4D9CBFD-E110-4D84-9E16-A07CEF4E01B3}" dt="2025-03-30T06:37:04.178" v="312" actId="47"/>
        <pc:sldMkLst>
          <pc:docMk/>
          <pc:sldMk cId="331976115" sldId="9841"/>
        </pc:sldMkLst>
      </pc:sldChg>
      <pc:sldChg chg="del">
        <pc:chgData name="Lý Thanh Ngô" userId="d1fb4545a5d636d2" providerId="LiveId" clId="{E4D9CBFD-E110-4D84-9E16-A07CEF4E01B3}" dt="2025-03-30T06:37:04.178" v="312" actId="47"/>
        <pc:sldMkLst>
          <pc:docMk/>
          <pc:sldMk cId="974659310" sldId="9842"/>
        </pc:sldMkLst>
      </pc:sldChg>
      <pc:sldChg chg="del">
        <pc:chgData name="Lý Thanh Ngô" userId="d1fb4545a5d636d2" providerId="LiveId" clId="{E4D9CBFD-E110-4D84-9E16-A07CEF4E01B3}" dt="2025-03-30T06:37:04.178" v="312" actId="47"/>
        <pc:sldMkLst>
          <pc:docMk/>
          <pc:sldMk cId="3839078036" sldId="9843"/>
        </pc:sldMkLst>
      </pc:sldChg>
      <pc:sldChg chg="del">
        <pc:chgData name="Lý Thanh Ngô" userId="d1fb4545a5d636d2" providerId="LiveId" clId="{E4D9CBFD-E110-4D84-9E16-A07CEF4E01B3}" dt="2025-03-30T06:37:04.178" v="312" actId="47"/>
        <pc:sldMkLst>
          <pc:docMk/>
          <pc:sldMk cId="848203935" sldId="9844"/>
        </pc:sldMkLst>
      </pc:sldChg>
      <pc:sldChg chg="del">
        <pc:chgData name="Lý Thanh Ngô" userId="d1fb4545a5d636d2" providerId="LiveId" clId="{E4D9CBFD-E110-4D84-9E16-A07CEF4E01B3}" dt="2025-03-30T06:37:04.178" v="312" actId="47"/>
        <pc:sldMkLst>
          <pc:docMk/>
          <pc:sldMk cId="2393921006" sldId="9845"/>
        </pc:sldMkLst>
      </pc:sldChg>
      <pc:sldChg chg="del">
        <pc:chgData name="Lý Thanh Ngô" userId="d1fb4545a5d636d2" providerId="LiveId" clId="{E4D9CBFD-E110-4D84-9E16-A07CEF4E01B3}" dt="2025-03-30T06:48:27.681" v="592" actId="47"/>
        <pc:sldMkLst>
          <pc:docMk/>
          <pc:sldMk cId="1623123200" sldId="9846"/>
        </pc:sldMkLst>
      </pc:sldChg>
      <pc:sldChg chg="modSp mod modNotesTx">
        <pc:chgData name="Lý Thanh Ngô" userId="d1fb4545a5d636d2" providerId="LiveId" clId="{E4D9CBFD-E110-4D84-9E16-A07CEF4E01B3}" dt="2025-04-04T14:38:55.562" v="2159" actId="255"/>
        <pc:sldMkLst>
          <pc:docMk/>
          <pc:sldMk cId="3438506491" sldId="9847"/>
        </pc:sldMkLst>
      </pc:sldChg>
      <pc:sldChg chg="modSp mod modNotesTx">
        <pc:chgData name="Lý Thanh Ngô" userId="d1fb4545a5d636d2" providerId="LiveId" clId="{E4D9CBFD-E110-4D84-9E16-A07CEF4E01B3}" dt="2025-04-04T14:39:03.281" v="2161" actId="255"/>
        <pc:sldMkLst>
          <pc:docMk/>
          <pc:sldMk cId="3111587494" sldId="9848"/>
        </pc:sldMkLst>
        <pc:spChg chg="mod">
          <ac:chgData name="Lý Thanh Ngô" userId="d1fb4545a5d636d2" providerId="LiveId" clId="{E4D9CBFD-E110-4D84-9E16-A07CEF4E01B3}" dt="2025-04-04T14:39:03.281" v="2161" actId="255"/>
          <ac:spMkLst>
            <pc:docMk/>
            <pc:sldMk cId="3111587494" sldId="9848"/>
            <ac:spMk id="2" creationId="{63F0A5E2-77DC-7B9F-1C02-600C97B0A748}"/>
          </ac:spMkLst>
        </pc:spChg>
      </pc:sldChg>
      <pc:sldChg chg="modSp mod modNotesTx">
        <pc:chgData name="Lý Thanh Ngô" userId="d1fb4545a5d636d2" providerId="LiveId" clId="{E4D9CBFD-E110-4D84-9E16-A07CEF4E01B3}" dt="2025-04-04T14:39:17.247" v="2163" actId="255"/>
        <pc:sldMkLst>
          <pc:docMk/>
          <pc:sldMk cId="3414643596" sldId="9849"/>
        </pc:sldMkLst>
        <pc:spChg chg="mod">
          <ac:chgData name="Lý Thanh Ngô" userId="d1fb4545a5d636d2" providerId="LiveId" clId="{E4D9CBFD-E110-4D84-9E16-A07CEF4E01B3}" dt="2025-04-04T14:39:17.247" v="2163" actId="255"/>
          <ac:spMkLst>
            <pc:docMk/>
            <pc:sldMk cId="3414643596" sldId="9849"/>
            <ac:spMk id="2" creationId="{875313AE-8DE9-EF7A-A539-00E8E5418705}"/>
          </ac:spMkLst>
        </pc:spChg>
      </pc:sldChg>
      <pc:sldChg chg="modSp mod">
        <pc:chgData name="Lý Thanh Ngô" userId="d1fb4545a5d636d2" providerId="LiveId" clId="{E4D9CBFD-E110-4D84-9E16-A07CEF4E01B3}" dt="2025-04-04T14:39:23.735" v="2165" actId="255"/>
        <pc:sldMkLst>
          <pc:docMk/>
          <pc:sldMk cId="3238211235" sldId="9850"/>
        </pc:sldMkLst>
        <pc:spChg chg="mod">
          <ac:chgData name="Lý Thanh Ngô" userId="d1fb4545a5d636d2" providerId="LiveId" clId="{E4D9CBFD-E110-4D84-9E16-A07CEF4E01B3}" dt="2025-04-04T14:39:23.735" v="2165" actId="255"/>
          <ac:spMkLst>
            <pc:docMk/>
            <pc:sldMk cId="3238211235" sldId="9850"/>
            <ac:spMk id="2" creationId="{9EB41746-D780-1DA4-8C37-16E02E72EE06}"/>
          </ac:spMkLst>
        </pc:spChg>
      </pc:sldChg>
      <pc:sldChg chg="del">
        <pc:chgData name="Lý Thanh Ngô" userId="d1fb4545a5d636d2" providerId="LiveId" clId="{E4D9CBFD-E110-4D84-9E16-A07CEF4E01B3}" dt="2025-04-04T14:39:33.933" v="2169" actId="47"/>
        <pc:sldMkLst>
          <pc:docMk/>
          <pc:sldMk cId="1186045386" sldId="9851"/>
        </pc:sldMkLst>
      </pc:sldChg>
      <pc:sldChg chg="del">
        <pc:chgData name="Lý Thanh Ngô" userId="d1fb4545a5d636d2" providerId="LiveId" clId="{E4D9CBFD-E110-4D84-9E16-A07CEF4E01B3}" dt="2025-04-04T14:39:35.520" v="2170" actId="47"/>
        <pc:sldMkLst>
          <pc:docMk/>
          <pc:sldMk cId="887314122" sldId="9852"/>
        </pc:sldMkLst>
      </pc:sldChg>
      <pc:sldChg chg="modSp mod modNotesTx">
        <pc:chgData name="Lý Thanh Ngô" userId="d1fb4545a5d636d2" providerId="LiveId" clId="{E4D9CBFD-E110-4D84-9E16-A07CEF4E01B3}" dt="2025-04-04T14:40:22.207" v="2186" actId="255"/>
        <pc:sldMkLst>
          <pc:docMk/>
          <pc:sldMk cId="2696584302" sldId="9853"/>
        </pc:sldMkLst>
      </pc:sldChg>
      <pc:sldChg chg="del">
        <pc:chgData name="Lý Thanh Ngô" userId="d1fb4545a5d636d2" providerId="LiveId" clId="{E4D9CBFD-E110-4D84-9E16-A07CEF4E01B3}" dt="2025-04-04T14:40:42.164" v="2188" actId="47"/>
        <pc:sldMkLst>
          <pc:docMk/>
          <pc:sldMk cId="3862663970" sldId="9854"/>
        </pc:sldMkLst>
      </pc:sldChg>
      <pc:sldChg chg="del">
        <pc:chgData name="Lý Thanh Ngô" userId="d1fb4545a5d636d2" providerId="LiveId" clId="{E4D9CBFD-E110-4D84-9E16-A07CEF4E01B3}" dt="2025-04-04T14:41:14.598" v="2195" actId="47"/>
        <pc:sldMkLst>
          <pc:docMk/>
          <pc:sldMk cId="3848865846" sldId="9855"/>
        </pc:sldMkLst>
      </pc:sldChg>
      <pc:sldChg chg="del">
        <pc:chgData name="Lý Thanh Ngô" userId="d1fb4545a5d636d2" providerId="LiveId" clId="{E4D9CBFD-E110-4D84-9E16-A07CEF4E01B3}" dt="2025-04-04T14:41:16.132" v="2196" actId="47"/>
        <pc:sldMkLst>
          <pc:docMk/>
          <pc:sldMk cId="1777329158" sldId="9856"/>
        </pc:sldMkLst>
      </pc:sldChg>
      <pc:sldChg chg="modSp mod">
        <pc:chgData name="Lý Thanh Ngô" userId="d1fb4545a5d636d2" providerId="LiveId" clId="{E4D9CBFD-E110-4D84-9E16-A07CEF4E01B3}" dt="2025-04-04T14:46:41.297" v="2635" actId="122"/>
        <pc:sldMkLst>
          <pc:docMk/>
          <pc:sldMk cId="1640538101" sldId="9857"/>
        </pc:sldMkLst>
        <pc:spChg chg="mod">
          <ac:chgData name="Lý Thanh Ngô" userId="d1fb4545a5d636d2" providerId="LiveId" clId="{E4D9CBFD-E110-4D84-9E16-A07CEF4E01B3}" dt="2025-04-04T14:42:38.836" v="2221" actId="20577"/>
          <ac:spMkLst>
            <pc:docMk/>
            <pc:sldMk cId="1640538101" sldId="9857"/>
            <ac:spMk id="4" creationId="{C83C1662-DE3B-485E-D039-6DAF01222417}"/>
          </ac:spMkLst>
        </pc:spChg>
        <pc:spChg chg="mod">
          <ac:chgData name="Lý Thanh Ngô" userId="d1fb4545a5d636d2" providerId="LiveId" clId="{E4D9CBFD-E110-4D84-9E16-A07CEF4E01B3}" dt="2025-04-04T14:46:41.297" v="2635" actId="122"/>
          <ac:spMkLst>
            <pc:docMk/>
            <pc:sldMk cId="1640538101" sldId="9857"/>
            <ac:spMk id="5" creationId="{885A7151-12D0-D5E7-4150-116F20C67271}"/>
          </ac:spMkLst>
        </pc:spChg>
        <pc:spChg chg="mod">
          <ac:chgData name="Lý Thanh Ngô" userId="d1fb4545a5d636d2" providerId="LiveId" clId="{E4D9CBFD-E110-4D84-9E16-A07CEF4E01B3}" dt="2025-04-04T14:44:55.863" v="2509" actId="1076"/>
          <ac:spMkLst>
            <pc:docMk/>
            <pc:sldMk cId="1640538101" sldId="9857"/>
            <ac:spMk id="7" creationId="{27682D36-7139-D43C-8AC6-2259120A3B6A}"/>
          </ac:spMkLst>
        </pc:spChg>
      </pc:sldChg>
      <pc:sldChg chg="del">
        <pc:chgData name="Lý Thanh Ngô" userId="d1fb4545a5d636d2" providerId="LiveId" clId="{E4D9CBFD-E110-4D84-9E16-A07CEF4E01B3}" dt="2025-04-04T15:23:46.487" v="3536" actId="2696"/>
        <pc:sldMkLst>
          <pc:docMk/>
          <pc:sldMk cId="130758898" sldId="9858"/>
        </pc:sldMkLst>
      </pc:sldChg>
      <pc:sldChg chg="del">
        <pc:chgData name="Lý Thanh Ngô" userId="d1fb4545a5d636d2" providerId="LiveId" clId="{E4D9CBFD-E110-4D84-9E16-A07CEF4E01B3}" dt="2025-04-04T15:23:46.487" v="3536" actId="2696"/>
        <pc:sldMkLst>
          <pc:docMk/>
          <pc:sldMk cId="826091572" sldId="9859"/>
        </pc:sldMkLst>
      </pc:sldChg>
      <pc:sldChg chg="del">
        <pc:chgData name="Lý Thanh Ngô" userId="d1fb4545a5d636d2" providerId="LiveId" clId="{E4D9CBFD-E110-4D84-9E16-A07CEF4E01B3}" dt="2025-04-04T15:23:46.487" v="3536" actId="2696"/>
        <pc:sldMkLst>
          <pc:docMk/>
          <pc:sldMk cId="3848815841" sldId="9860"/>
        </pc:sldMkLst>
      </pc:sldChg>
      <pc:sldChg chg="del">
        <pc:chgData name="Lý Thanh Ngô" userId="d1fb4545a5d636d2" providerId="LiveId" clId="{E4D9CBFD-E110-4D84-9E16-A07CEF4E01B3}" dt="2025-04-04T15:23:46.487" v="3536" actId="2696"/>
        <pc:sldMkLst>
          <pc:docMk/>
          <pc:sldMk cId="3207059514" sldId="9861"/>
        </pc:sldMkLst>
      </pc:sldChg>
      <pc:sldChg chg="del">
        <pc:chgData name="Lý Thanh Ngô" userId="d1fb4545a5d636d2" providerId="LiveId" clId="{E4D9CBFD-E110-4D84-9E16-A07CEF4E01B3}" dt="2025-04-04T15:23:46.487" v="3536" actId="2696"/>
        <pc:sldMkLst>
          <pc:docMk/>
          <pc:sldMk cId="416133720" sldId="9862"/>
        </pc:sldMkLst>
      </pc:sldChg>
      <pc:sldChg chg="del">
        <pc:chgData name="Lý Thanh Ngô" userId="d1fb4545a5d636d2" providerId="LiveId" clId="{E4D9CBFD-E110-4D84-9E16-A07CEF4E01B3}" dt="2025-04-04T15:23:46.487" v="3536" actId="2696"/>
        <pc:sldMkLst>
          <pc:docMk/>
          <pc:sldMk cId="2711831379" sldId="9863"/>
        </pc:sldMkLst>
      </pc:sldChg>
      <pc:sldChg chg="modSp mod">
        <pc:chgData name="Lý Thanh Ngô" userId="d1fb4545a5d636d2" providerId="LiveId" clId="{E4D9CBFD-E110-4D84-9E16-A07CEF4E01B3}" dt="2025-04-05T15:25:18.021" v="4103" actId="115"/>
        <pc:sldMkLst>
          <pc:docMk/>
          <pc:sldMk cId="2722460507" sldId="9864"/>
        </pc:sldMkLst>
        <pc:spChg chg="mod">
          <ac:chgData name="Lý Thanh Ngô" userId="d1fb4545a5d636d2" providerId="LiveId" clId="{E4D9CBFD-E110-4D84-9E16-A07CEF4E01B3}" dt="2025-04-04T15:07:12.736" v="3150" actId="20577"/>
          <ac:spMkLst>
            <pc:docMk/>
            <pc:sldMk cId="2722460507" sldId="9864"/>
            <ac:spMk id="2" creationId="{C5AC7524-1DCF-5012-325A-112DC29DE05E}"/>
          </ac:spMkLst>
        </pc:spChg>
        <pc:spChg chg="mod">
          <ac:chgData name="Lý Thanh Ngô" userId="d1fb4545a5d636d2" providerId="LiveId" clId="{E4D9CBFD-E110-4D84-9E16-A07CEF4E01B3}" dt="2025-04-05T15:25:18.021" v="4103" actId="115"/>
          <ac:spMkLst>
            <pc:docMk/>
            <pc:sldMk cId="2722460507" sldId="9864"/>
            <ac:spMk id="4" creationId="{9B130C5D-607E-1CBB-D591-F748074BB843}"/>
          </ac:spMkLst>
        </pc:spChg>
      </pc:sldChg>
      <pc:sldChg chg="modSp mod">
        <pc:chgData name="Lý Thanh Ngô" userId="d1fb4545a5d636d2" providerId="LiveId" clId="{E4D9CBFD-E110-4D84-9E16-A07CEF4E01B3}" dt="2025-04-05T14:22:55.901" v="3698" actId="122"/>
        <pc:sldMkLst>
          <pc:docMk/>
          <pc:sldMk cId="2160185228" sldId="9889"/>
        </pc:sldMkLst>
        <pc:spChg chg="mod">
          <ac:chgData name="Lý Thanh Ngô" userId="d1fb4545a5d636d2" providerId="LiveId" clId="{E4D9CBFD-E110-4D84-9E16-A07CEF4E01B3}" dt="2025-04-05T14:22:55.901" v="3698" actId="122"/>
          <ac:spMkLst>
            <pc:docMk/>
            <pc:sldMk cId="2160185228" sldId="9889"/>
            <ac:spMk id="46082" creationId="{7F10E4E4-09C3-1CB5-C4A2-CFBEECAD9E94}"/>
          </ac:spMkLst>
        </pc:spChg>
      </pc:sldChg>
      <pc:sldChg chg="modSp mod">
        <pc:chgData name="Lý Thanh Ngô" userId="d1fb4545a5d636d2" providerId="LiveId" clId="{E4D9CBFD-E110-4D84-9E16-A07CEF4E01B3}" dt="2025-04-05T14:24:58.879" v="3721" actId="27636"/>
        <pc:sldMkLst>
          <pc:docMk/>
          <pc:sldMk cId="3359446926" sldId="9892"/>
        </pc:sldMkLst>
        <pc:spChg chg="mod">
          <ac:chgData name="Lý Thanh Ngô" userId="d1fb4545a5d636d2" providerId="LiveId" clId="{E4D9CBFD-E110-4D84-9E16-A07CEF4E01B3}" dt="2025-04-05T14:24:58.879" v="3721" actId="27636"/>
          <ac:spMkLst>
            <pc:docMk/>
            <pc:sldMk cId="3359446926" sldId="9892"/>
            <ac:spMk id="46082" creationId="{3893F0D4-65DD-5D42-B970-F583E8012BD1}"/>
          </ac:spMkLst>
        </pc:spChg>
      </pc:sldChg>
      <pc:sldChg chg="modSp mod">
        <pc:chgData name="Lý Thanh Ngô" userId="d1fb4545a5d636d2" providerId="LiveId" clId="{E4D9CBFD-E110-4D84-9E16-A07CEF4E01B3}" dt="2025-04-05T14:32:58.614" v="3833" actId="403"/>
        <pc:sldMkLst>
          <pc:docMk/>
          <pc:sldMk cId="3719311503" sldId="9893"/>
        </pc:sldMkLst>
        <pc:spChg chg="mod">
          <ac:chgData name="Lý Thanh Ngô" userId="d1fb4545a5d636d2" providerId="LiveId" clId="{E4D9CBFD-E110-4D84-9E16-A07CEF4E01B3}" dt="2025-04-05T14:32:58.614" v="3833" actId="403"/>
          <ac:spMkLst>
            <pc:docMk/>
            <pc:sldMk cId="3719311503" sldId="9893"/>
            <ac:spMk id="87042" creationId="{9D6177F0-5E6C-608E-3A88-D9044B9315F4}"/>
          </ac:spMkLst>
        </pc:spChg>
      </pc:sldChg>
      <pc:sldChg chg="modSp del mod">
        <pc:chgData name="Lý Thanh Ngô" userId="d1fb4545a5d636d2" providerId="LiveId" clId="{E4D9CBFD-E110-4D84-9E16-A07CEF4E01B3}" dt="2025-04-05T14:26:25.452" v="3735" actId="47"/>
        <pc:sldMkLst>
          <pc:docMk/>
          <pc:sldMk cId="316058304" sldId="9894"/>
        </pc:sldMkLst>
      </pc:sldChg>
      <pc:sldChg chg="modSp mod">
        <pc:chgData name="Lý Thanh Ngô" userId="d1fb4545a5d636d2" providerId="LiveId" clId="{E4D9CBFD-E110-4D84-9E16-A07CEF4E01B3}" dt="2025-04-05T14:33:12.952" v="3837" actId="255"/>
        <pc:sldMkLst>
          <pc:docMk/>
          <pc:sldMk cId="1521856680" sldId="9895"/>
        </pc:sldMkLst>
        <pc:spChg chg="mod">
          <ac:chgData name="Lý Thanh Ngô" userId="d1fb4545a5d636d2" providerId="LiveId" clId="{E4D9CBFD-E110-4D84-9E16-A07CEF4E01B3}" dt="2025-04-05T14:33:12.952" v="3837" actId="255"/>
          <ac:spMkLst>
            <pc:docMk/>
            <pc:sldMk cId="1521856680" sldId="9895"/>
            <ac:spMk id="87042" creationId="{5E4C3294-384A-CFC9-ED45-0243B0AA62AF}"/>
          </ac:spMkLst>
        </pc:spChg>
      </pc:sldChg>
      <pc:sldChg chg="modSp del mod">
        <pc:chgData name="Lý Thanh Ngô" userId="d1fb4545a5d636d2" providerId="LiveId" clId="{E4D9CBFD-E110-4D84-9E16-A07CEF4E01B3}" dt="2025-04-05T14:28:15.727" v="3790" actId="47"/>
        <pc:sldMkLst>
          <pc:docMk/>
          <pc:sldMk cId="367318003" sldId="9896"/>
        </pc:sldMkLst>
      </pc:sldChg>
      <pc:sldChg chg="modSp mod">
        <pc:chgData name="Lý Thanh Ngô" userId="d1fb4545a5d636d2" providerId="LiveId" clId="{E4D9CBFD-E110-4D84-9E16-A07CEF4E01B3}" dt="2025-04-05T14:33:40.051" v="3840" actId="255"/>
        <pc:sldMkLst>
          <pc:docMk/>
          <pc:sldMk cId="121284145" sldId="9897"/>
        </pc:sldMkLst>
        <pc:spChg chg="mod">
          <ac:chgData name="Lý Thanh Ngô" userId="d1fb4545a5d636d2" providerId="LiveId" clId="{E4D9CBFD-E110-4D84-9E16-A07CEF4E01B3}" dt="2025-04-05T14:33:40.051" v="3840" actId="255"/>
          <ac:spMkLst>
            <pc:docMk/>
            <pc:sldMk cId="121284145" sldId="9897"/>
            <ac:spMk id="87042" creationId="{EF956515-5E3A-1C60-EEC1-B8BC2F8729E5}"/>
          </ac:spMkLst>
        </pc:spChg>
      </pc:sldChg>
      <pc:sldChg chg="modSp mod">
        <pc:chgData name="Lý Thanh Ngô" userId="d1fb4545a5d636d2" providerId="LiveId" clId="{E4D9CBFD-E110-4D84-9E16-A07CEF4E01B3}" dt="2025-04-05T14:35:28.241" v="3842" actId="207"/>
        <pc:sldMkLst>
          <pc:docMk/>
          <pc:sldMk cId="2539266509" sldId="9899"/>
        </pc:sldMkLst>
        <pc:spChg chg="mod">
          <ac:chgData name="Lý Thanh Ngô" userId="d1fb4545a5d636d2" providerId="LiveId" clId="{E4D9CBFD-E110-4D84-9E16-A07CEF4E01B3}" dt="2025-04-05T14:35:28.241" v="3842" actId="207"/>
          <ac:spMkLst>
            <pc:docMk/>
            <pc:sldMk cId="2539266509" sldId="9899"/>
            <ac:spMk id="87042" creationId="{2B2286D7-605B-DB63-0781-00C69EDA5C3E}"/>
          </ac:spMkLst>
        </pc:spChg>
      </pc:sldChg>
      <pc:sldChg chg="del">
        <pc:chgData name="Lý Thanh Ngô" userId="d1fb4545a5d636d2" providerId="LiveId" clId="{E4D9CBFD-E110-4D84-9E16-A07CEF4E01B3}" dt="2025-04-05T14:36:55.241" v="3843" actId="2696"/>
        <pc:sldMkLst>
          <pc:docMk/>
          <pc:sldMk cId="1290835927" sldId="9903"/>
        </pc:sldMkLst>
      </pc:sldChg>
      <pc:sldChg chg="modSp mod">
        <pc:chgData name="Lý Thanh Ngô" userId="d1fb4545a5d636d2" providerId="LiveId" clId="{E4D9CBFD-E110-4D84-9E16-A07CEF4E01B3}" dt="2025-04-05T14:37:18.551" v="3858" actId="6549"/>
        <pc:sldMkLst>
          <pc:docMk/>
          <pc:sldMk cId="4150645961" sldId="9904"/>
        </pc:sldMkLst>
        <pc:spChg chg="mod">
          <ac:chgData name="Lý Thanh Ngô" userId="d1fb4545a5d636d2" providerId="LiveId" clId="{E4D9CBFD-E110-4D84-9E16-A07CEF4E01B3}" dt="2025-04-05T14:37:18.551" v="3858" actId="6549"/>
          <ac:spMkLst>
            <pc:docMk/>
            <pc:sldMk cId="4150645961" sldId="9904"/>
            <ac:spMk id="46082" creationId="{236B643C-42FE-0444-4FEE-828177A8F322}"/>
          </ac:spMkLst>
        </pc:spChg>
      </pc:sldChg>
      <pc:sldChg chg="modSp mod">
        <pc:chgData name="Lý Thanh Ngô" userId="d1fb4545a5d636d2" providerId="LiveId" clId="{E4D9CBFD-E110-4D84-9E16-A07CEF4E01B3}" dt="2025-04-05T14:39:52.599" v="3863" actId="255"/>
        <pc:sldMkLst>
          <pc:docMk/>
          <pc:sldMk cId="574032678" sldId="9918"/>
        </pc:sldMkLst>
        <pc:spChg chg="mod">
          <ac:chgData name="Lý Thanh Ngô" userId="d1fb4545a5d636d2" providerId="LiveId" clId="{E4D9CBFD-E110-4D84-9E16-A07CEF4E01B3}" dt="2025-04-05T14:39:52.599" v="3863" actId="255"/>
          <ac:spMkLst>
            <pc:docMk/>
            <pc:sldMk cId="574032678" sldId="9918"/>
            <ac:spMk id="46082" creationId="{61F1A4DB-79ED-8B9A-714E-8288BF017CD5}"/>
          </ac:spMkLst>
        </pc:spChg>
      </pc:sldChg>
      <pc:sldChg chg="modSp mod">
        <pc:chgData name="Lý Thanh Ngô" userId="d1fb4545a5d636d2" providerId="LiveId" clId="{E4D9CBFD-E110-4D84-9E16-A07CEF4E01B3}" dt="2025-04-05T14:51:27.754" v="3865" actId="123"/>
        <pc:sldMkLst>
          <pc:docMk/>
          <pc:sldMk cId="2840395799" sldId="9936"/>
        </pc:sldMkLst>
        <pc:spChg chg="mod">
          <ac:chgData name="Lý Thanh Ngô" userId="d1fb4545a5d636d2" providerId="LiveId" clId="{E4D9CBFD-E110-4D84-9E16-A07CEF4E01B3}" dt="2025-04-05T14:51:27.754" v="3865" actId="123"/>
          <ac:spMkLst>
            <pc:docMk/>
            <pc:sldMk cId="2840395799" sldId="9936"/>
            <ac:spMk id="66562" creationId="{21102977-3B5A-1558-31A1-C4E1BFDE937F}"/>
          </ac:spMkLst>
        </pc:spChg>
      </pc:sldChg>
      <pc:sldChg chg="del">
        <pc:chgData name="Lý Thanh Ngô" userId="d1fb4545a5d636d2" providerId="LiveId" clId="{E4D9CBFD-E110-4D84-9E16-A07CEF4E01B3}" dt="2025-04-05T14:57:44.231" v="3914" actId="47"/>
        <pc:sldMkLst>
          <pc:docMk/>
          <pc:sldMk cId="1696849316" sldId="9937"/>
        </pc:sldMkLst>
      </pc:sldChg>
      <pc:sldChg chg="add">
        <pc:chgData name="Lý Thanh Ngô" userId="d1fb4545a5d636d2" providerId="LiveId" clId="{E4D9CBFD-E110-4D84-9E16-A07CEF4E01B3}" dt="2025-03-30T06:24:12.228" v="0" actId="2890"/>
        <pc:sldMkLst>
          <pc:docMk/>
          <pc:sldMk cId="3153557228" sldId="9938"/>
        </pc:sldMkLst>
      </pc:sldChg>
      <pc:sldChg chg="modSp add mod modNotesTx">
        <pc:chgData name="Lý Thanh Ngô" userId="d1fb4545a5d636d2" providerId="LiveId" clId="{E4D9CBFD-E110-4D84-9E16-A07CEF4E01B3}" dt="2025-04-04T14:55:42.549" v="2808" actId="20577"/>
        <pc:sldMkLst>
          <pc:docMk/>
          <pc:sldMk cId="813544249" sldId="9939"/>
        </pc:sldMkLst>
        <pc:spChg chg="mod">
          <ac:chgData name="Lý Thanh Ngô" userId="d1fb4545a5d636d2" providerId="LiveId" clId="{E4D9CBFD-E110-4D84-9E16-A07CEF4E01B3}" dt="2025-04-04T14:55:32.984" v="2806" actId="255"/>
          <ac:spMkLst>
            <pc:docMk/>
            <pc:sldMk cId="813544249" sldId="9939"/>
            <ac:spMk id="2" creationId="{0FDF8E87-4413-7DB9-20AC-EF6EA30AFFF6}"/>
          </ac:spMkLst>
        </pc:spChg>
      </pc:sldChg>
      <pc:sldChg chg="modSp add mod modNotesTx">
        <pc:chgData name="Lý Thanh Ngô" userId="d1fb4545a5d636d2" providerId="LiveId" clId="{E4D9CBFD-E110-4D84-9E16-A07CEF4E01B3}" dt="2025-04-04T14:57:25.293" v="2825" actId="255"/>
        <pc:sldMkLst>
          <pc:docMk/>
          <pc:sldMk cId="268761183" sldId="9940"/>
        </pc:sldMkLst>
        <pc:spChg chg="mod">
          <ac:chgData name="Lý Thanh Ngô" userId="d1fb4545a5d636d2" providerId="LiveId" clId="{E4D9CBFD-E110-4D84-9E16-A07CEF4E01B3}" dt="2025-04-04T14:57:25.293" v="2825" actId="255"/>
          <ac:spMkLst>
            <pc:docMk/>
            <pc:sldMk cId="268761183" sldId="9940"/>
            <ac:spMk id="2" creationId="{D74C8315-A309-A147-0C1E-6D1C1ABAA66F}"/>
          </ac:spMkLst>
        </pc:spChg>
      </pc:sldChg>
      <pc:sldChg chg="modSp add mod ord">
        <pc:chgData name="Lý Thanh Ngô" userId="d1fb4545a5d636d2" providerId="LiveId" clId="{E4D9CBFD-E110-4D84-9E16-A07CEF4E01B3}" dt="2025-04-04T14:45:07.970" v="2514" actId="20577"/>
        <pc:sldMkLst>
          <pc:docMk/>
          <pc:sldMk cId="990936998" sldId="9941"/>
        </pc:sldMkLst>
        <pc:spChg chg="mod">
          <ac:chgData name="Lý Thanh Ngô" userId="d1fb4545a5d636d2" providerId="LiveId" clId="{E4D9CBFD-E110-4D84-9E16-A07CEF4E01B3}" dt="2025-04-04T14:45:07.970" v="2514" actId="20577"/>
          <ac:spMkLst>
            <pc:docMk/>
            <pc:sldMk cId="990936998" sldId="9941"/>
            <ac:spMk id="2" creationId="{F7C3BBC3-CF78-1F09-8F73-5276A745A17C}"/>
          </ac:spMkLst>
        </pc:spChg>
      </pc:sldChg>
      <pc:sldChg chg="addSp delSp modSp add del mod setBg addAnim delDesignElem">
        <pc:chgData name="Lý Thanh Ngô" userId="d1fb4545a5d636d2" providerId="LiveId" clId="{E4D9CBFD-E110-4D84-9E16-A07CEF4E01B3}" dt="2025-03-30T06:45:31.535" v="372" actId="47"/>
        <pc:sldMkLst>
          <pc:docMk/>
          <pc:sldMk cId="3030894678" sldId="9941"/>
        </pc:sldMkLst>
      </pc:sldChg>
      <pc:sldChg chg="modSp add mod ord">
        <pc:chgData name="Lý Thanh Ngô" userId="d1fb4545a5d636d2" providerId="LiveId" clId="{E4D9CBFD-E110-4D84-9E16-A07CEF4E01B3}" dt="2025-04-04T14:53:48.328" v="2776" actId="27636"/>
        <pc:sldMkLst>
          <pc:docMk/>
          <pc:sldMk cId="2810394137" sldId="9942"/>
        </pc:sldMkLst>
        <pc:spChg chg="mod">
          <ac:chgData name="Lý Thanh Ngô" userId="d1fb4545a5d636d2" providerId="LiveId" clId="{E4D9CBFD-E110-4D84-9E16-A07CEF4E01B3}" dt="2025-04-04T14:53:48.328" v="2776" actId="27636"/>
          <ac:spMkLst>
            <pc:docMk/>
            <pc:sldMk cId="2810394137" sldId="9942"/>
            <ac:spMk id="2" creationId="{312F32DC-9B83-B46C-8BF4-6344E3FAAC74}"/>
          </ac:spMkLst>
        </pc:spChg>
      </pc:sldChg>
      <pc:sldChg chg="modSp add mod ord">
        <pc:chgData name="Lý Thanh Ngô" userId="d1fb4545a5d636d2" providerId="LiveId" clId="{E4D9CBFD-E110-4D84-9E16-A07CEF4E01B3}" dt="2025-04-04T15:12:15.111" v="3231" actId="27636"/>
        <pc:sldMkLst>
          <pc:docMk/>
          <pc:sldMk cId="378811415" sldId="9943"/>
        </pc:sldMkLst>
        <pc:spChg chg="mod">
          <ac:chgData name="Lý Thanh Ngô" userId="d1fb4545a5d636d2" providerId="LiveId" clId="{E4D9CBFD-E110-4D84-9E16-A07CEF4E01B3}" dt="2025-04-04T15:12:15.111" v="3231" actId="27636"/>
          <ac:spMkLst>
            <pc:docMk/>
            <pc:sldMk cId="378811415" sldId="9943"/>
            <ac:spMk id="2" creationId="{DC1B0499-28FB-DE88-7ED6-4994F19B6B34}"/>
          </ac:spMkLst>
        </pc:spChg>
      </pc:sldChg>
      <pc:sldChg chg="modSp add mod ord">
        <pc:chgData name="Lý Thanh Ngô" userId="d1fb4545a5d636d2" providerId="LiveId" clId="{E4D9CBFD-E110-4D84-9E16-A07CEF4E01B3}" dt="2025-04-04T15:23:06.636" v="3535" actId="20577"/>
        <pc:sldMkLst>
          <pc:docMk/>
          <pc:sldMk cId="3779287100" sldId="9944"/>
        </pc:sldMkLst>
        <pc:spChg chg="mod">
          <ac:chgData name="Lý Thanh Ngô" userId="d1fb4545a5d636d2" providerId="LiveId" clId="{E4D9CBFD-E110-4D84-9E16-A07CEF4E01B3}" dt="2025-04-04T15:23:06.636" v="3535" actId="20577"/>
          <ac:spMkLst>
            <pc:docMk/>
            <pc:sldMk cId="3779287100" sldId="9944"/>
            <ac:spMk id="2" creationId="{2084C655-90FD-8D43-D091-30E94757F522}"/>
          </ac:spMkLst>
        </pc:spChg>
      </pc:sldChg>
      <pc:sldChg chg="addSp delSp modSp add mod setBg">
        <pc:chgData name="Lý Thanh Ngô" userId="d1fb4545a5d636d2" providerId="LiveId" clId="{E4D9CBFD-E110-4D84-9E16-A07CEF4E01B3}" dt="2025-04-05T15:27:27.079" v="4121"/>
        <pc:sldMkLst>
          <pc:docMk/>
          <pc:sldMk cId="2454869540" sldId="9945"/>
        </pc:sldMkLst>
        <pc:spChg chg="add mod">
          <ac:chgData name="Lý Thanh Ngô" userId="d1fb4545a5d636d2" providerId="LiveId" clId="{E4D9CBFD-E110-4D84-9E16-A07CEF4E01B3}" dt="2025-04-04T13:37:21.096" v="1313" actId="2711"/>
          <ac:spMkLst>
            <pc:docMk/>
            <pc:sldMk cId="2454869540" sldId="9945"/>
            <ac:spMk id="13" creationId="{71869B43-3F2C-19D6-D0DA-39ABE8B36ADE}"/>
          </ac:spMkLst>
        </pc:spChg>
        <pc:spChg chg="add mod">
          <ac:chgData name="Lý Thanh Ngô" userId="d1fb4545a5d636d2" providerId="LiveId" clId="{E4D9CBFD-E110-4D84-9E16-A07CEF4E01B3}" dt="2025-04-04T13:40:35.204" v="1446" actId="2085"/>
          <ac:spMkLst>
            <pc:docMk/>
            <pc:sldMk cId="2454869540" sldId="9945"/>
            <ac:spMk id="14" creationId="{508DD08E-8C99-DFA9-6A8B-8A4ACC50DF72}"/>
          </ac:spMkLst>
        </pc:spChg>
        <pc:spChg chg="add mod">
          <ac:chgData name="Lý Thanh Ngô" userId="d1fb4545a5d636d2" providerId="LiveId" clId="{E4D9CBFD-E110-4D84-9E16-A07CEF4E01B3}" dt="2025-04-05T15:27:27.079" v="4121"/>
          <ac:spMkLst>
            <pc:docMk/>
            <pc:sldMk cId="2454869540" sldId="9945"/>
            <ac:spMk id="15" creationId="{C6A41391-A817-7ACA-7186-E5CB90A28449}"/>
          </ac:spMkLst>
        </pc:spChg>
        <pc:picChg chg="add mod ord">
          <ac:chgData name="Lý Thanh Ngô" userId="d1fb4545a5d636d2" providerId="LiveId" clId="{E4D9CBFD-E110-4D84-9E16-A07CEF4E01B3}" dt="2025-04-03T23:05:04.910" v="1018" actId="26606"/>
          <ac:picMkLst>
            <pc:docMk/>
            <pc:sldMk cId="2454869540" sldId="9945"/>
            <ac:picMk id="12" creationId="{DC7CB448-D008-3FF2-DF07-3502D8D92D3B}"/>
          </ac:picMkLst>
        </pc:picChg>
      </pc:sldChg>
      <pc:sldChg chg="addSp delSp add del setBg delDesignElem">
        <pc:chgData name="Lý Thanh Ngô" userId="d1fb4545a5d636d2" providerId="LiveId" clId="{E4D9CBFD-E110-4D84-9E16-A07CEF4E01B3}" dt="2025-04-03T23:13:18.578" v="1154"/>
        <pc:sldMkLst>
          <pc:docMk/>
          <pc:sldMk cId="1533085762" sldId="9946"/>
        </pc:sldMkLst>
      </pc:sldChg>
      <pc:sldChg chg="addSp delSp modSp add del mod ord">
        <pc:chgData name="Lý Thanh Ngô" userId="d1fb4545a5d636d2" providerId="LiveId" clId="{E4D9CBFD-E110-4D84-9E16-A07CEF4E01B3}" dt="2025-04-04T13:41:58.213" v="1453" actId="47"/>
        <pc:sldMkLst>
          <pc:docMk/>
          <pc:sldMk cId="3701650730" sldId="9946"/>
        </pc:sldMkLst>
      </pc:sldChg>
      <pc:sldChg chg="add del">
        <pc:chgData name="Lý Thanh Ngô" userId="d1fb4545a5d636d2" providerId="LiveId" clId="{E4D9CBFD-E110-4D84-9E16-A07CEF4E01B3}" dt="2025-04-03T23:16:04.067" v="1205" actId="2890"/>
        <pc:sldMkLst>
          <pc:docMk/>
          <pc:sldMk cId="290238042" sldId="9947"/>
        </pc:sldMkLst>
      </pc:sldChg>
      <pc:sldChg chg="addSp delSp modSp add mod modTransition setBg addAnim delAnim modAnim setClrOvrMap">
        <pc:chgData name="Lý Thanh Ngô" userId="d1fb4545a5d636d2" providerId="LiveId" clId="{E4D9CBFD-E110-4D84-9E16-A07CEF4E01B3}" dt="2025-04-04T14:49:31.423" v="2680"/>
        <pc:sldMkLst>
          <pc:docMk/>
          <pc:sldMk cId="3944630175" sldId="9947"/>
        </pc:sldMkLst>
      </pc:sldChg>
      <pc:sldChg chg="addSp delSp add del setBg delDesignElem">
        <pc:chgData name="Lý Thanh Ngô" userId="d1fb4545a5d636d2" providerId="LiveId" clId="{E4D9CBFD-E110-4D84-9E16-A07CEF4E01B3}" dt="2025-04-03T23:28:21.068" v="1308"/>
        <pc:sldMkLst>
          <pc:docMk/>
          <pc:sldMk cId="391373228" sldId="9948"/>
        </pc:sldMkLst>
      </pc:sldChg>
      <pc:sldChg chg="add del ord">
        <pc:chgData name="Lý Thanh Ngô" userId="d1fb4545a5d636d2" providerId="LiveId" clId="{E4D9CBFD-E110-4D84-9E16-A07CEF4E01B3}" dt="2025-04-04T15:21:34.119" v="3459" actId="47"/>
        <pc:sldMkLst>
          <pc:docMk/>
          <pc:sldMk cId="2125520960" sldId="9948"/>
        </pc:sldMkLst>
      </pc:sldChg>
      <pc:sldChg chg="addSp delSp modSp add mod ord modTransition">
        <pc:chgData name="Lý Thanh Ngô" userId="d1fb4545a5d636d2" providerId="LiveId" clId="{E4D9CBFD-E110-4D84-9E16-A07CEF4E01B3}" dt="2025-04-04T15:40:47.317" v="3687"/>
        <pc:sldMkLst>
          <pc:docMk/>
          <pc:sldMk cId="3262154031" sldId="9949"/>
        </pc:sldMkLst>
      </pc:sldChg>
      <pc:sldChg chg="addSp delSp modSp add mod ord modTransition setBg delAnim modAnim delDesignElem">
        <pc:chgData name="Lý Thanh Ngô" userId="d1fb4545a5d636d2" providerId="LiveId" clId="{E4D9CBFD-E110-4D84-9E16-A07CEF4E01B3}" dt="2025-04-04T15:41:48.147" v="3688"/>
        <pc:sldMkLst>
          <pc:docMk/>
          <pc:sldMk cId="721610287" sldId="9950"/>
        </pc:sldMkLst>
      </pc:sldChg>
      <pc:sldChg chg="modSp add mod ord modTransition modAnim">
        <pc:chgData name="Lý Thanh Ngô" userId="d1fb4545a5d636d2" providerId="LiveId" clId="{E4D9CBFD-E110-4D84-9E16-A07CEF4E01B3}" dt="2025-04-05T15:27:48.763" v="4124" actId="1036"/>
        <pc:sldMkLst>
          <pc:docMk/>
          <pc:sldMk cId="4124360639" sldId="9951"/>
        </pc:sldMkLst>
      </pc:sldChg>
      <pc:sldChg chg="add del ord">
        <pc:chgData name="Lý Thanh Ngô" userId="d1fb4545a5d636d2" providerId="LiveId" clId="{E4D9CBFD-E110-4D84-9E16-A07CEF4E01B3}" dt="2025-04-04T14:20:22.693" v="1834" actId="47"/>
        <pc:sldMkLst>
          <pc:docMk/>
          <pc:sldMk cId="4203696164" sldId="9951"/>
        </pc:sldMkLst>
      </pc:sldChg>
      <pc:sldChg chg="add ord">
        <pc:chgData name="Lý Thanh Ngô" userId="d1fb4545a5d636d2" providerId="LiveId" clId="{E4D9CBFD-E110-4D84-9E16-A07CEF4E01B3}" dt="2025-04-04T14:39:31.490" v="2168"/>
        <pc:sldMkLst>
          <pc:docMk/>
          <pc:sldMk cId="624180952" sldId="9952"/>
        </pc:sldMkLst>
      </pc:sldChg>
      <pc:sldChg chg="modSp add mod">
        <pc:chgData name="Lý Thanh Ngô" userId="d1fb4545a5d636d2" providerId="LiveId" clId="{E4D9CBFD-E110-4D84-9E16-A07CEF4E01B3}" dt="2025-04-04T14:40:59.660" v="2191" actId="255"/>
        <pc:sldMkLst>
          <pc:docMk/>
          <pc:sldMk cId="185798073" sldId="9953"/>
        </pc:sldMkLst>
      </pc:sldChg>
      <pc:sldChg chg="add ord">
        <pc:chgData name="Lý Thanh Ngô" userId="d1fb4545a5d636d2" providerId="LiveId" clId="{E4D9CBFD-E110-4D84-9E16-A07CEF4E01B3}" dt="2025-04-04T14:41:12.810" v="2194"/>
        <pc:sldMkLst>
          <pc:docMk/>
          <pc:sldMk cId="1054668953" sldId="9954"/>
        </pc:sldMkLst>
      </pc:sldChg>
      <pc:sldChg chg="add">
        <pc:chgData name="Lý Thanh Ngô" userId="d1fb4545a5d636d2" providerId="LiveId" clId="{E4D9CBFD-E110-4D84-9E16-A07CEF4E01B3}" dt="2025-04-04T14:57:04.084" v="2821" actId="2890"/>
        <pc:sldMkLst>
          <pc:docMk/>
          <pc:sldMk cId="516085141" sldId="9955"/>
        </pc:sldMkLst>
      </pc:sldChg>
      <pc:sldChg chg="modSp add mod ord">
        <pc:chgData name="Lý Thanh Ngô" userId="d1fb4545a5d636d2" providerId="LiveId" clId="{E4D9CBFD-E110-4D84-9E16-A07CEF4E01B3}" dt="2025-04-04T14:58:14.286" v="2833"/>
        <pc:sldMkLst>
          <pc:docMk/>
          <pc:sldMk cId="1431207373" sldId="9956"/>
        </pc:sldMkLst>
      </pc:sldChg>
      <pc:sldChg chg="modSp add mod ord replId">
        <pc:chgData name="Lý Thanh Ngô" userId="d1fb4545a5d636d2" providerId="LiveId" clId="{E4D9CBFD-E110-4D84-9E16-A07CEF4E01B3}" dt="2025-04-04T14:58:28.455" v="2837" actId="20577"/>
        <pc:sldMkLst>
          <pc:docMk/>
          <pc:sldMk cId="3987162015" sldId="9957"/>
        </pc:sldMkLst>
      </pc:sldChg>
      <pc:sldChg chg="add ord">
        <pc:chgData name="Lý Thanh Ngô" userId="d1fb4545a5d636d2" providerId="LiveId" clId="{E4D9CBFD-E110-4D84-9E16-A07CEF4E01B3}" dt="2025-04-04T14:58:40.539" v="2840"/>
        <pc:sldMkLst>
          <pc:docMk/>
          <pc:sldMk cId="2282112537" sldId="9958"/>
        </pc:sldMkLst>
      </pc:sldChg>
      <pc:sldChg chg="add ord replId">
        <pc:chgData name="Lý Thanh Ngô" userId="d1fb4545a5d636d2" providerId="LiveId" clId="{E4D9CBFD-E110-4D84-9E16-A07CEF4E01B3}" dt="2025-04-04T14:58:40.539" v="2840"/>
        <pc:sldMkLst>
          <pc:docMk/>
          <pc:sldMk cId="165752441" sldId="9959"/>
        </pc:sldMkLst>
      </pc:sldChg>
      <pc:sldChg chg="add del">
        <pc:chgData name="Lý Thanh Ngô" userId="d1fb4545a5d636d2" providerId="LiveId" clId="{E4D9CBFD-E110-4D84-9E16-A07CEF4E01B3}" dt="2025-04-04T15:05:03.382" v="3119" actId="47"/>
        <pc:sldMkLst>
          <pc:docMk/>
          <pc:sldMk cId="1705467564" sldId="9960"/>
        </pc:sldMkLst>
      </pc:sldChg>
      <pc:sldChg chg="delSp modSp add mod">
        <pc:chgData name="Lý Thanh Ngô" userId="d1fb4545a5d636d2" providerId="LiveId" clId="{E4D9CBFD-E110-4D84-9E16-A07CEF4E01B3}" dt="2025-04-04T15:07:08.452" v="3149" actId="20577"/>
        <pc:sldMkLst>
          <pc:docMk/>
          <pc:sldMk cId="3408874133" sldId="9960"/>
        </pc:sldMkLst>
      </pc:sldChg>
      <pc:sldChg chg="modSp add mod">
        <pc:chgData name="Lý Thanh Ngô" userId="d1fb4545a5d636d2" providerId="LiveId" clId="{E4D9CBFD-E110-4D84-9E16-A07CEF4E01B3}" dt="2025-04-04T15:08:18.563" v="3158" actId="255"/>
        <pc:sldMkLst>
          <pc:docMk/>
          <pc:sldMk cId="1306729375" sldId="9961"/>
        </pc:sldMkLst>
        <pc:spChg chg="mod">
          <ac:chgData name="Lý Thanh Ngô" userId="d1fb4545a5d636d2" providerId="LiveId" clId="{E4D9CBFD-E110-4D84-9E16-A07CEF4E01B3}" dt="2025-04-04T15:08:18.563" v="3158" actId="255"/>
          <ac:spMkLst>
            <pc:docMk/>
            <pc:sldMk cId="1306729375" sldId="9961"/>
            <ac:spMk id="118786" creationId="{92D4C300-2034-9AFA-5F60-80E2C8FE73DB}"/>
          </ac:spMkLst>
        </pc:spChg>
      </pc:sldChg>
      <pc:sldChg chg="modSp add mod">
        <pc:chgData name="Lý Thanh Ngô" userId="d1fb4545a5d636d2" providerId="LiveId" clId="{E4D9CBFD-E110-4D84-9E16-A07CEF4E01B3}" dt="2025-04-05T15:25:45.555" v="4105" actId="123"/>
        <pc:sldMkLst>
          <pc:docMk/>
          <pc:sldMk cId="624766837" sldId="9962"/>
        </pc:sldMkLst>
        <pc:spChg chg="mod">
          <ac:chgData name="Lý Thanh Ngô" userId="d1fb4545a5d636d2" providerId="LiveId" clId="{E4D9CBFD-E110-4D84-9E16-A07CEF4E01B3}" dt="2025-04-05T15:25:45.555" v="4105" actId="123"/>
          <ac:spMkLst>
            <pc:docMk/>
            <pc:sldMk cId="624766837" sldId="9962"/>
            <ac:spMk id="2" creationId="{BD44D9BF-8FAF-06D2-C497-C7325FD962E4}"/>
          </ac:spMkLst>
        </pc:spChg>
      </pc:sldChg>
      <pc:sldChg chg="modSp add mod">
        <pc:chgData name="Lý Thanh Ngô" userId="d1fb4545a5d636d2" providerId="LiveId" clId="{E4D9CBFD-E110-4D84-9E16-A07CEF4E01B3}" dt="2025-04-05T15:25:48.898" v="4106" actId="123"/>
        <pc:sldMkLst>
          <pc:docMk/>
          <pc:sldMk cId="3695098983" sldId="9963"/>
        </pc:sldMkLst>
        <pc:spChg chg="mod">
          <ac:chgData name="Lý Thanh Ngô" userId="d1fb4545a5d636d2" providerId="LiveId" clId="{E4D9CBFD-E110-4D84-9E16-A07CEF4E01B3}" dt="2025-04-05T15:25:48.898" v="4106" actId="123"/>
          <ac:spMkLst>
            <pc:docMk/>
            <pc:sldMk cId="3695098983" sldId="9963"/>
            <ac:spMk id="2" creationId="{9DFE1CDA-F7C0-DFA3-CE14-4A3AE39E6BBA}"/>
          </ac:spMkLst>
        </pc:spChg>
      </pc:sldChg>
      <pc:sldChg chg="modSp add mod">
        <pc:chgData name="Lý Thanh Ngô" userId="d1fb4545a5d636d2" providerId="LiveId" clId="{E4D9CBFD-E110-4D84-9E16-A07CEF4E01B3}" dt="2025-04-05T15:25:51.559" v="4107" actId="123"/>
        <pc:sldMkLst>
          <pc:docMk/>
          <pc:sldMk cId="3393974807" sldId="9964"/>
        </pc:sldMkLst>
        <pc:spChg chg="mod">
          <ac:chgData name="Lý Thanh Ngô" userId="d1fb4545a5d636d2" providerId="LiveId" clId="{E4D9CBFD-E110-4D84-9E16-A07CEF4E01B3}" dt="2025-04-05T15:25:51.559" v="4107" actId="123"/>
          <ac:spMkLst>
            <pc:docMk/>
            <pc:sldMk cId="3393974807" sldId="9964"/>
            <ac:spMk id="2" creationId="{3905EDAE-1302-69EE-349A-5A614EA702FF}"/>
          </ac:spMkLst>
        </pc:spChg>
      </pc:sldChg>
      <pc:sldChg chg="modSp add mod ord">
        <pc:chgData name="Lý Thanh Ngô" userId="d1fb4545a5d636d2" providerId="LiveId" clId="{E4D9CBFD-E110-4D84-9E16-A07CEF4E01B3}" dt="2025-04-05T15:25:55.564" v="4108" actId="123"/>
        <pc:sldMkLst>
          <pc:docMk/>
          <pc:sldMk cId="1366274867" sldId="9965"/>
        </pc:sldMkLst>
        <pc:spChg chg="mod">
          <ac:chgData name="Lý Thanh Ngô" userId="d1fb4545a5d636d2" providerId="LiveId" clId="{E4D9CBFD-E110-4D84-9E16-A07CEF4E01B3}" dt="2025-04-05T15:25:55.564" v="4108" actId="123"/>
          <ac:spMkLst>
            <pc:docMk/>
            <pc:sldMk cId="1366274867" sldId="9965"/>
            <ac:spMk id="2" creationId="{68744D67-9CCE-ACF0-7B66-ED1BE1AB6929}"/>
          </ac:spMkLst>
        </pc:spChg>
      </pc:sldChg>
      <pc:sldChg chg="modSp add mod ord replId">
        <pc:chgData name="Lý Thanh Ngô" userId="d1fb4545a5d636d2" providerId="LiveId" clId="{E4D9CBFD-E110-4D84-9E16-A07CEF4E01B3}" dt="2025-04-05T15:25:58.068" v="4109" actId="123"/>
        <pc:sldMkLst>
          <pc:docMk/>
          <pc:sldMk cId="2478253930" sldId="9966"/>
        </pc:sldMkLst>
        <pc:spChg chg="mod">
          <ac:chgData name="Lý Thanh Ngô" userId="d1fb4545a5d636d2" providerId="LiveId" clId="{E4D9CBFD-E110-4D84-9E16-A07CEF4E01B3}" dt="2025-04-05T15:25:58.068" v="4109" actId="123"/>
          <ac:spMkLst>
            <pc:docMk/>
            <pc:sldMk cId="2478253930" sldId="9966"/>
            <ac:spMk id="2" creationId="{84D71C44-9F8C-8117-7112-6861DCEED389}"/>
          </ac:spMkLst>
        </pc:spChg>
      </pc:sldChg>
      <pc:sldChg chg="modSp add mod ord">
        <pc:chgData name="Lý Thanh Ngô" userId="d1fb4545a5d636d2" providerId="LiveId" clId="{E4D9CBFD-E110-4D84-9E16-A07CEF4E01B3}" dt="2025-04-05T15:26:04.110" v="4110" actId="123"/>
        <pc:sldMkLst>
          <pc:docMk/>
          <pc:sldMk cId="747948205" sldId="9967"/>
        </pc:sldMkLst>
      </pc:sldChg>
      <pc:sldChg chg="modSp add mod ord replId">
        <pc:chgData name="Lý Thanh Ngô" userId="d1fb4545a5d636d2" providerId="LiveId" clId="{E4D9CBFD-E110-4D84-9E16-A07CEF4E01B3}" dt="2025-04-05T15:26:17.414" v="4111" actId="123"/>
        <pc:sldMkLst>
          <pc:docMk/>
          <pc:sldMk cId="631962786" sldId="9968"/>
        </pc:sldMkLst>
      </pc:sldChg>
      <pc:sldChg chg="modSp add mod ord">
        <pc:chgData name="Lý Thanh Ngô" userId="d1fb4545a5d636d2" providerId="LiveId" clId="{E4D9CBFD-E110-4D84-9E16-A07CEF4E01B3}" dt="2025-04-05T15:26:21.383" v="4112" actId="123"/>
        <pc:sldMkLst>
          <pc:docMk/>
          <pc:sldMk cId="3954064163" sldId="9969"/>
        </pc:sldMkLst>
      </pc:sldChg>
      <pc:sldChg chg="modSp add mod ord replId">
        <pc:chgData name="Lý Thanh Ngô" userId="d1fb4545a5d636d2" providerId="LiveId" clId="{E4D9CBFD-E110-4D84-9E16-A07CEF4E01B3}" dt="2025-04-05T15:26:26.164" v="4113" actId="123"/>
        <pc:sldMkLst>
          <pc:docMk/>
          <pc:sldMk cId="525939841" sldId="9970"/>
        </pc:sldMkLst>
      </pc:sldChg>
      <pc:sldChg chg="modSp add mod ord">
        <pc:chgData name="Lý Thanh Ngô" userId="d1fb4545a5d636d2" providerId="LiveId" clId="{E4D9CBFD-E110-4D84-9E16-A07CEF4E01B3}" dt="2025-04-05T15:26:29.768" v="4114" actId="123"/>
        <pc:sldMkLst>
          <pc:docMk/>
          <pc:sldMk cId="1664256530" sldId="9971"/>
        </pc:sldMkLst>
      </pc:sldChg>
      <pc:sldChg chg="modSp add mod ord replId">
        <pc:chgData name="Lý Thanh Ngô" userId="d1fb4545a5d636d2" providerId="LiveId" clId="{E4D9CBFD-E110-4D84-9E16-A07CEF4E01B3}" dt="2025-04-05T15:26:34.860" v="4115" actId="123"/>
        <pc:sldMkLst>
          <pc:docMk/>
          <pc:sldMk cId="3471029095" sldId="9972"/>
        </pc:sldMkLst>
      </pc:sldChg>
      <pc:sldChg chg="modSp add mod ord">
        <pc:chgData name="Lý Thanh Ngô" userId="d1fb4545a5d636d2" providerId="LiveId" clId="{E4D9CBFD-E110-4D84-9E16-A07CEF4E01B3}" dt="2025-04-05T15:26:39.275" v="4116" actId="123"/>
        <pc:sldMkLst>
          <pc:docMk/>
          <pc:sldMk cId="3500693299" sldId="9973"/>
        </pc:sldMkLst>
      </pc:sldChg>
      <pc:sldChg chg="modSp add mod ord replId">
        <pc:chgData name="Lý Thanh Ngô" userId="d1fb4545a5d636d2" providerId="LiveId" clId="{E4D9CBFD-E110-4D84-9E16-A07CEF4E01B3}" dt="2025-04-05T15:26:41.533" v="4117" actId="123"/>
        <pc:sldMkLst>
          <pc:docMk/>
          <pc:sldMk cId="3417300399" sldId="9974"/>
        </pc:sldMkLst>
      </pc:sldChg>
      <pc:sldChg chg="modSp add mod">
        <pc:chgData name="Lý Thanh Ngô" userId="d1fb4545a5d636d2" providerId="LiveId" clId="{E4D9CBFD-E110-4D84-9E16-A07CEF4E01B3}" dt="2025-04-04T15:20:14.887" v="3449" actId="123"/>
        <pc:sldMkLst>
          <pc:docMk/>
          <pc:sldMk cId="1284839365" sldId="9975"/>
        </pc:sldMkLst>
        <pc:spChg chg="mod">
          <ac:chgData name="Lý Thanh Ngô" userId="d1fb4545a5d636d2" providerId="LiveId" clId="{E4D9CBFD-E110-4D84-9E16-A07CEF4E01B3}" dt="2025-04-04T15:20:14.887" v="3449" actId="123"/>
          <ac:spMkLst>
            <pc:docMk/>
            <pc:sldMk cId="1284839365" sldId="9975"/>
            <ac:spMk id="2" creationId="{C79F052F-BCA6-166F-AEC4-767EBEF53B1F}"/>
          </ac:spMkLst>
        </pc:spChg>
      </pc:sldChg>
      <pc:sldChg chg="modSp add mod">
        <pc:chgData name="Lý Thanh Ngô" userId="d1fb4545a5d636d2" providerId="LiveId" clId="{E4D9CBFD-E110-4D84-9E16-A07CEF4E01B3}" dt="2025-04-04T15:20:53.727" v="3454" actId="404"/>
        <pc:sldMkLst>
          <pc:docMk/>
          <pc:sldMk cId="165486286" sldId="9976"/>
        </pc:sldMkLst>
        <pc:spChg chg="mod">
          <ac:chgData name="Lý Thanh Ngô" userId="d1fb4545a5d636d2" providerId="LiveId" clId="{E4D9CBFD-E110-4D84-9E16-A07CEF4E01B3}" dt="2025-04-04T15:20:53.727" v="3454" actId="404"/>
          <ac:spMkLst>
            <pc:docMk/>
            <pc:sldMk cId="165486286" sldId="9976"/>
            <ac:spMk id="2" creationId="{A1D82AA7-F1D0-AEA4-1FAD-4748502A37C4}"/>
          </ac:spMkLst>
        </pc:spChg>
      </pc:sldChg>
      <pc:sldChg chg="modSp add mod">
        <pc:chgData name="Lý Thanh Ngô" userId="d1fb4545a5d636d2" providerId="LiveId" clId="{E4D9CBFD-E110-4D84-9E16-A07CEF4E01B3}" dt="2025-04-04T15:21:18.927" v="3458" actId="255"/>
        <pc:sldMkLst>
          <pc:docMk/>
          <pc:sldMk cId="3587934167" sldId="9977"/>
        </pc:sldMkLst>
        <pc:spChg chg="mod">
          <ac:chgData name="Lý Thanh Ngô" userId="d1fb4545a5d636d2" providerId="LiveId" clId="{E4D9CBFD-E110-4D84-9E16-A07CEF4E01B3}" dt="2025-04-04T15:21:18.927" v="3458" actId="255"/>
          <ac:spMkLst>
            <pc:docMk/>
            <pc:sldMk cId="3587934167" sldId="9977"/>
            <ac:spMk id="2" creationId="{6880B61F-5F7A-1892-A99C-045C6383F15E}"/>
          </ac:spMkLst>
        </pc:spChg>
      </pc:sldChg>
      <pc:sldChg chg="add ord modTransition">
        <pc:chgData name="Lý Thanh Ngô" userId="d1fb4545a5d636d2" providerId="LiveId" clId="{E4D9CBFD-E110-4D84-9E16-A07CEF4E01B3}" dt="2025-04-04T15:22:14.367" v="3463"/>
        <pc:sldMkLst>
          <pc:docMk/>
          <pc:sldMk cId="3904146026" sldId="9978"/>
        </pc:sldMkLst>
      </pc:sldChg>
      <pc:sldChg chg="modSp add mod modNotesTx">
        <pc:chgData name="Lý Thanh Ngô" userId="d1fb4545a5d636d2" providerId="LiveId" clId="{E4D9CBFD-E110-4D84-9E16-A07CEF4E01B3}" dt="2025-04-04T15:30:24.600" v="3653"/>
        <pc:sldMkLst>
          <pc:docMk/>
          <pc:sldMk cId="1474904797" sldId="9979"/>
        </pc:sldMkLst>
        <pc:spChg chg="mod">
          <ac:chgData name="Lý Thanh Ngô" userId="d1fb4545a5d636d2" providerId="LiveId" clId="{E4D9CBFD-E110-4D84-9E16-A07CEF4E01B3}" dt="2025-04-04T15:30:24.600" v="3653"/>
          <ac:spMkLst>
            <pc:docMk/>
            <pc:sldMk cId="1474904797" sldId="9979"/>
            <ac:spMk id="2" creationId="{9565030A-77B7-AF6C-4507-19108EDCD44B}"/>
          </ac:spMkLst>
        </pc:spChg>
      </pc:sldChg>
      <pc:sldChg chg="modSp add mod modNotesTx">
        <pc:chgData name="Lý Thanh Ngô" userId="d1fb4545a5d636d2" providerId="LiveId" clId="{E4D9CBFD-E110-4D84-9E16-A07CEF4E01B3}" dt="2025-04-04T15:30:52.970" v="3658" actId="20577"/>
        <pc:sldMkLst>
          <pc:docMk/>
          <pc:sldMk cId="359517249" sldId="9980"/>
        </pc:sldMkLst>
        <pc:spChg chg="mod">
          <ac:chgData name="Lý Thanh Ngô" userId="d1fb4545a5d636d2" providerId="LiveId" clId="{E4D9CBFD-E110-4D84-9E16-A07CEF4E01B3}" dt="2025-04-04T15:30:52.970" v="3658" actId="20577"/>
          <ac:spMkLst>
            <pc:docMk/>
            <pc:sldMk cId="359517249" sldId="9980"/>
            <ac:spMk id="2" creationId="{3E920A8F-4979-A34A-7B28-174A4193BDAA}"/>
          </ac:spMkLst>
        </pc:spChg>
      </pc:sldChg>
      <pc:sldChg chg="modSp add mod">
        <pc:chgData name="Lý Thanh Ngô" userId="d1fb4545a5d636d2" providerId="LiveId" clId="{E4D9CBFD-E110-4D84-9E16-A07CEF4E01B3}" dt="2025-04-04T15:31:17.511" v="3661"/>
        <pc:sldMkLst>
          <pc:docMk/>
          <pc:sldMk cId="3935681365" sldId="9981"/>
        </pc:sldMkLst>
      </pc:sldChg>
      <pc:sldChg chg="modSp add mod">
        <pc:chgData name="Lý Thanh Ngô" userId="d1fb4545a5d636d2" providerId="LiveId" clId="{E4D9CBFD-E110-4D84-9E16-A07CEF4E01B3}" dt="2025-04-04T15:31:31.867" v="3664"/>
        <pc:sldMkLst>
          <pc:docMk/>
          <pc:sldMk cId="3286551496" sldId="9982"/>
        </pc:sldMkLst>
      </pc:sldChg>
      <pc:sldChg chg="add ord">
        <pc:chgData name="Lý Thanh Ngô" userId="d1fb4545a5d636d2" providerId="LiveId" clId="{E4D9CBFD-E110-4D84-9E16-A07CEF4E01B3}" dt="2025-04-04T15:31:42.256" v="3667"/>
        <pc:sldMkLst>
          <pc:docMk/>
          <pc:sldMk cId="1816306348" sldId="9983"/>
        </pc:sldMkLst>
      </pc:sldChg>
      <pc:sldChg chg="modSp add mod">
        <pc:chgData name="Lý Thanh Ngô" userId="d1fb4545a5d636d2" providerId="LiveId" clId="{E4D9CBFD-E110-4D84-9E16-A07CEF4E01B3}" dt="2025-04-05T15:06:32.391" v="3960" actId="27636"/>
        <pc:sldMkLst>
          <pc:docMk/>
          <pc:sldMk cId="263607885" sldId="9984"/>
        </pc:sldMkLst>
        <pc:spChg chg="mod">
          <ac:chgData name="Lý Thanh Ngô" userId="d1fb4545a5d636d2" providerId="LiveId" clId="{E4D9CBFD-E110-4D84-9E16-A07CEF4E01B3}" dt="2025-04-05T15:06:32.391" v="3960" actId="27636"/>
          <ac:spMkLst>
            <pc:docMk/>
            <pc:sldMk cId="263607885" sldId="9984"/>
            <ac:spMk id="101378" creationId="{E8B5C425-1613-646D-3D74-69D653656685}"/>
          </ac:spMkLst>
        </pc:spChg>
      </pc:sldChg>
      <pc:sldChg chg="modSp add mod">
        <pc:chgData name="Lý Thanh Ngô" userId="d1fb4545a5d636d2" providerId="LiveId" clId="{E4D9CBFD-E110-4D84-9E16-A07CEF4E01B3}" dt="2025-04-05T15:10:14.843" v="4083"/>
        <pc:sldMkLst>
          <pc:docMk/>
          <pc:sldMk cId="2501544215" sldId="9985"/>
        </pc:sldMkLst>
        <pc:spChg chg="mod">
          <ac:chgData name="Lý Thanh Ngô" userId="d1fb4545a5d636d2" providerId="LiveId" clId="{E4D9CBFD-E110-4D84-9E16-A07CEF4E01B3}" dt="2025-04-05T15:10:14.843" v="4083"/>
          <ac:spMkLst>
            <pc:docMk/>
            <pc:sldMk cId="2501544215" sldId="9985"/>
            <ac:spMk id="102402" creationId="{48725B39-9AEA-3831-39AD-A3C80A34459D}"/>
          </ac:spMkLst>
        </pc:spChg>
      </pc:sldChg>
    </pc:docChg>
  </pc:docChgLst>
  <pc:docChgLst>
    <pc:chgData name="Lý Thanh Ngô" userId="d1fb4545a5d636d2" providerId="LiveId" clId="{3EBE4935-0AA5-7D46-87F5-3833BB1987ED}"/>
    <pc:docChg chg="undo custSel addSld modSld sldOrd">
      <pc:chgData name="Lý Thanh Ngô" userId="d1fb4545a5d636d2" providerId="LiveId" clId="{3EBE4935-0AA5-7D46-87F5-3833BB1987ED}" dt="2025-03-29T16:43:48.894" v="478" actId="20577"/>
      <pc:docMkLst>
        <pc:docMk/>
      </pc:docMkLst>
      <pc:sldChg chg="modSp">
        <pc:chgData name="Lý Thanh Ngô" userId="d1fb4545a5d636d2" providerId="LiveId" clId="{3EBE4935-0AA5-7D46-87F5-3833BB1987ED}" dt="2025-03-27T01:41:42.704" v="1" actId="1076"/>
        <pc:sldMkLst>
          <pc:docMk/>
          <pc:sldMk cId="2472502028" sldId="385"/>
        </pc:sldMkLst>
      </pc:sldChg>
      <pc:sldChg chg="modSp">
        <pc:chgData name="Lý Thanh Ngô" userId="d1fb4545a5d636d2" providerId="LiveId" clId="{3EBE4935-0AA5-7D46-87F5-3833BB1987ED}" dt="2025-03-29T16:43:48.894" v="478" actId="20577"/>
        <pc:sldMkLst>
          <pc:docMk/>
          <pc:sldMk cId="1623123200" sldId="9846"/>
        </pc:sldMkLst>
      </pc:sldChg>
      <pc:sldChg chg="modSp add ord">
        <pc:chgData name="Lý Thanh Ngô" userId="d1fb4545a5d636d2" providerId="LiveId" clId="{3EBE4935-0AA5-7D46-87F5-3833BB1987ED}" dt="2025-03-28T23:15:48.217" v="290" actId="20577"/>
        <pc:sldMkLst>
          <pc:docMk/>
          <pc:sldMk cId="2722460507" sldId="9864"/>
        </pc:sldMkLst>
        <pc:spChg chg="mod">
          <ac:chgData name="Lý Thanh Ngô" userId="d1fb4545a5d636d2" providerId="LiveId" clId="{3EBE4935-0AA5-7D46-87F5-3833BB1987ED}" dt="2025-03-28T23:15:48.217" v="290" actId="20577"/>
          <ac:spMkLst>
            <pc:docMk/>
            <pc:sldMk cId="2722460507" sldId="9864"/>
            <ac:spMk id="2" creationId="{C5AC7524-1DCF-5012-325A-112DC29DE05E}"/>
          </ac:spMkLst>
        </pc:spChg>
        <pc:spChg chg="mod">
          <ac:chgData name="Lý Thanh Ngô" userId="d1fb4545a5d636d2" providerId="LiveId" clId="{3EBE4935-0AA5-7D46-87F5-3833BB1987ED}" dt="2025-03-28T23:13:58.894" v="241" actId="20577"/>
          <ac:spMkLst>
            <pc:docMk/>
            <pc:sldMk cId="2722460507" sldId="9864"/>
            <ac:spMk id="4" creationId="{9B130C5D-607E-1CBB-D591-F748074BB843}"/>
          </ac:spMkLst>
        </pc:spChg>
      </pc:sldChg>
    </pc:docChg>
  </pc:docChgLst>
  <pc:docChgLst>
    <pc:chgData name="Lý Thanh Ngô" userId="d1fb4545a5d636d2" providerId="Windows Live" clId="Web-{D102BF66-124C-43F9-B354-0B520A23B620}"/>
    <pc:docChg chg="addSld delSld modSld sldOrd">
      <pc:chgData name="Lý Thanh Ngô" userId="d1fb4545a5d636d2" providerId="Windows Live" clId="Web-{D102BF66-124C-43F9-B354-0B520A23B620}" dt="2025-04-20T23:27:04.567" v="212" actId="20577"/>
      <pc:docMkLst>
        <pc:docMk/>
      </pc:docMkLst>
      <pc:sldChg chg="addSp modSp">
        <pc:chgData name="Lý Thanh Ngô" userId="d1fb4545a5d636d2" providerId="Windows Live" clId="Web-{D102BF66-124C-43F9-B354-0B520A23B620}" dt="2025-04-20T23:22:24.635" v="139" actId="20577"/>
        <pc:sldMkLst>
          <pc:docMk/>
          <pc:sldMk cId="3709593179" sldId="992"/>
        </pc:sldMkLst>
        <pc:spChg chg="add mod">
          <ac:chgData name="Lý Thanh Ngô" userId="d1fb4545a5d636d2" providerId="Windows Live" clId="Web-{D102BF66-124C-43F9-B354-0B520A23B620}" dt="2025-04-20T23:20:48.147" v="110" actId="20577"/>
          <ac:spMkLst>
            <pc:docMk/>
            <pc:sldMk cId="3709593179" sldId="992"/>
            <ac:spMk id="2" creationId="{C57F27C5-F0BD-6C31-DD7A-EE663B2AC4BF}"/>
          </ac:spMkLst>
        </pc:spChg>
        <pc:spChg chg="mod">
          <ac:chgData name="Lý Thanh Ngô" userId="d1fb4545a5d636d2" providerId="Windows Live" clId="Web-{D102BF66-124C-43F9-B354-0B520A23B620}" dt="2025-04-20T23:22:24.635" v="139" actId="20577"/>
          <ac:spMkLst>
            <pc:docMk/>
            <pc:sldMk cId="3709593179" sldId="992"/>
            <ac:spMk id="46082" creationId="{00000000-0000-0000-0000-000000000000}"/>
          </ac:spMkLst>
        </pc:spChg>
      </pc:sldChg>
      <pc:sldChg chg="modSp">
        <pc:chgData name="Lý Thanh Ngô" userId="d1fb4545a5d636d2" providerId="Windows Live" clId="Web-{D102BF66-124C-43F9-B354-0B520A23B620}" dt="2025-04-20T23:25:54.737" v="194" actId="20577"/>
        <pc:sldMkLst>
          <pc:docMk/>
          <pc:sldMk cId="926735322" sldId="1000"/>
        </pc:sldMkLst>
        <pc:spChg chg="mod">
          <ac:chgData name="Lý Thanh Ngô" userId="d1fb4545a5d636d2" providerId="Windows Live" clId="Web-{D102BF66-124C-43F9-B354-0B520A23B620}" dt="2025-04-20T23:25:54.737" v="194" actId="20577"/>
          <ac:spMkLst>
            <pc:docMk/>
            <pc:sldMk cId="926735322" sldId="1000"/>
            <ac:spMk id="86018" creationId="{00000000-0000-0000-0000-000000000000}"/>
          </ac:spMkLst>
        </pc:spChg>
      </pc:sldChg>
      <pc:sldChg chg="modSp">
        <pc:chgData name="Lý Thanh Ngô" userId="d1fb4545a5d636d2" providerId="Windows Live" clId="Web-{D102BF66-124C-43F9-B354-0B520A23B620}" dt="2025-04-20T23:26:13.050" v="200" actId="20577"/>
        <pc:sldMkLst>
          <pc:docMk/>
          <pc:sldMk cId="2279159345" sldId="1001"/>
        </pc:sldMkLst>
        <pc:spChg chg="mod">
          <ac:chgData name="Lý Thanh Ngô" userId="d1fb4545a5d636d2" providerId="Windows Live" clId="Web-{D102BF66-124C-43F9-B354-0B520A23B620}" dt="2025-04-20T23:26:13.050" v="200" actId="20577"/>
          <ac:spMkLst>
            <pc:docMk/>
            <pc:sldMk cId="2279159345" sldId="1001"/>
            <ac:spMk id="87042" creationId="{00000000-0000-0000-0000-000000000000}"/>
          </ac:spMkLst>
        </pc:spChg>
      </pc:sldChg>
      <pc:sldChg chg="modSp">
        <pc:chgData name="Lý Thanh Ngô" userId="d1fb4545a5d636d2" providerId="Windows Live" clId="Web-{D102BF66-124C-43F9-B354-0B520A23B620}" dt="2025-04-20T23:22:53.589" v="146" actId="20577"/>
        <pc:sldMkLst>
          <pc:docMk/>
          <pc:sldMk cId="164018825" sldId="9868"/>
        </pc:sldMkLst>
        <pc:spChg chg="mod">
          <ac:chgData name="Lý Thanh Ngô" userId="d1fb4545a5d636d2" providerId="Windows Live" clId="Web-{D102BF66-124C-43F9-B354-0B520A23B620}" dt="2025-04-20T23:22:53.589" v="146" actId="20577"/>
          <ac:spMkLst>
            <pc:docMk/>
            <pc:sldMk cId="164018825" sldId="9868"/>
            <ac:spMk id="46082" creationId="{C11C8183-3786-BCD8-8D04-15856141B202}"/>
          </ac:spMkLst>
        </pc:spChg>
      </pc:sldChg>
      <pc:sldChg chg="del">
        <pc:chgData name="Lý Thanh Ngô" userId="d1fb4545a5d636d2" providerId="Windows Live" clId="Web-{D102BF66-124C-43F9-B354-0B520A23B620}" dt="2025-04-20T23:24:06.014" v="176"/>
        <pc:sldMkLst>
          <pc:docMk/>
          <pc:sldMk cId="2013522262" sldId="9869"/>
        </pc:sldMkLst>
      </pc:sldChg>
      <pc:sldChg chg="del">
        <pc:chgData name="Lý Thanh Ngô" userId="d1fb4545a5d636d2" providerId="Windows Live" clId="Web-{D102BF66-124C-43F9-B354-0B520A23B620}" dt="2025-04-20T23:24:06.014" v="175"/>
        <pc:sldMkLst>
          <pc:docMk/>
          <pc:sldMk cId="3673572297" sldId="9870"/>
        </pc:sldMkLst>
      </pc:sldChg>
      <pc:sldChg chg="del">
        <pc:chgData name="Lý Thanh Ngô" userId="d1fb4545a5d636d2" providerId="Windows Live" clId="Web-{D102BF66-124C-43F9-B354-0B520A23B620}" dt="2025-04-20T23:24:09.951" v="180"/>
        <pc:sldMkLst>
          <pc:docMk/>
          <pc:sldMk cId="908324352" sldId="9871"/>
        </pc:sldMkLst>
      </pc:sldChg>
      <pc:sldChg chg="del">
        <pc:chgData name="Lý Thanh Ngô" userId="d1fb4545a5d636d2" providerId="Windows Live" clId="Web-{D102BF66-124C-43F9-B354-0B520A23B620}" dt="2025-04-20T23:24:09.951" v="179"/>
        <pc:sldMkLst>
          <pc:docMk/>
          <pc:sldMk cId="2985367123" sldId="9872"/>
        </pc:sldMkLst>
      </pc:sldChg>
      <pc:sldChg chg="del">
        <pc:chgData name="Lý Thanh Ngô" userId="d1fb4545a5d636d2" providerId="Windows Live" clId="Web-{D102BF66-124C-43F9-B354-0B520A23B620}" dt="2025-04-20T23:24:09.951" v="178"/>
        <pc:sldMkLst>
          <pc:docMk/>
          <pc:sldMk cId="3195392803" sldId="9873"/>
        </pc:sldMkLst>
      </pc:sldChg>
      <pc:sldChg chg="del">
        <pc:chgData name="Lý Thanh Ngô" userId="d1fb4545a5d636d2" providerId="Windows Live" clId="Web-{D102BF66-124C-43F9-B354-0B520A23B620}" dt="2025-04-20T23:24:09.951" v="177"/>
        <pc:sldMkLst>
          <pc:docMk/>
          <pc:sldMk cId="2946253812" sldId="9874"/>
        </pc:sldMkLst>
      </pc:sldChg>
      <pc:sldChg chg="modSp">
        <pc:chgData name="Lý Thanh Ngô" userId="d1fb4545a5d636d2" providerId="Windows Live" clId="Web-{D102BF66-124C-43F9-B354-0B520A23B620}" dt="2025-04-20T23:26:28.972" v="204" actId="20577"/>
        <pc:sldMkLst>
          <pc:docMk/>
          <pc:sldMk cId="746019610" sldId="9876"/>
        </pc:sldMkLst>
        <pc:spChg chg="mod">
          <ac:chgData name="Lý Thanh Ngô" userId="d1fb4545a5d636d2" providerId="Windows Live" clId="Web-{D102BF66-124C-43F9-B354-0B520A23B620}" dt="2025-04-20T23:26:28.972" v="204" actId="20577"/>
          <ac:spMkLst>
            <pc:docMk/>
            <pc:sldMk cId="746019610" sldId="9876"/>
            <ac:spMk id="87042" creationId="{A5EF2E5F-0C1C-E7B3-90DB-68BB610F6C55}"/>
          </ac:spMkLst>
        </pc:spChg>
      </pc:sldChg>
      <pc:sldChg chg="modSp">
        <pc:chgData name="Lý Thanh Ngô" userId="d1fb4545a5d636d2" providerId="Windows Live" clId="Web-{D102BF66-124C-43F9-B354-0B520A23B620}" dt="2025-04-20T23:26:54.676" v="208" actId="20577"/>
        <pc:sldMkLst>
          <pc:docMk/>
          <pc:sldMk cId="2746057718" sldId="9877"/>
        </pc:sldMkLst>
        <pc:spChg chg="mod">
          <ac:chgData name="Lý Thanh Ngô" userId="d1fb4545a5d636d2" providerId="Windows Live" clId="Web-{D102BF66-124C-43F9-B354-0B520A23B620}" dt="2025-04-20T23:26:54.676" v="208" actId="20577"/>
          <ac:spMkLst>
            <pc:docMk/>
            <pc:sldMk cId="2746057718" sldId="9877"/>
            <ac:spMk id="87042" creationId="{082AC1DB-1601-1A29-A69E-4B030B8CA4DC}"/>
          </ac:spMkLst>
        </pc:spChg>
      </pc:sldChg>
      <pc:sldChg chg="modSp">
        <pc:chgData name="Lý Thanh Ngô" userId="d1fb4545a5d636d2" providerId="Windows Live" clId="Web-{D102BF66-124C-43F9-B354-0B520A23B620}" dt="2025-04-20T23:27:04.567" v="212" actId="20577"/>
        <pc:sldMkLst>
          <pc:docMk/>
          <pc:sldMk cId="1631203887" sldId="9878"/>
        </pc:sldMkLst>
        <pc:spChg chg="mod">
          <ac:chgData name="Lý Thanh Ngô" userId="d1fb4545a5d636d2" providerId="Windows Live" clId="Web-{D102BF66-124C-43F9-B354-0B520A23B620}" dt="2025-04-20T23:27:04.567" v="212" actId="20577"/>
          <ac:spMkLst>
            <pc:docMk/>
            <pc:sldMk cId="1631203887" sldId="9878"/>
            <ac:spMk id="87042" creationId="{9CD209B4-C587-CC4B-44C2-38608CFC7E4A}"/>
          </ac:spMkLst>
        </pc:spChg>
      </pc:sldChg>
      <pc:sldChg chg="modSp mod setBg">
        <pc:chgData name="Lý Thanh Ngô" userId="d1fb4545a5d636d2" providerId="Windows Live" clId="Web-{D102BF66-124C-43F9-B354-0B520A23B620}" dt="2025-04-20T23:12:54.036" v="45" actId="1076"/>
        <pc:sldMkLst>
          <pc:docMk/>
          <pc:sldMk cId="3725756604" sldId="10092"/>
        </pc:sldMkLst>
        <pc:spChg chg="mod">
          <ac:chgData name="Lý Thanh Ngô" userId="d1fb4545a5d636d2" providerId="Windows Live" clId="Web-{D102BF66-124C-43F9-B354-0B520A23B620}" dt="2025-04-20T23:12:54.036" v="45" actId="1076"/>
          <ac:spMkLst>
            <pc:docMk/>
            <pc:sldMk cId="3725756604" sldId="10092"/>
            <ac:spMk id="2" creationId="{0F6A5CE5-B4D8-BCF6-5EFF-F208569F478C}"/>
          </ac:spMkLst>
        </pc:spChg>
        <pc:spChg chg="mod">
          <ac:chgData name="Lý Thanh Ngô" userId="d1fb4545a5d636d2" providerId="Windows Live" clId="Web-{D102BF66-124C-43F9-B354-0B520A23B620}" dt="2025-04-20T23:07:09.066" v="17" actId="1076"/>
          <ac:spMkLst>
            <pc:docMk/>
            <pc:sldMk cId="3725756604" sldId="10092"/>
            <ac:spMk id="13" creationId="{C79F8ACD-B8D8-2529-26AB-4599224970D9}"/>
          </ac:spMkLst>
        </pc:spChg>
        <pc:spChg chg="mod">
          <ac:chgData name="Lý Thanh Ngô" userId="d1fb4545a5d636d2" providerId="Windows Live" clId="Web-{D102BF66-124C-43F9-B354-0B520A23B620}" dt="2025-04-20T23:12:49.989" v="44" actId="20577"/>
          <ac:spMkLst>
            <pc:docMk/>
            <pc:sldMk cId="3725756604" sldId="10092"/>
            <ac:spMk id="14" creationId="{DE350219-EF26-FDCA-6A74-0CFB9B7CEA3D}"/>
          </ac:spMkLst>
        </pc:spChg>
      </pc:sldChg>
      <pc:sldChg chg="del">
        <pc:chgData name="Lý Thanh Ngô" userId="d1fb4545a5d636d2" providerId="Windows Live" clId="Web-{D102BF66-124C-43F9-B354-0B520A23B620}" dt="2025-04-20T23:08:01.958" v="21"/>
        <pc:sldMkLst>
          <pc:docMk/>
          <pc:sldMk cId="1904792399" sldId="10273"/>
        </pc:sldMkLst>
      </pc:sldChg>
      <pc:sldChg chg="del">
        <pc:chgData name="Lý Thanh Ngô" userId="d1fb4545a5d636d2" providerId="Windows Live" clId="Web-{D102BF66-124C-43F9-B354-0B520A23B620}" dt="2025-04-20T23:08:13.818" v="24"/>
        <pc:sldMkLst>
          <pc:docMk/>
          <pc:sldMk cId="2298115398" sldId="10276"/>
        </pc:sldMkLst>
      </pc:sldChg>
      <pc:sldChg chg="del">
        <pc:chgData name="Lý Thanh Ngô" userId="d1fb4545a5d636d2" providerId="Windows Live" clId="Web-{D102BF66-124C-43F9-B354-0B520A23B620}" dt="2025-04-20T23:08:39.679" v="33"/>
        <pc:sldMkLst>
          <pc:docMk/>
          <pc:sldMk cId="1565759562" sldId="10277"/>
        </pc:sldMkLst>
      </pc:sldChg>
      <pc:sldChg chg="del">
        <pc:chgData name="Lý Thanh Ngô" userId="d1fb4545a5d636d2" providerId="Windows Live" clId="Web-{D102BF66-124C-43F9-B354-0B520A23B620}" dt="2025-04-20T23:08:47.741" v="36"/>
        <pc:sldMkLst>
          <pc:docMk/>
          <pc:sldMk cId="2059986902" sldId="10278"/>
        </pc:sldMkLst>
      </pc:sldChg>
      <pc:sldChg chg="del">
        <pc:chgData name="Lý Thanh Ngô" userId="d1fb4545a5d636d2" providerId="Windows Live" clId="Web-{D102BF66-124C-43F9-B354-0B520A23B620}" dt="2025-04-20T23:08:29.053" v="30"/>
        <pc:sldMkLst>
          <pc:docMk/>
          <pc:sldMk cId="3038942686" sldId="10279"/>
        </pc:sldMkLst>
      </pc:sldChg>
      <pc:sldChg chg="del">
        <pc:chgData name="Lý Thanh Ngô" userId="d1fb4545a5d636d2" providerId="Windows Live" clId="Web-{D102BF66-124C-43F9-B354-0B520A23B620}" dt="2025-04-20T23:08:22.490" v="27"/>
        <pc:sldMkLst>
          <pc:docMk/>
          <pc:sldMk cId="3743221985" sldId="10314"/>
        </pc:sldMkLst>
      </pc:sldChg>
      <pc:sldChg chg="add mod ord replId setBg">
        <pc:chgData name="Lý Thanh Ngô" userId="d1fb4545a5d636d2" providerId="Windows Live" clId="Web-{D102BF66-124C-43F9-B354-0B520A23B620}" dt="2025-04-20T23:11:19.434" v="38"/>
        <pc:sldMkLst>
          <pc:docMk/>
          <pc:sldMk cId="1297061217" sldId="10339"/>
        </pc:sldMkLst>
      </pc:sldChg>
      <pc:sldChg chg="add del mod ord replId setBg">
        <pc:chgData name="Lý Thanh Ngô" userId="d1fb4545a5d636d2" providerId="Windows Live" clId="Web-{D102BF66-124C-43F9-B354-0B520A23B620}" dt="2025-04-20T23:14:01.820" v="80"/>
        <pc:sldMkLst>
          <pc:docMk/>
          <pc:sldMk cId="1429353144" sldId="10340"/>
        </pc:sldMkLst>
      </pc:sldChg>
      <pc:sldChg chg="add del mod ord replId setBg">
        <pc:chgData name="Lý Thanh Ngô" userId="d1fb4545a5d636d2" providerId="Windows Live" clId="Web-{D102BF66-124C-43F9-B354-0B520A23B620}" dt="2025-04-20T23:14:12.274" v="83"/>
        <pc:sldMkLst>
          <pc:docMk/>
          <pc:sldMk cId="2038434055" sldId="10341"/>
        </pc:sldMkLst>
      </pc:sldChg>
      <pc:sldChg chg="add del mod ord replId setBg">
        <pc:chgData name="Lý Thanh Ngô" userId="d1fb4545a5d636d2" providerId="Windows Live" clId="Web-{D102BF66-124C-43F9-B354-0B520A23B620}" dt="2025-04-20T23:14:20.586" v="86"/>
        <pc:sldMkLst>
          <pc:docMk/>
          <pc:sldMk cId="4275852868" sldId="10342"/>
        </pc:sldMkLst>
      </pc:sldChg>
      <pc:sldChg chg="add del mod ord replId setBg">
        <pc:chgData name="Lý Thanh Ngô" userId="d1fb4545a5d636d2" providerId="Windows Live" clId="Web-{D102BF66-124C-43F9-B354-0B520A23B620}" dt="2025-04-20T23:14:30.665" v="89"/>
        <pc:sldMkLst>
          <pc:docMk/>
          <pc:sldMk cId="379401526" sldId="10343"/>
        </pc:sldMkLst>
      </pc:sldChg>
      <pc:sldChg chg="add del mod ord replId setBg">
        <pc:chgData name="Lý Thanh Ngô" userId="d1fb4545a5d636d2" providerId="Windows Live" clId="Web-{D102BF66-124C-43F9-B354-0B520A23B620}" dt="2025-04-20T23:14:47.556" v="92"/>
        <pc:sldMkLst>
          <pc:docMk/>
          <pc:sldMk cId="14268833" sldId="10344"/>
        </pc:sldMkLst>
      </pc:sldChg>
      <pc:sldChg chg="add del replId">
        <pc:chgData name="Lý Thanh Ngô" userId="d1fb4545a5d636d2" providerId="Windows Live" clId="Web-{D102BF66-124C-43F9-B354-0B520A23B620}" dt="2025-04-20T23:13:42.507" v="72"/>
        <pc:sldMkLst>
          <pc:docMk/>
          <pc:sldMk cId="2906770932" sldId="10345"/>
        </pc:sldMkLst>
      </pc:sldChg>
      <pc:sldChg chg="add del replId">
        <pc:chgData name="Lý Thanh Ngô" userId="d1fb4545a5d636d2" providerId="Windows Live" clId="Web-{D102BF66-124C-43F9-B354-0B520A23B620}" dt="2025-04-20T23:13:42.772" v="73"/>
        <pc:sldMkLst>
          <pc:docMk/>
          <pc:sldMk cId="1980861627" sldId="10346"/>
        </pc:sldMkLst>
      </pc:sldChg>
      <pc:sldChg chg="add del replId">
        <pc:chgData name="Lý Thanh Ngô" userId="d1fb4545a5d636d2" providerId="Windows Live" clId="Web-{D102BF66-124C-43F9-B354-0B520A23B620}" dt="2025-04-20T23:13:43.038" v="74"/>
        <pc:sldMkLst>
          <pc:docMk/>
          <pc:sldMk cId="3892877944" sldId="10347"/>
        </pc:sldMkLst>
      </pc:sldChg>
      <pc:sldChg chg="add">
        <pc:chgData name="Lý Thanh Ngô" userId="d1fb4545a5d636d2" providerId="Windows Live" clId="Web-{D102BF66-124C-43F9-B354-0B520A23B620}" dt="2025-04-20T23:13:48.429" v="75"/>
        <pc:sldMkLst>
          <pc:docMk/>
          <pc:sldMk cId="1650330413" sldId="10348"/>
        </pc:sldMkLst>
      </pc:sldChg>
      <pc:sldChg chg="add ord replId">
        <pc:chgData name="Lý Thanh Ngô" userId="d1fb4545a5d636d2" providerId="Windows Live" clId="Web-{D102BF66-124C-43F9-B354-0B520A23B620}" dt="2025-04-20T23:14:08.805" v="82"/>
        <pc:sldMkLst>
          <pc:docMk/>
          <pc:sldMk cId="34406757" sldId="10349"/>
        </pc:sldMkLst>
      </pc:sldChg>
      <pc:sldChg chg="add del">
        <pc:chgData name="Lý Thanh Ngô" userId="d1fb4545a5d636d2" providerId="Windows Live" clId="Web-{D102BF66-124C-43F9-B354-0B520A23B620}" dt="2025-04-20T23:13:59.523" v="79"/>
        <pc:sldMkLst>
          <pc:docMk/>
          <pc:sldMk cId="515834520" sldId="10349"/>
        </pc:sldMkLst>
      </pc:sldChg>
      <pc:sldChg chg="add ord replId">
        <pc:chgData name="Lý Thanh Ngô" userId="d1fb4545a5d636d2" providerId="Windows Live" clId="Web-{D102BF66-124C-43F9-B354-0B520A23B620}" dt="2025-04-20T23:14:18.618" v="85"/>
        <pc:sldMkLst>
          <pc:docMk/>
          <pc:sldMk cId="1297571981" sldId="10350"/>
        </pc:sldMkLst>
      </pc:sldChg>
      <pc:sldChg chg="add del">
        <pc:chgData name="Lý Thanh Ngô" userId="d1fb4545a5d636d2" providerId="Windows Live" clId="Web-{D102BF66-124C-43F9-B354-0B520A23B620}" dt="2025-04-20T23:13:59.523" v="78"/>
        <pc:sldMkLst>
          <pc:docMk/>
          <pc:sldMk cId="3428822464" sldId="10350"/>
        </pc:sldMkLst>
      </pc:sldChg>
      <pc:sldChg chg="add ord replId">
        <pc:chgData name="Lý Thanh Ngô" userId="d1fb4545a5d636d2" providerId="Windows Live" clId="Web-{D102BF66-124C-43F9-B354-0B520A23B620}" dt="2025-04-20T23:14:28.571" v="88"/>
        <pc:sldMkLst>
          <pc:docMk/>
          <pc:sldMk cId="3854325399" sldId="10351"/>
        </pc:sldMkLst>
      </pc:sldChg>
      <pc:sldChg chg="add ord replId">
        <pc:chgData name="Lý Thanh Ngô" userId="d1fb4545a5d636d2" providerId="Windows Live" clId="Web-{D102BF66-124C-43F9-B354-0B520A23B620}" dt="2025-04-20T23:14:44.650" v="91"/>
        <pc:sldMkLst>
          <pc:docMk/>
          <pc:sldMk cId="1644976485" sldId="10352"/>
        </pc:sldMkLst>
      </pc:sldChg>
      <pc:sldChg chg="modSp add replId">
        <pc:chgData name="Lý Thanh Ngô" userId="d1fb4545a5d636d2" providerId="Windows Live" clId="Web-{D102BF66-124C-43F9-B354-0B520A23B620}" dt="2025-04-20T23:23:21.262" v="162" actId="20577"/>
        <pc:sldMkLst>
          <pc:docMk/>
          <pc:sldMk cId="3178957577" sldId="10353"/>
        </pc:sldMkLst>
        <pc:spChg chg="mod">
          <ac:chgData name="Lý Thanh Ngô" userId="d1fb4545a5d636d2" providerId="Windows Live" clId="Web-{D102BF66-124C-43F9-B354-0B520A23B620}" dt="2025-04-20T23:23:21.262" v="162" actId="20577"/>
          <ac:spMkLst>
            <pc:docMk/>
            <pc:sldMk cId="3178957577" sldId="10353"/>
            <ac:spMk id="46082" creationId="{85C17735-7BAA-CD89-B52A-1F4BFF494069}"/>
          </ac:spMkLst>
        </pc:spChg>
      </pc:sldChg>
      <pc:sldChg chg="modSp add replId">
        <pc:chgData name="Lý Thanh Ngô" userId="d1fb4545a5d636d2" providerId="Windows Live" clId="Web-{D102BF66-124C-43F9-B354-0B520A23B620}" dt="2025-04-20T23:23:44.747" v="169" actId="20577"/>
        <pc:sldMkLst>
          <pc:docMk/>
          <pc:sldMk cId="2521317777" sldId="10354"/>
        </pc:sldMkLst>
        <pc:spChg chg="mod">
          <ac:chgData name="Lý Thanh Ngô" userId="d1fb4545a5d636d2" providerId="Windows Live" clId="Web-{D102BF66-124C-43F9-B354-0B520A23B620}" dt="2025-04-20T23:23:44.747" v="169" actId="20577"/>
          <ac:spMkLst>
            <pc:docMk/>
            <pc:sldMk cId="2521317777" sldId="10354"/>
            <ac:spMk id="46082" creationId="{C3A5766B-4D44-0F7E-1A28-3CDA078B45CA}"/>
          </ac:spMkLst>
        </pc:spChg>
      </pc:sldChg>
      <pc:sldChg chg="modSp add ord replId">
        <pc:chgData name="Lý Thanh Ngô" userId="d1fb4545a5d636d2" providerId="Windows Live" clId="Web-{D102BF66-124C-43F9-B354-0B520A23B620}" dt="2025-04-20T23:24:00.092" v="174" actId="20577"/>
        <pc:sldMkLst>
          <pc:docMk/>
          <pc:sldMk cId="70965490" sldId="10355"/>
        </pc:sldMkLst>
        <pc:spChg chg="mod">
          <ac:chgData name="Lý Thanh Ngô" userId="d1fb4545a5d636d2" providerId="Windows Live" clId="Web-{D102BF66-124C-43F9-B354-0B520A23B620}" dt="2025-04-20T23:24:00.092" v="174" actId="20577"/>
          <ac:spMkLst>
            <pc:docMk/>
            <pc:sldMk cId="70965490" sldId="10355"/>
            <ac:spMk id="46082" creationId="{CE50AFAC-2F18-11DB-748C-1801D7FA0169}"/>
          </ac:spMkLst>
        </pc:spChg>
      </pc:sldChg>
      <pc:sldChg chg="modSp add ord replId">
        <pc:chgData name="Lý Thanh Ngô" userId="d1fb4545a5d636d2" providerId="Windows Live" clId="Web-{D102BF66-124C-43F9-B354-0B520A23B620}" dt="2025-04-20T23:25:36.517" v="189" actId="20577"/>
        <pc:sldMkLst>
          <pc:docMk/>
          <pc:sldMk cId="1907014761" sldId="10356"/>
        </pc:sldMkLst>
        <pc:spChg chg="mod">
          <ac:chgData name="Lý Thanh Ngô" userId="d1fb4545a5d636d2" providerId="Windows Live" clId="Web-{D102BF66-124C-43F9-B354-0B520A23B620}" dt="2025-04-20T23:25:36.517" v="189" actId="20577"/>
          <ac:spMkLst>
            <pc:docMk/>
            <pc:sldMk cId="1907014761" sldId="10356"/>
            <ac:spMk id="46082" creationId="{3C7A8091-E4E8-CEF6-4BE6-C20A9169193C}"/>
          </ac:spMkLst>
        </pc:spChg>
      </pc:sldChg>
    </pc:docChg>
  </pc:docChgLst>
  <pc:docChgLst>
    <pc:chgData name="Lý Thanh Ngô" userId="d1fb4545a5d636d2" providerId="Windows Live" clId="Web-{67FDAF1C-37A2-4320-8278-2F03C36EE5D4}"/>
    <pc:docChg chg="modSld">
      <pc:chgData name="Lý Thanh Ngô" userId="d1fb4545a5d636d2" providerId="Windows Live" clId="Web-{67FDAF1C-37A2-4320-8278-2F03C36EE5D4}" dt="2025-04-19T06:36:49.909" v="0" actId="14100"/>
      <pc:docMkLst>
        <pc:docMk/>
      </pc:docMkLst>
      <pc:sldChg chg="modSp">
        <pc:chgData name="Lý Thanh Ngô" userId="d1fb4545a5d636d2" providerId="Windows Live" clId="Web-{67FDAF1C-37A2-4320-8278-2F03C36EE5D4}" dt="2025-04-19T06:36:49.909" v="0" actId="14100"/>
        <pc:sldMkLst>
          <pc:docMk/>
          <pc:sldMk cId="2157675428" sldId="10252"/>
        </pc:sldMkLst>
        <pc:spChg chg="mod">
          <ac:chgData name="Lý Thanh Ngô" userId="d1fb4545a5d636d2" providerId="Windows Live" clId="Web-{67FDAF1C-37A2-4320-8278-2F03C36EE5D4}" dt="2025-04-19T06:36:49.909" v="0" actId="14100"/>
          <ac:spMkLst>
            <pc:docMk/>
            <pc:sldMk cId="2157675428" sldId="10252"/>
            <ac:spMk id="2" creationId="{7245C7E0-AD08-9DB0-D243-A28F8F7A3746}"/>
          </ac:spMkLst>
        </pc:spChg>
      </pc:sldChg>
    </pc:docChg>
  </pc:docChgLst>
  <pc:docChgLst>
    <pc:chgData name="Người dùng Khách" providerId="Windows Live" clId="Web-{1B100269-CCA5-42B0-A349-0021EC7AED96}"/>
    <pc:docChg chg="addSld delSld modSld">
      <pc:chgData name="Người dùng Khách" userId="" providerId="Windows Live" clId="Web-{1B100269-CCA5-42B0-A349-0021EC7AED96}" dt="2025-03-29T17:05:52.474" v="107"/>
      <pc:docMkLst>
        <pc:docMk/>
      </pc:docMkLst>
      <pc:sldChg chg="modTransition">
        <pc:chgData name="Người dùng Khách" userId="" providerId="Windows Live" clId="Web-{1B100269-CCA5-42B0-A349-0021EC7AED96}" dt="2025-03-29T17:05:49.302" v="106"/>
        <pc:sldMkLst>
          <pc:docMk/>
          <pc:sldMk cId="3297558619" sldId="9802"/>
        </pc:sldMkLst>
      </pc:sldChg>
      <pc:sldChg chg="modSp">
        <pc:chgData name="Người dùng Khách" userId="" providerId="Windows Live" clId="Web-{1B100269-CCA5-42B0-A349-0021EC7AED96}" dt="2025-03-29T17:03:17.563" v="101"/>
        <pc:sldMkLst>
          <pc:docMk/>
          <pc:sldMk cId="3407074290" sldId="9804"/>
        </pc:sldMkLst>
      </pc:sldChg>
      <pc:sldChg chg="modSp">
        <pc:chgData name="Người dùng Khách" userId="" providerId="Windows Live" clId="Web-{1B100269-CCA5-42B0-A349-0021EC7AED96}" dt="2025-03-29T16:56:35.910" v="59" actId="20577"/>
        <pc:sldMkLst>
          <pc:docMk/>
          <pc:sldMk cId="3731749232" sldId="9805"/>
        </pc:sldMkLst>
      </pc:sldChg>
      <pc:sldChg chg="modSp add del">
        <pc:chgData name="Người dùng Khách" userId="" providerId="Windows Live" clId="Web-{1B100269-CCA5-42B0-A349-0021EC7AED96}" dt="2025-03-29T17:01:56.827" v="94"/>
        <pc:sldMkLst>
          <pc:docMk/>
          <pc:sldMk cId="2605310120" sldId="9806"/>
        </pc:sldMkLst>
      </pc:sldChg>
      <pc:sldChg chg="del">
        <pc:chgData name="Người dùng Khách" userId="" providerId="Windows Live" clId="Web-{1B100269-CCA5-42B0-A349-0021EC7AED96}" dt="2025-03-29T17:02:02.608" v="95"/>
        <pc:sldMkLst>
          <pc:docMk/>
          <pc:sldMk cId="1065535235" sldId="9807"/>
        </pc:sldMkLst>
      </pc:sldChg>
      <pc:sldChg chg="modTransition">
        <pc:chgData name="Người dùng Khách" userId="" providerId="Windows Live" clId="Web-{1B100269-CCA5-42B0-A349-0021EC7AED96}" dt="2025-03-29T17:05:52.474" v="107"/>
        <pc:sldMkLst>
          <pc:docMk/>
          <pc:sldMk cId="1592849602" sldId="9813"/>
        </pc:sldMkLst>
      </pc:sldChg>
      <pc:sldChg chg="modSp">
        <pc:chgData name="Người dùng Khách" userId="" providerId="Windows Live" clId="Web-{1B100269-CCA5-42B0-A349-0021EC7AED96}" dt="2025-03-29T17:03:20.360" v="102"/>
        <pc:sldMkLst>
          <pc:docMk/>
          <pc:sldMk cId="2958806556" sldId="9827"/>
        </pc:sldMkLst>
        <pc:spChg chg="mod">
          <ac:chgData name="Người dùng Khách" userId="" providerId="Windows Live" clId="Web-{1B100269-CCA5-42B0-A349-0021EC7AED96}" dt="2025-03-29T17:03:20.360" v="102"/>
          <ac:spMkLst>
            <pc:docMk/>
            <pc:sldMk cId="2958806556" sldId="9827"/>
            <ac:spMk id="2" creationId="{D0DB7A7C-C6BF-BBBA-3631-B0614733E958}"/>
          </ac:spMkLst>
        </pc:spChg>
      </pc:sldChg>
      <pc:sldChg chg="modSp">
        <pc:chgData name="Người dùng Khách" userId="" providerId="Windows Live" clId="Web-{1B100269-CCA5-42B0-A349-0021EC7AED96}" dt="2025-03-29T16:45:46.704" v="6" actId="20577"/>
        <pc:sldMkLst>
          <pc:docMk/>
          <pc:sldMk cId="1623123200" sldId="9846"/>
        </pc:sldMkLst>
      </pc:sldChg>
      <pc:sldChg chg="modSp">
        <pc:chgData name="Người dùng Khách" userId="" providerId="Windows Live" clId="Web-{1B100269-CCA5-42B0-A349-0021EC7AED96}" dt="2025-03-29T17:04:03.440" v="105"/>
        <pc:sldMkLst>
          <pc:docMk/>
          <pc:sldMk cId="2722460507" sldId="9864"/>
        </pc:sldMkLst>
        <pc:spChg chg="mod">
          <ac:chgData name="Người dùng Khách" userId="" providerId="Windows Live" clId="Web-{1B100269-CCA5-42B0-A349-0021EC7AED96}" dt="2025-03-29T17:04:03.440" v="105"/>
          <ac:spMkLst>
            <pc:docMk/>
            <pc:sldMk cId="2722460507" sldId="9864"/>
            <ac:spMk id="2" creationId="{C5AC7524-1DCF-5012-325A-112DC29DE05E}"/>
          </ac:spMkLst>
        </pc:spChg>
        <pc:spChg chg="mod">
          <ac:chgData name="Người dùng Khách" userId="" providerId="Windows Live" clId="Web-{1B100269-CCA5-42B0-A349-0021EC7AED96}" dt="2025-03-29T17:03:51.049" v="104"/>
          <ac:spMkLst>
            <pc:docMk/>
            <pc:sldMk cId="2722460507" sldId="9864"/>
            <ac:spMk id="4" creationId="{9B130C5D-607E-1CBB-D591-F748074BB843}"/>
          </ac:spMkLst>
        </pc:spChg>
      </pc:sldChg>
    </pc:docChg>
  </pc:docChgLst>
  <pc:docChgLst>
    <pc:chgData name="Lý Thanh Ngô" userId="d1fb4545a5d636d2" providerId="LiveId" clId="{572A53DC-FA1E-40D6-9AFD-601B456BF9DD}"/>
    <pc:docChg chg="undo custSel addSld delSld modSld">
      <pc:chgData name="Lý Thanh Ngô" userId="d1fb4545a5d636d2" providerId="LiveId" clId="{572A53DC-FA1E-40D6-9AFD-601B456BF9DD}" dt="2025-04-13T02:16:12.493" v="104" actId="14100"/>
      <pc:docMkLst>
        <pc:docMk/>
      </pc:docMkLst>
      <pc:sldChg chg="modSp mod">
        <pc:chgData name="Lý Thanh Ngô" userId="d1fb4545a5d636d2" providerId="LiveId" clId="{572A53DC-FA1E-40D6-9AFD-601B456BF9DD}" dt="2025-04-13T02:15:53.319" v="103" actId="403"/>
        <pc:sldMkLst>
          <pc:docMk/>
          <pc:sldMk cId="591027290" sldId="257"/>
        </pc:sldMkLst>
        <pc:spChg chg="mod">
          <ac:chgData name="Lý Thanh Ngô" userId="d1fb4545a5d636d2" providerId="LiveId" clId="{572A53DC-FA1E-40D6-9AFD-601B456BF9DD}" dt="2025-04-13T02:15:53.319" v="103" actId="403"/>
          <ac:spMkLst>
            <pc:docMk/>
            <pc:sldMk cId="591027290" sldId="257"/>
            <ac:spMk id="3" creationId="{00000000-0000-0000-0000-000000000000}"/>
          </ac:spMkLst>
        </pc:spChg>
      </pc:sldChg>
      <pc:sldChg chg="modSp mod">
        <pc:chgData name="Lý Thanh Ngô" userId="d1fb4545a5d636d2" providerId="LiveId" clId="{572A53DC-FA1E-40D6-9AFD-601B456BF9DD}" dt="2025-04-13T02:16:12.493" v="104" actId="14100"/>
        <pc:sldMkLst>
          <pc:docMk/>
          <pc:sldMk cId="2171119766" sldId="258"/>
        </pc:sldMkLst>
        <pc:spChg chg="mod">
          <ac:chgData name="Lý Thanh Ngô" userId="d1fb4545a5d636d2" providerId="LiveId" clId="{572A53DC-FA1E-40D6-9AFD-601B456BF9DD}" dt="2025-04-13T02:16:12.493" v="104" actId="14100"/>
          <ac:spMkLst>
            <pc:docMk/>
            <pc:sldMk cId="2171119766" sldId="258"/>
            <ac:spMk id="7170" creationId="{00000000-0000-0000-0000-000000000000}"/>
          </ac:spMkLst>
        </pc:spChg>
      </pc:sldChg>
      <pc:sldChg chg="modSp mod">
        <pc:chgData name="Lý Thanh Ngô" userId="d1fb4545a5d636d2" providerId="LiveId" clId="{572A53DC-FA1E-40D6-9AFD-601B456BF9DD}" dt="2025-04-13T02:11:57.845" v="20" actId="20577"/>
        <pc:sldMkLst>
          <pc:docMk/>
          <pc:sldMk cId="3057438887" sldId="259"/>
        </pc:sldMkLst>
        <pc:spChg chg="mod">
          <ac:chgData name="Lý Thanh Ngô" userId="d1fb4545a5d636d2" providerId="LiveId" clId="{572A53DC-FA1E-40D6-9AFD-601B456BF9DD}" dt="2025-04-13T02:11:57.845" v="20" actId="20577"/>
          <ac:spMkLst>
            <pc:docMk/>
            <pc:sldMk cId="3057438887" sldId="259"/>
            <ac:spMk id="3" creationId="{00000000-0000-0000-0000-000000000000}"/>
          </ac:spMkLst>
        </pc:spChg>
      </pc:sldChg>
      <pc:sldChg chg="modSp mod">
        <pc:chgData name="Lý Thanh Ngô" userId="d1fb4545a5d636d2" providerId="LiveId" clId="{572A53DC-FA1E-40D6-9AFD-601B456BF9DD}" dt="2025-04-13T02:12:12.258" v="26" actId="20577"/>
        <pc:sldMkLst>
          <pc:docMk/>
          <pc:sldMk cId="532766581" sldId="260"/>
        </pc:sldMkLst>
        <pc:spChg chg="mod">
          <ac:chgData name="Lý Thanh Ngô" userId="d1fb4545a5d636d2" providerId="LiveId" clId="{572A53DC-FA1E-40D6-9AFD-601B456BF9DD}" dt="2025-04-13T02:12:12.258" v="26" actId="20577"/>
          <ac:spMkLst>
            <pc:docMk/>
            <pc:sldMk cId="532766581" sldId="260"/>
            <ac:spMk id="7170" creationId="{00000000-0000-0000-0000-000000000000}"/>
          </ac:spMkLst>
        </pc:spChg>
      </pc:sldChg>
      <pc:sldChg chg="modSp mod">
        <pc:chgData name="Lý Thanh Ngô" userId="d1fb4545a5d636d2" providerId="LiveId" clId="{572A53DC-FA1E-40D6-9AFD-601B456BF9DD}" dt="2025-04-13T02:12:28.041" v="33" actId="20577"/>
        <pc:sldMkLst>
          <pc:docMk/>
          <pc:sldMk cId="1487358291" sldId="261"/>
        </pc:sldMkLst>
        <pc:spChg chg="mod">
          <ac:chgData name="Lý Thanh Ngô" userId="d1fb4545a5d636d2" providerId="LiveId" clId="{572A53DC-FA1E-40D6-9AFD-601B456BF9DD}" dt="2025-04-13T02:12:28.041" v="33" actId="20577"/>
          <ac:spMkLst>
            <pc:docMk/>
            <pc:sldMk cId="1487358291" sldId="261"/>
            <ac:spMk id="7170" creationId="{00000000-0000-0000-0000-000000000000}"/>
          </ac:spMkLst>
        </pc:spChg>
      </pc:sldChg>
      <pc:sldChg chg="modSp mod">
        <pc:chgData name="Lý Thanh Ngô" userId="d1fb4545a5d636d2" providerId="LiveId" clId="{572A53DC-FA1E-40D6-9AFD-601B456BF9DD}" dt="2025-04-13T02:13:01.536" v="47" actId="20577"/>
        <pc:sldMkLst>
          <pc:docMk/>
          <pc:sldMk cId="1140672165" sldId="263"/>
        </pc:sldMkLst>
        <pc:spChg chg="mod">
          <ac:chgData name="Lý Thanh Ngô" userId="d1fb4545a5d636d2" providerId="LiveId" clId="{572A53DC-FA1E-40D6-9AFD-601B456BF9DD}" dt="2025-04-13T02:13:01.536" v="47" actId="20577"/>
          <ac:spMkLst>
            <pc:docMk/>
            <pc:sldMk cId="1140672165" sldId="263"/>
            <ac:spMk id="7170" creationId="{00000000-0000-0000-0000-000000000000}"/>
          </ac:spMkLst>
        </pc:spChg>
      </pc:sldChg>
      <pc:sldChg chg="modSp mod">
        <pc:chgData name="Lý Thanh Ngô" userId="d1fb4545a5d636d2" providerId="LiveId" clId="{572A53DC-FA1E-40D6-9AFD-601B456BF9DD}" dt="2025-04-13T02:13:11.801" v="50" actId="27636"/>
        <pc:sldMkLst>
          <pc:docMk/>
          <pc:sldMk cId="1434756872" sldId="265"/>
        </pc:sldMkLst>
        <pc:spChg chg="mod">
          <ac:chgData name="Lý Thanh Ngô" userId="d1fb4545a5d636d2" providerId="LiveId" clId="{572A53DC-FA1E-40D6-9AFD-601B456BF9DD}" dt="2025-04-13T02:13:11.801" v="50" actId="27636"/>
          <ac:spMkLst>
            <pc:docMk/>
            <pc:sldMk cId="1434756872" sldId="265"/>
            <ac:spMk id="7170" creationId="{00000000-0000-0000-0000-000000000000}"/>
          </ac:spMkLst>
        </pc:spChg>
      </pc:sldChg>
      <pc:sldChg chg="modSp mod">
        <pc:chgData name="Lý Thanh Ngô" userId="d1fb4545a5d636d2" providerId="LiveId" clId="{572A53DC-FA1E-40D6-9AFD-601B456BF9DD}" dt="2025-04-13T02:13:25.104" v="53" actId="27636"/>
        <pc:sldMkLst>
          <pc:docMk/>
          <pc:sldMk cId="1191164645" sldId="266"/>
        </pc:sldMkLst>
        <pc:spChg chg="mod">
          <ac:chgData name="Lý Thanh Ngô" userId="d1fb4545a5d636d2" providerId="LiveId" clId="{572A53DC-FA1E-40D6-9AFD-601B456BF9DD}" dt="2025-04-13T02:13:25.104" v="53" actId="27636"/>
          <ac:spMkLst>
            <pc:docMk/>
            <pc:sldMk cId="1191164645" sldId="266"/>
            <ac:spMk id="7170" creationId="{00000000-0000-0000-0000-000000000000}"/>
          </ac:spMkLst>
        </pc:spChg>
      </pc:sldChg>
      <pc:sldChg chg="modSp add mod">
        <pc:chgData name="Lý Thanh Ngô" userId="d1fb4545a5d636d2" providerId="LiveId" clId="{572A53DC-FA1E-40D6-9AFD-601B456BF9DD}" dt="2025-04-13T02:14:13.720" v="74" actId="255"/>
        <pc:sldMkLst>
          <pc:docMk/>
          <pc:sldMk cId="3745318228" sldId="10025"/>
        </pc:sldMkLst>
        <pc:spChg chg="mod">
          <ac:chgData name="Lý Thanh Ngô" userId="d1fb4545a5d636d2" providerId="LiveId" clId="{572A53DC-FA1E-40D6-9AFD-601B456BF9DD}" dt="2025-04-13T02:14:13.720" v="74" actId="255"/>
          <ac:spMkLst>
            <pc:docMk/>
            <pc:sldMk cId="3745318228" sldId="10025"/>
            <ac:spMk id="7170" creationId="{B03D3875-C065-9232-5CCB-9E4598D6B32B}"/>
          </ac:spMkLst>
        </pc:spChg>
      </pc:sldChg>
      <pc:sldChg chg="add del">
        <pc:chgData name="Lý Thanh Ngô" userId="d1fb4545a5d636d2" providerId="LiveId" clId="{572A53DC-FA1E-40D6-9AFD-601B456BF9DD}" dt="2025-04-13T02:15:41.047" v="102" actId="47"/>
        <pc:sldMkLst>
          <pc:docMk/>
          <pc:sldMk cId="4186013731" sldId="10026"/>
        </pc:sldMkLst>
      </pc:sldChg>
      <pc:sldChg chg="modSp add mod">
        <pc:chgData name="Lý Thanh Ngô" userId="d1fb4545a5d636d2" providerId="LiveId" clId="{572A53DC-FA1E-40D6-9AFD-601B456BF9DD}" dt="2025-04-13T02:14:42.368" v="85" actId="20577"/>
        <pc:sldMkLst>
          <pc:docMk/>
          <pc:sldMk cId="2805427209" sldId="10027"/>
        </pc:sldMkLst>
        <pc:spChg chg="mod">
          <ac:chgData name="Lý Thanh Ngô" userId="d1fb4545a5d636d2" providerId="LiveId" clId="{572A53DC-FA1E-40D6-9AFD-601B456BF9DD}" dt="2025-04-13T02:14:42.368" v="85" actId="20577"/>
          <ac:spMkLst>
            <pc:docMk/>
            <pc:sldMk cId="2805427209" sldId="10027"/>
            <ac:spMk id="7170" creationId="{6C388B8F-92EB-F8BC-C719-6F704A7EB62E}"/>
          </ac:spMkLst>
        </pc:spChg>
      </pc:sldChg>
      <pc:sldChg chg="modSp add mod">
        <pc:chgData name="Lý Thanh Ngô" userId="d1fb4545a5d636d2" providerId="LiveId" clId="{572A53DC-FA1E-40D6-9AFD-601B456BF9DD}" dt="2025-04-13T02:14:55.407" v="87"/>
        <pc:sldMkLst>
          <pc:docMk/>
          <pc:sldMk cId="400344294" sldId="10028"/>
        </pc:sldMkLst>
        <pc:spChg chg="mod">
          <ac:chgData name="Lý Thanh Ngô" userId="d1fb4545a5d636d2" providerId="LiveId" clId="{572A53DC-FA1E-40D6-9AFD-601B456BF9DD}" dt="2025-04-13T02:14:55.407" v="87"/>
          <ac:spMkLst>
            <pc:docMk/>
            <pc:sldMk cId="400344294" sldId="10028"/>
            <ac:spMk id="7170" creationId="{74836C57-81A1-171A-0033-498FC909B48D}"/>
          </ac:spMkLst>
        </pc:spChg>
      </pc:sldChg>
      <pc:sldChg chg="modSp add mod">
        <pc:chgData name="Lý Thanh Ngô" userId="d1fb4545a5d636d2" providerId="LiveId" clId="{572A53DC-FA1E-40D6-9AFD-601B456BF9DD}" dt="2025-04-13T02:15:15.361" v="92" actId="20577"/>
        <pc:sldMkLst>
          <pc:docMk/>
          <pc:sldMk cId="2530891263" sldId="10029"/>
        </pc:sldMkLst>
        <pc:spChg chg="mod">
          <ac:chgData name="Lý Thanh Ngô" userId="d1fb4545a5d636d2" providerId="LiveId" clId="{572A53DC-FA1E-40D6-9AFD-601B456BF9DD}" dt="2025-04-13T02:15:15.361" v="92" actId="20577"/>
          <ac:spMkLst>
            <pc:docMk/>
            <pc:sldMk cId="2530891263" sldId="10029"/>
            <ac:spMk id="7170" creationId="{1725084F-0C50-CE5E-ED27-E9FD6D0F6769}"/>
          </ac:spMkLst>
        </pc:spChg>
      </pc:sldChg>
      <pc:sldChg chg="modSp add mod">
        <pc:chgData name="Lý Thanh Ngô" userId="d1fb4545a5d636d2" providerId="LiveId" clId="{572A53DC-FA1E-40D6-9AFD-601B456BF9DD}" dt="2025-04-13T02:15:39.547" v="101" actId="207"/>
        <pc:sldMkLst>
          <pc:docMk/>
          <pc:sldMk cId="4195677237" sldId="10030"/>
        </pc:sldMkLst>
        <pc:spChg chg="mod">
          <ac:chgData name="Lý Thanh Ngô" userId="d1fb4545a5d636d2" providerId="LiveId" clId="{572A53DC-FA1E-40D6-9AFD-601B456BF9DD}" dt="2025-04-13T02:15:39.547" v="101" actId="207"/>
          <ac:spMkLst>
            <pc:docMk/>
            <pc:sldMk cId="4195677237" sldId="10030"/>
            <ac:spMk id="7170" creationId="{1FA55E2C-9F42-E4AD-447A-B8389F4E6E51}"/>
          </ac:spMkLst>
        </pc:spChg>
      </pc:sldChg>
    </pc:docChg>
  </pc:docChgLst>
  <pc:docChgLst>
    <pc:chgData name="Lý Thanh Ngô" userId="d1fb4545a5d636d2" providerId="LiveId" clId="{ABD4904B-081A-47C6-B87B-1F2506E329D6}"/>
    <pc:docChg chg="undo redo custSel addSld delSld modSld sldOrd delMainMaster">
      <pc:chgData name="Lý Thanh Ngô" userId="d1fb4545a5d636d2" providerId="LiveId" clId="{ABD4904B-081A-47C6-B87B-1F2506E329D6}" dt="2025-03-30T06:10:53.274" v="2014" actId="123"/>
      <pc:docMkLst>
        <pc:docMk/>
      </pc:docMkLst>
      <pc:sldChg chg="modSp mod">
        <pc:chgData name="Lý Thanh Ngô" userId="d1fb4545a5d636d2" providerId="LiveId" clId="{ABD4904B-081A-47C6-B87B-1F2506E329D6}" dt="2025-03-30T04:54:23.912" v="1799" actId="122"/>
        <pc:sldMkLst>
          <pc:docMk/>
          <pc:sldMk cId="0" sldId="304"/>
        </pc:sldMkLst>
        <pc:spChg chg="mod">
          <ac:chgData name="Lý Thanh Ngô" userId="d1fb4545a5d636d2" providerId="LiveId" clId="{ABD4904B-081A-47C6-B87B-1F2506E329D6}" dt="2025-03-30T04:54:23.912" v="1799" actId="122"/>
          <ac:spMkLst>
            <pc:docMk/>
            <pc:sldMk cId="0" sldId="304"/>
            <ac:spMk id="46082" creationId="{E17C6E24-CB11-9ED3-E73D-25EE4CA00827}"/>
          </ac:spMkLst>
        </pc:spChg>
      </pc:sldChg>
      <pc:sldChg chg="modSp mod">
        <pc:chgData name="Lý Thanh Ngô" userId="d1fb4545a5d636d2" providerId="LiveId" clId="{ABD4904B-081A-47C6-B87B-1F2506E329D6}" dt="2025-03-30T04:52:57.906" v="1763" actId="123"/>
        <pc:sldMkLst>
          <pc:docMk/>
          <pc:sldMk cId="0" sldId="321"/>
        </pc:sldMkLst>
        <pc:spChg chg="mod">
          <ac:chgData name="Lý Thanh Ngô" userId="d1fb4545a5d636d2" providerId="LiveId" clId="{ABD4904B-081A-47C6-B87B-1F2506E329D6}" dt="2025-03-30T04:52:57.906" v="1763" actId="123"/>
          <ac:spMkLst>
            <pc:docMk/>
            <pc:sldMk cId="0" sldId="321"/>
            <ac:spMk id="66562" creationId="{D884BA29-1F76-D50D-3220-7C4834945777}"/>
          </ac:spMkLst>
        </pc:spChg>
      </pc:sldChg>
      <pc:sldChg chg="modSp mod">
        <pc:chgData name="Lý Thanh Ngô" userId="d1fb4545a5d636d2" providerId="LiveId" clId="{ABD4904B-081A-47C6-B87B-1F2506E329D6}" dt="2025-03-30T04:53:05.836" v="1765" actId="123"/>
        <pc:sldMkLst>
          <pc:docMk/>
          <pc:sldMk cId="0" sldId="322"/>
        </pc:sldMkLst>
        <pc:spChg chg="mod">
          <ac:chgData name="Lý Thanh Ngô" userId="d1fb4545a5d636d2" providerId="LiveId" clId="{ABD4904B-081A-47C6-B87B-1F2506E329D6}" dt="2025-03-30T04:53:05.836" v="1765" actId="123"/>
          <ac:spMkLst>
            <pc:docMk/>
            <pc:sldMk cId="0" sldId="322"/>
            <ac:spMk id="66562" creationId="{DB96D1C1-1479-6C6E-261C-24F0694D7BDD}"/>
          </ac:spMkLst>
        </pc:spChg>
      </pc:sldChg>
      <pc:sldChg chg="modSp mod">
        <pc:chgData name="Lý Thanh Ngô" userId="d1fb4545a5d636d2" providerId="LiveId" clId="{ABD4904B-081A-47C6-B87B-1F2506E329D6}" dt="2025-03-30T04:53:10.913" v="1766" actId="123"/>
        <pc:sldMkLst>
          <pc:docMk/>
          <pc:sldMk cId="0" sldId="323"/>
        </pc:sldMkLst>
        <pc:spChg chg="mod">
          <ac:chgData name="Lý Thanh Ngô" userId="d1fb4545a5d636d2" providerId="LiveId" clId="{ABD4904B-081A-47C6-B87B-1F2506E329D6}" dt="2025-03-30T04:53:10.913" v="1766" actId="123"/>
          <ac:spMkLst>
            <pc:docMk/>
            <pc:sldMk cId="0" sldId="323"/>
            <ac:spMk id="66562" creationId="{C3F13C7A-5304-48FF-CAD8-39A6B663E1B7}"/>
          </ac:spMkLst>
        </pc:spChg>
      </pc:sldChg>
      <pc:sldChg chg="modSp mod">
        <pc:chgData name="Lý Thanh Ngô" userId="d1fb4545a5d636d2" providerId="LiveId" clId="{ABD4904B-081A-47C6-B87B-1F2506E329D6}" dt="2025-03-30T04:53:17.920" v="1768" actId="123"/>
        <pc:sldMkLst>
          <pc:docMk/>
          <pc:sldMk cId="0" sldId="324"/>
        </pc:sldMkLst>
        <pc:spChg chg="mod">
          <ac:chgData name="Lý Thanh Ngô" userId="d1fb4545a5d636d2" providerId="LiveId" clId="{ABD4904B-081A-47C6-B87B-1F2506E329D6}" dt="2025-03-30T04:53:17.920" v="1768" actId="123"/>
          <ac:spMkLst>
            <pc:docMk/>
            <pc:sldMk cId="0" sldId="324"/>
            <ac:spMk id="66562" creationId="{030630BD-3423-7E1C-CA80-A2B4DAF1EA01}"/>
          </ac:spMkLst>
        </pc:spChg>
      </pc:sldChg>
      <pc:sldChg chg="modSp mod">
        <pc:chgData name="Lý Thanh Ngô" userId="d1fb4545a5d636d2" providerId="LiveId" clId="{ABD4904B-081A-47C6-B87B-1F2506E329D6}" dt="2025-03-30T05:03:04.716" v="1993" actId="404"/>
        <pc:sldMkLst>
          <pc:docMk/>
          <pc:sldMk cId="0" sldId="341"/>
        </pc:sldMkLst>
        <pc:spChg chg="mod">
          <ac:chgData name="Lý Thanh Ngô" userId="d1fb4545a5d636d2" providerId="LiveId" clId="{ABD4904B-081A-47C6-B87B-1F2506E329D6}" dt="2025-03-30T05:03:04.716" v="1993" actId="404"/>
          <ac:spMkLst>
            <pc:docMk/>
            <pc:sldMk cId="0" sldId="341"/>
            <ac:spMk id="66562" creationId="{A4D685C3-35A5-ED4F-2DCC-7FD5DCCE7257}"/>
          </ac:spMkLst>
        </pc:spChg>
      </pc:sldChg>
      <pc:sldChg chg="modSp mod">
        <pc:chgData name="Lý Thanh Ngô" userId="d1fb4545a5d636d2" providerId="LiveId" clId="{ABD4904B-081A-47C6-B87B-1F2506E329D6}" dt="2025-03-30T04:25:33.214" v="996" actId="20577"/>
        <pc:sldMkLst>
          <pc:docMk/>
          <pc:sldMk cId="0" sldId="342"/>
        </pc:sldMkLst>
        <pc:spChg chg="mod">
          <ac:chgData name="Lý Thanh Ngô" userId="d1fb4545a5d636d2" providerId="LiveId" clId="{ABD4904B-081A-47C6-B87B-1F2506E329D6}" dt="2025-03-30T04:25:33.214" v="996" actId="20577"/>
          <ac:spMkLst>
            <pc:docMk/>
            <pc:sldMk cId="0" sldId="342"/>
            <ac:spMk id="66562" creationId="{ACD56851-6628-4177-9AD5-458996848715}"/>
          </ac:spMkLst>
        </pc:spChg>
      </pc:sldChg>
      <pc:sldChg chg="modSp mod">
        <pc:chgData name="Lý Thanh Ngô" userId="d1fb4545a5d636d2" providerId="LiveId" clId="{ABD4904B-081A-47C6-B87B-1F2506E329D6}" dt="2025-03-30T04:30:22.957" v="1197" actId="20577"/>
        <pc:sldMkLst>
          <pc:docMk/>
          <pc:sldMk cId="0" sldId="343"/>
        </pc:sldMkLst>
        <pc:spChg chg="mod">
          <ac:chgData name="Lý Thanh Ngô" userId="d1fb4545a5d636d2" providerId="LiveId" clId="{ABD4904B-081A-47C6-B87B-1F2506E329D6}" dt="2025-03-30T04:30:22.957" v="1197" actId="20577"/>
          <ac:spMkLst>
            <pc:docMk/>
            <pc:sldMk cId="0" sldId="343"/>
            <ac:spMk id="66562" creationId="{9BFAB20C-8B8D-DA6D-B8B2-28F039EE254E}"/>
          </ac:spMkLst>
        </pc:spChg>
      </pc:sldChg>
      <pc:sldChg chg="modSp mod">
        <pc:chgData name="Lý Thanh Ngô" userId="d1fb4545a5d636d2" providerId="LiveId" clId="{ABD4904B-081A-47C6-B87B-1F2506E329D6}" dt="2025-03-30T04:32:47.457" v="1237" actId="255"/>
        <pc:sldMkLst>
          <pc:docMk/>
          <pc:sldMk cId="0" sldId="344"/>
        </pc:sldMkLst>
        <pc:spChg chg="mod">
          <ac:chgData name="Lý Thanh Ngô" userId="d1fb4545a5d636d2" providerId="LiveId" clId="{ABD4904B-081A-47C6-B87B-1F2506E329D6}" dt="2025-03-30T04:32:47.457" v="1237" actId="255"/>
          <ac:spMkLst>
            <pc:docMk/>
            <pc:sldMk cId="0" sldId="344"/>
            <ac:spMk id="66562" creationId="{81C76A0F-EF95-2F19-13C9-0D53F5BE8601}"/>
          </ac:spMkLst>
        </pc:spChg>
      </pc:sldChg>
      <pc:sldChg chg="modSp mod">
        <pc:chgData name="Lý Thanh Ngô" userId="d1fb4545a5d636d2" providerId="LiveId" clId="{ABD4904B-081A-47C6-B87B-1F2506E329D6}" dt="2025-03-30T04:34:45.903" v="1259" actId="27636"/>
        <pc:sldMkLst>
          <pc:docMk/>
          <pc:sldMk cId="0" sldId="345"/>
        </pc:sldMkLst>
        <pc:spChg chg="mod">
          <ac:chgData name="Lý Thanh Ngô" userId="d1fb4545a5d636d2" providerId="LiveId" clId="{ABD4904B-081A-47C6-B87B-1F2506E329D6}" dt="2025-03-30T04:34:45.903" v="1259" actId="27636"/>
          <ac:spMkLst>
            <pc:docMk/>
            <pc:sldMk cId="0" sldId="345"/>
            <ac:spMk id="66562" creationId="{AB065F11-4BDC-5D36-3AC6-A4C4BFF5DBC3}"/>
          </ac:spMkLst>
        </pc:spChg>
      </pc:sldChg>
      <pc:sldChg chg="modSp mod">
        <pc:chgData name="Lý Thanh Ngô" userId="d1fb4545a5d636d2" providerId="LiveId" clId="{ABD4904B-081A-47C6-B87B-1F2506E329D6}" dt="2025-03-30T04:35:53.052" v="1281" actId="6549"/>
        <pc:sldMkLst>
          <pc:docMk/>
          <pc:sldMk cId="0" sldId="346"/>
        </pc:sldMkLst>
        <pc:spChg chg="mod">
          <ac:chgData name="Lý Thanh Ngô" userId="d1fb4545a5d636d2" providerId="LiveId" clId="{ABD4904B-081A-47C6-B87B-1F2506E329D6}" dt="2025-03-30T04:35:53.052" v="1281" actId="6549"/>
          <ac:spMkLst>
            <pc:docMk/>
            <pc:sldMk cId="0" sldId="346"/>
            <ac:spMk id="66562" creationId="{C4A6B55D-2891-6BDC-DED5-E5F0D700E625}"/>
          </ac:spMkLst>
        </pc:spChg>
      </pc:sldChg>
      <pc:sldChg chg="modSp mod">
        <pc:chgData name="Lý Thanh Ngô" userId="d1fb4545a5d636d2" providerId="LiveId" clId="{ABD4904B-081A-47C6-B87B-1F2506E329D6}" dt="2025-03-30T04:36:57.323" v="1302" actId="403"/>
        <pc:sldMkLst>
          <pc:docMk/>
          <pc:sldMk cId="0" sldId="347"/>
        </pc:sldMkLst>
        <pc:spChg chg="mod">
          <ac:chgData name="Lý Thanh Ngô" userId="d1fb4545a5d636d2" providerId="LiveId" clId="{ABD4904B-081A-47C6-B87B-1F2506E329D6}" dt="2025-03-30T04:36:57.323" v="1302" actId="403"/>
          <ac:spMkLst>
            <pc:docMk/>
            <pc:sldMk cId="0" sldId="347"/>
            <ac:spMk id="66562" creationId="{4D6D1884-2BBD-1374-8C27-4DF14DF2DBF6}"/>
          </ac:spMkLst>
        </pc:spChg>
      </pc:sldChg>
      <pc:sldChg chg="modSp mod">
        <pc:chgData name="Lý Thanh Ngô" userId="d1fb4545a5d636d2" providerId="LiveId" clId="{ABD4904B-081A-47C6-B87B-1F2506E329D6}" dt="2025-03-30T04:38:51.572" v="1358" actId="27636"/>
        <pc:sldMkLst>
          <pc:docMk/>
          <pc:sldMk cId="0" sldId="348"/>
        </pc:sldMkLst>
        <pc:spChg chg="mod">
          <ac:chgData name="Lý Thanh Ngô" userId="d1fb4545a5d636d2" providerId="LiveId" clId="{ABD4904B-081A-47C6-B87B-1F2506E329D6}" dt="2025-03-30T04:38:51.572" v="1358" actId="27636"/>
          <ac:spMkLst>
            <pc:docMk/>
            <pc:sldMk cId="0" sldId="348"/>
            <ac:spMk id="66562" creationId="{33CC4CD7-1B60-C439-112A-F5719E6F93AB}"/>
          </ac:spMkLst>
        </pc:spChg>
      </pc:sldChg>
      <pc:sldChg chg="modSp mod">
        <pc:chgData name="Lý Thanh Ngô" userId="d1fb4545a5d636d2" providerId="LiveId" clId="{ABD4904B-081A-47C6-B87B-1F2506E329D6}" dt="2025-03-30T04:39:46.769" v="1372" actId="27636"/>
        <pc:sldMkLst>
          <pc:docMk/>
          <pc:sldMk cId="0" sldId="349"/>
        </pc:sldMkLst>
        <pc:spChg chg="mod">
          <ac:chgData name="Lý Thanh Ngô" userId="d1fb4545a5d636d2" providerId="LiveId" clId="{ABD4904B-081A-47C6-B87B-1F2506E329D6}" dt="2025-03-30T04:39:46.769" v="1372" actId="27636"/>
          <ac:spMkLst>
            <pc:docMk/>
            <pc:sldMk cId="0" sldId="349"/>
            <ac:spMk id="66562" creationId="{C0F1FE32-B775-A81C-6666-6F3DFFF789A0}"/>
          </ac:spMkLst>
        </pc:spChg>
      </pc:sldChg>
      <pc:sldChg chg="modSp mod">
        <pc:chgData name="Lý Thanh Ngô" userId="d1fb4545a5d636d2" providerId="LiveId" clId="{ABD4904B-081A-47C6-B87B-1F2506E329D6}" dt="2025-03-30T04:40:14.375" v="1384" actId="403"/>
        <pc:sldMkLst>
          <pc:docMk/>
          <pc:sldMk cId="0" sldId="350"/>
        </pc:sldMkLst>
        <pc:spChg chg="mod">
          <ac:chgData name="Lý Thanh Ngô" userId="d1fb4545a5d636d2" providerId="LiveId" clId="{ABD4904B-081A-47C6-B87B-1F2506E329D6}" dt="2025-03-30T04:40:14.375" v="1384" actId="403"/>
          <ac:spMkLst>
            <pc:docMk/>
            <pc:sldMk cId="0" sldId="350"/>
            <ac:spMk id="66562" creationId="{F76B668E-C196-E29B-D15F-AFB22C66E040}"/>
          </ac:spMkLst>
        </pc:spChg>
      </pc:sldChg>
      <pc:sldChg chg="modSp mod">
        <pc:chgData name="Lý Thanh Ngô" userId="d1fb4545a5d636d2" providerId="LiveId" clId="{ABD4904B-081A-47C6-B87B-1F2506E329D6}" dt="2025-03-30T04:42:53.021" v="1535" actId="403"/>
        <pc:sldMkLst>
          <pc:docMk/>
          <pc:sldMk cId="0" sldId="351"/>
        </pc:sldMkLst>
        <pc:spChg chg="mod">
          <ac:chgData name="Lý Thanh Ngô" userId="d1fb4545a5d636d2" providerId="LiveId" clId="{ABD4904B-081A-47C6-B87B-1F2506E329D6}" dt="2025-03-30T04:42:53.021" v="1535" actId="403"/>
          <ac:spMkLst>
            <pc:docMk/>
            <pc:sldMk cId="0" sldId="351"/>
            <ac:spMk id="66562" creationId="{B66FF892-2DFC-35F5-832D-65ECBE15DADD}"/>
          </ac:spMkLst>
        </pc:spChg>
      </pc:sldChg>
      <pc:sldChg chg="modSp mod">
        <pc:chgData name="Lý Thanh Ngô" userId="d1fb4545a5d636d2" providerId="LiveId" clId="{ABD4904B-081A-47C6-B87B-1F2506E329D6}" dt="2025-03-30T04:44:46.538" v="1586" actId="120"/>
        <pc:sldMkLst>
          <pc:docMk/>
          <pc:sldMk cId="0" sldId="352"/>
        </pc:sldMkLst>
        <pc:spChg chg="mod">
          <ac:chgData name="Lý Thanh Ngô" userId="d1fb4545a5d636d2" providerId="LiveId" clId="{ABD4904B-081A-47C6-B87B-1F2506E329D6}" dt="2025-03-30T04:44:46.538" v="1586" actId="120"/>
          <ac:spMkLst>
            <pc:docMk/>
            <pc:sldMk cId="0" sldId="352"/>
            <ac:spMk id="66562" creationId="{BE0D3BF3-E3D0-B397-F77F-20BAF3B2FA4A}"/>
          </ac:spMkLst>
        </pc:spChg>
      </pc:sldChg>
      <pc:sldChg chg="modSp mod">
        <pc:chgData name="Lý Thanh Ngô" userId="d1fb4545a5d636d2" providerId="LiveId" clId="{ABD4904B-081A-47C6-B87B-1F2506E329D6}" dt="2025-03-30T04:48:59.585" v="1669" actId="120"/>
        <pc:sldMkLst>
          <pc:docMk/>
          <pc:sldMk cId="0" sldId="353"/>
        </pc:sldMkLst>
        <pc:spChg chg="mod">
          <ac:chgData name="Lý Thanh Ngô" userId="d1fb4545a5d636d2" providerId="LiveId" clId="{ABD4904B-081A-47C6-B87B-1F2506E329D6}" dt="2025-03-30T04:48:59.585" v="1669" actId="120"/>
          <ac:spMkLst>
            <pc:docMk/>
            <pc:sldMk cId="0" sldId="353"/>
            <ac:spMk id="66562" creationId="{EA9068C9-9945-05A1-E593-DF0FB5AFE597}"/>
          </ac:spMkLst>
        </pc:spChg>
      </pc:sldChg>
      <pc:sldChg chg="modSp mod">
        <pc:chgData name="Lý Thanh Ngô" userId="d1fb4545a5d636d2" providerId="LiveId" clId="{ABD4904B-081A-47C6-B87B-1F2506E329D6}" dt="2025-03-30T04:49:51.228" v="1699" actId="207"/>
        <pc:sldMkLst>
          <pc:docMk/>
          <pc:sldMk cId="0" sldId="354"/>
        </pc:sldMkLst>
        <pc:spChg chg="mod">
          <ac:chgData name="Lý Thanh Ngô" userId="d1fb4545a5d636d2" providerId="LiveId" clId="{ABD4904B-081A-47C6-B87B-1F2506E329D6}" dt="2025-03-30T04:49:51.228" v="1699" actId="207"/>
          <ac:spMkLst>
            <pc:docMk/>
            <pc:sldMk cId="0" sldId="354"/>
            <ac:spMk id="66562" creationId="{433D330E-1ADA-A91D-179B-B45C0AD17696}"/>
          </ac:spMkLst>
        </pc:spChg>
      </pc:sldChg>
      <pc:sldChg chg="modSp mod">
        <pc:chgData name="Lý Thanh Ngô" userId="d1fb4545a5d636d2" providerId="LiveId" clId="{ABD4904B-081A-47C6-B87B-1F2506E329D6}" dt="2025-03-30T04:50:10.327" v="1705" actId="207"/>
        <pc:sldMkLst>
          <pc:docMk/>
          <pc:sldMk cId="0" sldId="355"/>
        </pc:sldMkLst>
        <pc:spChg chg="mod">
          <ac:chgData name="Lý Thanh Ngô" userId="d1fb4545a5d636d2" providerId="LiveId" clId="{ABD4904B-081A-47C6-B87B-1F2506E329D6}" dt="2025-03-30T04:50:10.327" v="1705" actId="207"/>
          <ac:spMkLst>
            <pc:docMk/>
            <pc:sldMk cId="0" sldId="355"/>
            <ac:spMk id="66562" creationId="{B29CBAD3-9A59-1290-3F2E-48D6B157815B}"/>
          </ac:spMkLst>
        </pc:spChg>
      </pc:sldChg>
      <pc:sldChg chg="modSp mod">
        <pc:chgData name="Lý Thanh Ngô" userId="d1fb4545a5d636d2" providerId="LiveId" clId="{ABD4904B-081A-47C6-B87B-1F2506E329D6}" dt="2025-03-30T04:52:20.889" v="1756" actId="403"/>
        <pc:sldMkLst>
          <pc:docMk/>
          <pc:sldMk cId="0" sldId="356"/>
        </pc:sldMkLst>
        <pc:spChg chg="mod">
          <ac:chgData name="Lý Thanh Ngô" userId="d1fb4545a5d636d2" providerId="LiveId" clId="{ABD4904B-081A-47C6-B87B-1F2506E329D6}" dt="2025-03-30T04:52:20.889" v="1756" actId="403"/>
          <ac:spMkLst>
            <pc:docMk/>
            <pc:sldMk cId="0" sldId="356"/>
            <ac:spMk id="91138" creationId="{7897A9CE-D9A3-DFCA-186C-54A0F3C6308C}"/>
          </ac:spMkLst>
        </pc:spChg>
      </pc:sldChg>
      <pc:sldChg chg="modSp mod">
        <pc:chgData name="Lý Thanh Ngô" userId="d1fb4545a5d636d2" providerId="LiveId" clId="{ABD4904B-081A-47C6-B87B-1F2506E329D6}" dt="2025-03-30T04:51:47.981" v="1742" actId="27636"/>
        <pc:sldMkLst>
          <pc:docMk/>
          <pc:sldMk cId="0" sldId="357"/>
        </pc:sldMkLst>
        <pc:spChg chg="mod">
          <ac:chgData name="Lý Thanh Ngô" userId="d1fb4545a5d636d2" providerId="LiveId" clId="{ABD4904B-081A-47C6-B87B-1F2506E329D6}" dt="2025-03-30T04:51:47.981" v="1742" actId="27636"/>
          <ac:spMkLst>
            <pc:docMk/>
            <pc:sldMk cId="0" sldId="357"/>
            <ac:spMk id="66562" creationId="{8CAC1D55-A1D3-AA61-1F0B-406CD71DF7FD}"/>
          </ac:spMkLst>
        </pc:spChg>
      </pc:sldChg>
      <pc:sldChg chg="modSp mod setBg">
        <pc:chgData name="Lý Thanh Ngô" userId="d1fb4545a5d636d2" providerId="LiveId" clId="{ABD4904B-081A-47C6-B87B-1F2506E329D6}" dt="2025-03-30T04:51:32.892" v="1733" actId="403"/>
        <pc:sldMkLst>
          <pc:docMk/>
          <pc:sldMk cId="0" sldId="358"/>
        </pc:sldMkLst>
        <pc:spChg chg="mod">
          <ac:chgData name="Lý Thanh Ngô" userId="d1fb4545a5d636d2" providerId="LiveId" clId="{ABD4904B-081A-47C6-B87B-1F2506E329D6}" dt="2025-03-30T04:51:32.892" v="1733" actId="403"/>
          <ac:spMkLst>
            <pc:docMk/>
            <pc:sldMk cId="0" sldId="358"/>
            <ac:spMk id="66562" creationId="{0EBC0F20-DD81-3105-D8C6-A7937474A117}"/>
          </ac:spMkLst>
        </pc:spChg>
      </pc:sldChg>
      <pc:sldChg chg="modSp mod">
        <pc:chgData name="Lý Thanh Ngô" userId="d1fb4545a5d636d2" providerId="LiveId" clId="{ABD4904B-081A-47C6-B87B-1F2506E329D6}" dt="2025-03-30T04:51:25.241" v="1730" actId="403"/>
        <pc:sldMkLst>
          <pc:docMk/>
          <pc:sldMk cId="0" sldId="359"/>
        </pc:sldMkLst>
        <pc:spChg chg="mod">
          <ac:chgData name="Lý Thanh Ngô" userId="d1fb4545a5d636d2" providerId="LiveId" clId="{ABD4904B-081A-47C6-B87B-1F2506E329D6}" dt="2025-03-30T04:51:25.241" v="1730" actId="403"/>
          <ac:spMkLst>
            <pc:docMk/>
            <pc:sldMk cId="0" sldId="359"/>
            <ac:spMk id="59394" creationId="{E52F8858-16E8-FD5D-17B5-C5641CE3D4ED}"/>
          </ac:spMkLst>
        </pc:spChg>
      </pc:sldChg>
      <pc:sldChg chg="modSp mod">
        <pc:chgData name="Lý Thanh Ngô" userId="d1fb4545a5d636d2" providerId="LiveId" clId="{ABD4904B-081A-47C6-B87B-1F2506E329D6}" dt="2025-03-30T04:46:23.095" v="1611" actId="27636"/>
        <pc:sldMkLst>
          <pc:docMk/>
          <pc:sldMk cId="0" sldId="365"/>
        </pc:sldMkLst>
        <pc:spChg chg="mod">
          <ac:chgData name="Lý Thanh Ngô" userId="d1fb4545a5d636d2" providerId="LiveId" clId="{ABD4904B-081A-47C6-B87B-1F2506E329D6}" dt="2025-03-30T04:46:23.095" v="1611" actId="27636"/>
          <ac:spMkLst>
            <pc:docMk/>
            <pc:sldMk cId="0" sldId="365"/>
            <ac:spMk id="102402" creationId="{1084ADDA-DAB6-AF8E-BD14-B16348A1FBD9}"/>
          </ac:spMkLst>
        </pc:spChg>
      </pc:sldChg>
      <pc:sldChg chg="modSp mod">
        <pc:chgData name="Lý Thanh Ngô" userId="d1fb4545a5d636d2" providerId="LiveId" clId="{ABD4904B-081A-47C6-B87B-1F2506E329D6}" dt="2025-03-30T04:46:10.645" v="1605" actId="403"/>
        <pc:sldMkLst>
          <pc:docMk/>
          <pc:sldMk cId="0" sldId="366"/>
        </pc:sldMkLst>
        <pc:spChg chg="mod">
          <ac:chgData name="Lý Thanh Ngô" userId="d1fb4545a5d636d2" providerId="LiveId" clId="{ABD4904B-081A-47C6-B87B-1F2506E329D6}" dt="2025-03-30T04:46:10.645" v="1605" actId="403"/>
          <ac:spMkLst>
            <pc:docMk/>
            <pc:sldMk cId="0" sldId="366"/>
            <ac:spMk id="103426" creationId="{4757C4C1-B1EF-BBE0-782B-EA4BAADC21D5}"/>
          </ac:spMkLst>
        </pc:spChg>
      </pc:sldChg>
      <pc:sldChg chg="modSp mod">
        <pc:chgData name="Lý Thanh Ngô" userId="d1fb4545a5d636d2" providerId="LiveId" clId="{ABD4904B-081A-47C6-B87B-1F2506E329D6}" dt="2025-03-30T04:53:02.270" v="1764" actId="123"/>
        <pc:sldMkLst>
          <pc:docMk/>
          <pc:sldMk cId="0" sldId="371"/>
        </pc:sldMkLst>
        <pc:spChg chg="mod">
          <ac:chgData name="Lý Thanh Ngô" userId="d1fb4545a5d636d2" providerId="LiveId" clId="{ABD4904B-081A-47C6-B87B-1F2506E329D6}" dt="2025-03-30T04:53:02.270" v="1764" actId="123"/>
          <ac:spMkLst>
            <pc:docMk/>
            <pc:sldMk cId="0" sldId="371"/>
            <ac:spMk id="5122" creationId="{3A534A11-9DFE-A5EC-8139-2FB818022E44}"/>
          </ac:spMkLst>
        </pc:spChg>
      </pc:sldChg>
      <pc:sldChg chg="addSp delSp modSp mod modTransition">
        <pc:chgData name="Lý Thanh Ngô" userId="d1fb4545a5d636d2" providerId="LiveId" clId="{ABD4904B-081A-47C6-B87B-1F2506E329D6}" dt="2025-03-27T07:50:57.978" v="473" actId="1076"/>
        <pc:sldMkLst>
          <pc:docMk/>
          <pc:sldMk cId="2472502028" sldId="385"/>
        </pc:sldMkLst>
        <pc:spChg chg="mod">
          <ac:chgData name="Lý Thanh Ngô" userId="d1fb4545a5d636d2" providerId="LiveId" clId="{ABD4904B-081A-47C6-B87B-1F2506E329D6}" dt="2025-03-27T07:49:52.966" v="450" actId="1076"/>
          <ac:spMkLst>
            <pc:docMk/>
            <pc:sldMk cId="2472502028" sldId="385"/>
            <ac:spMk id="4" creationId="{00000000-0000-0000-0000-000000000000}"/>
          </ac:spMkLst>
        </pc:spChg>
        <pc:spChg chg="add mod">
          <ac:chgData name="Lý Thanh Ngô" userId="d1fb4545a5d636d2" providerId="LiveId" clId="{ABD4904B-081A-47C6-B87B-1F2506E329D6}" dt="2025-03-27T07:50:54.110" v="472" actId="1076"/>
          <ac:spMkLst>
            <pc:docMk/>
            <pc:sldMk cId="2472502028" sldId="385"/>
            <ac:spMk id="5" creationId="{EC9E90A0-57EF-B562-11BD-EFA379BF3A1F}"/>
          </ac:spMkLst>
        </pc:spChg>
        <pc:spChg chg="add mod">
          <ac:chgData name="Lý Thanh Ngô" userId="d1fb4545a5d636d2" providerId="LiveId" clId="{ABD4904B-081A-47C6-B87B-1F2506E329D6}" dt="2025-03-27T07:50:57.978" v="473" actId="1076"/>
          <ac:spMkLst>
            <pc:docMk/>
            <pc:sldMk cId="2472502028" sldId="385"/>
            <ac:spMk id="7" creationId="{FA7210C8-01DF-51DB-3853-C95430401C95}"/>
          </ac:spMkLst>
        </pc:spChg>
      </pc:sldChg>
      <pc:sldChg chg="modSp del mod modTransition">
        <pc:chgData name="Lý Thanh Ngô" userId="d1fb4545a5d636d2" providerId="LiveId" clId="{ABD4904B-081A-47C6-B87B-1F2506E329D6}" dt="2025-03-27T07:54:44.862" v="623" actId="47"/>
        <pc:sldMkLst>
          <pc:docMk/>
          <pc:sldMk cId="1775292808" sldId="390"/>
        </pc:sldMkLst>
      </pc:sldChg>
      <pc:sldChg chg="modSp mod">
        <pc:chgData name="Lý Thanh Ngô" userId="d1fb4545a5d636d2" providerId="LiveId" clId="{ABD4904B-081A-47C6-B87B-1F2506E329D6}" dt="2025-03-30T04:52:34.414" v="1762" actId="207"/>
        <pc:sldMkLst>
          <pc:docMk/>
          <pc:sldMk cId="0" sldId="401"/>
        </pc:sldMkLst>
        <pc:spChg chg="mod">
          <ac:chgData name="Lý Thanh Ngô" userId="d1fb4545a5d636d2" providerId="LiveId" clId="{ABD4904B-081A-47C6-B87B-1F2506E329D6}" dt="2025-03-30T04:52:34.414" v="1762" actId="207"/>
          <ac:spMkLst>
            <pc:docMk/>
            <pc:sldMk cId="0" sldId="401"/>
            <ac:spMk id="5122" creationId="{24DA8356-44F2-FA16-4947-37F52C5817CB}"/>
          </ac:spMkLst>
        </pc:spChg>
      </pc:sldChg>
      <pc:sldChg chg="modSp mod">
        <pc:chgData name="Lý Thanh Ngô" userId="d1fb4545a5d636d2" providerId="LiveId" clId="{ABD4904B-081A-47C6-B87B-1F2506E329D6}" dt="2025-03-30T04:52:05.124" v="1749" actId="6549"/>
        <pc:sldMkLst>
          <pc:docMk/>
          <pc:sldMk cId="0" sldId="402"/>
        </pc:sldMkLst>
        <pc:spChg chg="mod">
          <ac:chgData name="Lý Thanh Ngô" userId="d1fb4545a5d636d2" providerId="LiveId" clId="{ABD4904B-081A-47C6-B87B-1F2506E329D6}" dt="2025-03-30T04:52:05.124" v="1749" actId="6549"/>
          <ac:spMkLst>
            <pc:docMk/>
            <pc:sldMk cId="0" sldId="402"/>
            <ac:spMk id="92162" creationId="{1F9C0583-6028-786C-0F2C-B6F741646725}"/>
          </ac:spMkLst>
        </pc:spChg>
      </pc:sldChg>
      <pc:sldChg chg="modSp mod">
        <pc:chgData name="Lý Thanh Ngô" userId="d1fb4545a5d636d2" providerId="LiveId" clId="{ABD4904B-081A-47C6-B87B-1F2506E329D6}" dt="2025-03-30T04:51:19.252" v="1727" actId="27636"/>
        <pc:sldMkLst>
          <pc:docMk/>
          <pc:sldMk cId="0" sldId="403"/>
        </pc:sldMkLst>
        <pc:spChg chg="mod">
          <ac:chgData name="Lý Thanh Ngô" userId="d1fb4545a5d636d2" providerId="LiveId" clId="{ABD4904B-081A-47C6-B87B-1F2506E329D6}" dt="2025-03-30T04:51:19.252" v="1727" actId="27636"/>
          <ac:spMkLst>
            <pc:docMk/>
            <pc:sldMk cId="0" sldId="403"/>
            <ac:spMk id="5122" creationId="{4999B0E5-5D06-2694-2C01-33327C15E3DC}"/>
          </ac:spMkLst>
        </pc:spChg>
      </pc:sldChg>
      <pc:sldChg chg="modSp mod">
        <pc:chgData name="Lý Thanh Ngô" userId="d1fb4545a5d636d2" providerId="LiveId" clId="{ABD4904B-081A-47C6-B87B-1F2506E329D6}" dt="2025-03-30T04:47:32.942" v="1640" actId="403"/>
        <pc:sldMkLst>
          <pc:docMk/>
          <pc:sldMk cId="0" sldId="405"/>
        </pc:sldMkLst>
        <pc:spChg chg="mod">
          <ac:chgData name="Lý Thanh Ngô" userId="d1fb4545a5d636d2" providerId="LiveId" clId="{ABD4904B-081A-47C6-B87B-1F2506E329D6}" dt="2025-03-30T04:47:32.942" v="1640" actId="403"/>
          <ac:spMkLst>
            <pc:docMk/>
            <pc:sldMk cId="0" sldId="405"/>
            <ac:spMk id="101378" creationId="{8B071663-4B6E-994B-582A-6E6D92613C37}"/>
          </ac:spMkLst>
        </pc:spChg>
      </pc:sldChg>
      <pc:sldChg chg="modSp mod">
        <pc:chgData name="Lý Thanh Ngô" userId="d1fb4545a5d636d2" providerId="LiveId" clId="{ABD4904B-081A-47C6-B87B-1F2506E329D6}" dt="2025-03-30T04:47:02.750" v="1626" actId="403"/>
        <pc:sldMkLst>
          <pc:docMk/>
          <pc:sldMk cId="0" sldId="406"/>
        </pc:sldMkLst>
        <pc:spChg chg="mod">
          <ac:chgData name="Lý Thanh Ngô" userId="d1fb4545a5d636d2" providerId="LiveId" clId="{ABD4904B-081A-47C6-B87B-1F2506E329D6}" dt="2025-03-30T04:47:02.750" v="1626" actId="403"/>
          <ac:spMkLst>
            <pc:docMk/>
            <pc:sldMk cId="0" sldId="406"/>
            <ac:spMk id="99330" creationId="{8A50B797-F9AB-BABB-1B40-19BCA9033AB2}"/>
          </ac:spMkLst>
        </pc:spChg>
      </pc:sldChg>
      <pc:sldChg chg="modSp mod">
        <pc:chgData name="Lý Thanh Ngô" userId="d1fb4545a5d636d2" providerId="LiveId" clId="{ABD4904B-081A-47C6-B87B-1F2506E329D6}" dt="2025-03-30T04:46:46.660" v="1619" actId="403"/>
        <pc:sldMkLst>
          <pc:docMk/>
          <pc:sldMk cId="0" sldId="407"/>
        </pc:sldMkLst>
      </pc:sldChg>
      <pc:sldChg chg="modSp mod">
        <pc:chgData name="Lý Thanh Ngô" userId="d1fb4545a5d636d2" providerId="LiveId" clId="{ABD4904B-081A-47C6-B87B-1F2506E329D6}" dt="2025-03-30T04:46:36.099" v="1614" actId="207"/>
        <pc:sldMkLst>
          <pc:docMk/>
          <pc:sldMk cId="0" sldId="408"/>
        </pc:sldMkLst>
        <pc:spChg chg="mod">
          <ac:chgData name="Lý Thanh Ngô" userId="d1fb4545a5d636d2" providerId="LiveId" clId="{ABD4904B-081A-47C6-B87B-1F2506E329D6}" dt="2025-03-30T04:46:36.099" v="1614" actId="207"/>
          <ac:spMkLst>
            <pc:docMk/>
            <pc:sldMk cId="0" sldId="408"/>
            <ac:spMk id="101378" creationId="{05CAE2DE-B2EC-A655-F166-350C09BD7435}"/>
          </ac:spMkLst>
        </pc:spChg>
      </pc:sldChg>
      <pc:sldChg chg="modSp mod">
        <pc:chgData name="Lý Thanh Ngô" userId="d1fb4545a5d636d2" providerId="LiveId" clId="{ABD4904B-081A-47C6-B87B-1F2506E329D6}" dt="2025-03-30T04:23:56.539" v="921" actId="27636"/>
        <pc:sldMkLst>
          <pc:docMk/>
          <pc:sldMk cId="0" sldId="409"/>
        </pc:sldMkLst>
        <pc:spChg chg="mod">
          <ac:chgData name="Lý Thanh Ngô" userId="d1fb4545a5d636d2" providerId="LiveId" clId="{ABD4904B-081A-47C6-B87B-1F2506E329D6}" dt="2025-03-30T04:23:56.539" v="921" actId="27636"/>
          <ac:spMkLst>
            <pc:docMk/>
            <pc:sldMk cId="0" sldId="409"/>
            <ac:spMk id="5122" creationId="{93146006-FC1B-E6F9-1314-494063FCD611}"/>
          </ac:spMkLst>
        </pc:spChg>
      </pc:sldChg>
      <pc:sldChg chg="modSp mod">
        <pc:chgData name="Lý Thanh Ngô" userId="d1fb4545a5d636d2" providerId="LiveId" clId="{ABD4904B-081A-47C6-B87B-1F2506E329D6}" dt="2025-03-30T04:38:17.474" v="1342" actId="20577"/>
        <pc:sldMkLst>
          <pc:docMk/>
          <pc:sldMk cId="0" sldId="412"/>
        </pc:sldMkLst>
        <pc:spChg chg="mod">
          <ac:chgData name="Lý Thanh Ngô" userId="d1fb4545a5d636d2" providerId="LiveId" clId="{ABD4904B-081A-47C6-B87B-1F2506E329D6}" dt="2025-03-30T04:38:17.474" v="1342" actId="20577"/>
          <ac:spMkLst>
            <pc:docMk/>
            <pc:sldMk cId="0" sldId="412"/>
            <ac:spMk id="5122" creationId="{F3468EC2-34F2-4845-07D9-246E727B0E59}"/>
          </ac:spMkLst>
        </pc:spChg>
      </pc:sldChg>
      <pc:sldChg chg="modSp mod">
        <pc:chgData name="Lý Thanh Ngô" userId="d1fb4545a5d636d2" providerId="LiveId" clId="{ABD4904B-081A-47C6-B87B-1F2506E329D6}" dt="2025-03-30T04:43:42.148" v="1565" actId="27636"/>
        <pc:sldMkLst>
          <pc:docMk/>
          <pc:sldMk cId="0" sldId="413"/>
        </pc:sldMkLst>
        <pc:spChg chg="mod">
          <ac:chgData name="Lý Thanh Ngô" userId="d1fb4545a5d636d2" providerId="LiveId" clId="{ABD4904B-081A-47C6-B87B-1F2506E329D6}" dt="2025-03-30T04:43:42.148" v="1565" actId="27636"/>
          <ac:spMkLst>
            <pc:docMk/>
            <pc:sldMk cId="0" sldId="413"/>
            <ac:spMk id="5122" creationId="{D09B7431-80A5-5A29-5F59-7AE97BB61221}"/>
          </ac:spMkLst>
        </pc:spChg>
      </pc:sldChg>
      <pc:sldChg chg="modSp mod">
        <pc:chgData name="Lý Thanh Ngô" userId="d1fb4545a5d636d2" providerId="LiveId" clId="{ABD4904B-081A-47C6-B87B-1F2506E329D6}" dt="2025-03-30T04:49:30.407" v="1691" actId="403"/>
        <pc:sldMkLst>
          <pc:docMk/>
          <pc:sldMk cId="0" sldId="415"/>
        </pc:sldMkLst>
        <pc:spChg chg="mod">
          <ac:chgData name="Lý Thanh Ngô" userId="d1fb4545a5d636d2" providerId="LiveId" clId="{ABD4904B-081A-47C6-B87B-1F2506E329D6}" dt="2025-03-30T04:49:30.407" v="1691" actId="403"/>
          <ac:spMkLst>
            <pc:docMk/>
            <pc:sldMk cId="0" sldId="415"/>
            <ac:spMk id="5122" creationId="{2B9A6706-C428-3E6A-5662-C680C893E988}"/>
          </ac:spMkLst>
        </pc:spChg>
      </pc:sldChg>
      <pc:sldChg chg="modSp mod">
        <pc:chgData name="Lý Thanh Ngô" userId="d1fb4545a5d636d2" providerId="LiveId" clId="{ABD4904B-081A-47C6-B87B-1F2506E329D6}" dt="2025-03-30T06:10:53.274" v="2014" actId="123"/>
        <pc:sldMkLst>
          <pc:docMk/>
          <pc:sldMk cId="0" sldId="417"/>
        </pc:sldMkLst>
        <pc:spChg chg="mod">
          <ac:chgData name="Lý Thanh Ngô" userId="d1fb4545a5d636d2" providerId="LiveId" clId="{ABD4904B-081A-47C6-B87B-1F2506E329D6}" dt="2025-03-30T06:10:53.274" v="2014" actId="123"/>
          <ac:spMkLst>
            <pc:docMk/>
            <pc:sldMk cId="0" sldId="417"/>
            <ac:spMk id="5122" creationId="{FAEBB9A1-4055-E178-C71E-8310588A2AB3}"/>
          </ac:spMkLst>
        </pc:spChg>
      </pc:sldChg>
      <pc:sldChg chg="modSp mod">
        <pc:chgData name="Lý Thanh Ngô" userId="d1fb4545a5d636d2" providerId="LiveId" clId="{ABD4904B-081A-47C6-B87B-1F2506E329D6}" dt="2025-03-30T04:35:24.079" v="1271" actId="6549"/>
        <pc:sldMkLst>
          <pc:docMk/>
          <pc:sldMk cId="0" sldId="418"/>
        </pc:sldMkLst>
        <pc:spChg chg="mod">
          <ac:chgData name="Lý Thanh Ngô" userId="d1fb4545a5d636d2" providerId="LiveId" clId="{ABD4904B-081A-47C6-B87B-1F2506E329D6}" dt="2025-03-30T04:35:24.079" v="1271" actId="6549"/>
          <ac:spMkLst>
            <pc:docMk/>
            <pc:sldMk cId="0" sldId="418"/>
            <ac:spMk id="5122" creationId="{B841D53A-75CD-A498-2FF8-51D3779388B8}"/>
          </ac:spMkLst>
        </pc:spChg>
      </pc:sldChg>
      <pc:sldChg chg="modSp mod">
        <pc:chgData name="Lý Thanh Ngô" userId="d1fb4545a5d636d2" providerId="LiveId" clId="{ABD4904B-081A-47C6-B87B-1F2506E329D6}" dt="2025-03-30T04:42:18.685" v="1524" actId="20577"/>
        <pc:sldMkLst>
          <pc:docMk/>
          <pc:sldMk cId="0" sldId="419"/>
        </pc:sldMkLst>
        <pc:spChg chg="mod">
          <ac:chgData name="Lý Thanh Ngô" userId="d1fb4545a5d636d2" providerId="LiveId" clId="{ABD4904B-081A-47C6-B87B-1F2506E329D6}" dt="2025-03-30T04:42:18.685" v="1524" actId="20577"/>
          <ac:spMkLst>
            <pc:docMk/>
            <pc:sldMk cId="0" sldId="419"/>
            <ac:spMk id="5122" creationId="{662F0F59-F73C-087E-1261-EE0E44712400}"/>
          </ac:spMkLst>
        </pc:spChg>
      </pc:sldChg>
      <pc:sldChg chg="modSp mod">
        <pc:chgData name="Lý Thanh Ngô" userId="d1fb4545a5d636d2" providerId="LiveId" clId="{ABD4904B-081A-47C6-B87B-1F2506E329D6}" dt="2025-03-30T04:45:56.103" v="1600" actId="255"/>
        <pc:sldMkLst>
          <pc:docMk/>
          <pc:sldMk cId="0" sldId="422"/>
        </pc:sldMkLst>
      </pc:sldChg>
      <pc:sldChg chg="modSp mod">
        <pc:chgData name="Lý Thanh Ngô" userId="d1fb4545a5d636d2" providerId="LiveId" clId="{ABD4904B-081A-47C6-B87B-1F2506E329D6}" dt="2025-03-30T04:45:39.579" v="1594" actId="207"/>
        <pc:sldMkLst>
          <pc:docMk/>
          <pc:sldMk cId="0" sldId="423"/>
        </pc:sldMkLst>
        <pc:spChg chg="mod">
          <ac:chgData name="Lý Thanh Ngô" userId="d1fb4545a5d636d2" providerId="LiveId" clId="{ABD4904B-081A-47C6-B87B-1F2506E329D6}" dt="2025-03-30T04:45:39.579" v="1594" actId="207"/>
          <ac:spMkLst>
            <pc:docMk/>
            <pc:sldMk cId="0" sldId="423"/>
            <ac:spMk id="105474" creationId="{41602E03-DCD1-488B-D053-47495648D28F}"/>
          </ac:spMkLst>
        </pc:spChg>
      </pc:sldChg>
      <pc:sldChg chg="modSp mod">
        <pc:chgData name="Lý Thanh Ngô" userId="d1fb4545a5d636d2" providerId="LiveId" clId="{ABD4904B-081A-47C6-B87B-1F2506E329D6}" dt="2025-03-30T04:45:22.350" v="1590" actId="207"/>
        <pc:sldMkLst>
          <pc:docMk/>
          <pc:sldMk cId="0" sldId="424"/>
        </pc:sldMkLst>
        <pc:spChg chg="mod">
          <ac:chgData name="Lý Thanh Ngô" userId="d1fb4545a5d636d2" providerId="LiveId" clId="{ABD4904B-081A-47C6-B87B-1F2506E329D6}" dt="2025-03-30T04:45:22.350" v="1590" actId="207"/>
          <ac:spMkLst>
            <pc:docMk/>
            <pc:sldMk cId="0" sldId="424"/>
            <ac:spMk id="106498" creationId="{E3BC3CA2-358F-C6F0-6E92-29F63F658DAF}"/>
          </ac:spMkLst>
        </pc:spChg>
      </pc:sldChg>
      <pc:sldChg chg="del">
        <pc:chgData name="Lý Thanh Ngô" userId="d1fb4545a5d636d2" providerId="LiveId" clId="{ABD4904B-081A-47C6-B87B-1F2506E329D6}" dt="2025-03-30T04:47:44.445" v="1641" actId="47"/>
        <pc:sldMkLst>
          <pc:docMk/>
          <pc:sldMk cId="0" sldId="432"/>
        </pc:sldMkLst>
      </pc:sldChg>
      <pc:sldChg chg="modSp mod">
        <pc:chgData name="Lý Thanh Ngô" userId="d1fb4545a5d636d2" providerId="LiveId" clId="{ABD4904B-081A-47C6-B87B-1F2506E329D6}" dt="2025-03-30T04:20:16.669" v="713" actId="20577"/>
        <pc:sldMkLst>
          <pc:docMk/>
          <pc:sldMk cId="3709593179" sldId="992"/>
        </pc:sldMkLst>
        <pc:spChg chg="mod">
          <ac:chgData name="Lý Thanh Ngô" userId="d1fb4545a5d636d2" providerId="LiveId" clId="{ABD4904B-081A-47C6-B87B-1F2506E329D6}" dt="2025-03-30T04:20:16.669" v="713" actId="20577"/>
          <ac:spMkLst>
            <pc:docMk/>
            <pc:sldMk cId="3709593179" sldId="992"/>
            <ac:spMk id="46082" creationId="{00000000-0000-0000-0000-000000000000}"/>
          </ac:spMkLst>
        </pc:spChg>
      </pc:sldChg>
      <pc:sldChg chg="modSp mod">
        <pc:chgData name="Lý Thanh Ngô" userId="d1fb4545a5d636d2" providerId="LiveId" clId="{ABD4904B-081A-47C6-B87B-1F2506E329D6}" dt="2025-03-30T04:54:28.909" v="1800" actId="122"/>
        <pc:sldMkLst>
          <pc:docMk/>
          <pc:sldMk cId="926735322" sldId="1000"/>
        </pc:sldMkLst>
        <pc:spChg chg="mod">
          <ac:chgData name="Lý Thanh Ngô" userId="d1fb4545a5d636d2" providerId="LiveId" clId="{ABD4904B-081A-47C6-B87B-1F2506E329D6}" dt="2025-03-30T04:54:28.909" v="1800" actId="122"/>
          <ac:spMkLst>
            <pc:docMk/>
            <pc:sldMk cId="926735322" sldId="1000"/>
            <ac:spMk id="86018" creationId="{00000000-0000-0000-0000-000000000000}"/>
          </ac:spMkLst>
        </pc:spChg>
      </pc:sldChg>
      <pc:sldChg chg="modSp mod">
        <pc:chgData name="Lý Thanh Ngô" userId="d1fb4545a5d636d2" providerId="LiveId" clId="{ABD4904B-081A-47C6-B87B-1F2506E329D6}" dt="2025-03-30T04:53:37.152" v="1772" actId="123"/>
        <pc:sldMkLst>
          <pc:docMk/>
          <pc:sldMk cId="2279159345" sldId="1001"/>
        </pc:sldMkLst>
        <pc:spChg chg="mod">
          <ac:chgData name="Lý Thanh Ngô" userId="d1fb4545a5d636d2" providerId="LiveId" clId="{ABD4904B-081A-47C6-B87B-1F2506E329D6}" dt="2025-03-30T04:53:37.152" v="1772" actId="123"/>
          <ac:spMkLst>
            <pc:docMk/>
            <pc:sldMk cId="2279159345" sldId="1001"/>
            <ac:spMk id="87042" creationId="{00000000-0000-0000-0000-000000000000}"/>
          </ac:spMkLst>
        </pc:spChg>
      </pc:sldChg>
      <pc:sldChg chg="modSp mod modTransition">
        <pc:chgData name="Lý Thanh Ngô" userId="d1fb4545a5d636d2" providerId="LiveId" clId="{ABD4904B-081A-47C6-B87B-1F2506E329D6}" dt="2025-03-27T01:37:25.084" v="6"/>
        <pc:sldMkLst>
          <pc:docMk/>
          <pc:sldMk cId="3769639125" sldId="9788"/>
        </pc:sldMkLst>
      </pc:sldChg>
      <pc:sldChg chg="modTransition">
        <pc:chgData name="Lý Thanh Ngô" userId="d1fb4545a5d636d2" providerId="LiveId" clId="{ABD4904B-081A-47C6-B87B-1F2506E329D6}" dt="2025-03-27T01:37:25.084" v="6"/>
        <pc:sldMkLst>
          <pc:docMk/>
          <pc:sldMk cId="3917989569" sldId="9789"/>
        </pc:sldMkLst>
      </pc:sldChg>
      <pc:sldChg chg="addSp delSp modSp mod modTransition">
        <pc:chgData name="Lý Thanh Ngô" userId="d1fb4545a5d636d2" providerId="LiveId" clId="{ABD4904B-081A-47C6-B87B-1F2506E329D6}" dt="2025-03-27T07:59:12.257" v="636" actId="26606"/>
        <pc:sldMkLst>
          <pc:docMk/>
          <pc:sldMk cId="3681698675" sldId="9793"/>
        </pc:sldMkLst>
        <pc:spChg chg="mod">
          <ac:chgData name="Lý Thanh Ngô" userId="d1fb4545a5d636d2" providerId="LiveId" clId="{ABD4904B-081A-47C6-B87B-1F2506E329D6}" dt="2025-03-27T07:59:12.257" v="636" actId="26606"/>
          <ac:spMkLst>
            <pc:docMk/>
            <pc:sldMk cId="3681698675" sldId="9793"/>
            <ac:spMk id="2" creationId="{224182AB-1A1E-C15F-0016-71E6D272116A}"/>
          </ac:spMkLst>
        </pc:spChg>
      </pc:sldChg>
      <pc:sldChg chg="modTransition">
        <pc:chgData name="Lý Thanh Ngô" userId="d1fb4545a5d636d2" providerId="LiveId" clId="{ABD4904B-081A-47C6-B87B-1F2506E329D6}" dt="2025-03-27T01:37:25.084" v="6"/>
        <pc:sldMkLst>
          <pc:docMk/>
          <pc:sldMk cId="2438411217" sldId="9794"/>
        </pc:sldMkLst>
      </pc:sldChg>
      <pc:sldChg chg="modTransition">
        <pc:chgData name="Lý Thanh Ngô" userId="d1fb4545a5d636d2" providerId="LiveId" clId="{ABD4904B-081A-47C6-B87B-1F2506E329D6}" dt="2025-03-27T01:37:25.084" v="6"/>
        <pc:sldMkLst>
          <pc:docMk/>
          <pc:sldMk cId="2324261318" sldId="9795"/>
        </pc:sldMkLst>
      </pc:sldChg>
      <pc:sldChg chg="modTransition">
        <pc:chgData name="Lý Thanh Ngô" userId="d1fb4545a5d636d2" providerId="LiveId" clId="{ABD4904B-081A-47C6-B87B-1F2506E329D6}" dt="2025-03-27T01:37:25.084" v="6"/>
        <pc:sldMkLst>
          <pc:docMk/>
          <pc:sldMk cId="3427656459" sldId="9796"/>
        </pc:sldMkLst>
      </pc:sldChg>
      <pc:sldChg chg="modTransition">
        <pc:chgData name="Lý Thanh Ngô" userId="d1fb4545a5d636d2" providerId="LiveId" clId="{ABD4904B-081A-47C6-B87B-1F2506E329D6}" dt="2025-03-27T01:37:25.084" v="6"/>
        <pc:sldMkLst>
          <pc:docMk/>
          <pc:sldMk cId="2672676719" sldId="9797"/>
        </pc:sldMkLst>
      </pc:sldChg>
      <pc:sldChg chg="modTransition">
        <pc:chgData name="Lý Thanh Ngô" userId="d1fb4545a5d636d2" providerId="LiveId" clId="{ABD4904B-081A-47C6-B87B-1F2506E329D6}" dt="2025-03-27T01:37:25.084" v="6"/>
        <pc:sldMkLst>
          <pc:docMk/>
          <pc:sldMk cId="1902892374" sldId="9798"/>
        </pc:sldMkLst>
      </pc:sldChg>
      <pc:sldChg chg="modSp mod modTransition modNotesTx">
        <pc:chgData name="Lý Thanh Ngô" userId="d1fb4545a5d636d2" providerId="LiveId" clId="{ABD4904B-081A-47C6-B87B-1F2506E329D6}" dt="2025-03-27T07:32:12.597" v="89"/>
        <pc:sldMkLst>
          <pc:docMk/>
          <pc:sldMk cId="288514113" sldId="9799"/>
        </pc:sldMkLst>
        <pc:spChg chg="mod">
          <ac:chgData name="Lý Thanh Ngô" userId="d1fb4545a5d636d2" providerId="LiveId" clId="{ABD4904B-081A-47C6-B87B-1F2506E329D6}" dt="2025-03-27T07:32:12.597" v="89"/>
          <ac:spMkLst>
            <pc:docMk/>
            <pc:sldMk cId="288514113" sldId="9799"/>
            <ac:spMk id="2" creationId="{AD79F752-64A9-AEFA-6988-B977A51087C2}"/>
          </ac:spMkLst>
        </pc:spChg>
      </pc:sldChg>
      <pc:sldChg chg="modTransition">
        <pc:chgData name="Lý Thanh Ngô" userId="d1fb4545a5d636d2" providerId="LiveId" clId="{ABD4904B-081A-47C6-B87B-1F2506E329D6}" dt="2025-03-27T01:37:25.084" v="6"/>
        <pc:sldMkLst>
          <pc:docMk/>
          <pc:sldMk cId="1307668271" sldId="9800"/>
        </pc:sldMkLst>
      </pc:sldChg>
      <pc:sldChg chg="modTransition">
        <pc:chgData name="Lý Thanh Ngô" userId="d1fb4545a5d636d2" providerId="LiveId" clId="{ABD4904B-081A-47C6-B87B-1F2506E329D6}" dt="2025-03-27T01:37:25.084" v="6"/>
        <pc:sldMkLst>
          <pc:docMk/>
          <pc:sldMk cId="3126393781" sldId="9801"/>
        </pc:sldMkLst>
      </pc:sldChg>
      <pc:sldChg chg="modTransition">
        <pc:chgData name="Lý Thanh Ngô" userId="d1fb4545a5d636d2" providerId="LiveId" clId="{ABD4904B-081A-47C6-B87B-1F2506E329D6}" dt="2025-03-27T08:06:03.339" v="671"/>
        <pc:sldMkLst>
          <pc:docMk/>
          <pc:sldMk cId="3297558619" sldId="9802"/>
        </pc:sldMkLst>
      </pc:sldChg>
      <pc:sldChg chg="modTransition">
        <pc:chgData name="Lý Thanh Ngô" userId="d1fb4545a5d636d2" providerId="LiveId" clId="{ABD4904B-081A-47C6-B87B-1F2506E329D6}" dt="2025-03-27T01:37:25.084" v="6"/>
        <pc:sldMkLst>
          <pc:docMk/>
          <pc:sldMk cId="1342301587" sldId="9803"/>
        </pc:sldMkLst>
      </pc:sldChg>
      <pc:sldChg chg="modTransition">
        <pc:chgData name="Lý Thanh Ngô" userId="d1fb4545a5d636d2" providerId="LiveId" clId="{ABD4904B-081A-47C6-B87B-1F2506E329D6}" dt="2025-03-27T01:37:25.084" v="6"/>
        <pc:sldMkLst>
          <pc:docMk/>
          <pc:sldMk cId="3407074290" sldId="9804"/>
        </pc:sldMkLst>
      </pc:sldChg>
      <pc:sldChg chg="modTransition">
        <pc:chgData name="Lý Thanh Ngô" userId="d1fb4545a5d636d2" providerId="LiveId" clId="{ABD4904B-081A-47C6-B87B-1F2506E329D6}" dt="2025-03-27T01:37:25.084" v="6"/>
        <pc:sldMkLst>
          <pc:docMk/>
          <pc:sldMk cId="3731749232" sldId="9805"/>
        </pc:sldMkLst>
      </pc:sldChg>
      <pc:sldChg chg="modTransition">
        <pc:chgData name="Lý Thanh Ngô" userId="d1fb4545a5d636d2" providerId="LiveId" clId="{ABD4904B-081A-47C6-B87B-1F2506E329D6}" dt="2025-03-27T01:37:25.084" v="6"/>
        <pc:sldMkLst>
          <pc:docMk/>
          <pc:sldMk cId="2605310120" sldId="9806"/>
        </pc:sldMkLst>
      </pc:sldChg>
      <pc:sldChg chg="modTransition">
        <pc:chgData name="Lý Thanh Ngô" userId="d1fb4545a5d636d2" providerId="LiveId" clId="{ABD4904B-081A-47C6-B87B-1F2506E329D6}" dt="2025-03-27T01:37:25.084" v="6"/>
        <pc:sldMkLst>
          <pc:docMk/>
          <pc:sldMk cId="1065535235" sldId="9807"/>
        </pc:sldMkLst>
      </pc:sldChg>
      <pc:sldChg chg="modTransition">
        <pc:chgData name="Lý Thanh Ngô" userId="d1fb4545a5d636d2" providerId="LiveId" clId="{ABD4904B-081A-47C6-B87B-1F2506E329D6}" dt="2025-03-27T01:37:25.084" v="6"/>
        <pc:sldMkLst>
          <pc:docMk/>
          <pc:sldMk cId="3768715522" sldId="9808"/>
        </pc:sldMkLst>
      </pc:sldChg>
      <pc:sldChg chg="modTransition setBg">
        <pc:chgData name="Lý Thanh Ngô" userId="d1fb4545a5d636d2" providerId="LiveId" clId="{ABD4904B-081A-47C6-B87B-1F2506E329D6}" dt="2025-03-27T08:06:36.822" v="673"/>
        <pc:sldMkLst>
          <pc:docMk/>
          <pc:sldMk cId="3329939368" sldId="9809"/>
        </pc:sldMkLst>
      </pc:sldChg>
      <pc:sldChg chg="modTransition">
        <pc:chgData name="Lý Thanh Ngô" userId="d1fb4545a5d636d2" providerId="LiveId" clId="{ABD4904B-081A-47C6-B87B-1F2506E329D6}" dt="2025-03-27T01:37:25.084" v="6"/>
        <pc:sldMkLst>
          <pc:docMk/>
          <pc:sldMk cId="2775538961" sldId="9810"/>
        </pc:sldMkLst>
      </pc:sldChg>
      <pc:sldChg chg="modTransition">
        <pc:chgData name="Lý Thanh Ngô" userId="d1fb4545a5d636d2" providerId="LiveId" clId="{ABD4904B-081A-47C6-B87B-1F2506E329D6}" dt="2025-03-27T01:37:25.084" v="6"/>
        <pc:sldMkLst>
          <pc:docMk/>
          <pc:sldMk cId="734214333" sldId="9811"/>
        </pc:sldMkLst>
      </pc:sldChg>
      <pc:sldChg chg="modTransition">
        <pc:chgData name="Lý Thanh Ngô" userId="d1fb4545a5d636d2" providerId="LiveId" clId="{ABD4904B-081A-47C6-B87B-1F2506E329D6}" dt="2025-03-27T01:37:25.084" v="6"/>
        <pc:sldMkLst>
          <pc:docMk/>
          <pc:sldMk cId="3396412669" sldId="9812"/>
        </pc:sldMkLst>
      </pc:sldChg>
      <pc:sldChg chg="modTransition">
        <pc:chgData name="Lý Thanh Ngô" userId="d1fb4545a5d636d2" providerId="LiveId" clId="{ABD4904B-081A-47C6-B87B-1F2506E329D6}" dt="2025-03-27T08:03:45.274" v="661"/>
        <pc:sldMkLst>
          <pc:docMk/>
          <pc:sldMk cId="1592849602" sldId="9813"/>
        </pc:sldMkLst>
      </pc:sldChg>
      <pc:sldChg chg="modSp mod modTransition">
        <pc:chgData name="Lý Thanh Ngô" userId="d1fb4545a5d636d2" providerId="LiveId" clId="{ABD4904B-081A-47C6-B87B-1F2506E329D6}" dt="2025-03-27T01:37:25.084" v="6"/>
        <pc:sldMkLst>
          <pc:docMk/>
          <pc:sldMk cId="627141964" sldId="9814"/>
        </pc:sldMkLst>
        <pc:spChg chg="mod">
          <ac:chgData name="Lý Thanh Ngô" userId="d1fb4545a5d636d2" providerId="LiveId" clId="{ABD4904B-081A-47C6-B87B-1F2506E329D6}" dt="2025-03-27T01:35:00.838" v="1" actId="113"/>
          <ac:spMkLst>
            <pc:docMk/>
            <pc:sldMk cId="627141964" sldId="9814"/>
            <ac:spMk id="2" creationId="{ED4DBA0B-0F80-9FB8-2416-207E64980B46}"/>
          </ac:spMkLst>
        </pc:spChg>
      </pc:sldChg>
      <pc:sldChg chg="modSp mod modTransition">
        <pc:chgData name="Lý Thanh Ngô" userId="d1fb4545a5d636d2" providerId="LiveId" clId="{ABD4904B-081A-47C6-B87B-1F2506E329D6}" dt="2025-03-27T07:57:01.325" v="632" actId="255"/>
        <pc:sldMkLst>
          <pc:docMk/>
          <pc:sldMk cId="1691264668" sldId="9815"/>
        </pc:sldMkLst>
      </pc:sldChg>
      <pc:sldChg chg="modTransition">
        <pc:chgData name="Lý Thanh Ngô" userId="d1fb4545a5d636d2" providerId="LiveId" clId="{ABD4904B-081A-47C6-B87B-1F2506E329D6}" dt="2025-03-27T01:37:25.084" v="6"/>
        <pc:sldMkLst>
          <pc:docMk/>
          <pc:sldMk cId="1432816605" sldId="9816"/>
        </pc:sldMkLst>
      </pc:sldChg>
      <pc:sldChg chg="modSp mod modTransition">
        <pc:chgData name="Lý Thanh Ngô" userId="d1fb4545a5d636d2" providerId="LiveId" clId="{ABD4904B-081A-47C6-B87B-1F2506E329D6}" dt="2025-03-27T07:56:39.364" v="627" actId="14100"/>
        <pc:sldMkLst>
          <pc:docMk/>
          <pc:sldMk cId="448704284" sldId="9817"/>
        </pc:sldMkLst>
      </pc:sldChg>
      <pc:sldChg chg="modTransition">
        <pc:chgData name="Lý Thanh Ngô" userId="d1fb4545a5d636d2" providerId="LiveId" clId="{ABD4904B-081A-47C6-B87B-1F2506E329D6}" dt="2025-03-27T01:37:25.084" v="6"/>
        <pc:sldMkLst>
          <pc:docMk/>
          <pc:sldMk cId="2205802082" sldId="9818"/>
        </pc:sldMkLst>
      </pc:sldChg>
      <pc:sldChg chg="modTransition">
        <pc:chgData name="Lý Thanh Ngô" userId="d1fb4545a5d636d2" providerId="LiveId" clId="{ABD4904B-081A-47C6-B87B-1F2506E329D6}" dt="2025-03-27T01:37:25.084" v="6"/>
        <pc:sldMkLst>
          <pc:docMk/>
          <pc:sldMk cId="1646080519" sldId="9819"/>
        </pc:sldMkLst>
      </pc:sldChg>
      <pc:sldChg chg="modTransition">
        <pc:chgData name="Lý Thanh Ngô" userId="d1fb4545a5d636d2" providerId="LiveId" clId="{ABD4904B-081A-47C6-B87B-1F2506E329D6}" dt="2025-03-27T01:37:25.084" v="6"/>
        <pc:sldMkLst>
          <pc:docMk/>
          <pc:sldMk cId="1398243246" sldId="9820"/>
        </pc:sldMkLst>
      </pc:sldChg>
      <pc:sldChg chg="modTransition">
        <pc:chgData name="Lý Thanh Ngô" userId="d1fb4545a5d636d2" providerId="LiveId" clId="{ABD4904B-081A-47C6-B87B-1F2506E329D6}" dt="2025-03-27T01:37:25.084" v="6"/>
        <pc:sldMkLst>
          <pc:docMk/>
          <pc:sldMk cId="4135302213" sldId="9821"/>
        </pc:sldMkLst>
      </pc:sldChg>
      <pc:sldChg chg="modTransition">
        <pc:chgData name="Lý Thanh Ngô" userId="d1fb4545a5d636d2" providerId="LiveId" clId="{ABD4904B-081A-47C6-B87B-1F2506E329D6}" dt="2025-03-27T01:37:25.084" v="6"/>
        <pc:sldMkLst>
          <pc:docMk/>
          <pc:sldMk cId="148545705" sldId="9822"/>
        </pc:sldMkLst>
      </pc:sldChg>
      <pc:sldChg chg="modTransition">
        <pc:chgData name="Lý Thanh Ngô" userId="d1fb4545a5d636d2" providerId="LiveId" clId="{ABD4904B-081A-47C6-B87B-1F2506E329D6}" dt="2025-03-27T01:37:25.084" v="6"/>
        <pc:sldMkLst>
          <pc:docMk/>
          <pc:sldMk cId="832378762" sldId="9823"/>
        </pc:sldMkLst>
      </pc:sldChg>
      <pc:sldChg chg="modTransition">
        <pc:chgData name="Lý Thanh Ngô" userId="d1fb4545a5d636d2" providerId="LiveId" clId="{ABD4904B-081A-47C6-B87B-1F2506E329D6}" dt="2025-03-27T01:37:25.084" v="6"/>
        <pc:sldMkLst>
          <pc:docMk/>
          <pc:sldMk cId="2506181314" sldId="9824"/>
        </pc:sldMkLst>
      </pc:sldChg>
      <pc:sldChg chg="modTransition">
        <pc:chgData name="Lý Thanh Ngô" userId="d1fb4545a5d636d2" providerId="LiveId" clId="{ABD4904B-081A-47C6-B87B-1F2506E329D6}" dt="2025-03-27T01:37:25.084" v="6"/>
        <pc:sldMkLst>
          <pc:docMk/>
          <pc:sldMk cId="609497434" sldId="9825"/>
        </pc:sldMkLst>
      </pc:sldChg>
      <pc:sldChg chg="modTransition">
        <pc:chgData name="Lý Thanh Ngô" userId="d1fb4545a5d636d2" providerId="LiveId" clId="{ABD4904B-081A-47C6-B87B-1F2506E329D6}" dt="2025-03-27T01:37:25.084" v="6"/>
        <pc:sldMkLst>
          <pc:docMk/>
          <pc:sldMk cId="1250538440" sldId="9826"/>
        </pc:sldMkLst>
      </pc:sldChg>
      <pc:sldChg chg="modTransition">
        <pc:chgData name="Lý Thanh Ngô" userId="d1fb4545a5d636d2" providerId="LiveId" clId="{ABD4904B-081A-47C6-B87B-1F2506E329D6}" dt="2025-03-27T01:37:25.084" v="6"/>
        <pc:sldMkLst>
          <pc:docMk/>
          <pc:sldMk cId="2958806556" sldId="9827"/>
        </pc:sldMkLst>
      </pc:sldChg>
      <pc:sldChg chg="modSp mod modTransition">
        <pc:chgData name="Lý Thanh Ngô" userId="d1fb4545a5d636d2" providerId="LiveId" clId="{ABD4904B-081A-47C6-B87B-1F2506E329D6}" dt="2025-03-27T07:57:38.855" v="633" actId="255"/>
        <pc:sldMkLst>
          <pc:docMk/>
          <pc:sldMk cId="3958862344" sldId="9828"/>
        </pc:sldMkLst>
      </pc:sldChg>
      <pc:sldChg chg="modTransition">
        <pc:chgData name="Lý Thanh Ngô" userId="d1fb4545a5d636d2" providerId="LiveId" clId="{ABD4904B-081A-47C6-B87B-1F2506E329D6}" dt="2025-03-27T01:37:25.084" v="6"/>
        <pc:sldMkLst>
          <pc:docMk/>
          <pc:sldMk cId="1647823718" sldId="9829"/>
        </pc:sldMkLst>
      </pc:sldChg>
      <pc:sldChg chg="modTransition">
        <pc:chgData name="Lý Thanh Ngô" userId="d1fb4545a5d636d2" providerId="LiveId" clId="{ABD4904B-081A-47C6-B87B-1F2506E329D6}" dt="2025-03-27T01:37:25.084" v="6"/>
        <pc:sldMkLst>
          <pc:docMk/>
          <pc:sldMk cId="3449617028" sldId="9830"/>
        </pc:sldMkLst>
      </pc:sldChg>
      <pc:sldChg chg="modTransition">
        <pc:chgData name="Lý Thanh Ngô" userId="d1fb4545a5d636d2" providerId="LiveId" clId="{ABD4904B-081A-47C6-B87B-1F2506E329D6}" dt="2025-03-27T01:37:25.084" v="6"/>
        <pc:sldMkLst>
          <pc:docMk/>
          <pc:sldMk cId="1592406097" sldId="9831"/>
        </pc:sldMkLst>
      </pc:sldChg>
      <pc:sldChg chg="modTransition">
        <pc:chgData name="Lý Thanh Ngô" userId="d1fb4545a5d636d2" providerId="LiveId" clId="{ABD4904B-081A-47C6-B87B-1F2506E329D6}" dt="2025-03-27T01:37:25.084" v="6"/>
        <pc:sldMkLst>
          <pc:docMk/>
          <pc:sldMk cId="3410915460" sldId="9832"/>
        </pc:sldMkLst>
      </pc:sldChg>
      <pc:sldChg chg="modTransition">
        <pc:chgData name="Lý Thanh Ngô" userId="d1fb4545a5d636d2" providerId="LiveId" clId="{ABD4904B-081A-47C6-B87B-1F2506E329D6}" dt="2025-03-27T01:37:25.084" v="6"/>
        <pc:sldMkLst>
          <pc:docMk/>
          <pc:sldMk cId="272661577" sldId="9833"/>
        </pc:sldMkLst>
      </pc:sldChg>
      <pc:sldChg chg="modTransition">
        <pc:chgData name="Lý Thanh Ngô" userId="d1fb4545a5d636d2" providerId="LiveId" clId="{ABD4904B-081A-47C6-B87B-1F2506E329D6}" dt="2025-03-27T01:37:25.084" v="6"/>
        <pc:sldMkLst>
          <pc:docMk/>
          <pc:sldMk cId="1232266678" sldId="9834"/>
        </pc:sldMkLst>
      </pc:sldChg>
      <pc:sldChg chg="modTransition">
        <pc:chgData name="Lý Thanh Ngô" userId="d1fb4545a5d636d2" providerId="LiveId" clId="{ABD4904B-081A-47C6-B87B-1F2506E329D6}" dt="2025-03-27T01:37:25.084" v="6"/>
        <pc:sldMkLst>
          <pc:docMk/>
          <pc:sldMk cId="496433219" sldId="9835"/>
        </pc:sldMkLst>
      </pc:sldChg>
      <pc:sldChg chg="modTransition">
        <pc:chgData name="Lý Thanh Ngô" userId="d1fb4545a5d636d2" providerId="LiveId" clId="{ABD4904B-081A-47C6-B87B-1F2506E329D6}" dt="2025-03-27T01:37:25.084" v="6"/>
        <pc:sldMkLst>
          <pc:docMk/>
          <pc:sldMk cId="331621706" sldId="9836"/>
        </pc:sldMkLst>
      </pc:sldChg>
      <pc:sldChg chg="modTransition">
        <pc:chgData name="Lý Thanh Ngô" userId="d1fb4545a5d636d2" providerId="LiveId" clId="{ABD4904B-081A-47C6-B87B-1F2506E329D6}" dt="2025-03-27T01:37:25.084" v="6"/>
        <pc:sldMkLst>
          <pc:docMk/>
          <pc:sldMk cId="3840654511" sldId="9837"/>
        </pc:sldMkLst>
      </pc:sldChg>
      <pc:sldChg chg="modTransition">
        <pc:chgData name="Lý Thanh Ngô" userId="d1fb4545a5d636d2" providerId="LiveId" clId="{ABD4904B-081A-47C6-B87B-1F2506E329D6}" dt="2025-03-27T01:37:25.084" v="6"/>
        <pc:sldMkLst>
          <pc:docMk/>
          <pc:sldMk cId="3105827102" sldId="9838"/>
        </pc:sldMkLst>
      </pc:sldChg>
      <pc:sldChg chg="modTransition">
        <pc:chgData name="Lý Thanh Ngô" userId="d1fb4545a5d636d2" providerId="LiveId" clId="{ABD4904B-081A-47C6-B87B-1F2506E329D6}" dt="2025-03-27T01:37:25.084" v="6"/>
        <pc:sldMkLst>
          <pc:docMk/>
          <pc:sldMk cId="1302606052" sldId="9839"/>
        </pc:sldMkLst>
      </pc:sldChg>
      <pc:sldChg chg="modTransition">
        <pc:chgData name="Lý Thanh Ngô" userId="d1fb4545a5d636d2" providerId="LiveId" clId="{ABD4904B-081A-47C6-B87B-1F2506E329D6}" dt="2025-03-27T01:37:25.084" v="6"/>
        <pc:sldMkLst>
          <pc:docMk/>
          <pc:sldMk cId="2880974531" sldId="9840"/>
        </pc:sldMkLst>
      </pc:sldChg>
      <pc:sldChg chg="modTransition">
        <pc:chgData name="Lý Thanh Ngô" userId="d1fb4545a5d636d2" providerId="LiveId" clId="{ABD4904B-081A-47C6-B87B-1F2506E329D6}" dt="2025-03-27T01:37:25.084" v="6"/>
        <pc:sldMkLst>
          <pc:docMk/>
          <pc:sldMk cId="331976115" sldId="9841"/>
        </pc:sldMkLst>
      </pc:sldChg>
      <pc:sldChg chg="modTransition">
        <pc:chgData name="Lý Thanh Ngô" userId="d1fb4545a5d636d2" providerId="LiveId" clId="{ABD4904B-081A-47C6-B87B-1F2506E329D6}" dt="2025-03-27T01:37:25.084" v="6"/>
        <pc:sldMkLst>
          <pc:docMk/>
          <pc:sldMk cId="974659310" sldId="9842"/>
        </pc:sldMkLst>
      </pc:sldChg>
      <pc:sldChg chg="modTransition">
        <pc:chgData name="Lý Thanh Ngô" userId="d1fb4545a5d636d2" providerId="LiveId" clId="{ABD4904B-081A-47C6-B87B-1F2506E329D6}" dt="2025-03-27T01:37:25.084" v="6"/>
        <pc:sldMkLst>
          <pc:docMk/>
          <pc:sldMk cId="3839078036" sldId="9843"/>
        </pc:sldMkLst>
      </pc:sldChg>
      <pc:sldChg chg="modTransition">
        <pc:chgData name="Lý Thanh Ngô" userId="d1fb4545a5d636d2" providerId="LiveId" clId="{ABD4904B-081A-47C6-B87B-1F2506E329D6}" dt="2025-03-27T01:37:25.084" v="6"/>
        <pc:sldMkLst>
          <pc:docMk/>
          <pc:sldMk cId="848203935" sldId="9844"/>
        </pc:sldMkLst>
      </pc:sldChg>
      <pc:sldChg chg="modTransition">
        <pc:chgData name="Lý Thanh Ngô" userId="d1fb4545a5d636d2" providerId="LiveId" clId="{ABD4904B-081A-47C6-B87B-1F2506E329D6}" dt="2025-03-27T01:37:25.084" v="6"/>
        <pc:sldMkLst>
          <pc:docMk/>
          <pc:sldMk cId="2393921006" sldId="9845"/>
        </pc:sldMkLst>
      </pc:sldChg>
      <pc:sldChg chg="modSp mod modTransition">
        <pc:chgData name="Lý Thanh Ngô" userId="d1fb4545a5d636d2" providerId="LiveId" clId="{ABD4904B-081A-47C6-B87B-1F2506E329D6}" dt="2025-03-27T08:07:08.232" v="675" actId="20577"/>
        <pc:sldMkLst>
          <pc:docMk/>
          <pc:sldMk cId="1623123200" sldId="9846"/>
        </pc:sldMkLst>
      </pc:sldChg>
      <pc:sldChg chg="add">
        <pc:chgData name="Lý Thanh Ngô" userId="d1fb4545a5d636d2" providerId="LiveId" clId="{ABD4904B-081A-47C6-B87B-1F2506E329D6}" dt="2025-03-27T07:31:35.061" v="8" actId="2890"/>
        <pc:sldMkLst>
          <pc:docMk/>
          <pc:sldMk cId="3438506491" sldId="9847"/>
        </pc:sldMkLst>
      </pc:sldChg>
      <pc:sldChg chg="modSp add mod">
        <pc:chgData name="Lý Thanh Ngô" userId="d1fb4545a5d636d2" providerId="LiveId" clId="{ABD4904B-081A-47C6-B87B-1F2506E329D6}" dt="2025-03-27T07:32:23.398" v="92"/>
        <pc:sldMkLst>
          <pc:docMk/>
          <pc:sldMk cId="3111587494" sldId="9848"/>
        </pc:sldMkLst>
        <pc:spChg chg="mod">
          <ac:chgData name="Lý Thanh Ngô" userId="d1fb4545a5d636d2" providerId="LiveId" clId="{ABD4904B-081A-47C6-B87B-1F2506E329D6}" dt="2025-03-27T07:32:23.398" v="92"/>
          <ac:spMkLst>
            <pc:docMk/>
            <pc:sldMk cId="3111587494" sldId="9848"/>
            <ac:spMk id="2" creationId="{63F0A5E2-77DC-7B9F-1C02-600C97B0A748}"/>
          </ac:spMkLst>
        </pc:spChg>
      </pc:sldChg>
      <pc:sldChg chg="modSp add mod modNotesTx">
        <pc:chgData name="Lý Thanh Ngô" userId="d1fb4545a5d636d2" providerId="LiveId" clId="{ABD4904B-081A-47C6-B87B-1F2506E329D6}" dt="2025-03-27T07:33:07.719" v="179" actId="20577"/>
        <pc:sldMkLst>
          <pc:docMk/>
          <pc:sldMk cId="3414643596" sldId="9849"/>
        </pc:sldMkLst>
        <pc:spChg chg="mod">
          <ac:chgData name="Lý Thanh Ngô" userId="d1fb4545a5d636d2" providerId="LiveId" clId="{ABD4904B-081A-47C6-B87B-1F2506E329D6}" dt="2025-03-27T07:33:07.719" v="179" actId="20577"/>
          <ac:spMkLst>
            <pc:docMk/>
            <pc:sldMk cId="3414643596" sldId="9849"/>
            <ac:spMk id="2" creationId="{875313AE-8DE9-EF7A-A539-00E8E5418705}"/>
          </ac:spMkLst>
        </pc:spChg>
      </pc:sldChg>
      <pc:sldChg chg="modSp add mod">
        <pc:chgData name="Lý Thanh Ngô" userId="d1fb4545a5d636d2" providerId="LiveId" clId="{ABD4904B-081A-47C6-B87B-1F2506E329D6}" dt="2025-03-27T07:33:14.037" v="181"/>
        <pc:sldMkLst>
          <pc:docMk/>
          <pc:sldMk cId="3238211235" sldId="9850"/>
        </pc:sldMkLst>
        <pc:spChg chg="mod">
          <ac:chgData name="Lý Thanh Ngô" userId="d1fb4545a5d636d2" providerId="LiveId" clId="{ABD4904B-081A-47C6-B87B-1F2506E329D6}" dt="2025-03-27T07:33:14.037" v="181"/>
          <ac:spMkLst>
            <pc:docMk/>
            <pc:sldMk cId="3238211235" sldId="9850"/>
            <ac:spMk id="2" creationId="{9EB41746-D780-1DA4-8C37-16E02E72EE06}"/>
          </ac:spMkLst>
        </pc:spChg>
      </pc:sldChg>
      <pc:sldChg chg="add">
        <pc:chgData name="Lý Thanh Ngô" userId="d1fb4545a5d636d2" providerId="LiveId" clId="{ABD4904B-081A-47C6-B87B-1F2506E329D6}" dt="2025-03-27T07:33:19.449" v="182"/>
        <pc:sldMkLst>
          <pc:docMk/>
          <pc:sldMk cId="1186045386" sldId="9851"/>
        </pc:sldMkLst>
      </pc:sldChg>
      <pc:sldChg chg="add">
        <pc:chgData name="Lý Thanh Ngô" userId="d1fb4545a5d636d2" providerId="LiveId" clId="{ABD4904B-081A-47C6-B87B-1F2506E329D6}" dt="2025-03-27T07:33:19.449" v="182"/>
        <pc:sldMkLst>
          <pc:docMk/>
          <pc:sldMk cId="887314122" sldId="9852"/>
        </pc:sldMkLst>
      </pc:sldChg>
      <pc:sldChg chg="modSp add mod modNotesTx">
        <pc:chgData name="Lý Thanh Ngô" userId="d1fb4545a5d636d2" providerId="LiveId" clId="{ABD4904B-081A-47C6-B87B-1F2506E329D6}" dt="2025-03-27T07:33:41.081" v="265" actId="20577"/>
        <pc:sldMkLst>
          <pc:docMk/>
          <pc:sldMk cId="2696584302" sldId="9853"/>
        </pc:sldMkLst>
      </pc:sldChg>
      <pc:sldChg chg="modSp add mod">
        <pc:chgData name="Lý Thanh Ngô" userId="d1fb4545a5d636d2" providerId="LiveId" clId="{ABD4904B-081A-47C6-B87B-1F2506E329D6}" dt="2025-03-27T07:33:47.606" v="267"/>
        <pc:sldMkLst>
          <pc:docMk/>
          <pc:sldMk cId="3862663970" sldId="9854"/>
        </pc:sldMkLst>
      </pc:sldChg>
      <pc:sldChg chg="add">
        <pc:chgData name="Lý Thanh Ngô" userId="d1fb4545a5d636d2" providerId="LiveId" clId="{ABD4904B-081A-47C6-B87B-1F2506E329D6}" dt="2025-03-27T07:33:51.314" v="268"/>
        <pc:sldMkLst>
          <pc:docMk/>
          <pc:sldMk cId="3848865846" sldId="9855"/>
        </pc:sldMkLst>
      </pc:sldChg>
      <pc:sldChg chg="add">
        <pc:chgData name="Lý Thanh Ngô" userId="d1fb4545a5d636d2" providerId="LiveId" clId="{ABD4904B-081A-47C6-B87B-1F2506E329D6}" dt="2025-03-27T07:33:51.314" v="268"/>
        <pc:sldMkLst>
          <pc:docMk/>
          <pc:sldMk cId="1777329158" sldId="9856"/>
        </pc:sldMkLst>
      </pc:sldChg>
      <pc:sldChg chg="modSp add mod ord">
        <pc:chgData name="Lý Thanh Ngô" userId="d1fb4545a5d636d2" providerId="LiveId" clId="{ABD4904B-081A-47C6-B87B-1F2506E329D6}" dt="2025-03-27T07:55:45.767" v="625"/>
        <pc:sldMkLst>
          <pc:docMk/>
          <pc:sldMk cId="1640538101" sldId="9857"/>
        </pc:sldMkLst>
        <pc:spChg chg="mod">
          <ac:chgData name="Lý Thanh Ngô" userId="d1fb4545a5d636d2" providerId="LiveId" clId="{ABD4904B-081A-47C6-B87B-1F2506E329D6}" dt="2025-03-27T07:52:54.768" v="489" actId="20577"/>
          <ac:spMkLst>
            <pc:docMk/>
            <pc:sldMk cId="1640538101" sldId="9857"/>
            <ac:spMk id="4" creationId="{C83C1662-DE3B-485E-D039-6DAF01222417}"/>
          </ac:spMkLst>
        </pc:spChg>
        <pc:spChg chg="mod">
          <ac:chgData name="Lý Thanh Ngô" userId="d1fb4545a5d636d2" providerId="LiveId" clId="{ABD4904B-081A-47C6-B87B-1F2506E329D6}" dt="2025-03-27T07:54:15.964" v="618" actId="1076"/>
          <ac:spMkLst>
            <pc:docMk/>
            <pc:sldMk cId="1640538101" sldId="9857"/>
            <ac:spMk id="5" creationId="{885A7151-12D0-D5E7-4150-116F20C67271}"/>
          </ac:spMkLst>
        </pc:spChg>
        <pc:spChg chg="mod">
          <ac:chgData name="Lý Thanh Ngô" userId="d1fb4545a5d636d2" providerId="LiveId" clId="{ABD4904B-081A-47C6-B87B-1F2506E329D6}" dt="2025-03-27T07:54:40.690" v="622" actId="113"/>
          <ac:spMkLst>
            <pc:docMk/>
            <pc:sldMk cId="1640538101" sldId="9857"/>
            <ac:spMk id="7" creationId="{27682D36-7139-D43C-8AC6-2259120A3B6A}"/>
          </ac:spMkLst>
        </pc:spChg>
      </pc:sldChg>
      <pc:sldChg chg="modSp add mod setBg modNotesTx">
        <pc:chgData name="Lý Thanh Ngô" userId="d1fb4545a5d636d2" providerId="LiveId" clId="{ABD4904B-081A-47C6-B87B-1F2506E329D6}" dt="2025-03-27T08:01:14.171" v="640" actId="20577"/>
        <pc:sldMkLst>
          <pc:docMk/>
          <pc:sldMk cId="130758898" sldId="9858"/>
        </pc:sldMkLst>
      </pc:sldChg>
      <pc:sldChg chg="modSp add mod setBg modNotesTx">
        <pc:chgData name="Lý Thanh Ngô" userId="d1fb4545a5d636d2" providerId="LiveId" clId="{ABD4904B-081A-47C6-B87B-1F2506E329D6}" dt="2025-03-27T08:01:56.112" v="648" actId="255"/>
        <pc:sldMkLst>
          <pc:docMk/>
          <pc:sldMk cId="826091572" sldId="9859"/>
        </pc:sldMkLst>
      </pc:sldChg>
      <pc:sldChg chg="modSp add mod setBg modNotesTx">
        <pc:chgData name="Lý Thanh Ngô" userId="d1fb4545a5d636d2" providerId="LiveId" clId="{ABD4904B-081A-47C6-B87B-1F2506E329D6}" dt="2025-03-27T08:02:17.352" v="653" actId="20577"/>
        <pc:sldMkLst>
          <pc:docMk/>
          <pc:sldMk cId="3848815841" sldId="9860"/>
        </pc:sldMkLst>
      </pc:sldChg>
      <pc:sldChg chg="add setBg">
        <pc:chgData name="Lý Thanh Ngô" userId="d1fb4545a5d636d2" providerId="LiveId" clId="{ABD4904B-081A-47C6-B87B-1F2506E329D6}" dt="2025-03-27T08:02:37.387" v="654"/>
        <pc:sldMkLst>
          <pc:docMk/>
          <pc:sldMk cId="3207059514" sldId="9861"/>
        </pc:sldMkLst>
      </pc:sldChg>
      <pc:sldChg chg="add setBg">
        <pc:chgData name="Lý Thanh Ngô" userId="d1fb4545a5d636d2" providerId="LiveId" clId="{ABD4904B-081A-47C6-B87B-1F2506E329D6}" dt="2025-03-27T08:02:37.387" v="654"/>
        <pc:sldMkLst>
          <pc:docMk/>
          <pc:sldMk cId="416133720" sldId="9862"/>
        </pc:sldMkLst>
      </pc:sldChg>
      <pc:sldChg chg="add">
        <pc:chgData name="Lý Thanh Ngô" userId="d1fb4545a5d636d2" providerId="LiveId" clId="{ABD4904B-081A-47C6-B87B-1F2506E329D6}" dt="2025-03-27T08:02:37.387" v="654"/>
        <pc:sldMkLst>
          <pc:docMk/>
          <pc:sldMk cId="2711831379" sldId="9863"/>
        </pc:sldMkLst>
      </pc:sldChg>
      <pc:sldChg chg="modSp mod">
        <pc:chgData name="Lý Thanh Ngô" userId="d1fb4545a5d636d2" providerId="LiveId" clId="{ABD4904B-081A-47C6-B87B-1F2506E329D6}" dt="2025-03-30T04:53:14.930" v="1767" actId="123"/>
        <pc:sldMkLst>
          <pc:docMk/>
          <pc:sldMk cId="607866452" sldId="9865"/>
        </pc:sldMkLst>
        <pc:spChg chg="mod">
          <ac:chgData name="Lý Thanh Ngô" userId="d1fb4545a5d636d2" providerId="LiveId" clId="{ABD4904B-081A-47C6-B87B-1F2506E329D6}" dt="2025-03-30T04:53:14.930" v="1767" actId="123"/>
          <ac:spMkLst>
            <pc:docMk/>
            <pc:sldMk cId="607866452" sldId="9865"/>
            <ac:spMk id="66562" creationId="{82047D14-E417-5DE6-C9C7-9B82C82EDE0B}"/>
          </ac:spMkLst>
        </pc:spChg>
      </pc:sldChg>
      <pc:sldChg chg="modSp mod">
        <pc:chgData name="Lý Thanh Ngô" userId="d1fb4545a5d636d2" providerId="LiveId" clId="{ABD4904B-081A-47C6-B87B-1F2506E329D6}" dt="2025-03-30T04:53:20.900" v="1769" actId="123"/>
        <pc:sldMkLst>
          <pc:docMk/>
          <pc:sldMk cId="1170284011" sldId="9866"/>
        </pc:sldMkLst>
        <pc:spChg chg="mod">
          <ac:chgData name="Lý Thanh Ngô" userId="d1fb4545a5d636d2" providerId="LiveId" clId="{ABD4904B-081A-47C6-B87B-1F2506E329D6}" dt="2025-03-30T04:53:20.900" v="1769" actId="123"/>
          <ac:spMkLst>
            <pc:docMk/>
            <pc:sldMk cId="1170284011" sldId="9866"/>
            <ac:spMk id="66562" creationId="{4C5D4E35-9549-4095-21EF-FC5243A37787}"/>
          </ac:spMkLst>
        </pc:spChg>
      </pc:sldChg>
      <pc:sldChg chg="modSp mod">
        <pc:chgData name="Lý Thanh Ngô" userId="d1fb4545a5d636d2" providerId="LiveId" clId="{ABD4904B-081A-47C6-B87B-1F2506E329D6}" dt="2025-03-30T04:53:23.724" v="1770" actId="123"/>
        <pc:sldMkLst>
          <pc:docMk/>
          <pc:sldMk cId="1063818607" sldId="9867"/>
        </pc:sldMkLst>
        <pc:spChg chg="mod">
          <ac:chgData name="Lý Thanh Ngô" userId="d1fb4545a5d636d2" providerId="LiveId" clId="{ABD4904B-081A-47C6-B87B-1F2506E329D6}" dt="2025-03-30T04:53:23.724" v="1770" actId="123"/>
          <ac:spMkLst>
            <pc:docMk/>
            <pc:sldMk cId="1063818607" sldId="9867"/>
            <ac:spMk id="66562" creationId="{FF75AC47-1F6D-EA79-ADBF-809C6278BEEB}"/>
          </ac:spMkLst>
        </pc:spChg>
      </pc:sldChg>
      <pc:sldChg chg="modSp mod">
        <pc:chgData name="Lý Thanh Ngô" userId="d1fb4545a5d636d2" providerId="LiveId" clId="{ABD4904B-081A-47C6-B87B-1F2506E329D6}" dt="2025-03-30T04:53:49.285" v="1778" actId="20577"/>
        <pc:sldMkLst>
          <pc:docMk/>
          <pc:sldMk cId="746019610" sldId="9876"/>
        </pc:sldMkLst>
        <pc:spChg chg="mod">
          <ac:chgData name="Lý Thanh Ngô" userId="d1fb4545a5d636d2" providerId="LiveId" clId="{ABD4904B-081A-47C6-B87B-1F2506E329D6}" dt="2025-03-30T04:53:49.285" v="1778" actId="20577"/>
          <ac:spMkLst>
            <pc:docMk/>
            <pc:sldMk cId="746019610" sldId="9876"/>
            <ac:spMk id="87042" creationId="{A5EF2E5F-0C1C-E7B3-90DB-68BB610F6C55}"/>
          </ac:spMkLst>
        </pc:spChg>
      </pc:sldChg>
      <pc:sldChg chg="modSp mod">
        <pc:chgData name="Lý Thanh Ngô" userId="d1fb4545a5d636d2" providerId="LiveId" clId="{ABD4904B-081A-47C6-B87B-1F2506E329D6}" dt="2025-03-30T04:53:54.239" v="1779" actId="123"/>
        <pc:sldMkLst>
          <pc:docMk/>
          <pc:sldMk cId="2746057718" sldId="9877"/>
        </pc:sldMkLst>
        <pc:spChg chg="mod">
          <ac:chgData name="Lý Thanh Ngô" userId="d1fb4545a5d636d2" providerId="LiveId" clId="{ABD4904B-081A-47C6-B87B-1F2506E329D6}" dt="2025-03-30T04:53:54.239" v="1779" actId="123"/>
          <ac:spMkLst>
            <pc:docMk/>
            <pc:sldMk cId="2746057718" sldId="9877"/>
            <ac:spMk id="87042" creationId="{082AC1DB-1601-1A29-A69E-4B030B8CA4DC}"/>
          </ac:spMkLst>
        </pc:spChg>
      </pc:sldChg>
      <pc:sldChg chg="modSp mod">
        <pc:chgData name="Lý Thanh Ngô" userId="d1fb4545a5d636d2" providerId="LiveId" clId="{ABD4904B-081A-47C6-B87B-1F2506E329D6}" dt="2025-03-30T04:54:14.872" v="1797" actId="404"/>
        <pc:sldMkLst>
          <pc:docMk/>
          <pc:sldMk cId="1631203887" sldId="9878"/>
        </pc:sldMkLst>
        <pc:spChg chg="mod">
          <ac:chgData name="Lý Thanh Ngô" userId="d1fb4545a5d636d2" providerId="LiveId" clId="{ABD4904B-081A-47C6-B87B-1F2506E329D6}" dt="2025-03-30T04:54:14.872" v="1797" actId="404"/>
          <ac:spMkLst>
            <pc:docMk/>
            <pc:sldMk cId="1631203887" sldId="9878"/>
            <ac:spMk id="87042" creationId="{9CD209B4-C587-CC4B-44C2-38608CFC7E4A}"/>
          </ac:spMkLst>
        </pc:spChg>
      </pc:sldChg>
      <pc:sldChg chg="modSp mod">
        <pc:chgData name="Lý Thanh Ngô" userId="d1fb4545a5d636d2" providerId="LiveId" clId="{ABD4904B-081A-47C6-B87B-1F2506E329D6}" dt="2025-03-30T04:54:35.635" v="1801" actId="123"/>
        <pc:sldMkLst>
          <pc:docMk/>
          <pc:sldMk cId="2568018836" sldId="9879"/>
        </pc:sldMkLst>
        <pc:spChg chg="mod">
          <ac:chgData name="Lý Thanh Ngô" userId="d1fb4545a5d636d2" providerId="LiveId" clId="{ABD4904B-081A-47C6-B87B-1F2506E329D6}" dt="2025-03-30T04:54:35.635" v="1801" actId="123"/>
          <ac:spMkLst>
            <pc:docMk/>
            <pc:sldMk cId="2568018836" sldId="9879"/>
            <ac:spMk id="87042" creationId="{B23F1D18-B7C7-5D52-9DE7-348C04BB5C0B}"/>
          </ac:spMkLst>
        </pc:spChg>
      </pc:sldChg>
      <pc:sldChg chg="modSp mod">
        <pc:chgData name="Lý Thanh Ngô" userId="d1fb4545a5d636d2" providerId="LiveId" clId="{ABD4904B-081A-47C6-B87B-1F2506E329D6}" dt="2025-03-30T04:54:37.445" v="1802" actId="123"/>
        <pc:sldMkLst>
          <pc:docMk/>
          <pc:sldMk cId="181995151" sldId="9880"/>
        </pc:sldMkLst>
        <pc:spChg chg="mod">
          <ac:chgData name="Lý Thanh Ngô" userId="d1fb4545a5d636d2" providerId="LiveId" clId="{ABD4904B-081A-47C6-B87B-1F2506E329D6}" dt="2025-03-30T04:54:37.445" v="1802" actId="123"/>
          <ac:spMkLst>
            <pc:docMk/>
            <pc:sldMk cId="181995151" sldId="9880"/>
            <ac:spMk id="87042" creationId="{E23A55D2-39BC-5ACF-FF01-3A1F0C6DE876}"/>
          </ac:spMkLst>
        </pc:spChg>
      </pc:sldChg>
      <pc:sldChg chg="modSp mod">
        <pc:chgData name="Lý Thanh Ngô" userId="d1fb4545a5d636d2" providerId="LiveId" clId="{ABD4904B-081A-47C6-B87B-1F2506E329D6}" dt="2025-03-30T04:54:39.610" v="1803" actId="123"/>
        <pc:sldMkLst>
          <pc:docMk/>
          <pc:sldMk cId="1703213285" sldId="9881"/>
        </pc:sldMkLst>
        <pc:spChg chg="mod">
          <ac:chgData name="Lý Thanh Ngô" userId="d1fb4545a5d636d2" providerId="LiveId" clId="{ABD4904B-081A-47C6-B87B-1F2506E329D6}" dt="2025-03-30T04:54:39.610" v="1803" actId="123"/>
          <ac:spMkLst>
            <pc:docMk/>
            <pc:sldMk cId="1703213285" sldId="9881"/>
            <ac:spMk id="87042" creationId="{7A7F8A57-795D-5BE7-E136-BD0DC0766313}"/>
          </ac:spMkLst>
        </pc:spChg>
      </pc:sldChg>
      <pc:sldChg chg="modSp mod">
        <pc:chgData name="Lý Thanh Ngô" userId="d1fb4545a5d636d2" providerId="LiveId" clId="{ABD4904B-081A-47C6-B87B-1F2506E329D6}" dt="2025-03-30T04:54:43.176" v="1804" actId="123"/>
        <pc:sldMkLst>
          <pc:docMk/>
          <pc:sldMk cId="1438407309" sldId="9882"/>
        </pc:sldMkLst>
        <pc:spChg chg="mod">
          <ac:chgData name="Lý Thanh Ngô" userId="d1fb4545a5d636d2" providerId="LiveId" clId="{ABD4904B-081A-47C6-B87B-1F2506E329D6}" dt="2025-03-30T04:54:43.176" v="1804" actId="123"/>
          <ac:spMkLst>
            <pc:docMk/>
            <pc:sldMk cId="1438407309" sldId="9882"/>
            <ac:spMk id="87042" creationId="{1D590097-05BA-8268-85A9-60C2D6A2446A}"/>
          </ac:spMkLst>
        </pc:spChg>
      </pc:sldChg>
      <pc:sldChg chg="modSp mod">
        <pc:chgData name="Lý Thanh Ngô" userId="d1fb4545a5d636d2" providerId="LiveId" clId="{ABD4904B-081A-47C6-B87B-1F2506E329D6}" dt="2025-03-30T04:55:20.520" v="1816" actId="404"/>
        <pc:sldMkLst>
          <pc:docMk/>
          <pc:sldMk cId="1954565109" sldId="9883"/>
        </pc:sldMkLst>
        <pc:spChg chg="mod">
          <ac:chgData name="Lý Thanh Ngô" userId="d1fb4545a5d636d2" providerId="LiveId" clId="{ABD4904B-081A-47C6-B87B-1F2506E329D6}" dt="2025-03-30T04:55:20.520" v="1816" actId="404"/>
          <ac:spMkLst>
            <pc:docMk/>
            <pc:sldMk cId="1954565109" sldId="9883"/>
            <ac:spMk id="87042" creationId="{22699D2C-8763-156D-F51D-1784997923B6}"/>
          </ac:spMkLst>
        </pc:spChg>
      </pc:sldChg>
      <pc:sldChg chg="modSp mod">
        <pc:chgData name="Lý Thanh Ngô" userId="d1fb4545a5d636d2" providerId="LiveId" clId="{ABD4904B-081A-47C6-B87B-1F2506E329D6}" dt="2025-03-30T04:55:44.735" v="1826" actId="123"/>
        <pc:sldMkLst>
          <pc:docMk/>
          <pc:sldMk cId="2188824168" sldId="9884"/>
        </pc:sldMkLst>
        <pc:spChg chg="mod">
          <ac:chgData name="Lý Thanh Ngô" userId="d1fb4545a5d636d2" providerId="LiveId" clId="{ABD4904B-081A-47C6-B87B-1F2506E329D6}" dt="2025-03-30T04:55:44.735" v="1826" actId="123"/>
          <ac:spMkLst>
            <pc:docMk/>
            <pc:sldMk cId="2188824168" sldId="9884"/>
            <ac:spMk id="46082" creationId="{8476D6E7-324D-C6DE-B47D-867879947BB0}"/>
          </ac:spMkLst>
        </pc:spChg>
      </pc:sldChg>
      <pc:sldChg chg="modSp mod">
        <pc:chgData name="Lý Thanh Ngô" userId="d1fb4545a5d636d2" providerId="LiveId" clId="{ABD4904B-081A-47C6-B87B-1F2506E329D6}" dt="2025-03-30T04:55:30.455" v="1817" actId="123"/>
        <pc:sldMkLst>
          <pc:docMk/>
          <pc:sldMk cId="662654963" sldId="9885"/>
        </pc:sldMkLst>
        <pc:spChg chg="mod">
          <ac:chgData name="Lý Thanh Ngô" userId="d1fb4545a5d636d2" providerId="LiveId" clId="{ABD4904B-081A-47C6-B87B-1F2506E329D6}" dt="2025-03-30T04:55:30.455" v="1817" actId="123"/>
          <ac:spMkLst>
            <pc:docMk/>
            <pc:sldMk cId="662654963" sldId="9885"/>
            <ac:spMk id="87042" creationId="{D8A71609-0C98-EEF0-2D2E-B1E587497947}"/>
          </ac:spMkLst>
        </pc:spChg>
      </pc:sldChg>
      <pc:sldChg chg="modSp mod">
        <pc:chgData name="Lý Thanh Ngô" userId="d1fb4545a5d636d2" providerId="LiveId" clId="{ABD4904B-081A-47C6-B87B-1F2506E329D6}" dt="2025-03-30T04:57:01.172" v="1877" actId="255"/>
        <pc:sldMkLst>
          <pc:docMk/>
          <pc:sldMk cId="4290998353" sldId="9886"/>
        </pc:sldMkLst>
        <pc:spChg chg="mod">
          <ac:chgData name="Lý Thanh Ngô" userId="d1fb4545a5d636d2" providerId="LiveId" clId="{ABD4904B-081A-47C6-B87B-1F2506E329D6}" dt="2025-03-30T04:57:01.172" v="1877" actId="255"/>
          <ac:spMkLst>
            <pc:docMk/>
            <pc:sldMk cId="4290998353" sldId="9886"/>
            <ac:spMk id="87042" creationId="{4F796875-2FDD-ED52-CF5B-B6F4CA724F54}"/>
          </ac:spMkLst>
        </pc:spChg>
      </pc:sldChg>
      <pc:sldChg chg="modSp mod">
        <pc:chgData name="Lý Thanh Ngô" userId="d1fb4545a5d636d2" providerId="LiveId" clId="{ABD4904B-081A-47C6-B87B-1F2506E329D6}" dt="2025-03-30T04:57:28.801" v="1886" actId="255"/>
        <pc:sldMkLst>
          <pc:docMk/>
          <pc:sldMk cId="3520831965" sldId="9887"/>
        </pc:sldMkLst>
        <pc:spChg chg="mod">
          <ac:chgData name="Lý Thanh Ngô" userId="d1fb4545a5d636d2" providerId="LiveId" clId="{ABD4904B-081A-47C6-B87B-1F2506E329D6}" dt="2025-03-30T04:57:28.801" v="1886" actId="255"/>
          <ac:spMkLst>
            <pc:docMk/>
            <pc:sldMk cId="3520831965" sldId="9887"/>
            <ac:spMk id="87042" creationId="{47B993B1-4E7E-3623-5845-358F89A38981}"/>
          </ac:spMkLst>
        </pc:spChg>
      </pc:sldChg>
      <pc:sldChg chg="modSp del mod">
        <pc:chgData name="Lý Thanh Ngô" userId="d1fb4545a5d636d2" providerId="LiveId" clId="{ABD4904B-081A-47C6-B87B-1F2506E329D6}" dt="2025-03-30T04:57:32.745" v="1887" actId="47"/>
        <pc:sldMkLst>
          <pc:docMk/>
          <pc:sldMk cId="1525044725" sldId="9888"/>
        </pc:sldMkLst>
      </pc:sldChg>
      <pc:sldChg chg="modSp mod">
        <pc:chgData name="Lý Thanh Ngô" userId="d1fb4545a5d636d2" providerId="LiveId" clId="{ABD4904B-081A-47C6-B87B-1F2506E329D6}" dt="2025-03-30T04:20:46.642" v="768" actId="20577"/>
        <pc:sldMkLst>
          <pc:docMk/>
          <pc:sldMk cId="2160185228" sldId="9889"/>
        </pc:sldMkLst>
        <pc:spChg chg="mod">
          <ac:chgData name="Lý Thanh Ngô" userId="d1fb4545a5d636d2" providerId="LiveId" clId="{ABD4904B-081A-47C6-B87B-1F2506E329D6}" dt="2025-03-30T04:20:46.642" v="768" actId="20577"/>
          <ac:spMkLst>
            <pc:docMk/>
            <pc:sldMk cId="2160185228" sldId="9889"/>
            <ac:spMk id="46082" creationId="{7F10E4E4-09C3-1CB5-C4A2-CFBEECAD9E94}"/>
          </ac:spMkLst>
        </pc:spChg>
      </pc:sldChg>
      <pc:sldChg chg="modSp mod">
        <pc:chgData name="Lý Thanh Ngô" userId="d1fb4545a5d636d2" providerId="LiveId" clId="{ABD4904B-081A-47C6-B87B-1F2506E329D6}" dt="2025-03-30T04:58:20.969" v="1904" actId="255"/>
        <pc:sldMkLst>
          <pc:docMk/>
          <pc:sldMk cId="13721989" sldId="9890"/>
        </pc:sldMkLst>
        <pc:spChg chg="mod">
          <ac:chgData name="Lý Thanh Ngô" userId="d1fb4545a5d636d2" providerId="LiveId" clId="{ABD4904B-081A-47C6-B87B-1F2506E329D6}" dt="2025-03-30T04:58:20.969" v="1904" actId="255"/>
          <ac:spMkLst>
            <pc:docMk/>
            <pc:sldMk cId="13721989" sldId="9890"/>
            <ac:spMk id="87042" creationId="{EA32DEC4-77F7-E4F0-E43C-66DB26030237}"/>
          </ac:spMkLst>
        </pc:spChg>
      </pc:sldChg>
      <pc:sldChg chg="modSp mod">
        <pc:chgData name="Lý Thanh Ngô" userId="d1fb4545a5d636d2" providerId="LiveId" clId="{ABD4904B-081A-47C6-B87B-1F2506E329D6}" dt="2025-03-30T04:58:28.020" v="1905" actId="123"/>
        <pc:sldMkLst>
          <pc:docMk/>
          <pc:sldMk cId="1952414727" sldId="9891"/>
        </pc:sldMkLst>
        <pc:spChg chg="mod">
          <ac:chgData name="Lý Thanh Ngô" userId="d1fb4545a5d636d2" providerId="LiveId" clId="{ABD4904B-081A-47C6-B87B-1F2506E329D6}" dt="2025-03-30T04:58:28.020" v="1905" actId="123"/>
          <ac:spMkLst>
            <pc:docMk/>
            <pc:sldMk cId="1952414727" sldId="9891"/>
            <ac:spMk id="87042" creationId="{8B5415F9-5B1C-F1AB-A470-19E098C759C2}"/>
          </ac:spMkLst>
        </pc:spChg>
      </pc:sldChg>
      <pc:sldChg chg="modSp mod">
        <pc:chgData name="Lý Thanh Ngô" userId="d1fb4545a5d636d2" providerId="LiveId" clId="{ABD4904B-081A-47C6-B87B-1F2506E329D6}" dt="2025-03-30T04:20:55.749" v="802" actId="20577"/>
        <pc:sldMkLst>
          <pc:docMk/>
          <pc:sldMk cId="3359446926" sldId="9892"/>
        </pc:sldMkLst>
        <pc:spChg chg="mod">
          <ac:chgData name="Lý Thanh Ngô" userId="d1fb4545a5d636d2" providerId="LiveId" clId="{ABD4904B-081A-47C6-B87B-1F2506E329D6}" dt="2025-03-30T04:20:55.749" v="802" actId="20577"/>
          <ac:spMkLst>
            <pc:docMk/>
            <pc:sldMk cId="3359446926" sldId="9892"/>
            <ac:spMk id="46082" creationId="{3893F0D4-65DD-5D42-B970-F583E8012BD1}"/>
          </ac:spMkLst>
        </pc:spChg>
      </pc:sldChg>
      <pc:sldChg chg="modSp mod">
        <pc:chgData name="Lý Thanh Ngô" userId="d1fb4545a5d636d2" providerId="LiveId" clId="{ABD4904B-081A-47C6-B87B-1F2506E329D6}" dt="2025-03-30T04:58:42.064" v="1906" actId="123"/>
        <pc:sldMkLst>
          <pc:docMk/>
          <pc:sldMk cId="3719311503" sldId="9893"/>
        </pc:sldMkLst>
        <pc:spChg chg="mod">
          <ac:chgData name="Lý Thanh Ngô" userId="d1fb4545a5d636d2" providerId="LiveId" clId="{ABD4904B-081A-47C6-B87B-1F2506E329D6}" dt="2025-03-30T04:58:42.064" v="1906" actId="123"/>
          <ac:spMkLst>
            <pc:docMk/>
            <pc:sldMk cId="3719311503" sldId="9893"/>
            <ac:spMk id="87042" creationId="{9D6177F0-5E6C-608E-3A88-D9044B9315F4}"/>
          </ac:spMkLst>
        </pc:spChg>
      </pc:sldChg>
      <pc:sldChg chg="modSp mod">
        <pc:chgData name="Lý Thanh Ngô" userId="d1fb4545a5d636d2" providerId="LiveId" clId="{ABD4904B-081A-47C6-B87B-1F2506E329D6}" dt="2025-03-30T04:58:45.926" v="1907" actId="123"/>
        <pc:sldMkLst>
          <pc:docMk/>
          <pc:sldMk cId="316058304" sldId="9894"/>
        </pc:sldMkLst>
      </pc:sldChg>
      <pc:sldChg chg="modSp mod">
        <pc:chgData name="Lý Thanh Ngô" userId="d1fb4545a5d636d2" providerId="LiveId" clId="{ABD4904B-081A-47C6-B87B-1F2506E329D6}" dt="2025-03-30T04:58:48.681" v="1908" actId="123"/>
        <pc:sldMkLst>
          <pc:docMk/>
          <pc:sldMk cId="1521856680" sldId="9895"/>
        </pc:sldMkLst>
        <pc:spChg chg="mod">
          <ac:chgData name="Lý Thanh Ngô" userId="d1fb4545a5d636d2" providerId="LiveId" clId="{ABD4904B-081A-47C6-B87B-1F2506E329D6}" dt="2025-03-30T04:58:48.681" v="1908" actId="123"/>
          <ac:spMkLst>
            <pc:docMk/>
            <pc:sldMk cId="1521856680" sldId="9895"/>
            <ac:spMk id="87042" creationId="{5E4C3294-384A-CFC9-ED45-0243B0AA62AF}"/>
          </ac:spMkLst>
        </pc:spChg>
      </pc:sldChg>
      <pc:sldChg chg="modSp mod">
        <pc:chgData name="Lý Thanh Ngô" userId="d1fb4545a5d636d2" providerId="LiveId" clId="{ABD4904B-081A-47C6-B87B-1F2506E329D6}" dt="2025-03-30T04:58:51.566" v="1909" actId="123"/>
        <pc:sldMkLst>
          <pc:docMk/>
          <pc:sldMk cId="367318003" sldId="9896"/>
        </pc:sldMkLst>
      </pc:sldChg>
      <pc:sldChg chg="modSp mod">
        <pc:chgData name="Lý Thanh Ngô" userId="d1fb4545a5d636d2" providerId="LiveId" clId="{ABD4904B-081A-47C6-B87B-1F2506E329D6}" dt="2025-03-30T04:58:55.482" v="1910" actId="123"/>
        <pc:sldMkLst>
          <pc:docMk/>
          <pc:sldMk cId="121284145" sldId="9897"/>
        </pc:sldMkLst>
        <pc:spChg chg="mod">
          <ac:chgData name="Lý Thanh Ngô" userId="d1fb4545a5d636d2" providerId="LiveId" clId="{ABD4904B-081A-47C6-B87B-1F2506E329D6}" dt="2025-03-30T04:58:55.482" v="1910" actId="123"/>
          <ac:spMkLst>
            <pc:docMk/>
            <pc:sldMk cId="121284145" sldId="9897"/>
            <ac:spMk id="87042" creationId="{EF956515-5E3A-1C60-EEC1-B8BC2F8729E5}"/>
          </ac:spMkLst>
        </pc:spChg>
      </pc:sldChg>
      <pc:sldChg chg="modSp mod">
        <pc:chgData name="Lý Thanh Ngô" userId="d1fb4545a5d636d2" providerId="LiveId" clId="{ABD4904B-081A-47C6-B87B-1F2506E329D6}" dt="2025-03-30T04:59:10.744" v="1916" actId="122"/>
        <pc:sldMkLst>
          <pc:docMk/>
          <pc:sldMk cId="1078366241" sldId="9900"/>
        </pc:sldMkLst>
        <pc:spChg chg="mod">
          <ac:chgData name="Lý Thanh Ngô" userId="d1fb4545a5d636d2" providerId="LiveId" clId="{ABD4904B-081A-47C6-B87B-1F2506E329D6}" dt="2025-03-30T04:59:10.744" v="1916" actId="122"/>
          <ac:spMkLst>
            <pc:docMk/>
            <pc:sldMk cId="1078366241" sldId="9900"/>
            <ac:spMk id="46082" creationId="{44F3A9AE-039F-15BA-D2A3-30FDFA699F44}"/>
          </ac:spMkLst>
        </pc:spChg>
      </pc:sldChg>
      <pc:sldChg chg="modSp mod">
        <pc:chgData name="Lý Thanh Ngô" userId="d1fb4545a5d636d2" providerId="LiveId" clId="{ABD4904B-081A-47C6-B87B-1F2506E329D6}" dt="2025-03-30T04:59:15.465" v="1917" actId="123"/>
        <pc:sldMkLst>
          <pc:docMk/>
          <pc:sldMk cId="1608661232" sldId="9901"/>
        </pc:sldMkLst>
        <pc:spChg chg="mod">
          <ac:chgData name="Lý Thanh Ngô" userId="d1fb4545a5d636d2" providerId="LiveId" clId="{ABD4904B-081A-47C6-B87B-1F2506E329D6}" dt="2025-03-30T04:59:15.465" v="1917" actId="123"/>
          <ac:spMkLst>
            <pc:docMk/>
            <pc:sldMk cId="1608661232" sldId="9901"/>
            <ac:spMk id="46082" creationId="{FF7D9A66-A37E-54A8-65CA-B9AC17CC62FF}"/>
          </ac:spMkLst>
        </pc:spChg>
      </pc:sldChg>
      <pc:sldChg chg="modSp mod">
        <pc:chgData name="Lý Thanh Ngô" userId="d1fb4545a5d636d2" providerId="LiveId" clId="{ABD4904B-081A-47C6-B87B-1F2506E329D6}" dt="2025-03-30T04:59:18.933" v="1918" actId="123"/>
        <pc:sldMkLst>
          <pc:docMk/>
          <pc:sldMk cId="2629207321" sldId="9902"/>
        </pc:sldMkLst>
        <pc:spChg chg="mod">
          <ac:chgData name="Lý Thanh Ngô" userId="d1fb4545a5d636d2" providerId="LiveId" clId="{ABD4904B-081A-47C6-B87B-1F2506E329D6}" dt="2025-03-30T04:59:18.933" v="1918" actId="123"/>
          <ac:spMkLst>
            <pc:docMk/>
            <pc:sldMk cId="2629207321" sldId="9902"/>
            <ac:spMk id="46082" creationId="{6246C1CF-B2C1-5F3F-9394-7F923C0F61E1}"/>
          </ac:spMkLst>
        </pc:spChg>
      </pc:sldChg>
      <pc:sldChg chg="modSp mod">
        <pc:chgData name="Lý Thanh Ngô" userId="d1fb4545a5d636d2" providerId="LiveId" clId="{ABD4904B-081A-47C6-B87B-1F2506E329D6}" dt="2025-03-30T04:59:22.598" v="1919" actId="123"/>
        <pc:sldMkLst>
          <pc:docMk/>
          <pc:sldMk cId="1290835927" sldId="9903"/>
        </pc:sldMkLst>
      </pc:sldChg>
      <pc:sldChg chg="modSp mod">
        <pc:chgData name="Lý Thanh Ngô" userId="d1fb4545a5d636d2" providerId="LiveId" clId="{ABD4904B-081A-47C6-B87B-1F2506E329D6}" dt="2025-03-30T04:59:25.909" v="1920" actId="123"/>
        <pc:sldMkLst>
          <pc:docMk/>
          <pc:sldMk cId="4150645961" sldId="9904"/>
        </pc:sldMkLst>
        <pc:spChg chg="mod">
          <ac:chgData name="Lý Thanh Ngô" userId="d1fb4545a5d636d2" providerId="LiveId" clId="{ABD4904B-081A-47C6-B87B-1F2506E329D6}" dt="2025-03-30T04:59:25.909" v="1920" actId="123"/>
          <ac:spMkLst>
            <pc:docMk/>
            <pc:sldMk cId="4150645961" sldId="9904"/>
            <ac:spMk id="46082" creationId="{236B643C-42FE-0444-4FEE-828177A8F322}"/>
          </ac:spMkLst>
        </pc:spChg>
      </pc:sldChg>
      <pc:sldChg chg="modSp mod">
        <pc:chgData name="Lý Thanh Ngô" userId="d1fb4545a5d636d2" providerId="LiveId" clId="{ABD4904B-081A-47C6-B87B-1F2506E329D6}" dt="2025-03-30T04:59:28.436" v="1921" actId="123"/>
        <pc:sldMkLst>
          <pc:docMk/>
          <pc:sldMk cId="3470603365" sldId="9905"/>
        </pc:sldMkLst>
        <pc:spChg chg="mod">
          <ac:chgData name="Lý Thanh Ngô" userId="d1fb4545a5d636d2" providerId="LiveId" clId="{ABD4904B-081A-47C6-B87B-1F2506E329D6}" dt="2025-03-30T04:59:28.436" v="1921" actId="123"/>
          <ac:spMkLst>
            <pc:docMk/>
            <pc:sldMk cId="3470603365" sldId="9905"/>
            <ac:spMk id="46082" creationId="{4855D5D5-42B6-03AA-D0C5-C060017BD8DF}"/>
          </ac:spMkLst>
        </pc:spChg>
      </pc:sldChg>
      <pc:sldChg chg="modSp mod">
        <pc:chgData name="Lý Thanh Ngô" userId="d1fb4545a5d636d2" providerId="LiveId" clId="{ABD4904B-081A-47C6-B87B-1F2506E329D6}" dt="2025-03-30T04:33:39.806" v="1246" actId="207"/>
        <pc:sldMkLst>
          <pc:docMk/>
          <pc:sldMk cId="1613890805" sldId="9906"/>
        </pc:sldMkLst>
        <pc:spChg chg="mod">
          <ac:chgData name="Lý Thanh Ngô" userId="d1fb4545a5d636d2" providerId="LiveId" clId="{ABD4904B-081A-47C6-B87B-1F2506E329D6}" dt="2025-03-30T04:33:39.806" v="1246" actId="207"/>
          <ac:spMkLst>
            <pc:docMk/>
            <pc:sldMk cId="1613890805" sldId="9906"/>
            <ac:spMk id="46082" creationId="{15972B90-D4B5-7307-77D9-8F1546BE592A}"/>
          </ac:spMkLst>
        </pc:spChg>
      </pc:sldChg>
      <pc:sldChg chg="modSp mod">
        <pc:chgData name="Lý Thanh Ngô" userId="d1fb4545a5d636d2" providerId="LiveId" clId="{ABD4904B-081A-47C6-B87B-1F2506E329D6}" dt="2025-03-30T04:59:43.046" v="1927" actId="122"/>
        <pc:sldMkLst>
          <pc:docMk/>
          <pc:sldMk cId="576050836" sldId="9907"/>
        </pc:sldMkLst>
        <pc:spChg chg="mod">
          <ac:chgData name="Lý Thanh Ngô" userId="d1fb4545a5d636d2" providerId="LiveId" clId="{ABD4904B-081A-47C6-B87B-1F2506E329D6}" dt="2025-03-30T04:59:43.046" v="1927" actId="122"/>
          <ac:spMkLst>
            <pc:docMk/>
            <pc:sldMk cId="576050836" sldId="9907"/>
            <ac:spMk id="46082" creationId="{256126B9-69D1-A440-AA9D-73146B07307C}"/>
          </ac:spMkLst>
        </pc:spChg>
      </pc:sldChg>
      <pc:sldChg chg="modSp mod">
        <pc:chgData name="Lý Thanh Ngô" userId="d1fb4545a5d636d2" providerId="LiveId" clId="{ABD4904B-081A-47C6-B87B-1F2506E329D6}" dt="2025-03-30T04:59:48.514" v="1928" actId="123"/>
        <pc:sldMkLst>
          <pc:docMk/>
          <pc:sldMk cId="2827542806" sldId="9908"/>
        </pc:sldMkLst>
        <pc:spChg chg="mod">
          <ac:chgData name="Lý Thanh Ngô" userId="d1fb4545a5d636d2" providerId="LiveId" clId="{ABD4904B-081A-47C6-B87B-1F2506E329D6}" dt="2025-03-30T04:59:48.514" v="1928" actId="123"/>
          <ac:spMkLst>
            <pc:docMk/>
            <pc:sldMk cId="2827542806" sldId="9908"/>
            <ac:spMk id="46082" creationId="{306480E5-0698-C66D-1ED9-AA4B2A88B6EA}"/>
          </ac:spMkLst>
        </pc:spChg>
      </pc:sldChg>
      <pc:sldChg chg="modSp mod">
        <pc:chgData name="Lý Thanh Ngô" userId="d1fb4545a5d636d2" providerId="LiveId" clId="{ABD4904B-081A-47C6-B87B-1F2506E329D6}" dt="2025-03-30T04:59:50.468" v="1929" actId="123"/>
        <pc:sldMkLst>
          <pc:docMk/>
          <pc:sldMk cId="159199625" sldId="9909"/>
        </pc:sldMkLst>
        <pc:spChg chg="mod">
          <ac:chgData name="Lý Thanh Ngô" userId="d1fb4545a5d636d2" providerId="LiveId" clId="{ABD4904B-081A-47C6-B87B-1F2506E329D6}" dt="2025-03-30T04:59:50.468" v="1929" actId="123"/>
          <ac:spMkLst>
            <pc:docMk/>
            <pc:sldMk cId="159199625" sldId="9909"/>
            <ac:spMk id="46082" creationId="{B141D9D1-57C4-8622-8A12-15440C6F1202}"/>
          </ac:spMkLst>
        </pc:spChg>
      </pc:sldChg>
      <pc:sldChg chg="modSp mod">
        <pc:chgData name="Lý Thanh Ngô" userId="d1fb4545a5d636d2" providerId="LiveId" clId="{ABD4904B-081A-47C6-B87B-1F2506E329D6}" dt="2025-03-30T04:59:54.180" v="1930" actId="123"/>
        <pc:sldMkLst>
          <pc:docMk/>
          <pc:sldMk cId="2074675852" sldId="9910"/>
        </pc:sldMkLst>
        <pc:spChg chg="mod">
          <ac:chgData name="Lý Thanh Ngô" userId="d1fb4545a5d636d2" providerId="LiveId" clId="{ABD4904B-081A-47C6-B87B-1F2506E329D6}" dt="2025-03-30T04:59:54.180" v="1930" actId="123"/>
          <ac:spMkLst>
            <pc:docMk/>
            <pc:sldMk cId="2074675852" sldId="9910"/>
            <ac:spMk id="46082" creationId="{758ECD1A-DC89-8A0B-D94A-4526E8992F46}"/>
          </ac:spMkLst>
        </pc:spChg>
      </pc:sldChg>
      <pc:sldChg chg="modSp mod">
        <pc:chgData name="Lý Thanh Ngô" userId="d1fb4545a5d636d2" providerId="LiveId" clId="{ABD4904B-081A-47C6-B87B-1F2506E329D6}" dt="2025-03-30T05:00:01.223" v="1931" actId="123"/>
        <pc:sldMkLst>
          <pc:docMk/>
          <pc:sldMk cId="1253784387" sldId="9911"/>
        </pc:sldMkLst>
        <pc:spChg chg="mod">
          <ac:chgData name="Lý Thanh Ngô" userId="d1fb4545a5d636d2" providerId="LiveId" clId="{ABD4904B-081A-47C6-B87B-1F2506E329D6}" dt="2025-03-30T05:00:01.223" v="1931" actId="123"/>
          <ac:spMkLst>
            <pc:docMk/>
            <pc:sldMk cId="1253784387" sldId="9911"/>
            <ac:spMk id="46082" creationId="{15C01A9F-E3DC-CD0C-C3E1-C8A13A5CEB44}"/>
          </ac:spMkLst>
        </pc:spChg>
      </pc:sldChg>
      <pc:sldChg chg="modSp mod">
        <pc:chgData name="Lý Thanh Ngô" userId="d1fb4545a5d636d2" providerId="LiveId" clId="{ABD4904B-081A-47C6-B87B-1F2506E329D6}" dt="2025-03-30T05:00:04.544" v="1932" actId="123"/>
        <pc:sldMkLst>
          <pc:docMk/>
          <pc:sldMk cId="4061793047" sldId="9912"/>
        </pc:sldMkLst>
        <pc:spChg chg="mod">
          <ac:chgData name="Lý Thanh Ngô" userId="d1fb4545a5d636d2" providerId="LiveId" clId="{ABD4904B-081A-47C6-B87B-1F2506E329D6}" dt="2025-03-30T05:00:04.544" v="1932" actId="123"/>
          <ac:spMkLst>
            <pc:docMk/>
            <pc:sldMk cId="4061793047" sldId="9912"/>
            <ac:spMk id="46082" creationId="{8F726F33-0364-F5A4-C8A3-4F5B58DC56A1}"/>
          </ac:spMkLst>
        </pc:spChg>
      </pc:sldChg>
      <pc:sldChg chg="modSp mod">
        <pc:chgData name="Lý Thanh Ngô" userId="d1fb4545a5d636d2" providerId="LiveId" clId="{ABD4904B-081A-47C6-B87B-1F2506E329D6}" dt="2025-03-30T05:00:18.995" v="1939" actId="20577"/>
        <pc:sldMkLst>
          <pc:docMk/>
          <pc:sldMk cId="3165449530" sldId="9913"/>
        </pc:sldMkLst>
        <pc:spChg chg="mod">
          <ac:chgData name="Lý Thanh Ngô" userId="d1fb4545a5d636d2" providerId="LiveId" clId="{ABD4904B-081A-47C6-B87B-1F2506E329D6}" dt="2025-03-30T05:00:18.995" v="1939" actId="20577"/>
          <ac:spMkLst>
            <pc:docMk/>
            <pc:sldMk cId="3165449530" sldId="9913"/>
            <ac:spMk id="46082" creationId="{E1B29ADE-B01B-C893-7794-6987D636A811}"/>
          </ac:spMkLst>
        </pc:spChg>
      </pc:sldChg>
      <pc:sldChg chg="modSp mod">
        <pc:chgData name="Lý Thanh Ngô" userId="d1fb4545a5d636d2" providerId="LiveId" clId="{ABD4904B-081A-47C6-B87B-1F2506E329D6}" dt="2025-03-30T05:00:26.809" v="1940" actId="123"/>
        <pc:sldMkLst>
          <pc:docMk/>
          <pc:sldMk cId="522233016" sldId="9914"/>
        </pc:sldMkLst>
        <pc:spChg chg="mod">
          <ac:chgData name="Lý Thanh Ngô" userId="d1fb4545a5d636d2" providerId="LiveId" clId="{ABD4904B-081A-47C6-B87B-1F2506E329D6}" dt="2025-03-30T05:00:26.809" v="1940" actId="123"/>
          <ac:spMkLst>
            <pc:docMk/>
            <pc:sldMk cId="522233016" sldId="9914"/>
            <ac:spMk id="46082" creationId="{F6B68CC3-412D-C5F9-6BF0-12DAAFAB7C4C}"/>
          </ac:spMkLst>
        </pc:spChg>
      </pc:sldChg>
      <pc:sldChg chg="modSp mod">
        <pc:chgData name="Lý Thanh Ngô" userId="d1fb4545a5d636d2" providerId="LiveId" clId="{ABD4904B-081A-47C6-B87B-1F2506E329D6}" dt="2025-03-30T05:00:30.588" v="1941" actId="123"/>
        <pc:sldMkLst>
          <pc:docMk/>
          <pc:sldMk cId="2763764899" sldId="9915"/>
        </pc:sldMkLst>
        <pc:spChg chg="mod">
          <ac:chgData name="Lý Thanh Ngô" userId="d1fb4545a5d636d2" providerId="LiveId" clId="{ABD4904B-081A-47C6-B87B-1F2506E329D6}" dt="2025-03-30T05:00:30.588" v="1941" actId="123"/>
          <ac:spMkLst>
            <pc:docMk/>
            <pc:sldMk cId="2763764899" sldId="9915"/>
            <ac:spMk id="46082" creationId="{C4B159FC-D56B-AFDD-468E-8327FB5A59E9}"/>
          </ac:spMkLst>
        </pc:spChg>
      </pc:sldChg>
      <pc:sldChg chg="modSp mod">
        <pc:chgData name="Lý Thanh Ngô" userId="d1fb4545a5d636d2" providerId="LiveId" clId="{ABD4904B-081A-47C6-B87B-1F2506E329D6}" dt="2025-03-30T05:00:34.768" v="1942" actId="123"/>
        <pc:sldMkLst>
          <pc:docMk/>
          <pc:sldMk cId="2276341674" sldId="9916"/>
        </pc:sldMkLst>
        <pc:spChg chg="mod">
          <ac:chgData name="Lý Thanh Ngô" userId="d1fb4545a5d636d2" providerId="LiveId" clId="{ABD4904B-081A-47C6-B87B-1F2506E329D6}" dt="2025-03-30T05:00:34.768" v="1942" actId="123"/>
          <ac:spMkLst>
            <pc:docMk/>
            <pc:sldMk cId="2276341674" sldId="9916"/>
            <ac:spMk id="46082" creationId="{64D8C2BA-B418-ED2B-49CA-A3324EE34F84}"/>
          </ac:spMkLst>
        </pc:spChg>
      </pc:sldChg>
      <pc:sldChg chg="modSp mod">
        <pc:chgData name="Lý Thanh Ngô" userId="d1fb4545a5d636d2" providerId="LiveId" clId="{ABD4904B-081A-47C6-B87B-1F2506E329D6}" dt="2025-03-30T05:00:37.578" v="1943" actId="123"/>
        <pc:sldMkLst>
          <pc:docMk/>
          <pc:sldMk cId="888088382" sldId="9917"/>
        </pc:sldMkLst>
        <pc:spChg chg="mod">
          <ac:chgData name="Lý Thanh Ngô" userId="d1fb4545a5d636d2" providerId="LiveId" clId="{ABD4904B-081A-47C6-B87B-1F2506E329D6}" dt="2025-03-30T05:00:37.578" v="1943" actId="123"/>
          <ac:spMkLst>
            <pc:docMk/>
            <pc:sldMk cId="888088382" sldId="9917"/>
            <ac:spMk id="46082" creationId="{0BDA323C-35E3-FDBD-2A4E-51EF8EC81D80}"/>
          </ac:spMkLst>
        </pc:spChg>
      </pc:sldChg>
      <pc:sldChg chg="modSp mod">
        <pc:chgData name="Lý Thanh Ngô" userId="d1fb4545a5d636d2" providerId="LiveId" clId="{ABD4904B-081A-47C6-B87B-1F2506E329D6}" dt="2025-03-30T05:00:40.431" v="1944" actId="123"/>
        <pc:sldMkLst>
          <pc:docMk/>
          <pc:sldMk cId="574032678" sldId="9918"/>
        </pc:sldMkLst>
        <pc:spChg chg="mod">
          <ac:chgData name="Lý Thanh Ngô" userId="d1fb4545a5d636d2" providerId="LiveId" clId="{ABD4904B-081A-47C6-B87B-1F2506E329D6}" dt="2025-03-30T05:00:40.431" v="1944" actId="123"/>
          <ac:spMkLst>
            <pc:docMk/>
            <pc:sldMk cId="574032678" sldId="9918"/>
            <ac:spMk id="46082" creationId="{61F1A4DB-79ED-8B9A-714E-8288BF017CD5}"/>
          </ac:spMkLst>
        </pc:spChg>
      </pc:sldChg>
      <pc:sldChg chg="modSp mod">
        <pc:chgData name="Lý Thanh Ngô" userId="d1fb4545a5d636d2" providerId="LiveId" clId="{ABD4904B-081A-47C6-B87B-1F2506E329D6}" dt="2025-03-30T05:00:43.285" v="1945" actId="123"/>
        <pc:sldMkLst>
          <pc:docMk/>
          <pc:sldMk cId="3268485197" sldId="9919"/>
        </pc:sldMkLst>
        <pc:spChg chg="mod">
          <ac:chgData name="Lý Thanh Ngô" userId="d1fb4545a5d636d2" providerId="LiveId" clId="{ABD4904B-081A-47C6-B87B-1F2506E329D6}" dt="2025-03-30T05:00:43.285" v="1945" actId="123"/>
          <ac:spMkLst>
            <pc:docMk/>
            <pc:sldMk cId="3268485197" sldId="9919"/>
            <ac:spMk id="46082" creationId="{CA418B87-6FFE-4F3F-0A00-510748A83D7A}"/>
          </ac:spMkLst>
        </pc:spChg>
      </pc:sldChg>
      <pc:sldChg chg="modSp mod">
        <pc:chgData name="Lý Thanh Ngô" userId="d1fb4545a5d636d2" providerId="LiveId" clId="{ABD4904B-081A-47C6-B87B-1F2506E329D6}" dt="2025-03-30T05:00:47.370" v="1946" actId="123"/>
        <pc:sldMkLst>
          <pc:docMk/>
          <pc:sldMk cId="187347292" sldId="9920"/>
        </pc:sldMkLst>
        <pc:spChg chg="mod">
          <ac:chgData name="Lý Thanh Ngô" userId="d1fb4545a5d636d2" providerId="LiveId" clId="{ABD4904B-081A-47C6-B87B-1F2506E329D6}" dt="2025-03-30T05:00:47.370" v="1946" actId="123"/>
          <ac:spMkLst>
            <pc:docMk/>
            <pc:sldMk cId="187347292" sldId="9920"/>
            <ac:spMk id="46082" creationId="{23E3E4F5-F2FC-70A2-4DCB-357274CFE020}"/>
          </ac:spMkLst>
        </pc:spChg>
      </pc:sldChg>
      <pc:sldChg chg="modSp mod">
        <pc:chgData name="Lý Thanh Ngô" userId="d1fb4545a5d636d2" providerId="LiveId" clId="{ABD4904B-081A-47C6-B87B-1F2506E329D6}" dt="2025-03-30T05:00:53.792" v="1947" actId="123"/>
        <pc:sldMkLst>
          <pc:docMk/>
          <pc:sldMk cId="1295548846" sldId="9921"/>
        </pc:sldMkLst>
        <pc:spChg chg="mod">
          <ac:chgData name="Lý Thanh Ngô" userId="d1fb4545a5d636d2" providerId="LiveId" clId="{ABD4904B-081A-47C6-B87B-1F2506E329D6}" dt="2025-03-30T05:00:53.792" v="1947" actId="123"/>
          <ac:spMkLst>
            <pc:docMk/>
            <pc:sldMk cId="1295548846" sldId="9921"/>
            <ac:spMk id="46082" creationId="{AB45D9CD-917A-320C-6C9D-94B009DFE745}"/>
          </ac:spMkLst>
        </pc:spChg>
      </pc:sldChg>
      <pc:sldChg chg="modSp mod">
        <pc:chgData name="Lý Thanh Ngô" userId="d1fb4545a5d636d2" providerId="LiveId" clId="{ABD4904B-081A-47C6-B87B-1F2506E329D6}" dt="2025-03-30T05:00:56.698" v="1948" actId="123"/>
        <pc:sldMkLst>
          <pc:docMk/>
          <pc:sldMk cId="1032720080" sldId="9922"/>
        </pc:sldMkLst>
        <pc:spChg chg="mod">
          <ac:chgData name="Lý Thanh Ngô" userId="d1fb4545a5d636d2" providerId="LiveId" clId="{ABD4904B-081A-47C6-B87B-1F2506E329D6}" dt="2025-03-30T05:00:56.698" v="1948" actId="123"/>
          <ac:spMkLst>
            <pc:docMk/>
            <pc:sldMk cId="1032720080" sldId="9922"/>
            <ac:spMk id="46082" creationId="{B04F7272-7E7A-4D00-E89F-1A611CCD4996}"/>
          </ac:spMkLst>
        </pc:spChg>
      </pc:sldChg>
      <pc:sldChg chg="modSp mod">
        <pc:chgData name="Lý Thanh Ngô" userId="d1fb4545a5d636d2" providerId="LiveId" clId="{ABD4904B-081A-47C6-B87B-1F2506E329D6}" dt="2025-03-30T05:00:59.891" v="1949" actId="123"/>
        <pc:sldMkLst>
          <pc:docMk/>
          <pc:sldMk cId="1660952084" sldId="9923"/>
        </pc:sldMkLst>
        <pc:spChg chg="mod">
          <ac:chgData name="Lý Thanh Ngô" userId="d1fb4545a5d636d2" providerId="LiveId" clId="{ABD4904B-081A-47C6-B87B-1F2506E329D6}" dt="2025-03-30T05:00:59.891" v="1949" actId="123"/>
          <ac:spMkLst>
            <pc:docMk/>
            <pc:sldMk cId="1660952084" sldId="9923"/>
            <ac:spMk id="46082" creationId="{3782FF22-374E-1F13-3700-806F91B3C50D}"/>
          </ac:spMkLst>
        </pc:spChg>
      </pc:sldChg>
      <pc:sldChg chg="modSp mod">
        <pc:chgData name="Lý Thanh Ngô" userId="d1fb4545a5d636d2" providerId="LiveId" clId="{ABD4904B-081A-47C6-B87B-1F2506E329D6}" dt="2025-03-30T05:01:12.170" v="1953" actId="255"/>
        <pc:sldMkLst>
          <pc:docMk/>
          <pc:sldMk cId="135439565" sldId="9924"/>
        </pc:sldMkLst>
        <pc:spChg chg="mod">
          <ac:chgData name="Lý Thanh Ngô" userId="d1fb4545a5d636d2" providerId="LiveId" clId="{ABD4904B-081A-47C6-B87B-1F2506E329D6}" dt="2025-03-30T05:01:12.170" v="1953" actId="255"/>
          <ac:spMkLst>
            <pc:docMk/>
            <pc:sldMk cId="135439565" sldId="9924"/>
            <ac:spMk id="46082" creationId="{A04F28CD-D38D-D8A7-A32D-68EB065C63EC}"/>
          </ac:spMkLst>
        </pc:spChg>
      </pc:sldChg>
      <pc:sldChg chg="modSp mod">
        <pc:chgData name="Lý Thanh Ngô" userId="d1fb4545a5d636d2" providerId="LiveId" clId="{ABD4904B-081A-47C6-B87B-1F2506E329D6}" dt="2025-03-30T05:01:20.441" v="1956" actId="6549"/>
        <pc:sldMkLst>
          <pc:docMk/>
          <pc:sldMk cId="3976937419" sldId="9925"/>
        </pc:sldMkLst>
        <pc:spChg chg="mod">
          <ac:chgData name="Lý Thanh Ngô" userId="d1fb4545a5d636d2" providerId="LiveId" clId="{ABD4904B-081A-47C6-B87B-1F2506E329D6}" dt="2025-03-30T05:01:20.441" v="1956" actId="6549"/>
          <ac:spMkLst>
            <pc:docMk/>
            <pc:sldMk cId="3976937419" sldId="9925"/>
            <ac:spMk id="46082" creationId="{9076FCC7-650B-65D4-2AE8-2FF676493363}"/>
          </ac:spMkLst>
        </pc:spChg>
      </pc:sldChg>
      <pc:sldChg chg="modSp mod">
        <pc:chgData name="Lý Thanh Ngô" userId="d1fb4545a5d636d2" providerId="LiveId" clId="{ABD4904B-081A-47C6-B87B-1F2506E329D6}" dt="2025-03-30T05:01:24.556" v="1957" actId="123"/>
        <pc:sldMkLst>
          <pc:docMk/>
          <pc:sldMk cId="3849524063" sldId="9926"/>
        </pc:sldMkLst>
        <pc:spChg chg="mod">
          <ac:chgData name="Lý Thanh Ngô" userId="d1fb4545a5d636d2" providerId="LiveId" clId="{ABD4904B-081A-47C6-B87B-1F2506E329D6}" dt="2025-03-30T05:01:24.556" v="1957" actId="123"/>
          <ac:spMkLst>
            <pc:docMk/>
            <pc:sldMk cId="3849524063" sldId="9926"/>
            <ac:spMk id="46082" creationId="{4383DA44-7C29-F4D8-2001-51B997A82768}"/>
          </ac:spMkLst>
        </pc:spChg>
      </pc:sldChg>
      <pc:sldChg chg="modSp mod">
        <pc:chgData name="Lý Thanh Ngô" userId="d1fb4545a5d636d2" providerId="LiveId" clId="{ABD4904B-081A-47C6-B87B-1F2506E329D6}" dt="2025-03-30T05:01:31.712" v="1960" actId="20577"/>
        <pc:sldMkLst>
          <pc:docMk/>
          <pc:sldMk cId="4166180669" sldId="9927"/>
        </pc:sldMkLst>
        <pc:spChg chg="mod">
          <ac:chgData name="Lý Thanh Ngô" userId="d1fb4545a5d636d2" providerId="LiveId" clId="{ABD4904B-081A-47C6-B87B-1F2506E329D6}" dt="2025-03-30T05:01:31.712" v="1960" actId="20577"/>
          <ac:spMkLst>
            <pc:docMk/>
            <pc:sldMk cId="4166180669" sldId="9927"/>
            <ac:spMk id="46082" creationId="{345A4EAC-D0D7-F4D1-D9F1-844A947C5F1C}"/>
          </ac:spMkLst>
        </pc:spChg>
      </pc:sldChg>
      <pc:sldChg chg="modSp mod">
        <pc:chgData name="Lý Thanh Ngô" userId="d1fb4545a5d636d2" providerId="LiveId" clId="{ABD4904B-081A-47C6-B87B-1F2506E329D6}" dt="2025-03-30T05:01:44.811" v="1961" actId="123"/>
        <pc:sldMkLst>
          <pc:docMk/>
          <pc:sldMk cId="6715914" sldId="9928"/>
        </pc:sldMkLst>
        <pc:spChg chg="mod">
          <ac:chgData name="Lý Thanh Ngô" userId="d1fb4545a5d636d2" providerId="LiveId" clId="{ABD4904B-081A-47C6-B87B-1F2506E329D6}" dt="2025-03-30T05:01:44.811" v="1961" actId="123"/>
          <ac:spMkLst>
            <pc:docMk/>
            <pc:sldMk cId="6715914" sldId="9928"/>
            <ac:spMk id="46082" creationId="{A6102EEC-F65B-8198-2AD9-D11506836785}"/>
          </ac:spMkLst>
        </pc:spChg>
      </pc:sldChg>
      <pc:sldChg chg="modSp mod">
        <pc:chgData name="Lý Thanh Ngô" userId="d1fb4545a5d636d2" providerId="LiveId" clId="{ABD4904B-081A-47C6-B87B-1F2506E329D6}" dt="2025-03-30T05:01:58.649" v="1967" actId="20577"/>
        <pc:sldMkLst>
          <pc:docMk/>
          <pc:sldMk cId="3588150592" sldId="9929"/>
        </pc:sldMkLst>
        <pc:spChg chg="mod">
          <ac:chgData name="Lý Thanh Ngô" userId="d1fb4545a5d636d2" providerId="LiveId" clId="{ABD4904B-081A-47C6-B87B-1F2506E329D6}" dt="2025-03-30T05:01:58.649" v="1967" actId="20577"/>
          <ac:spMkLst>
            <pc:docMk/>
            <pc:sldMk cId="3588150592" sldId="9929"/>
            <ac:spMk id="46082" creationId="{AFB126A8-ED0F-3443-5038-5E183D1787AA}"/>
          </ac:spMkLst>
        </pc:spChg>
      </pc:sldChg>
      <pc:sldChg chg="modSp mod">
        <pc:chgData name="Lý Thanh Ngô" userId="d1fb4545a5d636d2" providerId="LiveId" clId="{ABD4904B-081A-47C6-B87B-1F2506E329D6}" dt="2025-03-30T05:02:05.390" v="1968" actId="123"/>
        <pc:sldMkLst>
          <pc:docMk/>
          <pc:sldMk cId="2367944318" sldId="9930"/>
        </pc:sldMkLst>
        <pc:spChg chg="mod">
          <ac:chgData name="Lý Thanh Ngô" userId="d1fb4545a5d636d2" providerId="LiveId" clId="{ABD4904B-081A-47C6-B87B-1F2506E329D6}" dt="2025-03-30T05:02:05.390" v="1968" actId="123"/>
          <ac:spMkLst>
            <pc:docMk/>
            <pc:sldMk cId="2367944318" sldId="9930"/>
            <ac:spMk id="46082" creationId="{B1B498CC-D6A0-FD46-C8FD-DB2124503A80}"/>
          </ac:spMkLst>
        </pc:spChg>
      </pc:sldChg>
      <pc:sldChg chg="modSp mod">
        <pc:chgData name="Lý Thanh Ngô" userId="d1fb4545a5d636d2" providerId="LiveId" clId="{ABD4904B-081A-47C6-B87B-1F2506E329D6}" dt="2025-03-30T05:02:10.170" v="1969" actId="123"/>
        <pc:sldMkLst>
          <pc:docMk/>
          <pc:sldMk cId="661416154" sldId="9931"/>
        </pc:sldMkLst>
        <pc:spChg chg="mod">
          <ac:chgData name="Lý Thanh Ngô" userId="d1fb4545a5d636d2" providerId="LiveId" clId="{ABD4904B-081A-47C6-B87B-1F2506E329D6}" dt="2025-03-30T05:02:10.170" v="1969" actId="123"/>
          <ac:spMkLst>
            <pc:docMk/>
            <pc:sldMk cId="661416154" sldId="9931"/>
            <ac:spMk id="46082" creationId="{83C3B709-7413-FADA-D182-7D3D4E2FA35F}"/>
          </ac:spMkLst>
        </pc:spChg>
      </pc:sldChg>
      <pc:sldChg chg="modSp mod">
        <pc:chgData name="Lý Thanh Ngô" userId="d1fb4545a5d636d2" providerId="LiveId" clId="{ABD4904B-081A-47C6-B87B-1F2506E329D6}" dt="2025-03-30T05:02:13.078" v="1970" actId="123"/>
        <pc:sldMkLst>
          <pc:docMk/>
          <pc:sldMk cId="2138796068" sldId="9932"/>
        </pc:sldMkLst>
        <pc:spChg chg="mod">
          <ac:chgData name="Lý Thanh Ngô" userId="d1fb4545a5d636d2" providerId="LiveId" clId="{ABD4904B-081A-47C6-B87B-1F2506E329D6}" dt="2025-03-30T05:02:13.078" v="1970" actId="123"/>
          <ac:spMkLst>
            <pc:docMk/>
            <pc:sldMk cId="2138796068" sldId="9932"/>
            <ac:spMk id="46082" creationId="{2ECB7632-4EC8-3ABB-6B5A-7BAD5CDE8E57}"/>
          </ac:spMkLst>
        </pc:spChg>
      </pc:sldChg>
      <pc:sldChg chg="modSp mod">
        <pc:chgData name="Lý Thanh Ngô" userId="d1fb4545a5d636d2" providerId="LiveId" clId="{ABD4904B-081A-47C6-B87B-1F2506E329D6}" dt="2025-03-30T05:02:32.964" v="1973" actId="255"/>
        <pc:sldMkLst>
          <pc:docMk/>
          <pc:sldMk cId="603951992" sldId="9933"/>
        </pc:sldMkLst>
        <pc:spChg chg="mod">
          <ac:chgData name="Lý Thanh Ngô" userId="d1fb4545a5d636d2" providerId="LiveId" clId="{ABD4904B-081A-47C6-B87B-1F2506E329D6}" dt="2025-03-30T05:02:32.964" v="1973" actId="255"/>
          <ac:spMkLst>
            <pc:docMk/>
            <pc:sldMk cId="603951992" sldId="9933"/>
            <ac:spMk id="46082" creationId="{BEC80A15-78DE-6A11-1B57-BC29ADB87B64}"/>
          </ac:spMkLst>
        </pc:spChg>
      </pc:sldChg>
      <pc:sldChg chg="modSp mod">
        <pc:chgData name="Lý Thanh Ngô" userId="d1fb4545a5d636d2" providerId="LiveId" clId="{ABD4904B-081A-47C6-B87B-1F2506E329D6}" dt="2025-03-30T05:02:41.316" v="1976" actId="403"/>
        <pc:sldMkLst>
          <pc:docMk/>
          <pc:sldMk cId="4139010742" sldId="9934"/>
        </pc:sldMkLst>
        <pc:spChg chg="mod">
          <ac:chgData name="Lý Thanh Ngô" userId="d1fb4545a5d636d2" providerId="LiveId" clId="{ABD4904B-081A-47C6-B87B-1F2506E329D6}" dt="2025-03-30T05:02:41.316" v="1976" actId="403"/>
          <ac:spMkLst>
            <pc:docMk/>
            <pc:sldMk cId="4139010742" sldId="9934"/>
            <ac:spMk id="46082" creationId="{EEF358A9-9BD6-B364-418E-E00F792B9830}"/>
          </ac:spMkLst>
        </pc:spChg>
      </pc:sldChg>
      <pc:sldChg chg="modSp mod">
        <pc:chgData name="Lý Thanh Ngô" userId="d1fb4545a5d636d2" providerId="LiveId" clId="{ABD4904B-081A-47C6-B87B-1F2506E329D6}" dt="2025-03-30T05:02:55.221" v="1990" actId="404"/>
        <pc:sldMkLst>
          <pc:docMk/>
          <pc:sldMk cId="678953230" sldId="9935"/>
        </pc:sldMkLst>
        <pc:spChg chg="mod">
          <ac:chgData name="Lý Thanh Ngô" userId="d1fb4545a5d636d2" providerId="LiveId" clId="{ABD4904B-081A-47C6-B87B-1F2506E329D6}" dt="2025-03-30T05:02:55.221" v="1990" actId="404"/>
          <ac:spMkLst>
            <pc:docMk/>
            <pc:sldMk cId="678953230" sldId="9935"/>
            <ac:spMk id="46082" creationId="{1A28ACAD-F88F-7701-345E-2C6AF61FD97E}"/>
          </ac:spMkLst>
        </pc:spChg>
      </pc:sldChg>
      <pc:sldChg chg="modSp add mod">
        <pc:chgData name="Lý Thanh Ngô" userId="d1fb4545a5d636d2" providerId="LiveId" clId="{ABD4904B-081A-47C6-B87B-1F2506E329D6}" dt="2025-03-30T04:33:10.668" v="1243" actId="403"/>
        <pc:sldMkLst>
          <pc:docMk/>
          <pc:sldMk cId="2840395799" sldId="9936"/>
        </pc:sldMkLst>
        <pc:spChg chg="mod">
          <ac:chgData name="Lý Thanh Ngô" userId="d1fb4545a5d636d2" providerId="LiveId" clId="{ABD4904B-081A-47C6-B87B-1F2506E329D6}" dt="2025-03-30T04:33:10.668" v="1243" actId="403"/>
          <ac:spMkLst>
            <pc:docMk/>
            <pc:sldMk cId="2840395799" sldId="9936"/>
            <ac:spMk id="66562" creationId="{21102977-3B5A-1558-31A1-C4E1BFDE937F}"/>
          </ac:spMkLst>
        </pc:spChg>
      </pc:sldChg>
      <pc:sldChg chg="add del ord">
        <pc:chgData name="Lý Thanh Ngô" userId="d1fb4545a5d636d2" providerId="LiveId" clId="{ABD4904B-081A-47C6-B87B-1F2506E329D6}" dt="2025-03-30T04:30:54.836" v="1203" actId="47"/>
        <pc:sldMkLst>
          <pc:docMk/>
          <pc:sldMk cId="3686030830" sldId="9936"/>
        </pc:sldMkLst>
      </pc:sldChg>
      <pc:sldChg chg="new setBg">
        <pc:chgData name="Lý Thanh Ngô" userId="d1fb4545a5d636d2" providerId="LiveId" clId="{ABD4904B-081A-47C6-B87B-1F2506E329D6}" dt="2025-03-30T04:47:52.793" v="1645"/>
        <pc:sldMkLst>
          <pc:docMk/>
          <pc:sldMk cId="1696849316" sldId="9937"/>
        </pc:sldMkLst>
      </pc:sldChg>
      <pc:sldMasterChg chg="del delSldLayout">
        <pc:chgData name="Lý Thanh Ngô" userId="d1fb4545a5d636d2" providerId="LiveId" clId="{ABD4904B-081A-47C6-B87B-1F2506E329D6}" dt="2025-03-27T07:54:44.862" v="623" actId="47"/>
        <pc:sldMasterMkLst>
          <pc:docMk/>
          <pc:sldMasterMk cId="2331289677" sldId="2147483660"/>
        </pc:sldMasterMkLst>
        <pc:sldLayoutChg chg="del">
          <pc:chgData name="Lý Thanh Ngô" userId="d1fb4545a5d636d2" providerId="LiveId" clId="{ABD4904B-081A-47C6-B87B-1F2506E329D6}" dt="2025-03-27T07:54:44.862" v="623" actId="47"/>
          <pc:sldLayoutMkLst>
            <pc:docMk/>
            <pc:sldMasterMk cId="2331289677" sldId="2147483660"/>
            <pc:sldLayoutMk cId="1477452345" sldId="2147483661"/>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2153371939" sldId="2147483662"/>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340841954" sldId="2147483663"/>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861417460" sldId="2147483664"/>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699463424" sldId="2147483665"/>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4261573196" sldId="2147483666"/>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4230551362" sldId="2147483667"/>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069658008" sldId="2147483668"/>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94302990" sldId="2147483669"/>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533410086" sldId="2147483670"/>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2742728602" sldId="2147483671"/>
          </pc:sldLayoutMkLst>
        </pc:sldLayoutChg>
      </pc:sldMasterChg>
    </pc:docChg>
  </pc:docChgLst>
  <pc:docChgLst>
    <pc:chgData name="Lý Thanh Ngô" userId="d1fb4545a5d636d2" providerId="LiveId" clId="{F575B444-C68A-C747-A235-E506A0A29BF4}"/>
    <pc:docChg chg="addSld sldOrd">
      <pc:chgData name="Lý Thanh Ngô" userId="d1fb4545a5d636d2" providerId="LiveId" clId="{F575B444-C68A-C747-A235-E506A0A29BF4}" dt="2025-04-05T22:18:37.504" v="1" actId="1076"/>
      <pc:docMkLst>
        <pc:docMk/>
      </pc:docMkLst>
      <pc:sldChg chg="new ord">
        <pc:chgData name="Lý Thanh Ngô" userId="d1fb4545a5d636d2" providerId="LiveId" clId="{F575B444-C68A-C747-A235-E506A0A29BF4}" dt="2025-04-05T22:18:37.504" v="1" actId="1076"/>
        <pc:sldMkLst>
          <pc:docMk/>
          <pc:sldMk cId="901106724" sldId="998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701FF8C-FB8E-45AF-B0FA-95B6560BE94A}" type="datetimeFigureOut">
              <a:rPr lang="en-US" smtClean="0"/>
              <a:t>7/26/2025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48246CF-7178-41AD-B6F8-BACEEA28FBE0}" type="slidenum">
              <a:rPr lang="en-US" smtClean="0"/>
              <a:t>‹#›</a:t>
            </a:fld>
            <a:endParaRPr lang="en-US"/>
          </a:p>
        </p:txBody>
      </p:sp>
    </p:spTree>
    <p:extLst>
      <p:ext uri="{BB962C8B-B14F-4D97-AF65-F5344CB8AC3E}">
        <p14:creationId xmlns:p14="http://schemas.microsoft.com/office/powerpoint/2010/main" val="1778397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23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2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1F860-7B8A-D384-D883-B3331C97E8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4DF2BB-E423-6D65-F074-2074399475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F674E9-42B4-2325-5CE9-B4619C627997}"/>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ACC3392B-4D7C-11C6-37EC-2C28C88E21B9}"/>
              </a:ext>
            </a:extLst>
          </p:cNvPr>
          <p:cNvSpPr>
            <a:spLocks noGrp="1"/>
          </p:cNvSpPr>
          <p:nvPr>
            <p:ph type="sldNum" sz="quarter" idx="5"/>
          </p:nvPr>
        </p:nvSpPr>
        <p:spPr/>
        <p:txBody>
          <a:bodyPr/>
          <a:lstStyle/>
          <a:p>
            <a:fld id="{648246CF-7178-41AD-B6F8-BACEEA28FBE0}" type="slidenum">
              <a:rPr lang="en-US" smtClean="0"/>
              <a:t>120</a:t>
            </a:fld>
            <a:endParaRPr lang="en-US"/>
          </a:p>
        </p:txBody>
      </p:sp>
    </p:spTree>
    <p:extLst>
      <p:ext uri="{BB962C8B-B14F-4D97-AF65-F5344CB8AC3E}">
        <p14:creationId xmlns:p14="http://schemas.microsoft.com/office/powerpoint/2010/main" val="13704127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608CA-AC9C-9000-FC37-B0A45EB78D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98C671-5897-95C6-B33B-DE2C208875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F65EB7-4CE6-3B1B-5325-660B5F8FDFE3}"/>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A7D020A1-4208-4D01-67E2-76069BACA166}"/>
              </a:ext>
            </a:extLst>
          </p:cNvPr>
          <p:cNvSpPr>
            <a:spLocks noGrp="1"/>
          </p:cNvSpPr>
          <p:nvPr>
            <p:ph type="sldNum" sz="quarter" idx="5"/>
          </p:nvPr>
        </p:nvSpPr>
        <p:spPr/>
        <p:txBody>
          <a:bodyPr/>
          <a:lstStyle/>
          <a:p>
            <a:fld id="{648246CF-7178-41AD-B6F8-BACEEA28FBE0}" type="slidenum">
              <a:rPr lang="en-US" smtClean="0"/>
              <a:t>121</a:t>
            </a:fld>
            <a:endParaRPr lang="en-US"/>
          </a:p>
        </p:txBody>
      </p:sp>
    </p:spTree>
    <p:extLst>
      <p:ext uri="{BB962C8B-B14F-4D97-AF65-F5344CB8AC3E}">
        <p14:creationId xmlns:p14="http://schemas.microsoft.com/office/powerpoint/2010/main" val="24966375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3B11E-3875-4468-08A4-F0A07E8208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1BA566-451A-D95D-48CB-EE92BDFA3B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9F9967-55F8-1E3A-5685-E81463301974}"/>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CEDA3996-6962-2C1A-97F2-640FE4F3D077}"/>
              </a:ext>
            </a:extLst>
          </p:cNvPr>
          <p:cNvSpPr>
            <a:spLocks noGrp="1"/>
          </p:cNvSpPr>
          <p:nvPr>
            <p:ph type="sldNum" sz="quarter" idx="5"/>
          </p:nvPr>
        </p:nvSpPr>
        <p:spPr/>
        <p:txBody>
          <a:bodyPr/>
          <a:lstStyle/>
          <a:p>
            <a:fld id="{648246CF-7178-41AD-B6F8-BACEEA28FBE0}" type="slidenum">
              <a:rPr lang="en-US" smtClean="0"/>
              <a:t>122</a:t>
            </a:fld>
            <a:endParaRPr lang="en-US"/>
          </a:p>
        </p:txBody>
      </p:sp>
    </p:spTree>
    <p:extLst>
      <p:ext uri="{BB962C8B-B14F-4D97-AF65-F5344CB8AC3E}">
        <p14:creationId xmlns:p14="http://schemas.microsoft.com/office/powerpoint/2010/main" val="11861510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046A3-7E98-A19A-71B6-47E25B7E36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B489AB-0363-49DD-7B93-D912B73CAC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105F3F-247A-0C2B-2E4B-A1AA6E78B592}"/>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0B8C7DF2-3A82-8A05-3887-FD430974DA98}"/>
              </a:ext>
            </a:extLst>
          </p:cNvPr>
          <p:cNvSpPr>
            <a:spLocks noGrp="1"/>
          </p:cNvSpPr>
          <p:nvPr>
            <p:ph type="sldNum" sz="quarter" idx="5"/>
          </p:nvPr>
        </p:nvSpPr>
        <p:spPr/>
        <p:txBody>
          <a:bodyPr/>
          <a:lstStyle/>
          <a:p>
            <a:fld id="{648246CF-7178-41AD-B6F8-BACEEA28FBE0}" type="slidenum">
              <a:rPr lang="en-US" smtClean="0"/>
              <a:t>123</a:t>
            </a:fld>
            <a:endParaRPr lang="en-US"/>
          </a:p>
        </p:txBody>
      </p:sp>
    </p:spTree>
    <p:extLst>
      <p:ext uri="{BB962C8B-B14F-4D97-AF65-F5344CB8AC3E}">
        <p14:creationId xmlns:p14="http://schemas.microsoft.com/office/powerpoint/2010/main" val="38505682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3C4D35-77EA-B61C-33F7-EC618517E7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1C2D49-0E01-F065-8C1A-AA38A700A1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8F00CC-EFC7-10FC-CE82-5104E62EDD0F}"/>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34F87F7A-4EF7-9B1A-6AF8-072BE38AAC34}"/>
              </a:ext>
            </a:extLst>
          </p:cNvPr>
          <p:cNvSpPr>
            <a:spLocks noGrp="1"/>
          </p:cNvSpPr>
          <p:nvPr>
            <p:ph type="sldNum" sz="quarter" idx="5"/>
          </p:nvPr>
        </p:nvSpPr>
        <p:spPr/>
        <p:txBody>
          <a:bodyPr/>
          <a:lstStyle/>
          <a:p>
            <a:fld id="{648246CF-7178-41AD-B6F8-BACEEA28FBE0}" type="slidenum">
              <a:rPr lang="en-US" smtClean="0"/>
              <a:t>124</a:t>
            </a:fld>
            <a:endParaRPr lang="en-US"/>
          </a:p>
        </p:txBody>
      </p:sp>
    </p:spTree>
    <p:extLst>
      <p:ext uri="{BB962C8B-B14F-4D97-AF65-F5344CB8AC3E}">
        <p14:creationId xmlns:p14="http://schemas.microsoft.com/office/powerpoint/2010/main" val="28764991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81FC7-EF9B-D177-EB2F-1D6BE546DF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1E302E-BF27-67AD-5884-F8D03F9D9A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3AD709-142A-6C04-FC81-BBC0E33C4371}"/>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66373450-DD8A-EC98-66F1-9B02A6979C31}"/>
              </a:ext>
            </a:extLst>
          </p:cNvPr>
          <p:cNvSpPr>
            <a:spLocks noGrp="1"/>
          </p:cNvSpPr>
          <p:nvPr>
            <p:ph type="sldNum" sz="quarter" idx="5"/>
          </p:nvPr>
        </p:nvSpPr>
        <p:spPr/>
        <p:txBody>
          <a:bodyPr/>
          <a:lstStyle/>
          <a:p>
            <a:fld id="{648246CF-7178-41AD-B6F8-BACEEA28FBE0}" type="slidenum">
              <a:rPr lang="en-US" smtClean="0"/>
              <a:t>125</a:t>
            </a:fld>
            <a:endParaRPr lang="en-US"/>
          </a:p>
        </p:txBody>
      </p:sp>
    </p:spTree>
    <p:extLst>
      <p:ext uri="{BB962C8B-B14F-4D97-AF65-F5344CB8AC3E}">
        <p14:creationId xmlns:p14="http://schemas.microsoft.com/office/powerpoint/2010/main" val="33161256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D793DC-577E-FD56-FD1E-9BB9AF28C0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0D0BA6-43AC-CA75-3674-1610774170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08839D-FD92-4770-E939-FB55C4C466D9}"/>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E08F63C5-BDE4-7147-AB8F-D373C4941625}"/>
              </a:ext>
            </a:extLst>
          </p:cNvPr>
          <p:cNvSpPr>
            <a:spLocks noGrp="1"/>
          </p:cNvSpPr>
          <p:nvPr>
            <p:ph type="sldNum" sz="quarter" idx="5"/>
          </p:nvPr>
        </p:nvSpPr>
        <p:spPr/>
        <p:txBody>
          <a:bodyPr/>
          <a:lstStyle/>
          <a:p>
            <a:fld id="{648246CF-7178-41AD-B6F8-BACEEA28FBE0}" type="slidenum">
              <a:rPr lang="en-US" smtClean="0"/>
              <a:t>126</a:t>
            </a:fld>
            <a:endParaRPr lang="en-US"/>
          </a:p>
        </p:txBody>
      </p:sp>
    </p:spTree>
    <p:extLst>
      <p:ext uri="{BB962C8B-B14F-4D97-AF65-F5344CB8AC3E}">
        <p14:creationId xmlns:p14="http://schemas.microsoft.com/office/powerpoint/2010/main" val="19028898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233B4-441B-B575-A34C-86CC2C3295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54CC08-3F63-2852-DF53-4AE2FDD707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B2036C-CEA5-7883-CF73-08CB9005CBAB}"/>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584F7A40-EC06-8340-3633-63E70C1F5D5B}"/>
              </a:ext>
            </a:extLst>
          </p:cNvPr>
          <p:cNvSpPr>
            <a:spLocks noGrp="1"/>
          </p:cNvSpPr>
          <p:nvPr>
            <p:ph type="sldNum" sz="quarter" idx="5"/>
          </p:nvPr>
        </p:nvSpPr>
        <p:spPr/>
        <p:txBody>
          <a:bodyPr/>
          <a:lstStyle/>
          <a:p>
            <a:fld id="{648246CF-7178-41AD-B6F8-BACEEA28FBE0}" type="slidenum">
              <a:rPr lang="en-US" smtClean="0"/>
              <a:t>129</a:t>
            </a:fld>
            <a:endParaRPr lang="en-US"/>
          </a:p>
        </p:txBody>
      </p:sp>
    </p:spTree>
    <p:extLst>
      <p:ext uri="{BB962C8B-B14F-4D97-AF65-F5344CB8AC3E}">
        <p14:creationId xmlns:p14="http://schemas.microsoft.com/office/powerpoint/2010/main" val="25393154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70A03-DC9A-3481-83DC-2453479334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B14A3A-C0ED-1C37-4801-E0528D4CC6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823AB3-7ECC-09B9-DEB2-3DEC7E47736B}"/>
              </a:ext>
            </a:extLst>
          </p:cNvPr>
          <p:cNvSpPr>
            <a:spLocks noGrp="1"/>
          </p:cNvSpPr>
          <p:nvPr>
            <p:ph type="body" idx="1"/>
          </p:nvPr>
        </p:nvSpPr>
        <p:spPr/>
        <p:txBody>
          <a:bodyPr/>
          <a:lstStyle/>
          <a:p>
            <a:pPr marL="228600" indent="-228600">
              <a:buAutoNum type="arabicPeriod"/>
            </a:pPr>
            <a:r>
              <a:rPr lang="vi-VN" b="0" i="0" dirty="0">
                <a:solidFill>
                  <a:srgbClr val="FF0000"/>
                </a:solidFill>
                <a:effectLst/>
                <a:latin typeface="Arial" panose="020B0604020202020204" pitchFamily="34" charset="0"/>
              </a:rPr>
              <a:t>Khi Chúa đem những người Si-</a:t>
            </a:r>
            <a:r>
              <a:rPr lang="vi-VN" b="0" i="0" dirty="0" err="1">
                <a:solidFill>
                  <a:srgbClr val="FF0000"/>
                </a:solidFill>
                <a:effectLst/>
                <a:latin typeface="Arial" panose="020B0604020202020204" pitchFamily="34" charset="0"/>
              </a:rPr>
              <a:t>on</a:t>
            </a:r>
            <a:r>
              <a:rPr lang="vi-VN" b="0" i="0" dirty="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dirty="0">
              <a:solidFill>
                <a:srgbClr val="FF0000"/>
              </a:solidFill>
              <a:effectLst/>
              <a:latin typeface="Arial" panose="020B0604020202020204" pitchFamily="34" charset="0"/>
            </a:endParaRPr>
          </a:p>
          <a:p>
            <a:pPr marL="0" indent="0">
              <a:buNone/>
            </a:pPr>
            <a:r>
              <a:rPr lang="vi-VN" b="0" i="0" dirty="0" err="1">
                <a:solidFill>
                  <a:srgbClr val="FF0000"/>
                </a:solidFill>
                <a:effectLst/>
                <a:latin typeface="Arial" panose="020B0604020202020204" pitchFamily="34" charset="0"/>
              </a:rPr>
              <a:t>ĐK</a:t>
            </a:r>
            <a:r>
              <a:rPr lang="vi-VN" b="0" i="0" dirty="0">
                <a:solidFill>
                  <a:srgbClr val="FF0000"/>
                </a:solidFill>
                <a:effectLst/>
                <a:latin typeface="Arial" panose="020B0604020202020204" pitchFamily="34" charset="0"/>
              </a:rPr>
              <a:t>: Chúa đã đối xử nhân từ với chúng con, nên chúng con mừng vui bao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dirty="0"/>
          </a:p>
        </p:txBody>
      </p:sp>
      <p:sp>
        <p:nvSpPr>
          <p:cNvPr id="4" name="Slide Number Placeholder 3">
            <a:extLst>
              <a:ext uri="{FF2B5EF4-FFF2-40B4-BE49-F238E27FC236}">
                <a16:creationId xmlns:a16="http://schemas.microsoft.com/office/drawing/2014/main" id="{F1432954-EC4F-658E-7405-FA5635CD29FC}"/>
              </a:ext>
            </a:extLst>
          </p:cNvPr>
          <p:cNvSpPr>
            <a:spLocks noGrp="1"/>
          </p:cNvSpPr>
          <p:nvPr>
            <p:ph type="sldNum" sz="quarter" idx="5"/>
          </p:nvPr>
        </p:nvSpPr>
        <p:spPr/>
        <p:txBody>
          <a:bodyPr/>
          <a:lstStyle/>
          <a:p>
            <a:fld id="{648246CF-7178-41AD-B6F8-BACEEA28FBE0}" type="slidenum">
              <a:rPr lang="en-US" smtClean="0"/>
              <a:t>130</a:t>
            </a:fld>
            <a:endParaRPr lang="en-US"/>
          </a:p>
        </p:txBody>
      </p:sp>
    </p:spTree>
    <p:extLst>
      <p:ext uri="{BB962C8B-B14F-4D97-AF65-F5344CB8AC3E}">
        <p14:creationId xmlns:p14="http://schemas.microsoft.com/office/powerpoint/2010/main" val="35081294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87E25-D719-49C1-DFCA-8A846CFEF7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E6FF1E-E644-B776-0A1C-04F01B7881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4524F4-A3E4-6FF1-3E8A-8B0C51AD0B4C}"/>
              </a:ext>
            </a:extLst>
          </p:cNvPr>
          <p:cNvSpPr>
            <a:spLocks noGrp="1"/>
          </p:cNvSpPr>
          <p:nvPr>
            <p:ph type="body" idx="1"/>
          </p:nvPr>
        </p:nvSpPr>
        <p:spPr/>
        <p:txBody>
          <a:bodyPr/>
          <a:lstStyle/>
          <a:p>
            <a:pPr marL="228600" indent="-228600">
              <a:buAutoNum type="arabicPeriod"/>
            </a:pPr>
            <a:r>
              <a:rPr lang="vi-VN" b="0" i="0">
                <a:solidFill>
                  <a:srgbClr val="FF0000"/>
                </a:solidFill>
                <a:effectLst/>
                <a:latin typeface="Arial" panose="020B0604020202020204" pitchFamily="34" charset="0"/>
              </a:rPr>
              <a:t>Khi Chúa đem những người Si-</a:t>
            </a:r>
            <a:r>
              <a:rPr lang="vi-VN" b="0" i="0" err="1">
                <a:solidFill>
                  <a:srgbClr val="FF0000"/>
                </a:solidFill>
                <a:effectLst/>
                <a:latin typeface="Arial" panose="020B0604020202020204" pitchFamily="34" charset="0"/>
              </a:rPr>
              <a:t>on</a:t>
            </a:r>
            <a:r>
              <a:rPr lang="vi-VN" b="0" i="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a:solidFill>
                <a:srgbClr val="FF0000"/>
              </a:solidFill>
              <a:effectLst/>
              <a:latin typeface="Arial" panose="020B0604020202020204" pitchFamily="34" charset="0"/>
            </a:endParaRPr>
          </a:p>
          <a:p>
            <a:pPr marL="0" indent="0">
              <a:buNone/>
            </a:pPr>
            <a:r>
              <a:rPr lang="vi-VN" b="0" i="0" err="1">
                <a:solidFill>
                  <a:srgbClr val="FF0000"/>
                </a:solidFill>
                <a:effectLst/>
                <a:latin typeface="Arial" panose="020B0604020202020204" pitchFamily="34" charset="0"/>
              </a:rPr>
              <a:t>ĐK</a:t>
            </a:r>
            <a:r>
              <a:rPr lang="vi-VN" b="0" i="0">
                <a:solidFill>
                  <a:srgbClr val="FF0000"/>
                </a:solidFill>
                <a:effectLst/>
                <a:latin typeface="Arial" panose="020B0604020202020204" pitchFamily="34" charset="0"/>
              </a:rPr>
              <a:t>: Chúa đã đối xử nhân từ với chúng con, nên chúng con mừng vui bao hân hoan.  </a:t>
            </a:r>
            <a:endParaRPr lang="en-US" b="0" i="0">
              <a:solidFill>
                <a:srgbClr val="FF0000"/>
              </a:solidFill>
              <a:effectLst/>
              <a:latin typeface="Arial" panose="020B0604020202020204" pitchFamily="34" charset="0"/>
            </a:endParaRPr>
          </a:p>
          <a:p>
            <a:pPr marL="0" indent="0">
              <a:buNone/>
            </a:pPr>
            <a:r>
              <a:rPr lang="vi-VN" b="0" i="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a:solidFill>
                <a:srgbClr val="FF0000"/>
              </a:solidFill>
              <a:effectLst/>
              <a:latin typeface="Arial" panose="020B0604020202020204" pitchFamily="34" charset="0"/>
            </a:endParaRPr>
          </a:p>
          <a:p>
            <a:pPr marL="0" indent="0">
              <a:buNone/>
            </a:pPr>
            <a:r>
              <a:rPr lang="vi-VN" b="0" i="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a:p>
        </p:txBody>
      </p:sp>
      <p:sp>
        <p:nvSpPr>
          <p:cNvPr id="4" name="Slide Number Placeholder 3">
            <a:extLst>
              <a:ext uri="{FF2B5EF4-FFF2-40B4-BE49-F238E27FC236}">
                <a16:creationId xmlns:a16="http://schemas.microsoft.com/office/drawing/2014/main" id="{B9371B36-903C-A795-C9F2-E93132CBA848}"/>
              </a:ext>
            </a:extLst>
          </p:cNvPr>
          <p:cNvSpPr>
            <a:spLocks noGrp="1"/>
          </p:cNvSpPr>
          <p:nvPr>
            <p:ph type="sldNum" sz="quarter" idx="5"/>
          </p:nvPr>
        </p:nvSpPr>
        <p:spPr/>
        <p:txBody>
          <a:bodyPr/>
          <a:lstStyle/>
          <a:p>
            <a:fld id="{648246CF-7178-41AD-B6F8-BACEEA28FBE0}" type="slidenum">
              <a:rPr lang="en-US" smtClean="0"/>
              <a:t>131</a:t>
            </a:fld>
            <a:endParaRPr lang="en-US"/>
          </a:p>
        </p:txBody>
      </p:sp>
    </p:spTree>
    <p:extLst>
      <p:ext uri="{BB962C8B-B14F-4D97-AF65-F5344CB8AC3E}">
        <p14:creationId xmlns:p14="http://schemas.microsoft.com/office/powerpoint/2010/main" val="18002275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16DA4-02E6-5422-4DEC-FCFD806A5D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6D26FC-62E2-8CA6-F5DA-4B0969E8B0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5C8DCA-A0EF-FCF1-81B8-45428639BBB0}"/>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9E774CAF-F0C2-658F-790E-EE436C09C707}"/>
              </a:ext>
            </a:extLst>
          </p:cNvPr>
          <p:cNvSpPr>
            <a:spLocks noGrp="1"/>
          </p:cNvSpPr>
          <p:nvPr>
            <p:ph type="sldNum" sz="quarter" idx="5"/>
          </p:nvPr>
        </p:nvSpPr>
        <p:spPr/>
        <p:txBody>
          <a:bodyPr/>
          <a:lstStyle/>
          <a:p>
            <a:fld id="{648246CF-7178-41AD-B6F8-BACEEA28FBE0}" type="slidenum">
              <a:rPr lang="en-US" smtClean="0"/>
              <a:t>132</a:t>
            </a:fld>
            <a:endParaRPr lang="en-US"/>
          </a:p>
        </p:txBody>
      </p:sp>
    </p:spTree>
    <p:extLst>
      <p:ext uri="{BB962C8B-B14F-4D97-AF65-F5344CB8AC3E}">
        <p14:creationId xmlns:p14="http://schemas.microsoft.com/office/powerpoint/2010/main" val="42306313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7107B-EFF1-F137-1FFE-111D527277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00B118-40F8-3830-2E94-80701B622D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1D9CCA-C90E-BB7D-3310-B84EDE95A6EA}"/>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F62206C5-AB7C-B274-07CE-0F2E50647752}"/>
              </a:ext>
            </a:extLst>
          </p:cNvPr>
          <p:cNvSpPr>
            <a:spLocks noGrp="1"/>
          </p:cNvSpPr>
          <p:nvPr>
            <p:ph type="sldNum" sz="quarter" idx="5"/>
          </p:nvPr>
        </p:nvSpPr>
        <p:spPr/>
        <p:txBody>
          <a:bodyPr/>
          <a:lstStyle/>
          <a:p>
            <a:fld id="{648246CF-7178-41AD-B6F8-BACEEA28FBE0}" type="slidenum">
              <a:rPr lang="en-US" smtClean="0"/>
              <a:t>133</a:t>
            </a:fld>
            <a:endParaRPr lang="en-US"/>
          </a:p>
        </p:txBody>
      </p:sp>
    </p:spTree>
    <p:extLst>
      <p:ext uri="{BB962C8B-B14F-4D97-AF65-F5344CB8AC3E}">
        <p14:creationId xmlns:p14="http://schemas.microsoft.com/office/powerpoint/2010/main" val="37019166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1FE95-2AE4-ACB1-8CB1-4E249F4A58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36C7FD-BC93-7CB0-A9DC-2ECEDCE2CF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BEBF0B-9234-CA48-36F8-96D03D262EF8}"/>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4882310-B234-6576-C182-CCD4B929E9AE}"/>
              </a:ext>
            </a:extLst>
          </p:cNvPr>
          <p:cNvSpPr>
            <a:spLocks noGrp="1"/>
          </p:cNvSpPr>
          <p:nvPr>
            <p:ph type="sldNum" sz="quarter" idx="5"/>
          </p:nvPr>
        </p:nvSpPr>
        <p:spPr/>
        <p:txBody>
          <a:bodyPr/>
          <a:lstStyle/>
          <a:p>
            <a:fld id="{648246CF-7178-41AD-B6F8-BACEEA28FBE0}" type="slidenum">
              <a:rPr lang="en-US" smtClean="0"/>
              <a:t>134</a:t>
            </a:fld>
            <a:endParaRPr lang="en-US"/>
          </a:p>
        </p:txBody>
      </p:sp>
    </p:spTree>
    <p:extLst>
      <p:ext uri="{BB962C8B-B14F-4D97-AF65-F5344CB8AC3E}">
        <p14:creationId xmlns:p14="http://schemas.microsoft.com/office/powerpoint/2010/main" val="3931134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4CBDC-8736-B92F-C486-9562F4B145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5242A7-FC27-65F8-156A-A37420FC8E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2E58A7-DA5D-2EF6-ED24-0A8F4509953A}"/>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7510485-8852-CC0D-CCFD-822C1E829B2E}"/>
              </a:ext>
            </a:extLst>
          </p:cNvPr>
          <p:cNvSpPr>
            <a:spLocks noGrp="1"/>
          </p:cNvSpPr>
          <p:nvPr>
            <p:ph type="sldNum" sz="quarter" idx="5"/>
          </p:nvPr>
        </p:nvSpPr>
        <p:spPr/>
        <p:txBody>
          <a:bodyPr/>
          <a:lstStyle/>
          <a:p>
            <a:fld id="{648246CF-7178-41AD-B6F8-BACEEA28FBE0}" type="slidenum">
              <a:rPr lang="en-US" smtClean="0"/>
              <a:t>135</a:t>
            </a:fld>
            <a:endParaRPr lang="en-US"/>
          </a:p>
        </p:txBody>
      </p:sp>
    </p:spTree>
    <p:extLst>
      <p:ext uri="{BB962C8B-B14F-4D97-AF65-F5344CB8AC3E}">
        <p14:creationId xmlns:p14="http://schemas.microsoft.com/office/powerpoint/2010/main" val="19082177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95019-4FEB-3324-7223-597FDB259D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9F750A-7037-025E-AD07-B6F93C6735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41620F-B8A6-ED1A-F551-CE6B6F3B6F1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5497FC23-FF37-597A-B2BD-85F34185C06C}"/>
              </a:ext>
            </a:extLst>
          </p:cNvPr>
          <p:cNvSpPr>
            <a:spLocks noGrp="1"/>
          </p:cNvSpPr>
          <p:nvPr>
            <p:ph type="sldNum" sz="quarter" idx="5"/>
          </p:nvPr>
        </p:nvSpPr>
        <p:spPr/>
        <p:txBody>
          <a:bodyPr/>
          <a:lstStyle/>
          <a:p>
            <a:fld id="{648246CF-7178-41AD-B6F8-BACEEA28FBE0}" type="slidenum">
              <a:rPr lang="en-US" smtClean="0"/>
              <a:t>136</a:t>
            </a:fld>
            <a:endParaRPr lang="en-US"/>
          </a:p>
        </p:txBody>
      </p:sp>
    </p:spTree>
    <p:extLst>
      <p:ext uri="{BB962C8B-B14F-4D97-AF65-F5344CB8AC3E}">
        <p14:creationId xmlns:p14="http://schemas.microsoft.com/office/powerpoint/2010/main" val="5031565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26580-40BE-FFE4-6BE3-4E664C2825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B86B5C-C1A3-A30A-A61D-51B213BE55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85DF59-EAA6-D166-F2D0-ADED59B4633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A5150CE-4390-97F8-6316-95168C09C7D6}"/>
              </a:ext>
            </a:extLst>
          </p:cNvPr>
          <p:cNvSpPr>
            <a:spLocks noGrp="1"/>
          </p:cNvSpPr>
          <p:nvPr>
            <p:ph type="sldNum" sz="quarter" idx="5"/>
          </p:nvPr>
        </p:nvSpPr>
        <p:spPr/>
        <p:txBody>
          <a:bodyPr/>
          <a:lstStyle/>
          <a:p>
            <a:fld id="{648246CF-7178-41AD-B6F8-BACEEA28FBE0}" type="slidenum">
              <a:rPr lang="en-US" smtClean="0"/>
              <a:t>137</a:t>
            </a:fld>
            <a:endParaRPr lang="en-US"/>
          </a:p>
        </p:txBody>
      </p:sp>
    </p:spTree>
    <p:extLst>
      <p:ext uri="{BB962C8B-B14F-4D97-AF65-F5344CB8AC3E}">
        <p14:creationId xmlns:p14="http://schemas.microsoft.com/office/powerpoint/2010/main" val="794932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17B18A-578D-0B0F-AD15-11E86C4560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B1F4CA-EE02-CA79-4428-F1B6F91FDB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A01164-17B5-FE3E-E0D2-42803B201DC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270C0239-DFCF-0C62-D1E9-B0C982D0B8DB}"/>
              </a:ext>
            </a:extLst>
          </p:cNvPr>
          <p:cNvSpPr>
            <a:spLocks noGrp="1"/>
          </p:cNvSpPr>
          <p:nvPr>
            <p:ph type="sldNum" sz="quarter" idx="5"/>
          </p:nvPr>
        </p:nvSpPr>
        <p:spPr/>
        <p:txBody>
          <a:bodyPr/>
          <a:lstStyle/>
          <a:p>
            <a:fld id="{648246CF-7178-41AD-B6F8-BACEEA28FBE0}" type="slidenum">
              <a:rPr lang="en-US" smtClean="0"/>
              <a:t>138</a:t>
            </a:fld>
            <a:endParaRPr lang="en-US"/>
          </a:p>
        </p:txBody>
      </p:sp>
    </p:spTree>
    <p:extLst>
      <p:ext uri="{BB962C8B-B14F-4D97-AF65-F5344CB8AC3E}">
        <p14:creationId xmlns:p14="http://schemas.microsoft.com/office/powerpoint/2010/main" val="36467630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99E37-C79C-2402-C61C-DF29AD0871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08DE3E-3069-B614-1034-CD748759F7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190CEA-65CE-9A02-9452-918251CC48F4}"/>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4264E15-8F80-C654-C2BD-F470F99D6D02}"/>
              </a:ext>
            </a:extLst>
          </p:cNvPr>
          <p:cNvSpPr>
            <a:spLocks noGrp="1"/>
          </p:cNvSpPr>
          <p:nvPr>
            <p:ph type="sldNum" sz="quarter" idx="5"/>
          </p:nvPr>
        </p:nvSpPr>
        <p:spPr/>
        <p:txBody>
          <a:bodyPr/>
          <a:lstStyle/>
          <a:p>
            <a:fld id="{648246CF-7178-41AD-B6F8-BACEEA28FBE0}" type="slidenum">
              <a:rPr lang="en-US" smtClean="0"/>
              <a:t>139</a:t>
            </a:fld>
            <a:endParaRPr lang="en-US"/>
          </a:p>
        </p:txBody>
      </p:sp>
    </p:spTree>
    <p:extLst>
      <p:ext uri="{BB962C8B-B14F-4D97-AF65-F5344CB8AC3E}">
        <p14:creationId xmlns:p14="http://schemas.microsoft.com/office/powerpoint/2010/main" val="35459660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A56F5-3660-899E-98F3-98DA41E4D2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43876E-FB67-D1A7-32B3-2A9E4EBCD4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D6DDB4-D54C-FD2C-42AE-31F2E939AD2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10F13EE3-03E5-8A9A-E08D-B439B8004220}"/>
              </a:ext>
            </a:extLst>
          </p:cNvPr>
          <p:cNvSpPr>
            <a:spLocks noGrp="1"/>
          </p:cNvSpPr>
          <p:nvPr>
            <p:ph type="sldNum" sz="quarter" idx="5"/>
          </p:nvPr>
        </p:nvSpPr>
        <p:spPr/>
        <p:txBody>
          <a:bodyPr/>
          <a:lstStyle/>
          <a:p>
            <a:fld id="{648246CF-7178-41AD-B6F8-BACEEA28FBE0}" type="slidenum">
              <a:rPr lang="en-US" smtClean="0"/>
              <a:t>140</a:t>
            </a:fld>
            <a:endParaRPr lang="en-US"/>
          </a:p>
        </p:txBody>
      </p:sp>
    </p:spTree>
    <p:extLst>
      <p:ext uri="{BB962C8B-B14F-4D97-AF65-F5344CB8AC3E}">
        <p14:creationId xmlns:p14="http://schemas.microsoft.com/office/powerpoint/2010/main" val="23540220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AF5C1-7FEE-C50B-F2B5-EEA430380E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59A2E7-FF22-82BB-524A-7F5139F94C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AEC65A-968D-FBA0-457C-69E59450165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E5BE352-E87B-5359-AC20-FF247403538A}"/>
              </a:ext>
            </a:extLst>
          </p:cNvPr>
          <p:cNvSpPr>
            <a:spLocks noGrp="1"/>
          </p:cNvSpPr>
          <p:nvPr>
            <p:ph type="sldNum" sz="quarter" idx="5"/>
          </p:nvPr>
        </p:nvSpPr>
        <p:spPr/>
        <p:txBody>
          <a:bodyPr/>
          <a:lstStyle/>
          <a:p>
            <a:fld id="{648246CF-7178-41AD-B6F8-BACEEA28FBE0}" type="slidenum">
              <a:rPr lang="en-US" smtClean="0"/>
              <a:t>141</a:t>
            </a:fld>
            <a:endParaRPr lang="en-US"/>
          </a:p>
        </p:txBody>
      </p:sp>
    </p:spTree>
    <p:extLst>
      <p:ext uri="{BB962C8B-B14F-4D97-AF65-F5344CB8AC3E}">
        <p14:creationId xmlns:p14="http://schemas.microsoft.com/office/powerpoint/2010/main" val="17230592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FB171-42CE-41F4-160D-7A66DC8211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AA631B-1852-3D1E-0159-DF1AF03CF4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F31AB9-C975-B728-2C11-6DBC4E91AF6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F5BF93D-36DD-E0C3-2970-19418C153211}"/>
              </a:ext>
            </a:extLst>
          </p:cNvPr>
          <p:cNvSpPr>
            <a:spLocks noGrp="1"/>
          </p:cNvSpPr>
          <p:nvPr>
            <p:ph type="sldNum" sz="quarter" idx="5"/>
          </p:nvPr>
        </p:nvSpPr>
        <p:spPr/>
        <p:txBody>
          <a:bodyPr/>
          <a:lstStyle/>
          <a:p>
            <a:fld id="{648246CF-7178-41AD-B6F8-BACEEA28FBE0}" type="slidenum">
              <a:rPr lang="en-US" smtClean="0"/>
              <a:t>142</a:t>
            </a:fld>
            <a:endParaRPr lang="en-US"/>
          </a:p>
        </p:txBody>
      </p:sp>
    </p:spTree>
    <p:extLst>
      <p:ext uri="{BB962C8B-B14F-4D97-AF65-F5344CB8AC3E}">
        <p14:creationId xmlns:p14="http://schemas.microsoft.com/office/powerpoint/2010/main" val="10311552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CB8B2-E860-A145-C1A5-E1C172567C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4D8F0F-176A-3BE0-355F-DF22F8FA9C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967EC9-31FD-8DB8-A6F9-25CBA679CD5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749A14F6-C827-543E-3D53-7B75014D74D3}"/>
              </a:ext>
            </a:extLst>
          </p:cNvPr>
          <p:cNvSpPr>
            <a:spLocks noGrp="1"/>
          </p:cNvSpPr>
          <p:nvPr>
            <p:ph type="sldNum" sz="quarter" idx="5"/>
          </p:nvPr>
        </p:nvSpPr>
        <p:spPr/>
        <p:txBody>
          <a:bodyPr/>
          <a:lstStyle/>
          <a:p>
            <a:fld id="{648246CF-7178-41AD-B6F8-BACEEA28FBE0}" type="slidenum">
              <a:rPr lang="en-US" smtClean="0"/>
              <a:t>143</a:t>
            </a:fld>
            <a:endParaRPr lang="en-US"/>
          </a:p>
        </p:txBody>
      </p:sp>
    </p:spTree>
    <p:extLst>
      <p:ext uri="{BB962C8B-B14F-4D97-AF65-F5344CB8AC3E}">
        <p14:creationId xmlns:p14="http://schemas.microsoft.com/office/powerpoint/2010/main" val="22380067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094C6-3A27-CB39-F368-35F4693E74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8B7513-F245-BE69-0847-95FC47CFBA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73CEC2-6047-CF7B-E75D-61000CB4F72D}"/>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466CB7D2-ADD4-CA2D-D7E8-843C8ABD57E5}"/>
              </a:ext>
            </a:extLst>
          </p:cNvPr>
          <p:cNvSpPr>
            <a:spLocks noGrp="1"/>
          </p:cNvSpPr>
          <p:nvPr>
            <p:ph type="sldNum" sz="quarter" idx="5"/>
          </p:nvPr>
        </p:nvSpPr>
        <p:spPr/>
        <p:txBody>
          <a:bodyPr/>
          <a:lstStyle/>
          <a:p>
            <a:fld id="{648246CF-7178-41AD-B6F8-BACEEA28FBE0}" type="slidenum">
              <a:rPr lang="en-US" smtClean="0"/>
              <a:t>147</a:t>
            </a:fld>
            <a:endParaRPr lang="en-US"/>
          </a:p>
        </p:txBody>
      </p:sp>
    </p:spTree>
    <p:extLst>
      <p:ext uri="{BB962C8B-B14F-4D97-AF65-F5344CB8AC3E}">
        <p14:creationId xmlns:p14="http://schemas.microsoft.com/office/powerpoint/2010/main" val="11634832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C5B9E-90F2-FBAC-2216-FEBD815580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51DB7F-30BC-58F1-DEA9-E9742C0587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1517ED-EE76-1F46-2514-9D59DC9BD1E2}"/>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2862832A-0717-BDE5-5819-B3C61860D409}"/>
              </a:ext>
            </a:extLst>
          </p:cNvPr>
          <p:cNvSpPr>
            <a:spLocks noGrp="1"/>
          </p:cNvSpPr>
          <p:nvPr>
            <p:ph type="sldNum" sz="quarter" idx="5"/>
          </p:nvPr>
        </p:nvSpPr>
        <p:spPr/>
        <p:txBody>
          <a:bodyPr/>
          <a:lstStyle/>
          <a:p>
            <a:fld id="{648246CF-7178-41AD-B6F8-BACEEA28FBE0}" type="slidenum">
              <a:rPr lang="en-US" smtClean="0"/>
              <a:t>148</a:t>
            </a:fld>
            <a:endParaRPr lang="en-US"/>
          </a:p>
        </p:txBody>
      </p:sp>
    </p:spTree>
    <p:extLst>
      <p:ext uri="{BB962C8B-B14F-4D97-AF65-F5344CB8AC3E}">
        <p14:creationId xmlns:p14="http://schemas.microsoft.com/office/powerpoint/2010/main" val="36370266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FE01F-E87F-AB06-5E50-94986DC944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A932F8-74F3-14AA-BFA7-1A9B66AF38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4CBF14-2834-3461-7F6C-5C2A3219C74F}"/>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18330128-9058-72CC-313A-5D0997F2AB33}"/>
              </a:ext>
            </a:extLst>
          </p:cNvPr>
          <p:cNvSpPr>
            <a:spLocks noGrp="1"/>
          </p:cNvSpPr>
          <p:nvPr>
            <p:ph type="sldNum" sz="quarter" idx="5"/>
          </p:nvPr>
        </p:nvSpPr>
        <p:spPr/>
        <p:txBody>
          <a:bodyPr/>
          <a:lstStyle/>
          <a:p>
            <a:fld id="{648246CF-7178-41AD-B6F8-BACEEA28FBE0}" type="slidenum">
              <a:rPr lang="en-US" smtClean="0"/>
              <a:t>149</a:t>
            </a:fld>
            <a:endParaRPr lang="en-US"/>
          </a:p>
        </p:txBody>
      </p:sp>
    </p:spTree>
    <p:extLst>
      <p:ext uri="{BB962C8B-B14F-4D97-AF65-F5344CB8AC3E}">
        <p14:creationId xmlns:p14="http://schemas.microsoft.com/office/powerpoint/2010/main" val="318407282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8748E-71E9-4234-C7EF-3068A1AC5A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90C43D-E2E0-3432-4103-BEA2D2635D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A98792-DEC8-7D49-E4FD-3A030DCDF8F2}"/>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60BE23A7-820D-F50F-A6E0-55139FBF0F5A}"/>
              </a:ext>
            </a:extLst>
          </p:cNvPr>
          <p:cNvSpPr>
            <a:spLocks noGrp="1"/>
          </p:cNvSpPr>
          <p:nvPr>
            <p:ph type="sldNum" sz="quarter" idx="5"/>
          </p:nvPr>
        </p:nvSpPr>
        <p:spPr/>
        <p:txBody>
          <a:bodyPr/>
          <a:lstStyle/>
          <a:p>
            <a:fld id="{648246CF-7178-41AD-B6F8-BACEEA28FBE0}" type="slidenum">
              <a:rPr lang="en-US" smtClean="0"/>
              <a:t>150</a:t>
            </a:fld>
            <a:endParaRPr lang="en-US"/>
          </a:p>
        </p:txBody>
      </p:sp>
    </p:spTree>
    <p:extLst>
      <p:ext uri="{BB962C8B-B14F-4D97-AF65-F5344CB8AC3E}">
        <p14:creationId xmlns:p14="http://schemas.microsoft.com/office/powerpoint/2010/main" val="29994241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56C2B-54C6-4373-169B-E27D6EFFCA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8295C5-C0E7-61B4-AA7B-2C40ACBA1B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552E08-7E83-8E78-C46C-B619F36F638B}"/>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1C11906-5B42-4D1D-063B-F722B77435C2}"/>
              </a:ext>
            </a:extLst>
          </p:cNvPr>
          <p:cNvSpPr>
            <a:spLocks noGrp="1"/>
          </p:cNvSpPr>
          <p:nvPr>
            <p:ph type="sldNum" sz="quarter" idx="5"/>
          </p:nvPr>
        </p:nvSpPr>
        <p:spPr/>
        <p:txBody>
          <a:bodyPr/>
          <a:lstStyle/>
          <a:p>
            <a:fld id="{648246CF-7178-41AD-B6F8-BACEEA28FBE0}" type="slidenum">
              <a:rPr lang="en-US" smtClean="0"/>
              <a:t>151</a:t>
            </a:fld>
            <a:endParaRPr lang="en-US"/>
          </a:p>
        </p:txBody>
      </p:sp>
    </p:spTree>
    <p:extLst>
      <p:ext uri="{BB962C8B-B14F-4D97-AF65-F5344CB8AC3E}">
        <p14:creationId xmlns:p14="http://schemas.microsoft.com/office/powerpoint/2010/main" val="28373540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CC023-F5A4-97A8-D511-E7CEA2E227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A8E561-EB68-5AFD-5C72-C3FFC8CC6C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AD22C4-5BEE-1D14-1D48-7ACC4B2F3504}"/>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6540BD3A-E8E8-5C2E-1EB0-2B503513362B}"/>
              </a:ext>
            </a:extLst>
          </p:cNvPr>
          <p:cNvSpPr>
            <a:spLocks noGrp="1"/>
          </p:cNvSpPr>
          <p:nvPr>
            <p:ph type="sldNum" sz="quarter" idx="5"/>
          </p:nvPr>
        </p:nvSpPr>
        <p:spPr/>
        <p:txBody>
          <a:bodyPr/>
          <a:lstStyle/>
          <a:p>
            <a:fld id="{648246CF-7178-41AD-B6F8-BACEEA28FBE0}" type="slidenum">
              <a:rPr lang="en-US" smtClean="0"/>
              <a:t>152</a:t>
            </a:fld>
            <a:endParaRPr lang="en-US"/>
          </a:p>
        </p:txBody>
      </p:sp>
    </p:spTree>
    <p:extLst>
      <p:ext uri="{BB962C8B-B14F-4D97-AF65-F5344CB8AC3E}">
        <p14:creationId xmlns:p14="http://schemas.microsoft.com/office/powerpoint/2010/main" val="341970911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4E49DD-97D8-5271-6A57-D98E85C706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0B5668-C8C4-5B73-B064-0C65367CBD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948046-B594-A068-D796-13A50FF92C80}"/>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60971231-26A5-7A19-DBF2-5AFC251F0656}"/>
              </a:ext>
            </a:extLst>
          </p:cNvPr>
          <p:cNvSpPr>
            <a:spLocks noGrp="1"/>
          </p:cNvSpPr>
          <p:nvPr>
            <p:ph type="sldNum" sz="quarter" idx="5"/>
          </p:nvPr>
        </p:nvSpPr>
        <p:spPr/>
        <p:txBody>
          <a:bodyPr/>
          <a:lstStyle/>
          <a:p>
            <a:fld id="{648246CF-7178-41AD-B6F8-BACEEA28FBE0}" type="slidenum">
              <a:rPr lang="en-US" smtClean="0"/>
              <a:t>153</a:t>
            </a:fld>
            <a:endParaRPr lang="en-US"/>
          </a:p>
        </p:txBody>
      </p:sp>
    </p:spTree>
    <p:extLst>
      <p:ext uri="{BB962C8B-B14F-4D97-AF65-F5344CB8AC3E}">
        <p14:creationId xmlns:p14="http://schemas.microsoft.com/office/powerpoint/2010/main" val="366157221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2DB03-B332-797B-B326-C070D0039C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FC34C0-307A-536D-C42B-2EDEAAD45A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597DEB-75CB-9F56-4ACD-97B2AEDC068F}"/>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528F0BCB-EEA8-FA51-670D-B9C5B00A3E47}"/>
              </a:ext>
            </a:extLst>
          </p:cNvPr>
          <p:cNvSpPr>
            <a:spLocks noGrp="1"/>
          </p:cNvSpPr>
          <p:nvPr>
            <p:ph type="sldNum" sz="quarter" idx="5"/>
          </p:nvPr>
        </p:nvSpPr>
        <p:spPr/>
        <p:txBody>
          <a:bodyPr/>
          <a:lstStyle/>
          <a:p>
            <a:fld id="{648246CF-7178-41AD-B6F8-BACEEA28FBE0}" type="slidenum">
              <a:rPr lang="en-US" smtClean="0"/>
              <a:t>154</a:t>
            </a:fld>
            <a:endParaRPr lang="en-US"/>
          </a:p>
        </p:txBody>
      </p:sp>
    </p:spTree>
    <p:extLst>
      <p:ext uri="{BB962C8B-B14F-4D97-AF65-F5344CB8AC3E}">
        <p14:creationId xmlns:p14="http://schemas.microsoft.com/office/powerpoint/2010/main" val="302894809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D968E-9F56-B509-BC7E-EC610A68B3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AD2BEF-F0F3-0C84-2975-472C4728B2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63B4FF-E456-C001-0822-5149EA98E53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36058C53-517B-1C9E-32C1-B287C7FAE84F}"/>
              </a:ext>
            </a:extLst>
          </p:cNvPr>
          <p:cNvSpPr>
            <a:spLocks noGrp="1"/>
          </p:cNvSpPr>
          <p:nvPr>
            <p:ph type="sldNum" sz="quarter" idx="5"/>
          </p:nvPr>
        </p:nvSpPr>
        <p:spPr/>
        <p:txBody>
          <a:bodyPr/>
          <a:lstStyle/>
          <a:p>
            <a:fld id="{648246CF-7178-41AD-B6F8-BACEEA28FBE0}" type="slidenum">
              <a:rPr lang="en-US" smtClean="0"/>
              <a:t>155</a:t>
            </a:fld>
            <a:endParaRPr lang="en-US"/>
          </a:p>
        </p:txBody>
      </p:sp>
    </p:spTree>
    <p:extLst>
      <p:ext uri="{BB962C8B-B14F-4D97-AF65-F5344CB8AC3E}">
        <p14:creationId xmlns:p14="http://schemas.microsoft.com/office/powerpoint/2010/main" val="9069759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4F1F6-ADAD-2D01-A0BE-14E96EF865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A4D3DF-E7B5-0B94-806A-39836756FA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580DAF-8280-E457-4174-6FE54197BDE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637A949E-EB15-3CBA-23C9-09C8A56E365E}"/>
              </a:ext>
            </a:extLst>
          </p:cNvPr>
          <p:cNvSpPr>
            <a:spLocks noGrp="1"/>
          </p:cNvSpPr>
          <p:nvPr>
            <p:ph type="sldNum" sz="quarter" idx="5"/>
          </p:nvPr>
        </p:nvSpPr>
        <p:spPr/>
        <p:txBody>
          <a:bodyPr/>
          <a:lstStyle/>
          <a:p>
            <a:fld id="{648246CF-7178-41AD-B6F8-BACEEA28FBE0}" type="slidenum">
              <a:rPr lang="en-US" smtClean="0"/>
              <a:t>156</a:t>
            </a:fld>
            <a:endParaRPr lang="en-US"/>
          </a:p>
        </p:txBody>
      </p:sp>
    </p:spTree>
    <p:extLst>
      <p:ext uri="{BB962C8B-B14F-4D97-AF65-F5344CB8AC3E}">
        <p14:creationId xmlns:p14="http://schemas.microsoft.com/office/powerpoint/2010/main" val="188659817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13176-3D32-C680-D3A1-B2E4F91F28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00D077-37A4-EE82-FF9A-1875AF9EF4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51B7FD-AD32-D7CB-8660-D15CCF9EC106}"/>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85861A31-564F-B675-D469-7C5E837314C4}"/>
              </a:ext>
            </a:extLst>
          </p:cNvPr>
          <p:cNvSpPr>
            <a:spLocks noGrp="1"/>
          </p:cNvSpPr>
          <p:nvPr>
            <p:ph type="sldNum" sz="quarter" idx="5"/>
          </p:nvPr>
        </p:nvSpPr>
        <p:spPr/>
        <p:txBody>
          <a:bodyPr/>
          <a:lstStyle/>
          <a:p>
            <a:fld id="{648246CF-7178-41AD-B6F8-BACEEA28FBE0}" type="slidenum">
              <a:rPr lang="en-US" smtClean="0"/>
              <a:t>157</a:t>
            </a:fld>
            <a:endParaRPr lang="en-US"/>
          </a:p>
        </p:txBody>
      </p:sp>
    </p:spTree>
    <p:extLst>
      <p:ext uri="{BB962C8B-B14F-4D97-AF65-F5344CB8AC3E}">
        <p14:creationId xmlns:p14="http://schemas.microsoft.com/office/powerpoint/2010/main" val="392333777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4859FC-2E2E-CD29-73FC-9AEB9F0612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B3986E-892B-18DB-5928-6B7030BF29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97FFC9-D4E1-976F-626B-A47FFF1280F8}"/>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BB0BAABE-4A9A-F35E-8EEF-0DD491A06C4B}"/>
              </a:ext>
            </a:extLst>
          </p:cNvPr>
          <p:cNvSpPr>
            <a:spLocks noGrp="1"/>
          </p:cNvSpPr>
          <p:nvPr>
            <p:ph type="sldNum" sz="quarter" idx="5"/>
          </p:nvPr>
        </p:nvSpPr>
        <p:spPr/>
        <p:txBody>
          <a:bodyPr/>
          <a:lstStyle/>
          <a:p>
            <a:fld id="{648246CF-7178-41AD-B6F8-BACEEA28FBE0}" type="slidenum">
              <a:rPr lang="en-US" smtClean="0"/>
              <a:t>158</a:t>
            </a:fld>
            <a:endParaRPr lang="en-US"/>
          </a:p>
        </p:txBody>
      </p:sp>
    </p:spTree>
    <p:extLst>
      <p:ext uri="{BB962C8B-B14F-4D97-AF65-F5344CB8AC3E}">
        <p14:creationId xmlns:p14="http://schemas.microsoft.com/office/powerpoint/2010/main" val="242803360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19772-84AF-F1F7-15A5-EFC82E3E9F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8FFC51-53D2-B271-528A-422CBA4FFB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06400B-8B86-EA85-8A8D-1BAFF4E4AB46}"/>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0818AA87-C49B-A290-DF4B-B0497058A6A8}"/>
              </a:ext>
            </a:extLst>
          </p:cNvPr>
          <p:cNvSpPr>
            <a:spLocks noGrp="1"/>
          </p:cNvSpPr>
          <p:nvPr>
            <p:ph type="sldNum" sz="quarter" idx="5"/>
          </p:nvPr>
        </p:nvSpPr>
        <p:spPr/>
        <p:txBody>
          <a:bodyPr/>
          <a:lstStyle/>
          <a:p>
            <a:fld id="{648246CF-7178-41AD-B6F8-BACEEA28FBE0}" type="slidenum">
              <a:rPr lang="en-US" smtClean="0"/>
              <a:t>159</a:t>
            </a:fld>
            <a:endParaRPr lang="en-US"/>
          </a:p>
        </p:txBody>
      </p:sp>
    </p:spTree>
    <p:extLst>
      <p:ext uri="{BB962C8B-B14F-4D97-AF65-F5344CB8AC3E}">
        <p14:creationId xmlns:p14="http://schemas.microsoft.com/office/powerpoint/2010/main" val="275004024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A8E9F-4F78-98CD-4D11-41C8001847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F70D37-AD68-7E0C-8B88-F6BAE7A69F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5E676A-3A58-D370-8445-F164F7412FD1}"/>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6DCC9FC4-81E4-F81B-A019-99B709B89D2B}"/>
              </a:ext>
            </a:extLst>
          </p:cNvPr>
          <p:cNvSpPr>
            <a:spLocks noGrp="1"/>
          </p:cNvSpPr>
          <p:nvPr>
            <p:ph type="sldNum" sz="quarter" idx="5"/>
          </p:nvPr>
        </p:nvSpPr>
        <p:spPr/>
        <p:txBody>
          <a:bodyPr/>
          <a:lstStyle/>
          <a:p>
            <a:fld id="{648246CF-7178-41AD-B6F8-BACEEA28FBE0}" type="slidenum">
              <a:rPr lang="en-US" smtClean="0"/>
              <a:t>160</a:t>
            </a:fld>
            <a:endParaRPr lang="en-US"/>
          </a:p>
        </p:txBody>
      </p:sp>
    </p:spTree>
    <p:extLst>
      <p:ext uri="{BB962C8B-B14F-4D97-AF65-F5344CB8AC3E}">
        <p14:creationId xmlns:p14="http://schemas.microsoft.com/office/powerpoint/2010/main" val="347188951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9C378-072C-855F-A4C9-CC84D20F1E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F069AE-9A5D-9947-9E82-5FC611A879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BA4B4A-5389-EF43-443D-8CFB0E205F8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5A7637F9-B2CF-15A2-B08D-F5F02BDFCA2E}"/>
              </a:ext>
            </a:extLst>
          </p:cNvPr>
          <p:cNvSpPr>
            <a:spLocks noGrp="1"/>
          </p:cNvSpPr>
          <p:nvPr>
            <p:ph type="sldNum" sz="quarter" idx="5"/>
          </p:nvPr>
        </p:nvSpPr>
        <p:spPr/>
        <p:txBody>
          <a:bodyPr/>
          <a:lstStyle/>
          <a:p>
            <a:fld id="{648246CF-7178-41AD-B6F8-BACEEA28FBE0}" type="slidenum">
              <a:rPr lang="en-US" smtClean="0"/>
              <a:t>161</a:t>
            </a:fld>
            <a:endParaRPr lang="en-US"/>
          </a:p>
        </p:txBody>
      </p:sp>
    </p:spTree>
    <p:extLst>
      <p:ext uri="{BB962C8B-B14F-4D97-AF65-F5344CB8AC3E}">
        <p14:creationId xmlns:p14="http://schemas.microsoft.com/office/powerpoint/2010/main" val="218099556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E8AC2-DC14-DF59-2B98-6483EECC7D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7F0A00-D00F-9BB2-F131-8045565EC6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C3BA7C-DDAF-E692-D1C8-56D9BCD9077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959BBAE-D432-EA93-6C40-63B806B5F0D3}"/>
              </a:ext>
            </a:extLst>
          </p:cNvPr>
          <p:cNvSpPr>
            <a:spLocks noGrp="1"/>
          </p:cNvSpPr>
          <p:nvPr>
            <p:ph type="sldNum" sz="quarter" idx="5"/>
          </p:nvPr>
        </p:nvSpPr>
        <p:spPr/>
        <p:txBody>
          <a:bodyPr/>
          <a:lstStyle/>
          <a:p>
            <a:fld id="{648246CF-7178-41AD-B6F8-BACEEA28FBE0}" type="slidenum">
              <a:rPr lang="en-US" smtClean="0"/>
              <a:t>192</a:t>
            </a:fld>
            <a:endParaRPr lang="en-US"/>
          </a:p>
        </p:txBody>
      </p:sp>
    </p:spTree>
    <p:extLst>
      <p:ext uri="{BB962C8B-B14F-4D97-AF65-F5344CB8AC3E}">
        <p14:creationId xmlns:p14="http://schemas.microsoft.com/office/powerpoint/2010/main" val="368028104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74B47-138D-0597-77F7-2814E443FB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1E99E4-CB3E-B218-3AF5-4A71DF68F9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FBD779-F07D-DF58-378A-00CBF3057826}"/>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5B796EA-D062-1EB4-3E3F-3AF4A82A99CE}"/>
              </a:ext>
            </a:extLst>
          </p:cNvPr>
          <p:cNvSpPr>
            <a:spLocks noGrp="1"/>
          </p:cNvSpPr>
          <p:nvPr>
            <p:ph type="sldNum" sz="quarter" idx="5"/>
          </p:nvPr>
        </p:nvSpPr>
        <p:spPr/>
        <p:txBody>
          <a:bodyPr/>
          <a:lstStyle/>
          <a:p>
            <a:fld id="{648246CF-7178-41AD-B6F8-BACEEA28FBE0}" type="slidenum">
              <a:rPr lang="en-US" smtClean="0"/>
              <a:t>193</a:t>
            </a:fld>
            <a:endParaRPr lang="en-US"/>
          </a:p>
        </p:txBody>
      </p:sp>
    </p:spTree>
    <p:extLst>
      <p:ext uri="{BB962C8B-B14F-4D97-AF65-F5344CB8AC3E}">
        <p14:creationId xmlns:p14="http://schemas.microsoft.com/office/powerpoint/2010/main" val="132689511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894134-465E-40FE-CDBB-CD4A4B17F2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92BF66-791D-57DB-AC10-6AE881C2F1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3ECCE4-A970-9A7D-E0C2-55DB0E7C402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44A3820-EC9C-43D2-B136-6CCA99DAA194}"/>
              </a:ext>
            </a:extLst>
          </p:cNvPr>
          <p:cNvSpPr>
            <a:spLocks noGrp="1"/>
          </p:cNvSpPr>
          <p:nvPr>
            <p:ph type="sldNum" sz="quarter" idx="5"/>
          </p:nvPr>
        </p:nvSpPr>
        <p:spPr/>
        <p:txBody>
          <a:bodyPr/>
          <a:lstStyle/>
          <a:p>
            <a:fld id="{648246CF-7178-41AD-B6F8-BACEEA28FBE0}" type="slidenum">
              <a:rPr lang="en-US" smtClean="0"/>
              <a:t>194</a:t>
            </a:fld>
            <a:endParaRPr lang="en-US"/>
          </a:p>
        </p:txBody>
      </p:sp>
    </p:spTree>
    <p:extLst>
      <p:ext uri="{BB962C8B-B14F-4D97-AF65-F5344CB8AC3E}">
        <p14:creationId xmlns:p14="http://schemas.microsoft.com/office/powerpoint/2010/main" val="415945823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7F8D7-3D32-06E3-4F10-FCAC081EB2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44F15-8C4D-3C99-9A1F-26FC012734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9D86D6-BB42-1489-B817-B5C22DEE1AC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A2407CE-5E8F-A400-7200-B02C185DC5A7}"/>
              </a:ext>
            </a:extLst>
          </p:cNvPr>
          <p:cNvSpPr>
            <a:spLocks noGrp="1"/>
          </p:cNvSpPr>
          <p:nvPr>
            <p:ph type="sldNum" sz="quarter" idx="5"/>
          </p:nvPr>
        </p:nvSpPr>
        <p:spPr/>
        <p:txBody>
          <a:bodyPr/>
          <a:lstStyle/>
          <a:p>
            <a:fld id="{648246CF-7178-41AD-B6F8-BACEEA28FBE0}" type="slidenum">
              <a:rPr lang="en-US" smtClean="0"/>
              <a:t>195</a:t>
            </a:fld>
            <a:endParaRPr lang="en-US"/>
          </a:p>
        </p:txBody>
      </p:sp>
    </p:spTree>
    <p:extLst>
      <p:ext uri="{BB962C8B-B14F-4D97-AF65-F5344CB8AC3E}">
        <p14:creationId xmlns:p14="http://schemas.microsoft.com/office/powerpoint/2010/main" val="205501831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DC6470-E6F6-F323-0614-7B510982DA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677AEB-95F6-B82C-19D5-55DF186EB0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E6F847-64A9-2DC5-7F17-30565C4E4854}"/>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37CC6429-F482-0ECB-F5CB-B6803A556BFA}"/>
              </a:ext>
            </a:extLst>
          </p:cNvPr>
          <p:cNvSpPr>
            <a:spLocks noGrp="1"/>
          </p:cNvSpPr>
          <p:nvPr>
            <p:ph type="sldNum" sz="quarter" idx="5"/>
          </p:nvPr>
        </p:nvSpPr>
        <p:spPr/>
        <p:txBody>
          <a:bodyPr/>
          <a:lstStyle/>
          <a:p>
            <a:fld id="{648246CF-7178-41AD-B6F8-BACEEA28FBE0}" type="slidenum">
              <a:rPr lang="en-US" smtClean="0"/>
              <a:t>196</a:t>
            </a:fld>
            <a:endParaRPr lang="en-US"/>
          </a:p>
        </p:txBody>
      </p:sp>
    </p:spTree>
    <p:extLst>
      <p:ext uri="{BB962C8B-B14F-4D97-AF65-F5344CB8AC3E}">
        <p14:creationId xmlns:p14="http://schemas.microsoft.com/office/powerpoint/2010/main" val="69021010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AD773-E929-0987-643C-1C72EFC0F4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64FCC8-7684-9ECF-4F66-CF890F7015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DEDE17-C3E8-527E-6214-580E2BC88B0D}"/>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970EE923-1E8C-C69B-F107-6D1ED4AA4B4A}"/>
              </a:ext>
            </a:extLst>
          </p:cNvPr>
          <p:cNvSpPr>
            <a:spLocks noGrp="1"/>
          </p:cNvSpPr>
          <p:nvPr>
            <p:ph type="sldNum" sz="quarter" idx="5"/>
          </p:nvPr>
        </p:nvSpPr>
        <p:spPr/>
        <p:txBody>
          <a:bodyPr/>
          <a:lstStyle/>
          <a:p>
            <a:fld id="{648246CF-7178-41AD-B6F8-BACEEA28FBE0}" type="slidenum">
              <a:rPr lang="en-US" smtClean="0"/>
              <a:t>197</a:t>
            </a:fld>
            <a:endParaRPr lang="en-US"/>
          </a:p>
        </p:txBody>
      </p:sp>
    </p:spTree>
    <p:extLst>
      <p:ext uri="{BB962C8B-B14F-4D97-AF65-F5344CB8AC3E}">
        <p14:creationId xmlns:p14="http://schemas.microsoft.com/office/powerpoint/2010/main" val="272012507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84DE9-F78C-8A1A-5487-146F0537F0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B8FCE4-6BBF-16CA-06DE-FF60DAF8E4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B055DA-4D88-8845-FCA6-0A6AC5F4FDF4}"/>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3B1F202D-230A-E8E7-F4CB-84D2AEAD2E85}"/>
              </a:ext>
            </a:extLst>
          </p:cNvPr>
          <p:cNvSpPr>
            <a:spLocks noGrp="1"/>
          </p:cNvSpPr>
          <p:nvPr>
            <p:ph type="sldNum" sz="quarter" idx="5"/>
          </p:nvPr>
        </p:nvSpPr>
        <p:spPr/>
        <p:txBody>
          <a:bodyPr/>
          <a:lstStyle/>
          <a:p>
            <a:fld id="{648246CF-7178-41AD-B6F8-BACEEA28FBE0}" type="slidenum">
              <a:rPr lang="en-US" smtClean="0"/>
              <a:t>198</a:t>
            </a:fld>
            <a:endParaRPr lang="en-US"/>
          </a:p>
        </p:txBody>
      </p:sp>
    </p:spTree>
    <p:extLst>
      <p:ext uri="{BB962C8B-B14F-4D97-AF65-F5344CB8AC3E}">
        <p14:creationId xmlns:p14="http://schemas.microsoft.com/office/powerpoint/2010/main" val="183307798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1A234-0870-2803-9C85-7F028A0892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33CFD8-AC77-8419-4B54-FD39D94ED3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79F6E8-1CC3-0943-85C9-32530B1B341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615AD7DA-1086-014F-1C4F-19271FB65CE3}"/>
              </a:ext>
            </a:extLst>
          </p:cNvPr>
          <p:cNvSpPr>
            <a:spLocks noGrp="1"/>
          </p:cNvSpPr>
          <p:nvPr>
            <p:ph type="sldNum" sz="quarter" idx="5"/>
          </p:nvPr>
        </p:nvSpPr>
        <p:spPr/>
        <p:txBody>
          <a:bodyPr/>
          <a:lstStyle/>
          <a:p>
            <a:fld id="{648246CF-7178-41AD-B6F8-BACEEA28FBE0}" type="slidenum">
              <a:rPr lang="en-US" smtClean="0"/>
              <a:t>199</a:t>
            </a:fld>
            <a:endParaRPr lang="en-US"/>
          </a:p>
        </p:txBody>
      </p:sp>
    </p:spTree>
    <p:extLst>
      <p:ext uri="{BB962C8B-B14F-4D97-AF65-F5344CB8AC3E}">
        <p14:creationId xmlns:p14="http://schemas.microsoft.com/office/powerpoint/2010/main" val="54445598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39D78-FE5C-4DF7-A9D1-345A44338F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7AB66A-7572-4C6A-0441-F5C6B286F0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3C637F-C953-C3DB-B667-AB5193249060}"/>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2420C27-00DD-9610-DFC3-0CD6FBB67962}"/>
              </a:ext>
            </a:extLst>
          </p:cNvPr>
          <p:cNvSpPr>
            <a:spLocks noGrp="1"/>
          </p:cNvSpPr>
          <p:nvPr>
            <p:ph type="sldNum" sz="quarter" idx="5"/>
          </p:nvPr>
        </p:nvSpPr>
        <p:spPr/>
        <p:txBody>
          <a:bodyPr/>
          <a:lstStyle/>
          <a:p>
            <a:fld id="{648246CF-7178-41AD-B6F8-BACEEA28FBE0}" type="slidenum">
              <a:rPr lang="en-US" smtClean="0"/>
              <a:t>200</a:t>
            </a:fld>
            <a:endParaRPr lang="en-US"/>
          </a:p>
        </p:txBody>
      </p:sp>
    </p:spTree>
    <p:extLst>
      <p:ext uri="{BB962C8B-B14F-4D97-AF65-F5344CB8AC3E}">
        <p14:creationId xmlns:p14="http://schemas.microsoft.com/office/powerpoint/2010/main" val="387528635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65474-6CAB-C382-ECA4-9DA84588FC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F6FBBA-D895-DF29-D3F9-06170648FF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24280A-3EA9-2B4E-7A7F-7D83C513456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810FAA6-139F-3088-8CAF-E0C8A4E428EF}"/>
              </a:ext>
            </a:extLst>
          </p:cNvPr>
          <p:cNvSpPr>
            <a:spLocks noGrp="1"/>
          </p:cNvSpPr>
          <p:nvPr>
            <p:ph type="sldNum" sz="quarter" idx="5"/>
          </p:nvPr>
        </p:nvSpPr>
        <p:spPr/>
        <p:txBody>
          <a:bodyPr/>
          <a:lstStyle/>
          <a:p>
            <a:fld id="{648246CF-7178-41AD-B6F8-BACEEA28FBE0}" type="slidenum">
              <a:rPr lang="en-US" smtClean="0"/>
              <a:t>201</a:t>
            </a:fld>
            <a:endParaRPr lang="en-US"/>
          </a:p>
        </p:txBody>
      </p:sp>
    </p:spTree>
    <p:extLst>
      <p:ext uri="{BB962C8B-B14F-4D97-AF65-F5344CB8AC3E}">
        <p14:creationId xmlns:p14="http://schemas.microsoft.com/office/powerpoint/2010/main" val="220911724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A478D-09A0-71B9-D9A9-4665592E33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D13269-019E-C9D0-9524-29BA105655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4E70E7-6FAC-8B48-AD43-C79A9A3C924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4F5089C-5B6F-61AB-9F54-2522B8F7AD37}"/>
              </a:ext>
            </a:extLst>
          </p:cNvPr>
          <p:cNvSpPr>
            <a:spLocks noGrp="1"/>
          </p:cNvSpPr>
          <p:nvPr>
            <p:ph type="sldNum" sz="quarter" idx="5"/>
          </p:nvPr>
        </p:nvSpPr>
        <p:spPr/>
        <p:txBody>
          <a:bodyPr/>
          <a:lstStyle/>
          <a:p>
            <a:fld id="{648246CF-7178-41AD-B6F8-BACEEA28FBE0}" type="slidenum">
              <a:rPr lang="en-US" smtClean="0"/>
              <a:t>202</a:t>
            </a:fld>
            <a:endParaRPr lang="en-US"/>
          </a:p>
        </p:txBody>
      </p:sp>
    </p:spTree>
    <p:extLst>
      <p:ext uri="{BB962C8B-B14F-4D97-AF65-F5344CB8AC3E}">
        <p14:creationId xmlns:p14="http://schemas.microsoft.com/office/powerpoint/2010/main" val="193886018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73EBA-A857-0671-2AB4-7A8E28F9D4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F50FB1-E135-8002-B9DC-40DF72AB65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7D96B4-51DB-B8F2-C804-CCFC7C5CE8B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431ED40-B78C-A5C8-EB5A-4E96282DB9DB}"/>
              </a:ext>
            </a:extLst>
          </p:cNvPr>
          <p:cNvSpPr>
            <a:spLocks noGrp="1"/>
          </p:cNvSpPr>
          <p:nvPr>
            <p:ph type="sldNum" sz="quarter" idx="5"/>
          </p:nvPr>
        </p:nvSpPr>
        <p:spPr/>
        <p:txBody>
          <a:bodyPr/>
          <a:lstStyle/>
          <a:p>
            <a:fld id="{648246CF-7178-41AD-B6F8-BACEEA28FBE0}" type="slidenum">
              <a:rPr lang="en-US" smtClean="0"/>
              <a:t>207</a:t>
            </a:fld>
            <a:endParaRPr lang="en-US"/>
          </a:p>
        </p:txBody>
      </p:sp>
    </p:spTree>
    <p:extLst>
      <p:ext uri="{BB962C8B-B14F-4D97-AF65-F5344CB8AC3E}">
        <p14:creationId xmlns:p14="http://schemas.microsoft.com/office/powerpoint/2010/main" val="93371857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DC5BD-E517-3F1B-714A-4A200A0282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FF6C5E-790F-7E13-27B5-7BF266E123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B5ADFB-A6CE-0B81-3E20-53EED9D34C2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888C4DA5-7ECF-B49B-22F2-D9E92A970AA7}"/>
              </a:ext>
            </a:extLst>
          </p:cNvPr>
          <p:cNvSpPr>
            <a:spLocks noGrp="1"/>
          </p:cNvSpPr>
          <p:nvPr>
            <p:ph type="sldNum" sz="quarter" idx="5"/>
          </p:nvPr>
        </p:nvSpPr>
        <p:spPr/>
        <p:txBody>
          <a:bodyPr/>
          <a:lstStyle/>
          <a:p>
            <a:fld id="{648246CF-7178-41AD-B6F8-BACEEA28FBE0}" type="slidenum">
              <a:rPr lang="en-US" smtClean="0"/>
              <a:t>208</a:t>
            </a:fld>
            <a:endParaRPr lang="en-US"/>
          </a:p>
        </p:txBody>
      </p:sp>
    </p:spTree>
    <p:extLst>
      <p:ext uri="{BB962C8B-B14F-4D97-AF65-F5344CB8AC3E}">
        <p14:creationId xmlns:p14="http://schemas.microsoft.com/office/powerpoint/2010/main" val="301795548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88B50-8A46-FED4-0C0B-04103144DD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AD05F1-E087-4269-DAF6-5A91DEEC66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8D5828-5C4F-6956-8CB1-8687A46A9B2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C78CF825-E80C-3189-05BB-6D0AE496FC8A}"/>
              </a:ext>
            </a:extLst>
          </p:cNvPr>
          <p:cNvSpPr>
            <a:spLocks noGrp="1"/>
          </p:cNvSpPr>
          <p:nvPr>
            <p:ph type="sldNum" sz="quarter" idx="5"/>
          </p:nvPr>
        </p:nvSpPr>
        <p:spPr/>
        <p:txBody>
          <a:bodyPr/>
          <a:lstStyle/>
          <a:p>
            <a:fld id="{648246CF-7178-41AD-B6F8-BACEEA28FBE0}" type="slidenum">
              <a:rPr lang="en-US" smtClean="0"/>
              <a:t>209</a:t>
            </a:fld>
            <a:endParaRPr lang="en-US"/>
          </a:p>
        </p:txBody>
      </p:sp>
    </p:spTree>
    <p:extLst>
      <p:ext uri="{BB962C8B-B14F-4D97-AF65-F5344CB8AC3E}">
        <p14:creationId xmlns:p14="http://schemas.microsoft.com/office/powerpoint/2010/main" val="337753635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5BD22-FE34-959C-3E32-666F9973D4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80AC0F-CCC3-C486-6EC8-CE6167D5DA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F40C7D-4E8F-0196-72F6-C9A382F2886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3334D948-C34F-1FEF-714C-AFE92CAB0F79}"/>
              </a:ext>
            </a:extLst>
          </p:cNvPr>
          <p:cNvSpPr>
            <a:spLocks noGrp="1"/>
          </p:cNvSpPr>
          <p:nvPr>
            <p:ph type="sldNum" sz="quarter" idx="5"/>
          </p:nvPr>
        </p:nvSpPr>
        <p:spPr/>
        <p:txBody>
          <a:bodyPr/>
          <a:lstStyle/>
          <a:p>
            <a:fld id="{648246CF-7178-41AD-B6F8-BACEEA28FBE0}" type="slidenum">
              <a:rPr lang="en-US" smtClean="0"/>
              <a:t>210</a:t>
            </a:fld>
            <a:endParaRPr lang="en-US"/>
          </a:p>
        </p:txBody>
      </p:sp>
    </p:spTree>
    <p:extLst>
      <p:ext uri="{BB962C8B-B14F-4D97-AF65-F5344CB8AC3E}">
        <p14:creationId xmlns:p14="http://schemas.microsoft.com/office/powerpoint/2010/main" val="285146008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916D3-3E86-97E0-E26A-78524E9857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D0F229-020C-67D4-EA5A-50560063C4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F70951-4AF8-02C6-8CCB-1D18B451FD6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98EF2192-B782-6A3B-3472-F261256A8570}"/>
              </a:ext>
            </a:extLst>
          </p:cNvPr>
          <p:cNvSpPr>
            <a:spLocks noGrp="1"/>
          </p:cNvSpPr>
          <p:nvPr>
            <p:ph type="sldNum" sz="quarter" idx="5"/>
          </p:nvPr>
        </p:nvSpPr>
        <p:spPr/>
        <p:txBody>
          <a:bodyPr/>
          <a:lstStyle/>
          <a:p>
            <a:fld id="{648246CF-7178-41AD-B6F8-BACEEA28FBE0}" type="slidenum">
              <a:rPr lang="en-US" smtClean="0"/>
              <a:t>211</a:t>
            </a:fld>
            <a:endParaRPr lang="en-US"/>
          </a:p>
        </p:txBody>
      </p:sp>
    </p:spTree>
    <p:extLst>
      <p:ext uri="{BB962C8B-B14F-4D97-AF65-F5344CB8AC3E}">
        <p14:creationId xmlns:p14="http://schemas.microsoft.com/office/powerpoint/2010/main" val="309643073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56733-8F78-9704-343F-A1B1CE24E7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1D42DE-23D0-E09C-CBD4-24A537B520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067691-D4BC-371A-D4C9-5807F67F7AE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C0125C09-A38F-8EF5-645E-1D57E1EC2F68}"/>
              </a:ext>
            </a:extLst>
          </p:cNvPr>
          <p:cNvSpPr>
            <a:spLocks noGrp="1"/>
          </p:cNvSpPr>
          <p:nvPr>
            <p:ph type="sldNum" sz="quarter" idx="5"/>
          </p:nvPr>
        </p:nvSpPr>
        <p:spPr/>
        <p:txBody>
          <a:bodyPr/>
          <a:lstStyle/>
          <a:p>
            <a:fld id="{648246CF-7178-41AD-B6F8-BACEEA28FBE0}" type="slidenum">
              <a:rPr lang="en-US" smtClean="0"/>
              <a:t>212</a:t>
            </a:fld>
            <a:endParaRPr lang="en-US"/>
          </a:p>
        </p:txBody>
      </p:sp>
    </p:spTree>
    <p:extLst>
      <p:ext uri="{BB962C8B-B14F-4D97-AF65-F5344CB8AC3E}">
        <p14:creationId xmlns:p14="http://schemas.microsoft.com/office/powerpoint/2010/main" val="185178666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4D863-06C7-85DF-0AF3-375B0F192F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64FF5D-0F0A-C501-EAD2-2B5B37904F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DEB591-18AF-DD1E-FD0C-DEEDC6B1AA6B}"/>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19D9C4DE-F5A8-E060-B76D-C7E94EA2AD49}"/>
              </a:ext>
            </a:extLst>
          </p:cNvPr>
          <p:cNvSpPr>
            <a:spLocks noGrp="1"/>
          </p:cNvSpPr>
          <p:nvPr>
            <p:ph type="sldNum" sz="quarter" idx="5"/>
          </p:nvPr>
        </p:nvSpPr>
        <p:spPr/>
        <p:txBody>
          <a:bodyPr/>
          <a:lstStyle/>
          <a:p>
            <a:fld id="{648246CF-7178-41AD-B6F8-BACEEA28FBE0}" type="slidenum">
              <a:rPr lang="en-US" smtClean="0"/>
              <a:t>213</a:t>
            </a:fld>
            <a:endParaRPr lang="en-US"/>
          </a:p>
        </p:txBody>
      </p:sp>
    </p:spTree>
    <p:extLst>
      <p:ext uri="{BB962C8B-B14F-4D97-AF65-F5344CB8AC3E}">
        <p14:creationId xmlns:p14="http://schemas.microsoft.com/office/powerpoint/2010/main" val="34060777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1C58F-7BD8-A2D9-9516-0F6EA4DF8B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FFD245-9080-37E3-6480-407B947C43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7F0F82-9B32-A8E5-DE85-95E83B26666B}"/>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48B7AF88-659B-3C11-E2D7-E9CABC057A94}"/>
              </a:ext>
            </a:extLst>
          </p:cNvPr>
          <p:cNvSpPr>
            <a:spLocks noGrp="1"/>
          </p:cNvSpPr>
          <p:nvPr>
            <p:ph type="sldNum" sz="quarter" idx="5"/>
          </p:nvPr>
        </p:nvSpPr>
        <p:spPr/>
        <p:txBody>
          <a:bodyPr/>
          <a:lstStyle/>
          <a:p>
            <a:fld id="{648246CF-7178-41AD-B6F8-BACEEA28FBE0}" type="slidenum">
              <a:rPr lang="en-US" smtClean="0"/>
              <a:t>214</a:t>
            </a:fld>
            <a:endParaRPr lang="en-US"/>
          </a:p>
        </p:txBody>
      </p:sp>
    </p:spTree>
    <p:extLst>
      <p:ext uri="{BB962C8B-B14F-4D97-AF65-F5344CB8AC3E}">
        <p14:creationId xmlns:p14="http://schemas.microsoft.com/office/powerpoint/2010/main" val="398513987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D11C5-18CA-AB2F-79CC-1062913DCE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4EC4E1-56C5-0AFC-8446-73FDE2A628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62CB1A-3058-5757-34BB-D15723B7618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4F3709F7-96A5-D17F-1959-38921E21799C}"/>
              </a:ext>
            </a:extLst>
          </p:cNvPr>
          <p:cNvSpPr>
            <a:spLocks noGrp="1"/>
          </p:cNvSpPr>
          <p:nvPr>
            <p:ph type="sldNum" sz="quarter" idx="5"/>
          </p:nvPr>
        </p:nvSpPr>
        <p:spPr/>
        <p:txBody>
          <a:bodyPr/>
          <a:lstStyle/>
          <a:p>
            <a:fld id="{648246CF-7178-41AD-B6F8-BACEEA28FBE0}" type="slidenum">
              <a:rPr lang="en-US" smtClean="0"/>
              <a:t>215</a:t>
            </a:fld>
            <a:endParaRPr lang="en-US"/>
          </a:p>
        </p:txBody>
      </p:sp>
    </p:spTree>
    <p:extLst>
      <p:ext uri="{BB962C8B-B14F-4D97-AF65-F5344CB8AC3E}">
        <p14:creationId xmlns:p14="http://schemas.microsoft.com/office/powerpoint/2010/main" val="106178678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E0D1E-5025-CB20-D02E-63F040EDDF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FF6024-6523-A8CA-A9DC-6E650D63DC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372C7E-AD53-F993-012F-58C959104D9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2AD4A051-9511-6E2E-D66C-91FA0D8EC020}"/>
              </a:ext>
            </a:extLst>
          </p:cNvPr>
          <p:cNvSpPr>
            <a:spLocks noGrp="1"/>
          </p:cNvSpPr>
          <p:nvPr>
            <p:ph type="sldNum" sz="quarter" idx="5"/>
          </p:nvPr>
        </p:nvSpPr>
        <p:spPr/>
        <p:txBody>
          <a:bodyPr/>
          <a:lstStyle/>
          <a:p>
            <a:fld id="{648246CF-7178-41AD-B6F8-BACEEA28FBE0}" type="slidenum">
              <a:rPr lang="en-US" smtClean="0"/>
              <a:t>216</a:t>
            </a:fld>
            <a:endParaRPr lang="en-US"/>
          </a:p>
        </p:txBody>
      </p:sp>
    </p:spTree>
    <p:extLst>
      <p:ext uri="{BB962C8B-B14F-4D97-AF65-F5344CB8AC3E}">
        <p14:creationId xmlns:p14="http://schemas.microsoft.com/office/powerpoint/2010/main" val="375766054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1B7E8-9459-B58D-2AF6-6A35B5F88E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4B2AA8-3C1B-36B4-3283-D133093311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DBF66D-FF4A-341C-AE07-C08B26EF979B}"/>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594C0D0-438D-3EAD-DD7B-1C571E25BD18}"/>
              </a:ext>
            </a:extLst>
          </p:cNvPr>
          <p:cNvSpPr>
            <a:spLocks noGrp="1"/>
          </p:cNvSpPr>
          <p:nvPr>
            <p:ph type="sldNum" sz="quarter" idx="5"/>
          </p:nvPr>
        </p:nvSpPr>
        <p:spPr/>
        <p:txBody>
          <a:bodyPr/>
          <a:lstStyle/>
          <a:p>
            <a:fld id="{648246CF-7178-41AD-B6F8-BACEEA28FBE0}" type="slidenum">
              <a:rPr lang="en-US" smtClean="0"/>
              <a:t>217</a:t>
            </a:fld>
            <a:endParaRPr lang="en-US"/>
          </a:p>
        </p:txBody>
      </p:sp>
    </p:spTree>
    <p:extLst>
      <p:ext uri="{BB962C8B-B14F-4D97-AF65-F5344CB8AC3E}">
        <p14:creationId xmlns:p14="http://schemas.microsoft.com/office/powerpoint/2010/main" val="328274541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C94D6-2CB2-4157-B8DB-E6DAB6AD97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B06D01-CB54-9D60-3FE9-AFBDD53DA5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2A0D94-F18C-1212-982B-FE924EE4774B}"/>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F084C1A0-B614-5AFD-3C00-EC57939D72B8}"/>
              </a:ext>
            </a:extLst>
          </p:cNvPr>
          <p:cNvSpPr>
            <a:spLocks noGrp="1"/>
          </p:cNvSpPr>
          <p:nvPr>
            <p:ph type="sldNum" sz="quarter" idx="5"/>
          </p:nvPr>
        </p:nvSpPr>
        <p:spPr/>
        <p:txBody>
          <a:bodyPr/>
          <a:lstStyle/>
          <a:p>
            <a:fld id="{648246CF-7178-41AD-B6F8-BACEEA28FBE0}" type="slidenum">
              <a:rPr lang="en-US" smtClean="0"/>
              <a:t>218</a:t>
            </a:fld>
            <a:endParaRPr lang="en-US"/>
          </a:p>
        </p:txBody>
      </p:sp>
    </p:spTree>
    <p:extLst>
      <p:ext uri="{BB962C8B-B14F-4D97-AF65-F5344CB8AC3E}">
        <p14:creationId xmlns:p14="http://schemas.microsoft.com/office/powerpoint/2010/main" val="313735986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D6B6F-319D-82B8-E047-48FD215DC0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E8DCFE-3C48-AECC-9F55-3781EE346E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96AD80-8FBE-7820-D355-C8186A42A1CF}"/>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FF97F787-C7B5-0AAD-C7FB-2102FF00C967}"/>
              </a:ext>
            </a:extLst>
          </p:cNvPr>
          <p:cNvSpPr>
            <a:spLocks noGrp="1"/>
          </p:cNvSpPr>
          <p:nvPr>
            <p:ph type="sldNum" sz="quarter" idx="5"/>
          </p:nvPr>
        </p:nvSpPr>
        <p:spPr/>
        <p:txBody>
          <a:bodyPr/>
          <a:lstStyle/>
          <a:p>
            <a:fld id="{648246CF-7178-41AD-B6F8-BACEEA28FBE0}" type="slidenum">
              <a:rPr lang="en-US" smtClean="0"/>
              <a:t>219</a:t>
            </a:fld>
            <a:endParaRPr lang="en-US"/>
          </a:p>
        </p:txBody>
      </p:sp>
    </p:spTree>
    <p:extLst>
      <p:ext uri="{BB962C8B-B14F-4D97-AF65-F5344CB8AC3E}">
        <p14:creationId xmlns:p14="http://schemas.microsoft.com/office/powerpoint/2010/main" val="350106074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1B617-2525-FFF9-8D28-441CD8D2C9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C817EB-A0AD-D3A6-7682-66E4096CA0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11A001-6315-C0EB-B2BA-6F9F98376141}"/>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96C7493-33BF-EFF9-D2A4-EF8B079D9E51}"/>
              </a:ext>
            </a:extLst>
          </p:cNvPr>
          <p:cNvSpPr>
            <a:spLocks noGrp="1"/>
          </p:cNvSpPr>
          <p:nvPr>
            <p:ph type="sldNum" sz="quarter" idx="5"/>
          </p:nvPr>
        </p:nvSpPr>
        <p:spPr/>
        <p:txBody>
          <a:bodyPr/>
          <a:lstStyle/>
          <a:p>
            <a:fld id="{648246CF-7178-41AD-B6F8-BACEEA28FBE0}" type="slidenum">
              <a:rPr lang="en-US" smtClean="0"/>
              <a:t>220</a:t>
            </a:fld>
            <a:endParaRPr lang="en-US"/>
          </a:p>
        </p:txBody>
      </p:sp>
    </p:spTree>
    <p:extLst>
      <p:ext uri="{BB962C8B-B14F-4D97-AF65-F5344CB8AC3E}">
        <p14:creationId xmlns:p14="http://schemas.microsoft.com/office/powerpoint/2010/main" val="88326602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8A991-8C7E-FCFE-DCA7-B248D6515B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E7AD47-195D-C453-D956-C638DDFAA1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9FE3B0-9676-5064-48F1-06C6507787D5}"/>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4980EF52-3F50-8EB4-ED26-68A9B50E0309}"/>
              </a:ext>
            </a:extLst>
          </p:cNvPr>
          <p:cNvSpPr>
            <a:spLocks noGrp="1"/>
          </p:cNvSpPr>
          <p:nvPr>
            <p:ph type="sldNum" sz="quarter" idx="5"/>
          </p:nvPr>
        </p:nvSpPr>
        <p:spPr/>
        <p:txBody>
          <a:bodyPr/>
          <a:lstStyle/>
          <a:p>
            <a:fld id="{648246CF-7178-41AD-B6F8-BACEEA28FBE0}" type="slidenum">
              <a:rPr lang="en-US" smtClean="0"/>
              <a:t>221</a:t>
            </a:fld>
            <a:endParaRPr lang="en-US"/>
          </a:p>
        </p:txBody>
      </p:sp>
    </p:spTree>
    <p:extLst>
      <p:ext uri="{BB962C8B-B14F-4D97-AF65-F5344CB8AC3E}">
        <p14:creationId xmlns:p14="http://schemas.microsoft.com/office/powerpoint/2010/main" val="287107737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AE2A0-EAC4-FE85-0333-0FF7805A2A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2C991E-9B6F-DB04-12ED-5CD819B136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F6FB5F-C90C-6DC6-600A-DCB783017632}"/>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F4AB5490-9A9F-E250-B338-4EB2ADA806B7}"/>
              </a:ext>
            </a:extLst>
          </p:cNvPr>
          <p:cNvSpPr>
            <a:spLocks noGrp="1"/>
          </p:cNvSpPr>
          <p:nvPr>
            <p:ph type="sldNum" sz="quarter" idx="5"/>
          </p:nvPr>
        </p:nvSpPr>
        <p:spPr/>
        <p:txBody>
          <a:bodyPr/>
          <a:lstStyle/>
          <a:p>
            <a:fld id="{648246CF-7178-41AD-B6F8-BACEEA28FBE0}" type="slidenum">
              <a:rPr lang="en-US" smtClean="0"/>
              <a:t>222</a:t>
            </a:fld>
            <a:endParaRPr lang="en-US"/>
          </a:p>
        </p:txBody>
      </p:sp>
    </p:spTree>
    <p:extLst>
      <p:ext uri="{BB962C8B-B14F-4D97-AF65-F5344CB8AC3E}">
        <p14:creationId xmlns:p14="http://schemas.microsoft.com/office/powerpoint/2010/main" val="267572589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1DA82-7C77-E720-624A-1190D3AD76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C74408-C1D1-389C-F4E3-64EB8FBE6D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CFDB63-DCAE-284D-2F7F-71EF96A5E62D}"/>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0A553A0D-334F-CF3A-0E01-6FA57807A22B}"/>
              </a:ext>
            </a:extLst>
          </p:cNvPr>
          <p:cNvSpPr>
            <a:spLocks noGrp="1"/>
          </p:cNvSpPr>
          <p:nvPr>
            <p:ph type="sldNum" sz="quarter" idx="5"/>
          </p:nvPr>
        </p:nvSpPr>
        <p:spPr/>
        <p:txBody>
          <a:bodyPr/>
          <a:lstStyle/>
          <a:p>
            <a:fld id="{648246CF-7178-41AD-B6F8-BACEEA28FBE0}" type="slidenum">
              <a:rPr lang="en-US" smtClean="0"/>
              <a:t>225</a:t>
            </a:fld>
            <a:endParaRPr lang="en-US"/>
          </a:p>
        </p:txBody>
      </p:sp>
    </p:spTree>
    <p:extLst>
      <p:ext uri="{BB962C8B-B14F-4D97-AF65-F5344CB8AC3E}">
        <p14:creationId xmlns:p14="http://schemas.microsoft.com/office/powerpoint/2010/main" val="61617224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8D2AC-2B43-7450-2BCE-E410FD9BB4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11BDBB-0560-434C-94E3-B05A9D6E80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E6F3F4-FFE2-DBA7-1F93-65E278A7742D}"/>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3E61E129-E2CB-F118-E870-705786410384}"/>
              </a:ext>
            </a:extLst>
          </p:cNvPr>
          <p:cNvSpPr>
            <a:spLocks noGrp="1"/>
          </p:cNvSpPr>
          <p:nvPr>
            <p:ph type="sldNum" sz="quarter" idx="5"/>
          </p:nvPr>
        </p:nvSpPr>
        <p:spPr/>
        <p:txBody>
          <a:bodyPr/>
          <a:lstStyle/>
          <a:p>
            <a:fld id="{648246CF-7178-41AD-B6F8-BACEEA28FBE0}" type="slidenum">
              <a:rPr lang="en-US" smtClean="0"/>
              <a:t>226</a:t>
            </a:fld>
            <a:endParaRPr lang="en-US"/>
          </a:p>
        </p:txBody>
      </p:sp>
    </p:spTree>
    <p:extLst>
      <p:ext uri="{BB962C8B-B14F-4D97-AF65-F5344CB8AC3E}">
        <p14:creationId xmlns:p14="http://schemas.microsoft.com/office/powerpoint/2010/main" val="254269956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9157A-0E6F-889B-30E3-4CB8E2C8E5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C92985-38EB-A813-D2A8-5A46317CFF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C27ADC-7D39-029D-ED1A-BA5736554992}"/>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44EF5ED2-3C7C-872A-75D0-E2B200746DFF}"/>
              </a:ext>
            </a:extLst>
          </p:cNvPr>
          <p:cNvSpPr>
            <a:spLocks noGrp="1"/>
          </p:cNvSpPr>
          <p:nvPr>
            <p:ph type="sldNum" sz="quarter" idx="5"/>
          </p:nvPr>
        </p:nvSpPr>
        <p:spPr/>
        <p:txBody>
          <a:bodyPr/>
          <a:lstStyle/>
          <a:p>
            <a:fld id="{648246CF-7178-41AD-B6F8-BACEEA28FBE0}" type="slidenum">
              <a:rPr lang="en-US" smtClean="0"/>
              <a:t>227</a:t>
            </a:fld>
            <a:endParaRPr lang="en-US"/>
          </a:p>
        </p:txBody>
      </p:sp>
    </p:spTree>
    <p:extLst>
      <p:ext uri="{BB962C8B-B14F-4D97-AF65-F5344CB8AC3E}">
        <p14:creationId xmlns:p14="http://schemas.microsoft.com/office/powerpoint/2010/main" val="317915993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21413-C49B-D532-12E3-98D2D98975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07BB16-CAA9-B955-2FEB-CC0C932BAA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AA993E-B4A9-DF10-18E3-2DE3B314DDEB}"/>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6A870FAC-DC86-79C1-CDF8-81958E0FB973}"/>
              </a:ext>
            </a:extLst>
          </p:cNvPr>
          <p:cNvSpPr>
            <a:spLocks noGrp="1"/>
          </p:cNvSpPr>
          <p:nvPr>
            <p:ph type="sldNum" sz="quarter" idx="5"/>
          </p:nvPr>
        </p:nvSpPr>
        <p:spPr/>
        <p:txBody>
          <a:bodyPr/>
          <a:lstStyle/>
          <a:p>
            <a:fld id="{648246CF-7178-41AD-B6F8-BACEEA28FBE0}" type="slidenum">
              <a:rPr lang="en-US" smtClean="0"/>
              <a:t>228</a:t>
            </a:fld>
            <a:endParaRPr lang="en-US"/>
          </a:p>
        </p:txBody>
      </p:sp>
    </p:spTree>
    <p:extLst>
      <p:ext uri="{BB962C8B-B14F-4D97-AF65-F5344CB8AC3E}">
        <p14:creationId xmlns:p14="http://schemas.microsoft.com/office/powerpoint/2010/main" val="350447784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B6F8C8-F453-9EAE-B372-05DE0AF5CF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110A14-463E-70D4-1BA4-FC11B1067C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E103B1-13A3-ECEF-FE5C-B620071A73FD}"/>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100DF4C4-1851-EFB4-86B3-0C1FC80722C3}"/>
              </a:ext>
            </a:extLst>
          </p:cNvPr>
          <p:cNvSpPr>
            <a:spLocks noGrp="1"/>
          </p:cNvSpPr>
          <p:nvPr>
            <p:ph type="sldNum" sz="quarter" idx="5"/>
          </p:nvPr>
        </p:nvSpPr>
        <p:spPr/>
        <p:txBody>
          <a:bodyPr/>
          <a:lstStyle/>
          <a:p>
            <a:fld id="{648246CF-7178-41AD-B6F8-BACEEA28FBE0}" type="slidenum">
              <a:rPr lang="en-US" smtClean="0"/>
              <a:t>229</a:t>
            </a:fld>
            <a:endParaRPr lang="en-US"/>
          </a:p>
        </p:txBody>
      </p:sp>
    </p:spTree>
    <p:extLst>
      <p:ext uri="{BB962C8B-B14F-4D97-AF65-F5344CB8AC3E}">
        <p14:creationId xmlns:p14="http://schemas.microsoft.com/office/powerpoint/2010/main" val="183972132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9B785C-4522-D18E-8CB3-1DBA9557CF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CA4468-8E5A-E6E9-57FD-C7C4175780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C96408-F56B-89C7-0435-44A9EC760109}"/>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498DCB50-7ACC-5002-7DC4-7CC381DD0B5E}"/>
              </a:ext>
            </a:extLst>
          </p:cNvPr>
          <p:cNvSpPr>
            <a:spLocks noGrp="1"/>
          </p:cNvSpPr>
          <p:nvPr>
            <p:ph type="sldNum" sz="quarter" idx="5"/>
          </p:nvPr>
        </p:nvSpPr>
        <p:spPr/>
        <p:txBody>
          <a:bodyPr/>
          <a:lstStyle/>
          <a:p>
            <a:fld id="{648246CF-7178-41AD-B6F8-BACEEA28FBE0}" type="slidenum">
              <a:rPr lang="en-US" smtClean="0"/>
              <a:t>230</a:t>
            </a:fld>
            <a:endParaRPr lang="en-US"/>
          </a:p>
        </p:txBody>
      </p:sp>
    </p:spTree>
    <p:extLst>
      <p:ext uri="{BB962C8B-B14F-4D97-AF65-F5344CB8AC3E}">
        <p14:creationId xmlns:p14="http://schemas.microsoft.com/office/powerpoint/2010/main" val="321515165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C53D6C-BA8F-B0B5-5BAB-721DDF23D3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3CDE02-FB0D-B2B7-02F9-40C76D76AE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7CC4D9-907A-200E-6242-1732AD38F498}"/>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7927C7F2-4DD8-786C-4D7E-154140B9B49B}"/>
              </a:ext>
            </a:extLst>
          </p:cNvPr>
          <p:cNvSpPr>
            <a:spLocks noGrp="1"/>
          </p:cNvSpPr>
          <p:nvPr>
            <p:ph type="sldNum" sz="quarter" idx="5"/>
          </p:nvPr>
        </p:nvSpPr>
        <p:spPr/>
        <p:txBody>
          <a:bodyPr/>
          <a:lstStyle/>
          <a:p>
            <a:fld id="{648246CF-7178-41AD-B6F8-BACEEA28FBE0}" type="slidenum">
              <a:rPr lang="en-US" smtClean="0"/>
              <a:t>231</a:t>
            </a:fld>
            <a:endParaRPr lang="en-US"/>
          </a:p>
        </p:txBody>
      </p:sp>
    </p:spTree>
    <p:extLst>
      <p:ext uri="{BB962C8B-B14F-4D97-AF65-F5344CB8AC3E}">
        <p14:creationId xmlns:p14="http://schemas.microsoft.com/office/powerpoint/2010/main" val="17478282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8CA7E1-22B2-9A6A-3D32-907186963C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045EC3-AAA5-FE39-BA05-225070F368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FEB6F3-69E7-37EF-2854-022240262707}"/>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13808BF7-7836-D788-C60E-1E7C4453052B}"/>
              </a:ext>
            </a:extLst>
          </p:cNvPr>
          <p:cNvSpPr>
            <a:spLocks noGrp="1"/>
          </p:cNvSpPr>
          <p:nvPr>
            <p:ph type="sldNum" sz="quarter" idx="5"/>
          </p:nvPr>
        </p:nvSpPr>
        <p:spPr/>
        <p:txBody>
          <a:bodyPr/>
          <a:lstStyle/>
          <a:p>
            <a:fld id="{648246CF-7178-41AD-B6F8-BACEEA28FBE0}" type="slidenum">
              <a:rPr lang="en-US" smtClean="0"/>
              <a:t>232</a:t>
            </a:fld>
            <a:endParaRPr lang="en-US"/>
          </a:p>
        </p:txBody>
      </p:sp>
    </p:spTree>
    <p:extLst>
      <p:ext uri="{BB962C8B-B14F-4D97-AF65-F5344CB8AC3E}">
        <p14:creationId xmlns:p14="http://schemas.microsoft.com/office/powerpoint/2010/main" val="177933669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08D9D-BC98-FBF4-D911-139CDD4AC5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BAA94D-8C5F-13A3-8D6B-2F4F751EC4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43C99E-0643-A0AF-3E74-ABCB2486383D}"/>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0CD4910B-0AB8-B457-13EF-50B9CB2031CC}"/>
              </a:ext>
            </a:extLst>
          </p:cNvPr>
          <p:cNvSpPr>
            <a:spLocks noGrp="1"/>
          </p:cNvSpPr>
          <p:nvPr>
            <p:ph type="sldNum" sz="quarter" idx="5"/>
          </p:nvPr>
        </p:nvSpPr>
        <p:spPr/>
        <p:txBody>
          <a:bodyPr/>
          <a:lstStyle/>
          <a:p>
            <a:fld id="{648246CF-7178-41AD-B6F8-BACEEA28FBE0}" type="slidenum">
              <a:rPr lang="en-US" smtClean="0"/>
              <a:t>233</a:t>
            </a:fld>
            <a:endParaRPr lang="en-US"/>
          </a:p>
        </p:txBody>
      </p:sp>
    </p:spTree>
    <p:extLst>
      <p:ext uri="{BB962C8B-B14F-4D97-AF65-F5344CB8AC3E}">
        <p14:creationId xmlns:p14="http://schemas.microsoft.com/office/powerpoint/2010/main" val="3123227396"/>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68C59-6707-55EB-32CD-F7C8EFC626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9401C0-3728-EA5D-B5B9-14AA415DF2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E23B8E-E879-B9E4-24D8-47080BA3F23E}"/>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4FB6E278-7550-6054-B71F-212E3CD50F09}"/>
              </a:ext>
            </a:extLst>
          </p:cNvPr>
          <p:cNvSpPr>
            <a:spLocks noGrp="1"/>
          </p:cNvSpPr>
          <p:nvPr>
            <p:ph type="sldNum" sz="quarter" idx="5"/>
          </p:nvPr>
        </p:nvSpPr>
        <p:spPr/>
        <p:txBody>
          <a:bodyPr/>
          <a:lstStyle/>
          <a:p>
            <a:fld id="{648246CF-7178-41AD-B6F8-BACEEA28FBE0}" type="slidenum">
              <a:rPr lang="en-US" smtClean="0"/>
              <a:t>234</a:t>
            </a:fld>
            <a:endParaRPr lang="en-US"/>
          </a:p>
        </p:txBody>
      </p:sp>
    </p:spTree>
    <p:extLst>
      <p:ext uri="{BB962C8B-B14F-4D97-AF65-F5344CB8AC3E}">
        <p14:creationId xmlns:p14="http://schemas.microsoft.com/office/powerpoint/2010/main" val="5071371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2"/>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F0BBB32-54BA-4194-BF0A-ED9313CE4595}" type="datetimeFigureOut">
              <a:rPr lang="en-US" smtClean="0"/>
              <a:t>7/26/2025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6912048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7/26/2025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2017127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8"/>
            <a:ext cx="7772400" cy="1021557"/>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F0BBB32-54BA-4194-BF0A-ED9313CE4595}" type="datetimeFigureOut">
              <a:rPr lang="en-US" smtClean="0"/>
              <a:t>7/26/2025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1845393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0"/>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0"/>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F0BBB32-54BA-4194-BF0A-ED9313CE4595}" type="datetimeFigureOut">
              <a:rPr lang="en-US" smtClean="0"/>
              <a:t>7/26/2025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038871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1"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1"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F0BBB32-54BA-4194-BF0A-ED9313CE4595}" type="datetimeFigureOut">
              <a:rPr lang="en-US" smtClean="0"/>
              <a:t>7/26/2025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5558718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F0BBB32-54BA-4194-BF0A-ED9313CE4595}" type="datetimeFigureOut">
              <a:rPr lang="en-US" smtClean="0"/>
              <a:t>7/26/2025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1090328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F0BBB32-54BA-4194-BF0A-ED9313CE4595}" type="datetimeFigureOut">
              <a:rPr lang="en-US" smtClean="0"/>
              <a:t>7/26/2025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0972176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6" y="204788"/>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6" y="1076328"/>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F0BBB32-54BA-4194-BF0A-ED9313CE4595}" type="datetimeFigureOut">
              <a:rPr lang="en-US" smtClean="0"/>
              <a:t>7/26/2025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96645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4"/>
            <a:ext cx="5486400" cy="60364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F0BBB32-54BA-4194-BF0A-ED9313CE4595}" type="datetimeFigureOut">
              <a:rPr lang="en-US" smtClean="0"/>
              <a:t>7/26/2025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4477214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7/26/2025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582531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1"/>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81"/>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7/26/2025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1034630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0"/>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1F0BBB32-54BA-4194-BF0A-ED9313CE4595}" type="datetimeFigureOut">
              <a:rPr lang="en-US" smtClean="0"/>
              <a:t>7/26/2025</a:t>
            </a:fld>
            <a:endParaRPr lang="en-US"/>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AA511856-4617-4425-9FD6-154895FC07B8}" type="slidenum">
              <a:rPr lang="en-US" smtClean="0"/>
              <a:t>‹#›</a:t>
            </a:fld>
            <a:endParaRPr lang="en-US"/>
          </a:p>
        </p:txBody>
      </p:sp>
    </p:spTree>
    <p:extLst>
      <p:ext uri="{BB962C8B-B14F-4D97-AF65-F5344CB8AC3E}">
        <p14:creationId xmlns:p14="http://schemas.microsoft.com/office/powerpoint/2010/main" val="28835798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16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19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19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19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19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19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19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20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20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20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20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7.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208.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209.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210.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211.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212.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213.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214.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215.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216.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217.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218.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219.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220.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221.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222.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2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22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22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22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22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23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23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23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23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23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23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3E353A4-891A-142E-6F46-6A15DE819D96}"/>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A2C669EB-8BDD-C2C7-C7C1-143651CADB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143" y="0"/>
            <a:ext cx="9141714" cy="51435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Content Placeholder 2">
            <a:extLst>
              <a:ext uri="{FF2B5EF4-FFF2-40B4-BE49-F238E27FC236}">
                <a16:creationId xmlns:a16="http://schemas.microsoft.com/office/drawing/2014/main" id="{2D2A82F2-900C-BA5E-8598-F9827A38475E}"/>
              </a:ext>
            </a:extLst>
          </p:cNvPr>
          <p:cNvSpPr>
            <a:spLocks noGrp="1"/>
          </p:cNvSpPr>
          <p:nvPr>
            <p:ph idx="1"/>
          </p:nvPr>
        </p:nvSpPr>
        <p:spPr/>
        <p:txBody>
          <a:bodyPr/>
          <a:lstStyle/>
          <a:p>
            <a:endParaRPr lang="en-US"/>
          </a:p>
        </p:txBody>
      </p:sp>
      <p:pic>
        <p:nvPicPr>
          <p:cNvPr id="2" name="Picture 2" descr="Có thể là hình ảnh về 5 người và văn bản cho biết 'CHÚA NHAT XVII THƯỠNG NIÊN NĂM C Đức Giêsu dạy CÁCH CÂU NGUYỆN Anh em cũ xin thì sẽ được, CỨ tìm thì sẽ thấy, cứ gõ cua thi sẽ mở cho. (Lc Lc11,113'">
            <a:extLst>
              <a:ext uri="{FF2B5EF4-FFF2-40B4-BE49-F238E27FC236}">
                <a16:creationId xmlns:a16="http://schemas.microsoft.com/office/drawing/2014/main" id="{F6A81ECD-1E21-A424-DE96-8F06E79A78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33218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D884BA29-1F76-D50D-3220-7C4834945777}"/>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defRPr/>
            </a:pPr>
            <a:r>
              <a:rPr lang="en-US" altLang="en-US" sz="4000" b="1" dirty="0">
                <a:solidFill>
                  <a:srgbClr val="FF0000"/>
                </a:solidFill>
                <a:latin typeface="Times New Roman" panose="02020603050405020304" pitchFamily="18" charset="0"/>
                <a:cs typeface="Times New Roman" panose="02020603050405020304" pitchFamily="18" charset="0"/>
              </a:rPr>
              <a:t>KINH CHÚA THÁNH </a:t>
            </a:r>
            <a:r>
              <a:rPr lang="en-US" altLang="en-US" sz="4000" b="1" dirty="0" err="1">
                <a:solidFill>
                  <a:srgbClr val="FF0000"/>
                </a:solidFill>
                <a:latin typeface="Times New Roman" panose="02020603050405020304" pitchFamily="18" charset="0"/>
                <a:cs typeface="Times New Roman" panose="02020603050405020304" pitchFamily="18" charset="0"/>
              </a:rPr>
              <a:t>THẦN</a:t>
            </a:r>
            <a:endParaRPr lang="en-US" altLang="en-US" sz="4000" b="1" dirty="0">
              <a:solidFill>
                <a:srgbClr val="FF0000"/>
              </a:solidFill>
              <a:latin typeface="Times New Roman" panose="02020603050405020304" pitchFamily="18" charset="0"/>
              <a:cs typeface="Times New Roman" panose="02020603050405020304" pitchFamily="18" charset="0"/>
            </a:endParaRPr>
          </a:p>
          <a:p>
            <a:pPr algn="just" eaLnBrk="1" hangingPunct="1">
              <a:spcBef>
                <a:spcPts val="600"/>
              </a:spcBef>
              <a:defRPr/>
            </a:pPr>
            <a:r>
              <a:rPr lang="vi-VN" altLang="en-US" sz="7200" b="1" dirty="0">
                <a:solidFill>
                  <a:schemeClr val="tx1"/>
                </a:solidFill>
                <a:latin typeface="Times New Roman" panose="02020603050405020304" pitchFamily="18" charset="0"/>
                <a:cs typeface="Times New Roman" panose="02020603050405020304" pitchFamily="18" charset="0"/>
              </a:rPr>
              <a:t>Chúng con lạy ơn Đức Chúa Thánh Thần, thiêng liêng sáng láng vô cùng,</a:t>
            </a:r>
            <a:r>
              <a:rPr lang="en-US" altLang="en-US" sz="7200" b="1" dirty="0">
                <a:solidFill>
                  <a:schemeClr val="tx1"/>
                </a:solidFill>
                <a:latin typeface="Times New Roman" panose="02020603050405020304" pitchFamily="18" charset="0"/>
                <a:cs typeface="Times New Roman" panose="02020603050405020304" pitchFamily="18" charset="0"/>
              </a:rPr>
              <a:t> </a:t>
            </a:r>
            <a:endParaRPr lang="en-US" altLang="en-US" sz="72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3A534A11-9DFE-A5EC-8139-2FB818022E44}"/>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chúng con xin Đức Chúa Thánh Thần xuống đầy lòng chúng con, là kẻ tin cậy Đức Chúa Trời,</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DB96D1C1-1479-6C6E-261C-24F0694D7BDD}"/>
              </a:ext>
            </a:extLst>
          </p:cNvPr>
          <p:cNvSpPr>
            <a:spLocks noGrp="1" noChangeArrowheads="1"/>
          </p:cNvSpPr>
          <p:nvPr>
            <p:ph type="subTitle" idx="1"/>
          </p:nvPr>
        </p:nvSpPr>
        <p:spPr>
          <a:xfrm>
            <a:off x="0" y="0"/>
            <a:ext cx="9144000" cy="5143500"/>
          </a:xfrm>
          <a:solidFill>
            <a:schemeClr val="bg1"/>
          </a:solidFill>
        </p:spPr>
        <p:txBody>
          <a:bodyPr tIns="182880" bIns="91440">
            <a:normAutofit lnSpcReduction="10000"/>
          </a:bodyPr>
          <a:lstStyle/>
          <a:p>
            <a:pPr algn="just" eaLnBrk="1" hangingPunct="1">
              <a:defRPr/>
            </a:pPr>
            <a:r>
              <a:rPr lang="en-US" altLang="en-US" sz="8800" b="1" dirty="0" err="1">
                <a:solidFill>
                  <a:schemeClr val="tx1"/>
                </a:solidFill>
                <a:latin typeface="Times New Roman" panose="02020603050405020304" pitchFamily="18" charset="0"/>
                <a:cs typeface="Times New Roman" panose="02020603050405020304" pitchFamily="18" charset="0"/>
              </a:rPr>
              <a:t>Và</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đốt</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lửa</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kính</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mến</a:t>
            </a:r>
            <a:r>
              <a:rPr lang="en-US" altLang="en-US" sz="8800" b="1" dirty="0">
                <a:solidFill>
                  <a:schemeClr val="tx1"/>
                </a:solidFill>
                <a:latin typeface="Times New Roman" panose="02020603050405020304" pitchFamily="18" charset="0"/>
                <a:cs typeface="Times New Roman" panose="02020603050405020304" pitchFamily="18" charset="0"/>
              </a:rPr>
              <a:t> Đức Chúa </a:t>
            </a:r>
            <a:r>
              <a:rPr lang="en-US" altLang="en-US" sz="8800" b="1" dirty="0" err="1">
                <a:solidFill>
                  <a:schemeClr val="tx1"/>
                </a:solidFill>
                <a:latin typeface="Times New Roman" panose="02020603050405020304" pitchFamily="18" charset="0"/>
                <a:cs typeface="Times New Roman" panose="02020603050405020304" pitchFamily="18" charset="0"/>
              </a:rPr>
              <a:t>Trời</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trong</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lòng</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chúng</a:t>
            </a:r>
            <a:r>
              <a:rPr lang="en-US" altLang="en-US" sz="8800" b="1" dirty="0">
                <a:solidFill>
                  <a:schemeClr val="tx1"/>
                </a:solidFill>
                <a:latin typeface="Times New Roman" panose="02020603050405020304" pitchFamily="18" charset="0"/>
                <a:cs typeface="Times New Roman" panose="02020603050405020304" pitchFamily="18" charset="0"/>
              </a:rPr>
              <a:t> con;</a:t>
            </a:r>
            <a:endParaRPr lang="en-US" altLang="en-US" sz="8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8BFF5601-CFA7-8A02-FCD7-A768A6110437}"/>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r>
              <a:rPr lang="en-US" altLang="en-US" sz="8400" b="1" dirty="0" err="1">
                <a:solidFill>
                  <a:schemeClr val="tx1"/>
                </a:solidFill>
                <a:latin typeface="Times New Roman" panose="02020603050405020304" pitchFamily="18" charset="0"/>
                <a:cs typeface="Times New Roman" panose="02020603050405020304" pitchFamily="18" charset="0"/>
              </a:rPr>
              <a:t>chúng</a:t>
            </a:r>
            <a:r>
              <a:rPr lang="en-US" altLang="en-US" sz="8400" b="1" dirty="0">
                <a:solidFill>
                  <a:schemeClr val="tx1"/>
                </a:solidFill>
                <a:latin typeface="Times New Roman" panose="02020603050405020304" pitchFamily="18" charset="0"/>
                <a:cs typeface="Times New Roman" panose="02020603050405020304" pitchFamily="18" charset="0"/>
              </a:rPr>
              <a:t> con </a:t>
            </a:r>
            <a:r>
              <a:rPr lang="en-US" altLang="en-US" sz="8400" b="1" dirty="0" err="1">
                <a:solidFill>
                  <a:schemeClr val="tx1"/>
                </a:solidFill>
                <a:latin typeface="Times New Roman" panose="02020603050405020304" pitchFamily="18" charset="0"/>
                <a:cs typeface="Times New Roman" panose="02020603050405020304" pitchFamily="18" charset="0"/>
              </a:rPr>
              <a:t>xin</a:t>
            </a:r>
            <a:r>
              <a:rPr lang="en-US" altLang="en-US" sz="8400" b="1" dirty="0">
                <a:solidFill>
                  <a:schemeClr val="tx1"/>
                </a:solidFill>
                <a:latin typeface="Times New Roman" panose="02020603050405020304" pitchFamily="18" charset="0"/>
                <a:cs typeface="Times New Roman" panose="02020603050405020304" pitchFamily="18" charset="0"/>
              </a:rPr>
              <a:t> Đức Chúa </a:t>
            </a:r>
            <a:r>
              <a:rPr lang="en-US" altLang="en-US" sz="8400" b="1" dirty="0" err="1">
                <a:solidFill>
                  <a:schemeClr val="tx1"/>
                </a:solidFill>
                <a:latin typeface="Times New Roman" panose="02020603050405020304" pitchFamily="18" charset="0"/>
                <a:cs typeface="Times New Roman" panose="02020603050405020304" pitchFamily="18" charset="0"/>
              </a:rPr>
              <a:t>Trời</a:t>
            </a:r>
            <a:r>
              <a:rPr lang="en-US" altLang="en-US" sz="8400" b="1" dirty="0">
                <a:solidFill>
                  <a:schemeClr val="tx1"/>
                </a:solidFill>
                <a:latin typeface="Times New Roman" panose="02020603050405020304" pitchFamily="18" charset="0"/>
                <a:cs typeface="Times New Roman" panose="02020603050405020304" pitchFamily="18" charset="0"/>
              </a:rPr>
              <a:t> </a:t>
            </a:r>
            <a:r>
              <a:rPr lang="en-US" altLang="en-US" sz="8400" b="1" dirty="0" err="1">
                <a:solidFill>
                  <a:schemeClr val="tx1"/>
                </a:solidFill>
                <a:latin typeface="Times New Roman" panose="02020603050405020304" pitchFamily="18" charset="0"/>
                <a:cs typeface="Times New Roman" panose="02020603050405020304" pitchFamily="18" charset="0"/>
              </a:rPr>
              <a:t>cho</a:t>
            </a:r>
            <a:r>
              <a:rPr lang="en-US" altLang="en-US" sz="8400" b="1" dirty="0">
                <a:solidFill>
                  <a:schemeClr val="tx1"/>
                </a:solidFill>
                <a:latin typeface="Times New Roman" panose="02020603050405020304" pitchFamily="18" charset="0"/>
                <a:cs typeface="Times New Roman" panose="02020603050405020304" pitchFamily="18" charset="0"/>
              </a:rPr>
              <a:t> Đức Chúa Thánh </a:t>
            </a:r>
            <a:r>
              <a:rPr lang="en-US" altLang="en-US" sz="8400" b="1" dirty="0" err="1">
                <a:solidFill>
                  <a:schemeClr val="tx1"/>
                </a:solidFill>
                <a:latin typeface="Times New Roman" panose="02020603050405020304" pitchFamily="18" charset="0"/>
                <a:cs typeface="Times New Roman" panose="02020603050405020304" pitchFamily="18" charset="0"/>
              </a:rPr>
              <a:t>Thần</a:t>
            </a:r>
            <a:r>
              <a:rPr lang="en-US" altLang="en-US" sz="8400" b="1" dirty="0">
                <a:solidFill>
                  <a:schemeClr val="tx1"/>
                </a:solidFill>
                <a:latin typeface="Times New Roman" panose="02020603050405020304" pitchFamily="18" charset="0"/>
                <a:cs typeface="Times New Roman" panose="02020603050405020304" pitchFamily="18" charset="0"/>
              </a:rPr>
              <a:t> </a:t>
            </a:r>
            <a:r>
              <a:rPr lang="en-US" altLang="en-US" sz="8400" b="1" dirty="0" err="1">
                <a:solidFill>
                  <a:schemeClr val="tx1"/>
                </a:solidFill>
                <a:latin typeface="Times New Roman" panose="02020603050405020304" pitchFamily="18" charset="0"/>
                <a:cs typeface="Times New Roman" panose="02020603050405020304" pitchFamily="18" charset="0"/>
              </a:rPr>
              <a:t>xuống</a:t>
            </a:r>
            <a:r>
              <a:rPr lang="en-US" altLang="en-US" sz="8400" b="1" dirty="0">
                <a:solidFill>
                  <a:schemeClr val="tx1"/>
                </a:solidFill>
                <a:latin typeface="Times New Roman" panose="02020603050405020304" pitchFamily="18" charset="0"/>
                <a:cs typeface="Times New Roman" panose="02020603050405020304" pitchFamily="18" charset="0"/>
              </a:rPr>
              <a:t>.</a:t>
            </a:r>
            <a:endParaRPr lang="en-US" altLang="en-US" sz="8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3F13C7A-5304-48FF-CAD8-39A6B663E1B7}"/>
              </a:ext>
            </a:extLst>
          </p:cNvPr>
          <p:cNvSpPr>
            <a:spLocks noGrp="1" noChangeArrowheads="1"/>
          </p:cNvSpPr>
          <p:nvPr>
            <p:ph type="subTitle" idx="1"/>
          </p:nvPr>
        </p:nvSpPr>
        <p:spPr>
          <a:xfrm>
            <a:off x="0" y="0"/>
            <a:ext cx="9144000" cy="5143500"/>
          </a:xfrm>
          <a:solidFill>
            <a:schemeClr val="bg1"/>
          </a:solidFill>
        </p:spPr>
        <p:txBody>
          <a:bodyPr tIns="182880">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Sửa lại mọi sự trong ngoài chúng con.</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Chúng con cầu cùng Đức Chúa</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Trời,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230D3-82A7-C499-75BA-E411C1784EFB}"/>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82047D14-E417-5DE6-C9C7-9B82C82EDE0B}"/>
              </a:ext>
            </a:extLst>
          </p:cNvPr>
          <p:cNvSpPr>
            <a:spLocks noGrp="1" noChangeArrowheads="1"/>
          </p:cNvSpPr>
          <p:nvPr>
            <p:ph type="subTitle" idx="1"/>
          </p:nvPr>
        </p:nvSpPr>
        <p:spPr>
          <a:xfrm>
            <a:off x="0" y="0"/>
            <a:ext cx="9144000" cy="5143500"/>
          </a:xfrm>
          <a:solidFill>
            <a:schemeClr val="bg1"/>
          </a:solidFill>
        </p:spPr>
        <p:txBody>
          <a:bodyPr wrap="square" tIns="182880">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xưa đã cho Đức Chúa Thánh</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soi lòng dạy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dỗ</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các</a:t>
            </a:r>
            <a:r>
              <a:rPr lang="en-US" altLang="en-US" sz="8000" b="1" dirty="0">
                <a:solidFill>
                  <a:schemeClr val="tx1"/>
                </a:solidFill>
                <a:latin typeface="Times New Roman" panose="02020603050405020304" pitchFamily="18" charset="0"/>
                <a:cs typeface="Times New Roman" panose="02020603050405020304" pitchFamily="18" charset="0"/>
              </a:rPr>
              <a:t> Thánh</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78664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030630BD-3423-7E1C-CA80-A2B4DAF1EA01}"/>
              </a:ext>
            </a:extLst>
          </p:cNvPr>
          <p:cNvSpPr>
            <a:spLocks noGrp="1" noChangeArrowheads="1"/>
          </p:cNvSpPr>
          <p:nvPr>
            <p:ph type="subTitle" idx="1"/>
          </p:nvPr>
        </p:nvSpPr>
        <p:spPr>
          <a:xfrm>
            <a:off x="0" y="0"/>
            <a:ext cx="9144000" cy="5143500"/>
          </a:xfrm>
          <a:solidFill>
            <a:schemeClr val="bg1"/>
          </a:solidFill>
        </p:spPr>
        <p:txBody>
          <a:bodyPr tIns="0" rIns="91440" bIns="91440">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Tông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Đồ</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rày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xin</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Đức Chúa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3AB11-9989-F0E7-CA43-26B143F229B5}"/>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4C5D4E35-9549-4095-21EF-FC5243A37787}"/>
              </a:ext>
            </a:extLst>
          </p:cNvPr>
          <p:cNvSpPr>
            <a:spLocks noGrp="1" noChangeArrowheads="1"/>
          </p:cNvSpPr>
          <p:nvPr>
            <p:ph type="subTitle" idx="1"/>
          </p:nvPr>
        </p:nvSpPr>
        <p:spPr>
          <a:xfrm>
            <a:off x="0" y="0"/>
            <a:ext cx="9144000" cy="5143500"/>
          </a:xfrm>
          <a:solidFill>
            <a:schemeClr val="bg1"/>
          </a:solidFill>
        </p:spPr>
        <p:txBody>
          <a:bodyPr tIns="0" rIns="91440" bIns="91440">
            <a:no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lại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an </a:t>
            </a:r>
            <a:r>
              <a:rPr lang="en-US" altLang="en-US" sz="8000" b="1" dirty="0" err="1">
                <a:solidFill>
                  <a:schemeClr val="tx1"/>
                </a:solidFill>
                <a:latin typeface="Times New Roman" panose="02020603050405020304" pitchFamily="18" charset="0"/>
                <a:cs typeface="Times New Roman" panose="02020603050405020304" pitchFamily="18" charset="0"/>
              </a:rPr>
              <a:t>ủi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dỗ</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làm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việc</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lành</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1702840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2AA11-6728-6C51-FE24-A2D10529928D}"/>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FF75AC47-1F6D-EA79-ADBF-809C6278BEEB}"/>
              </a:ext>
            </a:extLst>
          </p:cNvPr>
          <p:cNvSpPr>
            <a:spLocks noGrp="1" noChangeArrowheads="1"/>
          </p:cNvSpPr>
          <p:nvPr>
            <p:ph type="subTitle" idx="1"/>
          </p:nvPr>
        </p:nvSpPr>
        <p:spPr>
          <a:xfrm>
            <a:off x="0" y="0"/>
            <a:ext cx="9144000" cy="5143500"/>
          </a:xfrm>
          <a:solidFill>
            <a:schemeClr val="bg1"/>
          </a:solidFill>
        </p:spPr>
        <p:txBody>
          <a:bodyPr tIns="91440" rIns="91440" bIns="91440">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nghiệp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Giêsu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Kitô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Amen.</a:t>
            </a:r>
          </a:p>
        </p:txBody>
      </p:sp>
    </p:spTree>
    <p:extLst>
      <p:ext uri="{BB962C8B-B14F-4D97-AF65-F5344CB8AC3E}">
        <p14:creationId xmlns:p14="http://schemas.microsoft.com/office/powerpoint/2010/main" val="10638186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ubtitle 2"/>
          <p:cNvSpPr>
            <a:spLocks noGrp="1" noChangeArrowheads="1"/>
          </p:cNvSpPr>
          <p:nvPr>
            <p:ph type="subTitle" idx="1"/>
          </p:nvPr>
        </p:nvSpPr>
        <p:spPr>
          <a:xfrm>
            <a:off x="0" y="0"/>
            <a:ext cx="9144000" cy="5143500"/>
          </a:xfrm>
          <a:solidFill>
            <a:schemeClr val="bg1"/>
          </a:solidFill>
        </p:spPr>
        <p:txBody>
          <a:bodyPr>
            <a:normAutofit fontScale="25000" lnSpcReduction="20000"/>
          </a:bodyPr>
          <a:lstStyle/>
          <a:p>
            <a:pPr eaLnBrk="1" hangingPunct="1">
              <a:defRPr/>
            </a:pPr>
            <a:r>
              <a:rPr lang="en-US" altLang="en-US" sz="17600" b="1" dirty="0">
                <a:solidFill>
                  <a:srgbClr val="FF0000"/>
                </a:solidFill>
                <a:latin typeface="Times New Roman" panose="02020603050405020304" pitchFamily="18" charset="0"/>
                <a:cs typeface="Times New Roman" panose="02020603050405020304" pitchFamily="18" charset="0"/>
              </a:rPr>
              <a:t>KINH </a:t>
            </a:r>
            <a:r>
              <a:rPr lang="en-US" altLang="en-US" sz="17600" b="1" dirty="0" err="1">
                <a:solidFill>
                  <a:srgbClr val="FF0000"/>
                </a:solidFill>
                <a:latin typeface="Times New Roman" panose="02020603050405020304" pitchFamily="18" charset="0"/>
                <a:cs typeface="Times New Roman" panose="02020603050405020304" pitchFamily="18" charset="0"/>
              </a:rPr>
              <a:t>TRUYỀN</a:t>
            </a:r>
            <a:r>
              <a:rPr lang="en-US" altLang="en-US" sz="17600" b="1" dirty="0">
                <a:solidFill>
                  <a:srgbClr val="FF0000"/>
                </a:solidFill>
                <a:latin typeface="Times New Roman" panose="02020603050405020304" pitchFamily="18" charset="0"/>
                <a:cs typeface="Times New Roman" panose="02020603050405020304" pitchFamily="18" charset="0"/>
              </a:rPr>
              <a:t> TIN</a:t>
            </a:r>
          </a:p>
          <a:p>
            <a:pPr eaLnBrk="1" hangingPunct="1">
              <a:defRPr/>
            </a:pPr>
            <a:r>
              <a:rPr lang="vi-VN" altLang="en-US" sz="19200" b="1" i="1" u="sng" dirty="0">
                <a:solidFill>
                  <a:schemeClr val="accent1"/>
                </a:solidFill>
                <a:latin typeface="Times New Roman" panose="02020603050405020304" pitchFamily="18" charset="0"/>
                <a:cs typeface="Times New Roman" panose="02020603050405020304" pitchFamily="18" charset="0"/>
              </a:rPr>
              <a:t>Xướng:</a:t>
            </a:r>
            <a:r>
              <a:rPr lang="vi-VN" altLang="en-US" sz="26400" b="1" dirty="0">
                <a:solidFill>
                  <a:schemeClr val="accent1"/>
                </a:solidFill>
                <a:latin typeface="Times New Roman" panose="02020603050405020304" pitchFamily="18" charset="0"/>
                <a:cs typeface="Times New Roman" panose="02020603050405020304" pitchFamily="18" charset="0"/>
              </a:rPr>
              <a:t> </a:t>
            </a:r>
            <a:r>
              <a:rPr lang="vi-VN" altLang="en-US" sz="28800" b="1" spc="100" dirty="0">
                <a:solidFill>
                  <a:schemeClr val="tx1"/>
                </a:solidFill>
                <a:latin typeface="Times New Roman" panose="02020603050405020304" pitchFamily="18" charset="0"/>
                <a:cs typeface="Times New Roman" panose="02020603050405020304" pitchFamily="18" charset="0"/>
              </a:rPr>
              <a:t>Đức Chúa Trời sai Thánh Thiên Thần truyền tin cho Rất Thánh Đức Bà Maria.</a:t>
            </a:r>
          </a:p>
          <a:p>
            <a:pPr eaLnBrk="1" hangingPunct="1">
              <a:lnSpc>
                <a:spcPct val="120000"/>
              </a:lnSpc>
              <a:defRPr/>
            </a:pPr>
            <a:endParaRPr lang="en-US" altLang="en-US" sz="1275"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33892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7F711-B422-99B1-82DE-92FB2F0E606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11C8183-3786-BCD8-8D04-15856141B202}"/>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Rất</a:t>
            </a:r>
            <a:r>
              <a:rPr lang="en-US" altLang="en-US" sz="6600" b="1" dirty="0">
                <a:solidFill>
                  <a:schemeClr val="tx1"/>
                </a:solidFill>
                <a:latin typeface="Times New Roman" panose="02020603050405020304" pitchFamily="18" charset="0"/>
                <a:cs typeface="Times New Roman" panose="02020603050405020304" pitchFamily="18" charset="0"/>
              </a:rPr>
              <a:t> Thánh Đức </a:t>
            </a:r>
            <a:r>
              <a:rPr lang="en-US" altLang="en-US" sz="6600" b="1" dirty="0" err="1">
                <a:solidFill>
                  <a:schemeClr val="tx1"/>
                </a:solidFill>
                <a:latin typeface="Times New Roman" panose="02020603050405020304" pitchFamily="18" charset="0"/>
                <a:cs typeface="Times New Roman" panose="02020603050405020304" pitchFamily="18" charset="0"/>
              </a:rPr>
              <a:t>Bà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chịu</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thai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bởi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phép</a:t>
            </a:r>
            <a:r>
              <a:rPr lang="en-US" altLang="en-US" sz="6600" b="1" dirty="0">
                <a:solidFill>
                  <a:schemeClr val="tx1"/>
                </a:solidFill>
                <a:latin typeface="Times New Roman" panose="02020603050405020304" pitchFamily="18" charset="0"/>
                <a:cs typeface="Times New Roman" panose="02020603050405020304" pitchFamily="18" charset="0"/>
              </a:rPr>
              <a:t> Đức Chúa Thánh </a:t>
            </a:r>
            <a:r>
              <a:rPr lang="en-US" altLang="en-US" sz="6600" b="1" dirty="0" err="1">
                <a:solidFill>
                  <a:schemeClr val="tx1"/>
                </a:solidFill>
                <a:latin typeface="Times New Roman" panose="02020603050405020304" pitchFamily="18" charset="0"/>
                <a:cs typeface="Times New Roman" panose="02020603050405020304" pitchFamily="18" charset="0"/>
              </a:rPr>
              <a:t>Thần</a:t>
            </a:r>
            <a:r>
              <a:rPr lang="en-US" altLang="en-US" sz="6600" b="1" dirty="0">
                <a:solidFill>
                  <a:schemeClr val="tx1"/>
                </a:solidFill>
                <a:latin typeface="Times New Roman" panose="02020603050405020304" pitchFamily="18" charset="0"/>
                <a:cs typeface="Times New Roman" panose="02020603050405020304" pitchFamily="18" charset="0"/>
              </a:rPr>
              <a:t>.</a:t>
            </a:r>
          </a:p>
          <a:p>
            <a:pPr eaLnBrk="1" hangingPunct="1">
              <a:spcBef>
                <a:spcPts val="600"/>
              </a:spcBef>
              <a:spcAft>
                <a:spcPts val="600"/>
              </a:spcAft>
              <a:defRPr/>
            </a:pPr>
            <a:r>
              <a:rPr lang="en-US" altLang="en-US" sz="6000" b="1" i="1" dirty="0" err="1">
                <a:solidFill>
                  <a:schemeClr val="accent1"/>
                </a:solidFill>
                <a:latin typeface="Times New Roman" panose="02020603050405020304" pitchFamily="18" charset="0"/>
                <a:cs typeface="Times New Roman" panose="02020603050405020304" pitchFamily="18" charset="0"/>
              </a:rPr>
              <a:t>Kính</a:t>
            </a:r>
            <a:r>
              <a:rPr lang="en-US" altLang="en-US" sz="6000" b="1" i="1" dirty="0">
                <a:solidFill>
                  <a:schemeClr val="accent1"/>
                </a:solidFill>
                <a:latin typeface="Times New Roman" panose="02020603050405020304" pitchFamily="18" charset="0"/>
                <a:cs typeface="Times New Roman" panose="02020603050405020304" pitchFamily="18" charset="0"/>
              </a:rPr>
              <a:t> </a:t>
            </a:r>
            <a:r>
              <a:rPr lang="en-US" altLang="en-US" sz="6000" b="1" i="1" dirty="0" err="1">
                <a:solidFill>
                  <a:schemeClr val="accent1"/>
                </a:solidFill>
                <a:latin typeface="Times New Roman" panose="02020603050405020304" pitchFamily="18" charset="0"/>
                <a:cs typeface="Times New Roman" panose="02020603050405020304" pitchFamily="18" charset="0"/>
              </a:rPr>
              <a:t>mừng</a:t>
            </a:r>
            <a:r>
              <a:rPr lang="en-US" altLang="en-US" sz="6000" b="1" i="1" dirty="0">
                <a:solidFill>
                  <a:schemeClr val="accent1"/>
                </a:solidFill>
                <a:latin typeface="Times New Roman" panose="02020603050405020304" pitchFamily="18" charset="0"/>
                <a:cs typeface="Times New Roman" panose="02020603050405020304" pitchFamily="18" charset="0"/>
              </a:rPr>
              <a:t>….. </a:t>
            </a:r>
            <a:br>
              <a:rPr lang="en-US" altLang="en-US" sz="6000" b="1" i="1" dirty="0">
                <a:solidFill>
                  <a:schemeClr val="accent1"/>
                </a:solidFill>
                <a:latin typeface="Times New Roman" panose="02020603050405020304" pitchFamily="18" charset="0"/>
                <a:cs typeface="Times New Roman" panose="02020603050405020304" pitchFamily="18" charset="0"/>
              </a:rPr>
            </a:br>
            <a:r>
              <a:rPr lang="en-US" altLang="en-US" sz="6000" b="1" i="1" dirty="0">
                <a:solidFill>
                  <a:schemeClr val="accent1"/>
                </a:solidFill>
                <a:latin typeface="Times New Roman" panose="02020603050405020304" pitchFamily="18" charset="0"/>
                <a:cs typeface="Times New Roman" panose="02020603050405020304" pitchFamily="18" charset="0"/>
              </a:rPr>
              <a:t>Thánh Maria……</a:t>
            </a:r>
          </a:p>
        </p:txBody>
      </p:sp>
    </p:spTree>
    <p:extLst>
      <p:ext uri="{BB962C8B-B14F-4D97-AF65-F5344CB8AC3E}">
        <p14:creationId xmlns:p14="http://schemas.microsoft.com/office/powerpoint/2010/main" val="6312518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D89C6-C4B7-99A4-F05F-0E8FBA30DFE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F774B28-4191-86A5-C90E-8F7FE0D52249}"/>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72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Xướng</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tá</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35222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B3BD8-B0A6-6E7B-C492-78DC5120F88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8EF8726-2D79-8F4C-351C-EB47592CFDF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vi-VN" altLang="en-US" sz="7500" b="1" dirty="0">
                <a:solidFill>
                  <a:schemeClr val="tx1"/>
                </a:solidFill>
                <a:latin typeface="Times New Roman" panose="02020603050405020304" pitchFamily="18" charset="0"/>
                <a:cs typeface="Times New Roman" panose="02020603050405020304" pitchFamily="18" charset="0"/>
              </a:rPr>
              <a:t>Tôi xin vâng như lời Thánh Thiên Thần truyền</a:t>
            </a:r>
            <a:r>
              <a:rPr lang="en-US" altLang="en-US" sz="7500" b="1" dirty="0">
                <a:solidFill>
                  <a:schemeClr val="tx1"/>
                </a:solidFill>
                <a:latin typeface="Times New Roman" panose="02020603050405020304" pitchFamily="18" charset="0"/>
                <a:cs typeface="Times New Roman" panose="02020603050405020304" pitchFamily="18" charset="0"/>
              </a:rPr>
              <a:t>.</a:t>
            </a:r>
          </a:p>
          <a:p>
            <a:pPr eaLnBrk="1" hangingPunct="1">
              <a:spcBef>
                <a:spcPts val="600"/>
              </a:spcBef>
              <a:spcAft>
                <a:spcPts val="600"/>
              </a:spcAft>
              <a:defRPr/>
            </a:pPr>
            <a:r>
              <a:rPr lang="en-US" altLang="en-US" sz="4800" b="1" i="1" dirty="0" err="1">
                <a:solidFill>
                  <a:schemeClr val="accent1"/>
                </a:solidFill>
                <a:latin typeface="Times New Roman" panose="02020603050405020304" pitchFamily="18" charset="0"/>
                <a:cs typeface="Times New Roman" panose="02020603050405020304" pitchFamily="18" charset="0"/>
              </a:rPr>
              <a:t>Kính</a:t>
            </a:r>
            <a:r>
              <a:rPr lang="en-US" altLang="en-US" sz="4800" b="1" i="1" dirty="0">
                <a:solidFill>
                  <a:schemeClr val="accent1"/>
                </a:solidFill>
                <a:latin typeface="Times New Roman" panose="02020603050405020304" pitchFamily="18" charset="0"/>
                <a:cs typeface="Times New Roman" panose="02020603050405020304" pitchFamily="18" charset="0"/>
              </a:rPr>
              <a:t> </a:t>
            </a:r>
            <a:r>
              <a:rPr lang="en-US" altLang="en-US" sz="4800" b="1" i="1" dirty="0" err="1">
                <a:solidFill>
                  <a:schemeClr val="accent1"/>
                </a:solidFill>
                <a:latin typeface="Times New Roman" panose="02020603050405020304" pitchFamily="18" charset="0"/>
                <a:cs typeface="Times New Roman" panose="02020603050405020304" pitchFamily="18" charset="0"/>
              </a:rPr>
              <a:t>mừng</a:t>
            </a:r>
            <a:r>
              <a:rPr lang="en-US" altLang="en-US" sz="4800" b="1" i="1" dirty="0">
                <a:solidFill>
                  <a:schemeClr val="accent1"/>
                </a:solidFill>
                <a:latin typeface="Times New Roman" panose="02020603050405020304" pitchFamily="18" charset="0"/>
                <a:cs typeface="Times New Roman" panose="02020603050405020304" pitchFamily="18" charset="0"/>
              </a:rPr>
              <a:t>….. </a:t>
            </a:r>
            <a:br>
              <a:rPr lang="en-US" altLang="en-US" sz="4800" b="1" i="1" dirty="0">
                <a:solidFill>
                  <a:schemeClr val="accent1"/>
                </a:solidFill>
                <a:latin typeface="Times New Roman" panose="02020603050405020304" pitchFamily="18" charset="0"/>
                <a:cs typeface="Times New Roman" panose="02020603050405020304" pitchFamily="18" charset="0"/>
              </a:rPr>
            </a:br>
            <a:r>
              <a:rPr lang="en-US" altLang="en-US" sz="4800" b="1" i="1" dirty="0">
                <a:solidFill>
                  <a:schemeClr val="accent1"/>
                </a:solidFill>
                <a:latin typeface="Times New Roman" panose="02020603050405020304" pitchFamily="18" charset="0"/>
                <a:cs typeface="Times New Roman" panose="02020603050405020304" pitchFamily="18" charset="0"/>
              </a:rPr>
              <a:t>Thánh Maria……</a:t>
            </a:r>
          </a:p>
        </p:txBody>
      </p:sp>
    </p:spTree>
    <p:extLst>
      <p:ext uri="{BB962C8B-B14F-4D97-AF65-F5344CB8AC3E}">
        <p14:creationId xmlns:p14="http://schemas.microsoft.com/office/powerpoint/2010/main" val="36735722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81945-F194-003B-5B92-F6B3344B41E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0F075B52-92BC-9532-C479-D05F759B23C9}"/>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44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Xướng</a:t>
            </a:r>
            <a:r>
              <a:rPr lang="vi-VN" altLang="en-US" sz="4800" b="1" i="1" u="sng" dirty="0">
                <a:solidFill>
                  <a:schemeClr val="accent1"/>
                </a:solidFill>
                <a:latin typeface="Times New Roman" panose="02020603050405020304" pitchFamily="18" charset="0"/>
                <a:cs typeface="Times New Roman" panose="02020603050405020304" pitchFamily="18" charset="0"/>
              </a:rPr>
              <a:t>:</a:t>
            </a:r>
            <a:r>
              <a:rPr lang="vi-VN" altLang="en-US" sz="72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Chốc ấy Ngôi Thứ Hai xuống thế làm người.</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083243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F2224-2EC7-DE42-97B0-41C9F653B4C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EC306389-9C50-9E9F-1985-297D3CE85950}"/>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br>
              <a:rPr lang="en-US" altLang="en-US" sz="4800" b="1" i="1" u="sng" dirty="0">
                <a:solidFill>
                  <a:schemeClr val="accent1"/>
                </a:solidFill>
                <a:latin typeface="Times New Roman" panose="02020603050405020304" pitchFamily="18" charset="0"/>
                <a:cs typeface="Times New Roman" panose="02020603050405020304" pitchFamily="18" charset="0"/>
              </a:rPr>
            </a:b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ở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a:t>
            </a:r>
            <a:br>
              <a:rPr lang="en-US" altLang="en-US" sz="8000" b="1" dirty="0">
                <a:solidFill>
                  <a:schemeClr val="tx1"/>
                </a:solidFill>
                <a:latin typeface="Times New Roman" panose="02020603050405020304" pitchFamily="18" charset="0"/>
                <a:cs typeface="Times New Roman" panose="02020603050405020304" pitchFamily="18" charset="0"/>
              </a:rPr>
            </a:b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a:t>
            </a:r>
            <a:endParaRPr lang="en-US" altLang="en-US" sz="6600" b="1" dirty="0">
              <a:solidFill>
                <a:schemeClr val="tx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5400" b="1" i="1" dirty="0" err="1">
                <a:solidFill>
                  <a:schemeClr val="accent1"/>
                </a:solidFill>
                <a:latin typeface="Times New Roman" panose="02020603050405020304" pitchFamily="18" charset="0"/>
                <a:cs typeface="Times New Roman" panose="02020603050405020304" pitchFamily="18" charset="0"/>
              </a:rPr>
              <a:t>Kính</a:t>
            </a:r>
            <a:r>
              <a:rPr lang="en-US" altLang="en-US" sz="5400" b="1" i="1" dirty="0">
                <a:solidFill>
                  <a:schemeClr val="accent1"/>
                </a:solidFill>
                <a:latin typeface="Times New Roman" panose="02020603050405020304" pitchFamily="18" charset="0"/>
                <a:cs typeface="Times New Roman" panose="02020603050405020304" pitchFamily="18" charset="0"/>
              </a:rPr>
              <a:t> </a:t>
            </a:r>
            <a:r>
              <a:rPr lang="en-US" altLang="en-US" sz="5400" b="1" i="1" dirty="0" err="1">
                <a:solidFill>
                  <a:schemeClr val="accent1"/>
                </a:solidFill>
                <a:latin typeface="Times New Roman" panose="02020603050405020304" pitchFamily="18" charset="0"/>
                <a:cs typeface="Times New Roman" panose="02020603050405020304" pitchFamily="18" charset="0"/>
              </a:rPr>
              <a:t>mừng</a:t>
            </a:r>
            <a:r>
              <a:rPr lang="en-US" altLang="en-US" sz="5400" b="1" i="1" dirty="0">
                <a:solidFill>
                  <a:schemeClr val="accent1"/>
                </a:solidFill>
                <a:latin typeface="Times New Roman" panose="02020603050405020304" pitchFamily="18" charset="0"/>
                <a:cs typeface="Times New Roman" panose="02020603050405020304" pitchFamily="18" charset="0"/>
              </a:rPr>
              <a:t>….. </a:t>
            </a:r>
            <a:br>
              <a:rPr lang="en-US" altLang="en-US" sz="5400" b="1" i="1" dirty="0">
                <a:solidFill>
                  <a:schemeClr val="accent1"/>
                </a:solidFill>
                <a:latin typeface="Times New Roman" panose="02020603050405020304" pitchFamily="18" charset="0"/>
                <a:cs typeface="Times New Roman" panose="02020603050405020304" pitchFamily="18" charset="0"/>
              </a:rPr>
            </a:br>
            <a:r>
              <a:rPr lang="en-US" altLang="en-US" sz="5400" b="1" i="1" dirty="0">
                <a:solidFill>
                  <a:schemeClr val="accent1"/>
                </a:solidFill>
                <a:latin typeface="Times New Roman" panose="02020603050405020304" pitchFamily="18" charset="0"/>
                <a:cs typeface="Times New Roman" panose="02020603050405020304" pitchFamily="18" charset="0"/>
              </a:rPr>
              <a:t>Thánh Maria……</a:t>
            </a:r>
          </a:p>
        </p:txBody>
      </p:sp>
    </p:spTree>
    <p:extLst>
      <p:ext uri="{BB962C8B-B14F-4D97-AF65-F5344CB8AC3E}">
        <p14:creationId xmlns:p14="http://schemas.microsoft.com/office/powerpoint/2010/main" val="29853671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A0C35-4901-D4A5-5535-35E47CFFD3B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DA73AB5-614B-A8FE-9CFA-CB139A57CB80}"/>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40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Xướng</a:t>
            </a:r>
            <a:r>
              <a:rPr lang="vi-VN" altLang="en-US" sz="4800" b="1" i="1" u="sng" dirty="0">
                <a:solidFill>
                  <a:schemeClr val="accent1"/>
                </a:solidFill>
                <a:latin typeface="Times New Roman" panose="02020603050405020304" pitchFamily="18" charset="0"/>
                <a:cs typeface="Times New Roman" panose="02020603050405020304" pitchFamily="18" charset="0"/>
              </a:rPr>
              <a:t>:</a:t>
            </a:r>
            <a:r>
              <a:rPr lang="vi-VN"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Lạy</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Rất</a:t>
            </a:r>
            <a:r>
              <a:rPr lang="en-US" altLang="en-US" sz="7200" b="1" dirty="0">
                <a:solidFill>
                  <a:schemeClr val="tx1"/>
                </a:solidFill>
                <a:latin typeface="Times New Roman" panose="02020603050405020304" pitchFamily="18" charset="0"/>
                <a:cs typeface="Times New Roman" panose="02020603050405020304" pitchFamily="18" charset="0"/>
              </a:rPr>
              <a:t> Thánh Đức </a:t>
            </a:r>
            <a:r>
              <a:rPr lang="en-US" altLang="en-US" sz="7200" b="1" dirty="0" err="1">
                <a:solidFill>
                  <a:schemeClr val="tx1"/>
                </a:solidFill>
                <a:latin typeface="Times New Roman" panose="02020603050405020304" pitchFamily="18" charset="0"/>
                <a:cs typeface="Times New Roman" panose="02020603050405020304" pitchFamily="18" charset="0"/>
              </a:rPr>
              <a:t>Mẹ</a:t>
            </a:r>
            <a:r>
              <a:rPr lang="en-US" altLang="en-US" sz="7200" b="1" dirty="0">
                <a:solidFill>
                  <a:schemeClr val="tx1"/>
                </a:solidFill>
                <a:latin typeface="Times New Roman" panose="02020603050405020304" pitchFamily="18" charset="0"/>
                <a:cs typeface="Times New Roman" panose="02020603050405020304" pitchFamily="18" charset="0"/>
              </a:rPr>
              <a:t> Chúa </a:t>
            </a:r>
            <a:r>
              <a:rPr lang="en-US" altLang="en-US" sz="7200" b="1" dirty="0" err="1">
                <a:solidFill>
                  <a:schemeClr val="tx1"/>
                </a:solidFill>
                <a:latin typeface="Times New Roman" panose="02020603050405020304" pitchFamily="18" charset="0"/>
                <a:cs typeface="Times New Roman" panose="02020603050405020304" pitchFamily="18" charset="0"/>
              </a:rPr>
              <a:t>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xin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cầu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a:t>
            </a:r>
            <a:r>
              <a:rPr lang="vi-VN" altLang="en-US" sz="7200" b="1" dirty="0">
                <a:solidFill>
                  <a:schemeClr val="tx1"/>
                </a:solidFill>
                <a:latin typeface="Times New Roman" panose="02020603050405020304" pitchFamily="18" charset="0"/>
                <a:cs typeface="Times New Roman" panose="02020603050405020304" pitchFamily="18" charset="0"/>
              </a:rPr>
              <a:t>.</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53928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8E3FD-5D33-86D7-5149-3CE3FDDD631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51653BB-7C32-B1B5-B6FB-2FF129A9ED4B}"/>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44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a:t>
            </a:r>
            <a:r>
              <a:rPr lang="en-US" altLang="en-US" sz="7200" b="1" i="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Đáng chịu lấy những sự Chúa </a:t>
            </a:r>
            <a:r>
              <a:rPr lang="vi-VN" altLang="en-US" sz="8000" b="1" dirty="0" err="1">
                <a:solidFill>
                  <a:schemeClr val="tx1"/>
                </a:solidFill>
                <a:latin typeface="Times New Roman" panose="02020603050405020304" pitchFamily="18" charset="0"/>
                <a:cs typeface="Times New Roman" panose="02020603050405020304" pitchFamily="18" charset="0"/>
              </a:rPr>
              <a:t>Kitô</a:t>
            </a:r>
            <a:r>
              <a:rPr lang="vi-VN" altLang="en-US" sz="8000" b="1" dirty="0">
                <a:solidFill>
                  <a:schemeClr val="tx1"/>
                </a:solidFill>
                <a:latin typeface="Times New Roman" panose="02020603050405020304" pitchFamily="18" charset="0"/>
                <a:cs typeface="Times New Roman" panose="02020603050405020304" pitchFamily="18" charset="0"/>
              </a:rPr>
              <a:t> đã hứa.</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62538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ubtitle 2"/>
          <p:cNvSpPr>
            <a:spLocks noGrp="1" noChangeArrowheads="1"/>
          </p:cNvSpPr>
          <p:nvPr>
            <p:ph type="subTitle" idx="1"/>
          </p:nvPr>
        </p:nvSpPr>
        <p:spPr>
          <a:xfrm>
            <a:off x="0" y="0"/>
            <a:ext cx="9144000" cy="5143500"/>
          </a:xfrm>
          <a:solidFill>
            <a:schemeClr val="bg1"/>
          </a:solidFill>
        </p:spPr>
        <p:txBody>
          <a:bodyPr>
            <a:normAutofit fontScale="85000" lnSpcReduction="10000"/>
          </a:bodyPr>
          <a:lstStyle/>
          <a:p>
            <a:pPr eaLnBrk="1" hangingPunct="1"/>
            <a:r>
              <a:rPr lang="vi-VN" altLang="en-US" sz="4800" b="1" dirty="0">
                <a:solidFill>
                  <a:srgbClr val="FF0000"/>
                </a:solidFill>
                <a:latin typeface="Times New Roman" panose="02020603050405020304" pitchFamily="18" charset="0"/>
                <a:cs typeface="Times New Roman" panose="02020603050405020304" pitchFamily="18" charset="0"/>
              </a:rPr>
              <a:t>LỜI NGUYỆN</a:t>
            </a:r>
            <a:r>
              <a:rPr lang="en-US" altLang="en-US" sz="4800" b="1" dirty="0">
                <a:solidFill>
                  <a:srgbClr val="FF0000"/>
                </a:solidFill>
                <a:latin typeface="Times New Roman" panose="02020603050405020304" pitchFamily="18" charset="0"/>
                <a:cs typeface="Times New Roman" panose="02020603050405020304" pitchFamily="18" charset="0"/>
              </a:rPr>
              <a:t>:</a:t>
            </a:r>
            <a:r>
              <a:rPr lang="en-US" altLang="en-US" sz="4950" b="1" dirty="0">
                <a:solidFill>
                  <a:srgbClr val="FF0000"/>
                </a:solidFill>
                <a:latin typeface="Times New Roman" panose="02020603050405020304" pitchFamily="18" charset="0"/>
                <a:cs typeface="Times New Roman" pitchFamily="18" charset="0"/>
              </a:rPr>
              <a:t> </a:t>
            </a:r>
          </a:p>
          <a:p>
            <a:pPr algn="just" eaLnBrk="1" hangingPunct="1"/>
            <a:r>
              <a:rPr lang="vi-VN" altLang="en-US" sz="8600" b="1" dirty="0">
                <a:solidFill>
                  <a:schemeClr val="tx1"/>
                </a:solidFill>
                <a:latin typeface="Times New Roman" panose="02020603050405020304" pitchFamily="18" charset="0"/>
                <a:cs typeface="Times New Roman" panose="02020603050405020304" pitchFamily="18" charset="0"/>
              </a:rPr>
              <a:t>Lạy Chúa, chúng con xin Chúa ban ơn </a:t>
            </a:r>
            <a:r>
              <a:rPr lang="en-US" altLang="en-US" sz="8600" b="1" dirty="0" err="1">
                <a:solidFill>
                  <a:schemeClr val="tx1"/>
                </a:solidFill>
                <a:latin typeface="Times New Roman" panose="02020603050405020304" pitchFamily="18" charset="0"/>
                <a:cs typeface="Times New Roman" panose="02020603050405020304" pitchFamily="18" charset="0"/>
              </a:rPr>
              <a:t>Chúa</a:t>
            </a:r>
            <a:r>
              <a:rPr lang="en-US" altLang="en-US" sz="8600" b="1" dirty="0">
                <a:solidFill>
                  <a:schemeClr val="tx1"/>
                </a:solidFill>
                <a:latin typeface="Times New Roman" panose="02020603050405020304" pitchFamily="18" charset="0"/>
                <a:cs typeface="Times New Roman" panose="02020603050405020304" pitchFamily="18" charset="0"/>
              </a:rPr>
              <a:t> </a:t>
            </a:r>
            <a:r>
              <a:rPr lang="vi-VN" altLang="en-US" sz="8600" b="1" dirty="0">
                <a:solidFill>
                  <a:schemeClr val="tx1"/>
                </a:solidFill>
                <a:latin typeface="Times New Roman" panose="02020603050405020304" pitchFamily="18" charset="0"/>
                <a:cs typeface="Times New Roman" panose="02020603050405020304" pitchFamily="18" charset="0"/>
              </a:rPr>
              <a:t>xuống trong linh hồn chúng con</a:t>
            </a:r>
            <a:endParaRPr lang="en-US" altLang="en-US" sz="8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42938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ubtitle 2"/>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600"/>
              </a:spcBef>
            </a:pPr>
            <a:r>
              <a:rPr lang="vi-VN" altLang="en-US" sz="8000" b="1" dirty="0">
                <a:solidFill>
                  <a:schemeClr val="tx1"/>
                </a:solidFill>
                <a:latin typeface="Times New Roman" panose="02020603050405020304" pitchFamily="18" charset="0"/>
                <a:cs typeface="Times New Roman" panose="02020603050405020304" pitchFamily="18" charset="0"/>
              </a:rPr>
              <a:t>là kẻ đã nhờ lời Thánh Thiên Thần truyền, mà biết thật Chúa </a:t>
            </a:r>
            <a:r>
              <a:rPr lang="vi-VN" altLang="en-US" sz="8000" b="1" dirty="0" err="1">
                <a:solidFill>
                  <a:schemeClr val="tx1"/>
                </a:solidFill>
                <a:latin typeface="Times New Roman" panose="02020603050405020304" pitchFamily="18" charset="0"/>
                <a:cs typeface="Times New Roman" panose="02020603050405020304" pitchFamily="18" charset="0"/>
              </a:rPr>
              <a:t>Kitô</a:t>
            </a:r>
            <a:r>
              <a:rPr lang="vi-VN" altLang="en-US" sz="8000" b="1" dirty="0">
                <a:solidFill>
                  <a:schemeClr val="tx1"/>
                </a:solidFill>
                <a:latin typeface="Times New Roman" panose="02020603050405020304" pitchFamily="18" charset="0"/>
                <a:cs typeface="Times New Roman" panose="02020603050405020304" pitchFamily="18" charset="0"/>
              </a:rPr>
              <a:t> là</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39997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25FF1-AEDE-4D4E-1FB9-2A5930DCEE9F}"/>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A5EF2E5F-0C1C-E7B3-90DB-68BB610F6C5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600"/>
              </a:spcBef>
            </a:pPr>
            <a:r>
              <a:rPr lang="vi-VN" altLang="en-US" sz="8000" b="1" dirty="0">
                <a:solidFill>
                  <a:schemeClr val="tx1"/>
                </a:solidFill>
                <a:latin typeface="Times New Roman" panose="02020603050405020304" pitchFamily="18" charset="0"/>
                <a:cs typeface="Times New Roman" panose="02020603050405020304" pitchFamily="18" charset="0"/>
              </a:rPr>
              <a:t>Con Chúa đã xuống thế làm Người, </a:t>
            </a:r>
            <a:r>
              <a:rPr lang="en-US" altLang="en-US" sz="8000" b="1" dirty="0" err="1">
                <a:solidFill>
                  <a:schemeClr val="tx1"/>
                </a:solidFill>
                <a:latin typeface="Times New Roman" panose="02020603050405020304" pitchFamily="18" charset="0"/>
                <a:cs typeface="Times New Roman" panose="02020603050405020304" pitchFamily="18" charset="0"/>
              </a:rPr>
              <a:t>thì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xin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ơn</a:t>
            </a:r>
            <a:r>
              <a:rPr lang="en-US" altLang="en-US" sz="8000" b="1" dirty="0">
                <a:solidFill>
                  <a:schemeClr val="tx1"/>
                </a:solidFill>
                <a:latin typeface="Times New Roman" panose="02020603050405020304" pitchFamily="18" charset="0"/>
                <a:cs typeface="Times New Roman" panose="02020603050405020304" pitchFamily="18" charset="0"/>
              </a:rPr>
              <a:t> Con Chúa</a:t>
            </a:r>
          </a:p>
        </p:txBody>
      </p:sp>
    </p:spTree>
    <p:extLst>
      <p:ext uri="{BB962C8B-B14F-4D97-AF65-F5344CB8AC3E}">
        <p14:creationId xmlns:p14="http://schemas.microsoft.com/office/powerpoint/2010/main" val="25484722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373B1-80D5-C618-8C2E-D9E5ED0419A0}"/>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082AC1DB-1601-1A29-A69E-4B030B8CA4D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600"/>
              </a:spcBef>
            </a:pPr>
            <a:r>
              <a:rPr lang="en-US" altLang="en-US" sz="8000" b="1" dirty="0" err="1">
                <a:solidFill>
                  <a:schemeClr val="tx1"/>
                </a:solidFill>
                <a:latin typeface="Times New Roman" panose="02020603050405020304" pitchFamily="18" charset="0"/>
                <a:cs typeface="Times New Roman" panose="02020603050405020304" pitchFamily="18" charset="0"/>
              </a:rPr>
              <a:t>chịu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nạn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chịu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chết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trên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cây</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Giá</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ngày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sau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khi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sống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lại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13252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8FC57-33E8-A285-986A-683448878CE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9CD209B4-C587-CC4B-44C2-38608CFC7E4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endParaRPr lang="en-US" altLang="en-US" sz="1800"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en-US" altLang="en-US" sz="7000" b="1" dirty="0" err="1">
                <a:solidFill>
                  <a:schemeClr val="tx1"/>
                </a:solidFill>
                <a:latin typeface="Times New Roman" panose="02020603050405020304" pitchFamily="18" charset="0"/>
                <a:cs typeface="Times New Roman" panose="02020603050405020304" pitchFamily="18" charset="0"/>
              </a:rPr>
              <a:t>đặng</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đến</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nơi</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vinh</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hiển</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cũng</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vì</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công</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nghiệp</a:t>
            </a:r>
            <a:r>
              <a:rPr lang="en-US" altLang="en-US" sz="7000" b="1" dirty="0">
                <a:solidFill>
                  <a:schemeClr val="tx1"/>
                </a:solidFill>
                <a:latin typeface="Times New Roman" panose="02020603050405020304" pitchFamily="18" charset="0"/>
                <a:cs typeface="Times New Roman" panose="02020603050405020304" pitchFamily="18" charset="0"/>
              </a:rPr>
              <a:t> Chúa </a:t>
            </a:r>
            <a:r>
              <a:rPr lang="en-US" altLang="en-US" sz="7000" b="1" dirty="0" err="1">
                <a:solidFill>
                  <a:schemeClr val="tx1"/>
                </a:solidFill>
                <a:latin typeface="Times New Roman" panose="02020603050405020304" pitchFamily="18" charset="0"/>
                <a:cs typeface="Times New Roman" panose="02020603050405020304" pitchFamily="18" charset="0"/>
              </a:rPr>
              <a:t>Kitô</a:t>
            </a:r>
            <a:r>
              <a:rPr lang="en-US" altLang="en-US" sz="7000" b="1" dirty="0">
                <a:solidFill>
                  <a:schemeClr val="tx1"/>
                </a:solidFill>
                <a:latin typeface="Times New Roman" panose="02020603050405020304" pitchFamily="18" charset="0"/>
                <a:cs typeface="Times New Roman" panose="02020603050405020304" pitchFamily="18" charset="0"/>
              </a:rPr>
              <a:t> Chúa </a:t>
            </a:r>
            <a:r>
              <a:rPr lang="en-US" altLang="en-US" sz="7000" b="1" dirty="0" err="1">
                <a:solidFill>
                  <a:schemeClr val="tx1"/>
                </a:solidFill>
                <a:latin typeface="Times New Roman" panose="02020603050405020304" pitchFamily="18" charset="0"/>
                <a:cs typeface="Times New Roman" panose="02020603050405020304" pitchFamily="18" charset="0"/>
              </a:rPr>
              <a:t>chúng</a:t>
            </a:r>
            <a:r>
              <a:rPr lang="en-US" altLang="en-US" sz="7000" b="1" dirty="0">
                <a:solidFill>
                  <a:schemeClr val="tx1"/>
                </a:solidFill>
                <a:latin typeface="Times New Roman" panose="02020603050405020304" pitchFamily="18" charset="0"/>
                <a:cs typeface="Times New Roman" panose="02020603050405020304" pitchFamily="18" charset="0"/>
              </a:rPr>
              <a:t> con. </a:t>
            </a:r>
            <a:r>
              <a:rPr lang="en-US" altLang="en-US" sz="7000" b="1" dirty="0">
                <a:solidFill>
                  <a:srgbClr val="FF0000"/>
                </a:solidFill>
                <a:latin typeface="Times New Roman" panose="02020603050405020304" pitchFamily="18" charset="0"/>
                <a:cs typeface="Times New Roman" panose="02020603050405020304" pitchFamily="18" charset="0"/>
              </a:rPr>
              <a:t>Amen</a:t>
            </a:r>
            <a:r>
              <a:rPr lang="en-US" altLang="en-US" sz="7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5542262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ubtitle 2">
            <a:extLst>
              <a:ext uri="{FF2B5EF4-FFF2-40B4-BE49-F238E27FC236}">
                <a16:creationId xmlns:a16="http://schemas.microsoft.com/office/drawing/2014/main" id="{E17C6E24-CB11-9ED3-E73D-25EE4CA00827}"/>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TIN</a:t>
            </a:r>
            <a:endParaRPr lang="en-US" altLang="en-US" sz="495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Chúa, con tin thật có một Đức Chúa Trời là Đấng thưởng phạt vô cùng.</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B98A1-FA6A-BBF9-E05C-926B29A3EB60}"/>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B23F1D18-B7C7-5D52-9DE7-348C04BB5C0B}"/>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Con lại tin thật Đức Chúa Trời có Ba Ngôi, mà Ngôi Thứ Hai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thế</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80188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12E50-B07A-359C-1A20-77104FD05C1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23A55D2-39BC-5ACF-FF01-3A1F0C6DE87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endParaRPr lang="en-US" altLang="en-US"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làm Người, chịu nạn chịu chết mà chuộc tội cho thiên hạ</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9951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D1B86-64EA-43B7-7F48-8ECD7A0A9EC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7A7F8A57-795D-5BE7-E136-BD0DC0766313}"/>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600" b="1" dirty="0" err="1">
                <a:solidFill>
                  <a:schemeClr val="tx1"/>
                </a:solidFill>
                <a:latin typeface="Times New Roman" panose="02020603050405020304" pitchFamily="18" charset="0"/>
                <a:cs typeface="Times New Roman" panose="02020603050405020304" pitchFamily="18" charset="0"/>
              </a:rPr>
              <a:t>Bấy</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nhiêu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điều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ấy</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cùng</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các</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điều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Hội</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Thánh</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dạy</a:t>
            </a:r>
            <a:endParaRPr lang="en-US" altLang="en-US" sz="9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32132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87B64-D1AB-C34E-6AEC-F27CC7AA926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1D590097-05BA-8268-85A9-60C2D6A2446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000" b="1" dirty="0" err="1">
                <a:solidFill>
                  <a:schemeClr val="tx1"/>
                </a:solidFill>
                <a:latin typeface="Times New Roman" panose="02020603050405020304" pitchFamily="18" charset="0"/>
                <a:cs typeface="Times New Roman" panose="02020603050405020304" pitchFamily="18" charset="0"/>
              </a:rPr>
              <a:t>thì</a:t>
            </a:r>
            <a:r>
              <a:rPr lang="en-US" altLang="en-US" sz="9000" b="1" dirty="0">
                <a:solidFill>
                  <a:schemeClr val="tx1"/>
                </a:solidFill>
                <a:latin typeface="Times New Roman" panose="02020603050405020304" pitchFamily="18" charset="0"/>
                <a:cs typeface="Times New Roman" panose="02020603050405020304" pitchFamily="18" charset="0"/>
              </a:rPr>
              <a:t> con tin </a:t>
            </a:r>
            <a:r>
              <a:rPr lang="en-US" altLang="en-US" sz="9000" b="1" dirty="0" err="1">
                <a:solidFill>
                  <a:schemeClr val="tx1"/>
                </a:solidFill>
                <a:latin typeface="Times New Roman" panose="02020603050405020304" pitchFamily="18" charset="0"/>
                <a:cs typeface="Times New Roman" panose="02020603050405020304" pitchFamily="18" charset="0"/>
              </a:rPr>
              <a:t>vững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vàng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vì</a:t>
            </a:r>
            <a:r>
              <a:rPr lang="en-US" altLang="en-US" sz="9000" b="1" dirty="0">
                <a:solidFill>
                  <a:schemeClr val="tx1"/>
                </a:solidFill>
                <a:latin typeface="Times New Roman" panose="02020603050405020304" pitchFamily="18" charset="0"/>
                <a:cs typeface="Times New Roman" panose="02020603050405020304" pitchFamily="18" charset="0"/>
              </a:rPr>
              <a:t> Chúa </a:t>
            </a:r>
            <a:r>
              <a:rPr lang="en-US" altLang="en-US" sz="9000" b="1" dirty="0" err="1">
                <a:solidFill>
                  <a:schemeClr val="tx1"/>
                </a:solidFill>
                <a:latin typeface="Times New Roman" panose="02020603050405020304" pitchFamily="18" charset="0"/>
                <a:cs typeface="Times New Roman" panose="02020603050405020304" pitchFamily="18" charset="0"/>
              </a:rPr>
              <a:t>là</a:t>
            </a:r>
            <a:br>
              <a:rPr lang="en-US" altLang="en-US" sz="9000" b="1" dirty="0">
                <a:solidFill>
                  <a:schemeClr val="tx1"/>
                </a:solidFill>
                <a:latin typeface="Times New Roman" panose="02020603050405020304" pitchFamily="18" charset="0"/>
                <a:cs typeface="Times New Roman" panose="02020603050405020304" pitchFamily="18" charset="0"/>
              </a:rPr>
            </a:br>
            <a:r>
              <a:rPr lang="en-US" altLang="en-US" sz="9000" b="1" dirty="0" err="1">
                <a:solidFill>
                  <a:schemeClr val="tx1"/>
                </a:solidFill>
                <a:latin typeface="Times New Roman" panose="02020603050405020304" pitchFamily="18" charset="0"/>
                <a:cs typeface="Times New Roman" panose="02020603050405020304" pitchFamily="18" charset="0"/>
              </a:rPr>
              <a:t>Đấng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thông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minh</a:t>
            </a:r>
            <a:endParaRPr lang="en-US" altLang="en-US" sz="9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84073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623F0-EC79-1D76-2FDE-0A5DA02503E7}"/>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22699D2C-8763-156D-F51D-1784997923B6}"/>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chân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thật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phán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truyền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Hội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Thánh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Amen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9545651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6560C-E828-9C4A-3F34-0D3EA4B52BF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476D6E7-324D-C6DE-B47D-867879947BB0}"/>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CẬY</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Chúa, con trông cậy vững vàng, vì công nghiệp Đức Chúa </a:t>
            </a:r>
            <a:r>
              <a:rPr lang="vi-VN" altLang="en-US" sz="8000" b="1" dirty="0" err="1">
                <a:solidFill>
                  <a:schemeClr val="tx1"/>
                </a:solidFill>
                <a:latin typeface="Times New Roman" panose="02020603050405020304" pitchFamily="18" charset="0"/>
                <a:cs typeface="Times New Roman" panose="02020603050405020304" pitchFamily="18" charset="0"/>
              </a:rPr>
              <a:t>Giêsu</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88241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1903E-6CE7-0AA3-3848-D14E83C4231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D8A71609-0C98-EEF0-2D2E-B1E58749794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endParaRPr lang="en-US" altLang="en-US" sz="3600"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thì Chúa sẽ ban ơn cho con giữ đạo nên ở đời này,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26549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DF2ED-54C4-CF4D-0534-82D00C54541A}"/>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4F796875-2FDD-ED52-CF5B-B6F4CA724F5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7200" b="1" dirty="0">
                <a:solidFill>
                  <a:schemeClr val="tx1"/>
                </a:solidFill>
                <a:latin typeface="Times New Roman" panose="02020603050405020304" pitchFamily="18" charset="0"/>
                <a:cs typeface="Times New Roman" panose="02020603050405020304" pitchFamily="18" charset="0"/>
              </a:rPr>
              <a:t>cho ngày sau được lên thiên đàng xem thấy</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mặt</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Đức</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Chúa 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hưởng phúc đời </a:t>
            </a:r>
            <a:r>
              <a:rPr lang="vi-VN" altLang="en-US" sz="7200" b="1" dirty="0" err="1">
                <a:solidFill>
                  <a:schemeClr val="tx1"/>
                </a:solidFill>
                <a:latin typeface="Times New Roman" panose="02020603050405020304" pitchFamily="18" charset="0"/>
                <a:cs typeface="Times New Roman" panose="02020603050405020304" pitchFamily="18" charset="0"/>
              </a:rPr>
              <a:t>đời</a:t>
            </a:r>
            <a:r>
              <a:rPr lang="vi-VN" altLang="en-US" sz="7200" b="1" dirty="0">
                <a:solidFill>
                  <a:schemeClr val="tx1"/>
                </a:solidFill>
                <a:latin typeface="Times New Roman" panose="02020603050405020304" pitchFamily="18" charset="0"/>
                <a:cs typeface="Times New Roman" panose="02020603050405020304" pitchFamily="18" charset="0"/>
              </a:rPr>
              <a:t>,</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909983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30CBE-5F08-7077-A90F-4451109F9C1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47B993B1-4E7E-3623-5845-358F89A3898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6800" b="1" dirty="0" err="1">
                <a:solidFill>
                  <a:schemeClr val="tx1"/>
                </a:solidFill>
                <a:latin typeface="Times New Roman" panose="02020603050405020304" pitchFamily="18" charset="0"/>
                <a:cs typeface="Times New Roman" panose="02020603050405020304" pitchFamily="18" charset="0"/>
              </a:rPr>
              <a:t>vì</a:t>
            </a:r>
            <a:r>
              <a:rPr lang="en-US" altLang="en-US" sz="6800" b="1" dirty="0">
                <a:solidFill>
                  <a:schemeClr val="tx1"/>
                </a:solidFill>
                <a:latin typeface="Times New Roman" panose="02020603050405020304" pitchFamily="18" charset="0"/>
                <a:cs typeface="Times New Roman" panose="02020603050405020304" pitchFamily="18" charset="0"/>
              </a:rPr>
              <a:t> Chúa </a:t>
            </a:r>
            <a:r>
              <a:rPr lang="en-US" altLang="en-US" sz="6800" b="1" dirty="0" err="1">
                <a:solidFill>
                  <a:schemeClr val="tx1"/>
                </a:solidFill>
                <a:latin typeface="Times New Roman" panose="02020603050405020304" pitchFamily="18" charset="0"/>
                <a:cs typeface="Times New Roman" panose="02020603050405020304" pitchFamily="18" charset="0"/>
              </a:rPr>
              <a:t>là</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Đấng</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phép</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tắt</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và</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lòng</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lành</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vô</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cùng</a:t>
            </a:r>
            <a:r>
              <a:rPr lang="vi-VN" altLang="en-US" sz="6800" b="1" dirty="0">
                <a:solidFill>
                  <a:schemeClr val="tx1"/>
                </a:solidFill>
                <a:latin typeface="Times New Roman" panose="02020603050405020304" pitchFamily="18" charset="0"/>
                <a:cs typeface="Times New Roman" panose="02020603050405020304" pitchFamily="18" charset="0"/>
              </a:rPr>
              <a:t> đã phán hứa sự ấy chẳng có lẽ nào sai được.  </a:t>
            </a:r>
            <a:r>
              <a:rPr lang="vi-VN" altLang="en-US" sz="6800" b="1" dirty="0" err="1">
                <a:solidFill>
                  <a:srgbClr val="FF0000"/>
                </a:solidFill>
                <a:latin typeface="Times New Roman" panose="02020603050405020304" pitchFamily="18" charset="0"/>
                <a:cs typeface="Times New Roman" panose="02020603050405020304" pitchFamily="18" charset="0"/>
              </a:rPr>
              <a:t>Amen</a:t>
            </a:r>
            <a:r>
              <a:rPr lang="vi-VN" altLang="en-US" sz="6800" b="1" dirty="0">
                <a:solidFill>
                  <a:schemeClr val="tx1"/>
                </a:solidFill>
                <a:latin typeface="Times New Roman" panose="02020603050405020304" pitchFamily="18" charset="0"/>
                <a:cs typeface="Times New Roman" panose="02020603050405020304" pitchFamily="18" charset="0"/>
              </a:rPr>
              <a:t>.</a:t>
            </a:r>
            <a:endParaRPr lang="en-US" altLang="en-US" sz="68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08319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E69F0-9469-DFC2-7410-A6056AA82C6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7F10E4E4-09C3-1CB5-C4A2-CFBEECAD9E94}"/>
              </a:ext>
            </a:extLst>
          </p:cNvPr>
          <p:cNvSpPr>
            <a:spLocks noGrp="1" noChangeArrowheads="1"/>
          </p:cNvSpPr>
          <p:nvPr>
            <p:ph type="subTitle" idx="1"/>
          </p:nvPr>
        </p:nvSpPr>
        <p:spPr>
          <a:xfrm>
            <a:off x="0" y="0"/>
            <a:ext cx="9144000" cy="5143500"/>
          </a:xfrm>
          <a:solidFill>
            <a:schemeClr val="bg1"/>
          </a:solidFill>
        </p:spPr>
        <p:txBody>
          <a:bodyPr tIns="137160">
            <a:normAutofit fontScale="85000" lnSpcReduction="2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MẾN</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9500" b="1" dirty="0">
                <a:solidFill>
                  <a:schemeClr val="tx1"/>
                </a:solidFill>
                <a:latin typeface="Times New Roman" panose="02020603050405020304" pitchFamily="18" charset="0"/>
                <a:cs typeface="Times New Roman" panose="02020603050405020304" pitchFamily="18" charset="0"/>
              </a:rPr>
              <a:t>Lạy Chúa, con kính mến Chúa hết lòng hết sức trên hết mọi sự,</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01852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147F9-8424-3662-5982-D709F383BE6C}"/>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A32DEC4-77F7-E4F0-E43C-66DB2603023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000" b="1" dirty="0" err="1">
                <a:solidFill>
                  <a:schemeClr val="tx1"/>
                </a:solidFill>
                <a:latin typeface="Times New Roman" panose="02020603050405020304" pitchFamily="18" charset="0"/>
                <a:cs typeface="Times New Roman" panose="02020603050405020304" pitchFamily="18" charset="0"/>
              </a:rPr>
              <a:t>vì</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Chúa</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là</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Đấng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trọn</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tốt</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trọn</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lành</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vô</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cùng</a:t>
            </a:r>
            <a:r>
              <a:rPr lang="en-US" altLang="en-US" sz="9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37219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ADB6D-91FC-BE14-3650-E79A41A4EF92}"/>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8B5415F9-5B1C-F1AB-A470-19E098C759C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lại vì Chúa, thì con thương yêu người ta như mình con vậy.  </a:t>
            </a:r>
            <a:r>
              <a:rPr lang="vi-VN" altLang="en-US" sz="8000" b="1" dirty="0" err="1">
                <a:solidFill>
                  <a:srgbClr val="FF0000"/>
                </a:solidFill>
                <a:latin typeface="Times New Roman" panose="02020603050405020304" pitchFamily="18" charset="0"/>
                <a:cs typeface="Times New Roman" panose="02020603050405020304" pitchFamily="18" charset="0"/>
              </a:rPr>
              <a:t>Amen</a:t>
            </a:r>
            <a:r>
              <a:rPr lang="vi-VN" altLang="en-US" sz="8000" b="1" dirty="0">
                <a:solidFill>
                  <a:schemeClr val="tx1"/>
                </a:solidFill>
                <a:latin typeface="Times New Roman" panose="02020603050405020304" pitchFamily="18" charset="0"/>
                <a:cs typeface="Times New Roman" panose="02020603050405020304" pitchFamily="18" charset="0"/>
              </a:rPr>
              <a:t>.</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24147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1C3E9-FE17-D943-5663-F83804AA76B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893F0D4-65DD-5D42-B970-F583E8012BD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SẤP</a:t>
            </a:r>
            <a:r>
              <a:rPr lang="en-US" altLang="en-US" sz="4400" b="1" dirty="0">
                <a:solidFill>
                  <a:srgbClr val="FF0000"/>
                </a:solidFill>
                <a:latin typeface="Times New Roman" panose="02020603050405020304" pitchFamily="18" charset="0"/>
                <a:cs typeface="Times New Roman" panose="02020603050405020304" pitchFamily="18" charset="0"/>
              </a:rPr>
              <a:t> </a:t>
            </a:r>
            <a:r>
              <a:rPr lang="en-US" altLang="en-US" sz="4400" b="1" dirty="0" err="1">
                <a:solidFill>
                  <a:srgbClr val="FF0000"/>
                </a:solidFill>
                <a:latin typeface="Times New Roman" panose="02020603050405020304" pitchFamily="18" charset="0"/>
                <a:cs typeface="Times New Roman" panose="02020603050405020304" pitchFamily="18" charset="0"/>
              </a:rPr>
              <a:t>MÌNH</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Lạy Chúa,</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con sấp mình xuống trước mặt Chúa.</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Con tin thật Chúa ở khắp mọi nơi,</a:t>
            </a:r>
            <a:endParaRPr lang="en-US" altLang="en-US" sz="88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94469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91F01-CDA9-4018-43BE-A63498F5D418}"/>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9D6177F0-5E6C-608E-3A88-D9044B9315F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thông biết mọi sự, hằng xem thấy con,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hằng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nghe</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lời</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cầu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nguyện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7193115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39832-7C50-1792-D939-AEB2ACFE402B}"/>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5E4C3294-384A-CFC9-ED45-0243B0AA62A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a:spcBef>
                <a:spcPts val="0"/>
              </a:spcBef>
            </a:pPr>
            <a:r>
              <a:rPr lang="en-US" altLang="en-US" sz="7600" b="1" dirty="0">
                <a:solidFill>
                  <a:schemeClr val="tx1"/>
                </a:solidFill>
                <a:latin typeface="Times New Roman" panose="02020603050405020304" pitchFamily="18" charset="0"/>
                <a:cs typeface="Times New Roman" panose="02020603050405020304" pitchFamily="18" charset="0"/>
              </a:rPr>
              <a:t>Xin Chúa </a:t>
            </a:r>
            <a:r>
              <a:rPr lang="en-US" altLang="en-US" sz="7600" b="1" dirty="0" err="1">
                <a:solidFill>
                  <a:schemeClr val="tx1"/>
                </a:solidFill>
                <a:latin typeface="Times New Roman" panose="02020603050405020304" pitchFamily="18" charset="0"/>
                <a:cs typeface="Times New Roman" panose="02020603050405020304" pitchFamily="18" charset="0"/>
              </a:rPr>
              <a:t>rất</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nhân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từ</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hãy</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đoái</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xem</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sự</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nghèo</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ngặt</a:t>
            </a:r>
            <a:r>
              <a:rPr lang="en-US" altLang="en-US" sz="7600" b="1" dirty="0">
                <a:solidFill>
                  <a:schemeClr val="tx1"/>
                </a:solidFill>
                <a:latin typeface="Times New Roman" panose="02020603050405020304" pitchFamily="18" charset="0"/>
                <a:cs typeface="Times New Roman" panose="02020603050405020304" pitchFamily="18" charset="0"/>
              </a:rPr>
              <a:t> con </a:t>
            </a:r>
            <a:r>
              <a:rPr lang="en-US" altLang="en-US" sz="7600" b="1" dirty="0" err="1">
                <a:solidFill>
                  <a:schemeClr val="tx1"/>
                </a:solidFill>
                <a:latin typeface="Times New Roman" panose="02020603050405020304" pitchFamily="18" charset="0"/>
                <a:cs typeface="Times New Roman" panose="02020603050405020304" pitchFamily="18" charset="0"/>
              </a:rPr>
              <a:t>và</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nhận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lời</a:t>
            </a:r>
            <a:r>
              <a:rPr lang="en-US" altLang="en-US" sz="7600" b="1" dirty="0">
                <a:solidFill>
                  <a:schemeClr val="tx1"/>
                </a:solidFill>
                <a:latin typeface="Times New Roman" panose="02020603050405020304" pitchFamily="18" charset="0"/>
                <a:cs typeface="Times New Roman" panose="02020603050405020304" pitchFamily="18" charset="0"/>
              </a:rPr>
              <a:t> con </a:t>
            </a:r>
            <a:r>
              <a:rPr lang="en-US" altLang="en-US" sz="7600" b="1" dirty="0" err="1">
                <a:solidFill>
                  <a:schemeClr val="tx1"/>
                </a:solidFill>
                <a:latin typeface="Times New Roman" panose="02020603050405020304" pitchFamily="18" charset="0"/>
                <a:cs typeface="Times New Roman" panose="02020603050405020304" pitchFamily="18" charset="0"/>
              </a:rPr>
              <a:t>nguyện</a:t>
            </a:r>
            <a:r>
              <a:rPr lang="en-US" altLang="en-US" sz="76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5218566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BA761-C38F-7199-D2A8-B767DA4B5AE6}"/>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F956515-5E3A-1C60-EEC1-B8BC2F8729E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7400" b="1" dirty="0">
                <a:solidFill>
                  <a:schemeClr val="tx1"/>
                </a:solidFill>
                <a:latin typeface="Times New Roman" panose="02020603050405020304" pitchFamily="18" charset="0"/>
                <a:cs typeface="Times New Roman" panose="02020603050405020304" pitchFamily="18" charset="0"/>
              </a:rPr>
              <a:t>Lạy Chúa, xin hãy mở miệng lưỡi con ra,</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thì</a:t>
            </a:r>
            <a:r>
              <a:rPr lang="en-US" altLang="en-US" sz="7400" b="1" dirty="0">
                <a:solidFill>
                  <a:schemeClr val="tx1"/>
                </a:solidFill>
                <a:latin typeface="Times New Roman" panose="02020603050405020304" pitchFamily="18" charset="0"/>
                <a:cs typeface="Times New Roman" panose="02020603050405020304" pitchFamily="18" charset="0"/>
              </a:rPr>
              <a:t> con </a:t>
            </a:r>
            <a:r>
              <a:rPr lang="en-US" altLang="en-US" sz="7400" b="1" dirty="0" err="1">
                <a:solidFill>
                  <a:schemeClr val="tx1"/>
                </a:solidFill>
                <a:latin typeface="Times New Roman" panose="02020603050405020304" pitchFamily="18" charset="0"/>
                <a:cs typeface="Times New Roman" panose="02020603050405020304" pitchFamily="18" charset="0"/>
              </a:rPr>
              <a:t>sẽ</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cao</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rao</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những</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lời</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ngợi</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khen</a:t>
            </a:r>
            <a:r>
              <a:rPr lang="en-US" altLang="en-US" sz="7400" b="1" dirty="0">
                <a:solidFill>
                  <a:schemeClr val="tx1"/>
                </a:solidFill>
                <a:latin typeface="Times New Roman" panose="02020603050405020304" pitchFamily="18" charset="0"/>
                <a:cs typeface="Times New Roman" panose="02020603050405020304" pitchFamily="18" charset="0"/>
              </a:rPr>
              <a:t> Chúa.</a:t>
            </a:r>
          </a:p>
        </p:txBody>
      </p:sp>
    </p:spTree>
    <p:extLst>
      <p:ext uri="{BB962C8B-B14F-4D97-AF65-F5344CB8AC3E}">
        <p14:creationId xmlns:p14="http://schemas.microsoft.com/office/powerpoint/2010/main" val="1212841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26227-0746-47AF-2C2B-2B9161500458}"/>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8F79EC8E-36FB-6B6E-AB7D-AC5EA1842A4A}"/>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r>
              <a:rPr lang="en-US" altLang="en-US" sz="7200" b="1" dirty="0" err="1">
                <a:solidFill>
                  <a:schemeClr val="tx1"/>
                </a:solidFill>
                <a:latin typeface="Times New Roman" panose="02020603050405020304" pitchFamily="18" charset="0"/>
                <a:cs typeface="Times New Roman" panose="02020603050405020304" pitchFamily="18" charset="0"/>
              </a:rPr>
              <a:t>Lạy</a:t>
            </a:r>
            <a:r>
              <a:rPr lang="en-US" altLang="en-US" sz="7200" b="1" dirty="0">
                <a:solidFill>
                  <a:schemeClr val="tx1"/>
                </a:solidFill>
                <a:latin typeface="Times New Roman" panose="02020603050405020304" pitchFamily="18" charset="0"/>
                <a:cs typeface="Times New Roman" panose="02020603050405020304" pitchFamily="18" charset="0"/>
              </a:rPr>
              <a:t> Chúa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Vì</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dấu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Thánh </a:t>
            </a:r>
            <a:r>
              <a:rPr lang="en-US" altLang="en-US" sz="7200" b="1" dirty="0" err="1">
                <a:solidFill>
                  <a:schemeClr val="tx1"/>
                </a:solidFill>
                <a:latin typeface="Times New Roman" panose="02020603050405020304" pitchFamily="18" charset="0"/>
                <a:cs typeface="Times New Roman" panose="02020603050405020304" pitchFamily="18" charset="0"/>
              </a:rPr>
              <a:t>giá</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xin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chữa</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khỏi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kẻ</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thù</a:t>
            </a:r>
            <a:r>
              <a:rPr lang="en-US" altLang="en-US" sz="72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3710145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E3018-6E97-E43F-2AB6-E62B21708E4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2B2286D7-605B-DB63-0781-00C69EDA5C3E}"/>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endParaRPr lang="en-US" altLang="en-US" b="1" dirty="0">
              <a:solidFill>
                <a:schemeClr val="tx1"/>
              </a:solidFill>
              <a:latin typeface="Times New Roman" panose="02020603050405020304" pitchFamily="18" charset="0"/>
              <a:cs typeface="Times New Roman" panose="02020603050405020304" pitchFamily="18" charset="0"/>
            </a:endParaRPr>
          </a:p>
          <a:p>
            <a:pPr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Nhân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danh</a:t>
            </a:r>
            <a:r>
              <a:rPr lang="en-US" altLang="en-US" sz="8000" b="1" dirty="0">
                <a:solidFill>
                  <a:schemeClr val="tx1"/>
                </a:solidFill>
                <a:latin typeface="Times New Roman" panose="02020603050405020304" pitchFamily="18" charset="0"/>
                <a:cs typeface="Times New Roman" panose="02020603050405020304" pitchFamily="18" charset="0"/>
              </a:rPr>
              <a:t> Cha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p>
          <a:p>
            <a:pPr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Amen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392665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6D8CB-6882-53AF-B048-F0327C9A2DA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4F3A9AE-039F-15BA-D2A3-30FDFA699F44}"/>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LẠY</a:t>
            </a:r>
            <a:r>
              <a:rPr lang="en-US" altLang="en-US" sz="4400" b="1" dirty="0">
                <a:solidFill>
                  <a:srgbClr val="FF0000"/>
                </a:solidFill>
                <a:latin typeface="Times New Roman" panose="02020603050405020304" pitchFamily="18" charset="0"/>
                <a:cs typeface="Times New Roman" panose="02020603050405020304" pitchFamily="18" charset="0"/>
              </a:rPr>
              <a:t> </a:t>
            </a:r>
            <a:r>
              <a:rPr lang="en-US" altLang="en-US" sz="4400" b="1" dirty="0" err="1">
                <a:solidFill>
                  <a:srgbClr val="FF0000"/>
                </a:solidFill>
                <a:latin typeface="Times New Roman" panose="02020603050405020304" pitchFamily="18" charset="0"/>
                <a:cs typeface="Times New Roman" panose="02020603050405020304" pitchFamily="18" charset="0"/>
              </a:rPr>
              <a:t>NỮ</a:t>
            </a:r>
            <a:r>
              <a:rPr lang="en-US" altLang="en-US" sz="4400" b="1" dirty="0">
                <a:solidFill>
                  <a:srgbClr val="FF0000"/>
                </a:solidFill>
                <a:latin typeface="Times New Roman" panose="02020603050405020304" pitchFamily="18" charset="0"/>
                <a:cs typeface="Times New Roman" panose="02020603050405020304" pitchFamily="18" charset="0"/>
              </a:rPr>
              <a:t> VƯƠNG</a:t>
            </a: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Nữ Vương, Mẹ nhân lành làm cho chúng con đặng sống, đặng vui, đặng cậy.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83662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CD4A5-25ED-126E-03CB-C411A5297BF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FF7D9A66-A37E-54A8-65CA-B9AC17CC62F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Thân </a:t>
            </a:r>
            <a:r>
              <a:rPr lang="en-US" altLang="en-US" sz="8000" b="1" dirty="0" err="1">
                <a:solidFill>
                  <a:schemeClr val="tx1"/>
                </a:solidFill>
                <a:latin typeface="Times New Roman" panose="02020603050405020304" pitchFamily="18" charset="0"/>
                <a:cs typeface="Times New Roman" panose="02020603050405020304" pitchFamily="18" charset="0"/>
              </a:rPr>
              <a:t>lạy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Mẹ</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con </a:t>
            </a:r>
            <a:r>
              <a:rPr lang="en-US" altLang="en-US" sz="8000" b="1" dirty="0" err="1">
                <a:solidFill>
                  <a:schemeClr val="tx1"/>
                </a:solidFill>
                <a:latin typeface="Times New Roman" panose="02020603050405020304" pitchFamily="18" charset="0"/>
                <a:cs typeface="Times New Roman" panose="02020603050405020304" pitchFamily="18" charset="0"/>
              </a:rPr>
              <a:t>cháu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Evà</a:t>
            </a:r>
            <a:r>
              <a:rPr lang="en-US" altLang="en-US" sz="8000" b="1" dirty="0">
                <a:solidFill>
                  <a:schemeClr val="tx1"/>
                </a:solidFill>
                <a:latin typeface="Times New Roman" panose="02020603050405020304" pitchFamily="18" charset="0"/>
                <a:cs typeface="Times New Roman" panose="02020603050405020304" pitchFamily="18" charset="0"/>
              </a:rPr>
              <a:t> ở </a:t>
            </a:r>
            <a:r>
              <a:rPr lang="en-US" altLang="en-US" sz="8000" b="1" dirty="0" err="1">
                <a:solidFill>
                  <a:schemeClr val="tx1"/>
                </a:solidFill>
                <a:latin typeface="Times New Roman" panose="02020603050405020304" pitchFamily="18" charset="0"/>
                <a:cs typeface="Times New Roman" panose="02020603050405020304" pitchFamily="18" charset="0"/>
              </a:rPr>
              <a:t>chốn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khách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kêu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đến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bà</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086612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23EDD-E656-AAF5-665E-88800A7D609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246C1CF-B2C1-5F3F-9394-7F923C0F61E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chúng con ở nơi khóc lóc than thở kêu khẩn bà thương. Hỡi Ôi! Bà là Chủ bầu chúng con,</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92073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119C8-EEC2-B0AA-8A57-B3C67C9151F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36B643C-42FE-0444-4FEE-828177A8F32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xin ghé mắt thương xem chúng con đến sau khỏi đày, xin cho chúng con</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được</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thấy</a:t>
            </a:r>
            <a:endParaRPr lang="en-US" altLang="en-US" sz="75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06459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1903A-2D63-5460-3173-5D785BFE0FD6}"/>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855D5D5-42B6-03AA-D0C5-C060017BD8D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7500" b="1" dirty="0">
                <a:solidFill>
                  <a:schemeClr val="tx1"/>
                </a:solidFill>
                <a:latin typeface="Times New Roman" panose="02020603050405020304" pitchFamily="18" charset="0"/>
                <a:cs typeface="Times New Roman" panose="02020603050405020304" pitchFamily="18" charset="0"/>
              </a:rPr>
              <a:t>Đức Chúa </a:t>
            </a:r>
            <a:r>
              <a:rPr lang="en-US" altLang="en-US" sz="7500" b="1" dirty="0" err="1">
                <a:solidFill>
                  <a:schemeClr val="tx1"/>
                </a:solidFill>
                <a:latin typeface="Times New Roman" panose="02020603050405020304" pitchFamily="18" charset="0"/>
                <a:cs typeface="Times New Roman" panose="02020603050405020304" pitchFamily="18" charset="0"/>
              </a:rPr>
              <a:t>Giêsu</a:t>
            </a:r>
            <a:r>
              <a:rPr lang="en-US" altLang="en-US" sz="7500" b="1" dirty="0">
                <a:solidFill>
                  <a:schemeClr val="tx1"/>
                </a:solidFill>
                <a:latin typeface="Times New Roman" panose="02020603050405020304" pitchFamily="18" charset="0"/>
                <a:cs typeface="Times New Roman" panose="02020603050405020304" pitchFamily="18" charset="0"/>
              </a:rPr>
              <a:t> con </a:t>
            </a:r>
            <a:r>
              <a:rPr lang="en-US" altLang="en-US" sz="7500" b="1" dirty="0" err="1">
                <a:solidFill>
                  <a:schemeClr val="tx1"/>
                </a:solidFill>
                <a:latin typeface="Times New Roman" panose="02020603050405020304" pitchFamily="18" charset="0"/>
                <a:cs typeface="Times New Roman" panose="02020603050405020304" pitchFamily="18" charset="0"/>
              </a:rPr>
              <a:t>lòng</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Bà</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gồm</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phúc</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lạ</a:t>
            </a:r>
            <a:r>
              <a:rPr lang="en-US" altLang="en-US" sz="7500" b="1" dirty="0">
                <a:solidFill>
                  <a:schemeClr val="tx1"/>
                </a:solidFill>
                <a:latin typeface="Times New Roman" panose="02020603050405020304" pitchFamily="18" charset="0"/>
                <a:cs typeface="Times New Roman" panose="02020603050405020304" pitchFamily="18" charset="0"/>
              </a:rPr>
              <a:t>.</a:t>
            </a:r>
            <a:r>
              <a:rPr lang="vi-VN" altLang="en-US" sz="7500" b="1" dirty="0">
                <a:solidFill>
                  <a:schemeClr val="tx1"/>
                </a:solidFill>
                <a:latin typeface="Times New Roman" panose="02020603050405020304" pitchFamily="18" charset="0"/>
                <a:cs typeface="Times New Roman" panose="02020603050405020304" pitchFamily="18" charset="0"/>
              </a:rPr>
              <a:t> Ôi khoan thay, nhân thay, diệu thay,</a:t>
            </a:r>
            <a:r>
              <a:rPr lang="en-US" altLang="en-US" sz="7500" b="1" dirty="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47060336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8DD1C-C346-D9F2-D332-B8D617C5CA8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5972B90-D4B5-7307-77D9-8F1546BE592A}"/>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Thánh </a:t>
            </a:r>
            <a:r>
              <a:rPr lang="vi-VN" altLang="en-US" sz="7500" b="1" dirty="0" err="1">
                <a:solidFill>
                  <a:schemeClr val="tx1"/>
                </a:solidFill>
                <a:latin typeface="Times New Roman" panose="02020603050405020304" pitchFamily="18" charset="0"/>
                <a:cs typeface="Times New Roman" panose="02020603050405020304" pitchFamily="18" charset="0"/>
              </a:rPr>
              <a:t>Maria</a:t>
            </a:r>
            <a:r>
              <a:rPr lang="vi-VN" altLang="en-US" sz="7500" b="1" dirty="0">
                <a:solidFill>
                  <a:schemeClr val="tx1"/>
                </a:solidFill>
                <a:latin typeface="Times New Roman" panose="02020603050405020304" pitchFamily="18" charset="0"/>
                <a:cs typeface="Times New Roman" panose="02020603050405020304" pitchFamily="18" charset="0"/>
              </a:rPr>
              <a:t> trọn đời đồng trinh. </a:t>
            </a:r>
            <a:r>
              <a:rPr lang="vi-VN" altLang="en-US" sz="7500" b="1" dirty="0" err="1">
                <a:solidFill>
                  <a:srgbClr val="FF0000"/>
                </a:solidFill>
                <a:latin typeface="Times New Roman" panose="02020603050405020304" pitchFamily="18" charset="0"/>
                <a:cs typeface="Times New Roman" panose="02020603050405020304" pitchFamily="18" charset="0"/>
              </a:rPr>
              <a:t>Amen</a:t>
            </a:r>
            <a:r>
              <a:rPr lang="en-US" altLang="en-US" sz="75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138908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09E8D-BFDF-DB8F-DD16-5F8964A3655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56126B9-69D1-A440-AA9D-73146B07307C}"/>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NGHĨA ĐỨC TIN</a:t>
            </a: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Ngày Chúa Nhật hôm nay, chúng con hợp nhau kính lạy thờ phượng Chúa, </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60508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31822-65E1-349D-B902-78DAA7ABC1CA}"/>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06480E5-0698-C66D-1ED9-AA4B2A88B6E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err="1">
                <a:solidFill>
                  <a:schemeClr val="tx1"/>
                </a:solidFill>
                <a:latin typeface="Times New Roman" panose="02020603050405020304" pitchFamily="18" charset="0"/>
                <a:cs typeface="Times New Roman" panose="02020603050405020304" pitchFamily="18" charset="0"/>
              </a:rPr>
              <a:t>kh</a:t>
            </a:r>
            <a:r>
              <a:rPr lang="en-US" altLang="en-US" sz="8000" b="1" dirty="0">
                <a:solidFill>
                  <a:schemeClr val="tx1"/>
                </a:solidFill>
                <a:latin typeface="Times New Roman" panose="02020603050405020304" pitchFamily="18" charset="0"/>
                <a:cs typeface="Times New Roman" panose="02020603050405020304" pitchFamily="18" charset="0"/>
              </a:rPr>
              <a:t>ô</a:t>
            </a:r>
            <a:r>
              <a:rPr lang="vi-VN" altLang="en-US" sz="8000" b="1" dirty="0" err="1">
                <a:solidFill>
                  <a:schemeClr val="tx1"/>
                </a:solidFill>
                <a:latin typeface="Times New Roman" panose="02020603050405020304" pitchFamily="18" charset="0"/>
                <a:cs typeface="Times New Roman" panose="02020603050405020304" pitchFamily="18" charset="0"/>
              </a:rPr>
              <a:t>ng</a:t>
            </a:r>
            <a:r>
              <a:rPr lang="vi-VN" altLang="en-US" sz="8000" b="1" dirty="0">
                <a:solidFill>
                  <a:schemeClr val="tx1"/>
                </a:solidFill>
                <a:latin typeface="Times New Roman" panose="02020603050405020304" pitchFamily="18" charset="0"/>
                <a:cs typeface="Times New Roman" panose="02020603050405020304" pitchFamily="18" charset="0"/>
              </a:rPr>
              <a:t> khen cám tạ ơn Chúa về mọi ơn lành Chúa đã ban cho chúng con,</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754280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B2DE2-FD79-5116-6519-ED9224482AC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141D9D1-57C4-8622-8A12-15440C6F120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phạt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tạ</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tội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lỗi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phạm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lòng</a:t>
            </a:r>
            <a:r>
              <a:rPr lang="en-US" altLang="en-US" sz="8000" b="1" dirty="0">
                <a:solidFill>
                  <a:schemeClr val="tx1"/>
                </a:solidFill>
                <a:latin typeface="Times New Roman" panose="02020603050405020304" pitchFamily="18" charset="0"/>
                <a:cs typeface="Times New Roman" panose="02020603050405020304" pitchFamily="18" charset="0"/>
              </a:rPr>
              <a:t> Chúa,</a:t>
            </a:r>
          </a:p>
        </p:txBody>
      </p:sp>
    </p:spTree>
    <p:extLst>
      <p:ext uri="{BB962C8B-B14F-4D97-AF65-F5344CB8AC3E}">
        <p14:creationId xmlns:p14="http://schemas.microsoft.com/office/powerpoint/2010/main" val="1591996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417DE-5324-1F4A-76DC-2953C4A5104E}"/>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758ECD1A-DC89-8A0B-D94A-4526E8992F46}"/>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thì chúng con dám xin Chúa hãy </a:t>
            </a:r>
            <a:r>
              <a:rPr lang="vi-VN" altLang="en-US" sz="7500" b="1" dirty="0" err="1">
                <a:solidFill>
                  <a:schemeClr val="tx1"/>
                </a:solidFill>
                <a:latin typeface="Times New Roman" panose="02020603050405020304" pitchFamily="18" charset="0"/>
                <a:cs typeface="Times New Roman" panose="02020603050405020304" pitchFamily="18" charset="0"/>
              </a:rPr>
              <a:t>khứng</a:t>
            </a:r>
            <a:r>
              <a:rPr lang="vi-VN" altLang="en-US" sz="7500" b="1" dirty="0">
                <a:solidFill>
                  <a:schemeClr val="tx1"/>
                </a:solidFill>
                <a:latin typeface="Times New Roman" panose="02020603050405020304" pitchFamily="18" charset="0"/>
                <a:cs typeface="Times New Roman" panose="02020603050405020304" pitchFamily="18" charset="0"/>
              </a:rPr>
              <a:t> ban những ơn cần kíp</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cho</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chúng</a:t>
            </a:r>
            <a:r>
              <a:rPr lang="en-US" altLang="en-US" sz="7500" b="1" dirty="0">
                <a:solidFill>
                  <a:schemeClr val="tx1"/>
                </a:solidFill>
                <a:latin typeface="Times New Roman" panose="02020603050405020304" pitchFamily="18" charset="0"/>
                <a:cs typeface="Times New Roman" panose="02020603050405020304" pitchFamily="18" charset="0"/>
              </a:rPr>
              <a:t> con</a:t>
            </a:r>
          </a:p>
        </p:txBody>
      </p:sp>
    </p:spTree>
    <p:extLst>
      <p:ext uri="{BB962C8B-B14F-4D97-AF65-F5344CB8AC3E}">
        <p14:creationId xmlns:p14="http://schemas.microsoft.com/office/powerpoint/2010/main" val="207467585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1090B-33C0-90DE-6F42-37A70AE647E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5C01A9F-E3DC-CD0C-C3E1-C8A13A5CEB4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300" b="1" dirty="0">
                <a:solidFill>
                  <a:schemeClr val="tx1"/>
                </a:solidFill>
                <a:latin typeface="Times New Roman" panose="02020603050405020304" pitchFamily="18" charset="0"/>
                <a:cs typeface="Times New Roman" panose="02020603050405020304" pitchFamily="18" charset="0"/>
              </a:rPr>
              <a:t>được rỗi linh hồn. Nên chúng con cả lòng tin vững vàng mọi điều đạo thánh Chúa dạy, </a:t>
            </a:r>
            <a:endParaRPr lang="en-US" altLang="en-US" sz="73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378438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DAD9F-6C99-D4F6-FF28-B62737B4F80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F726F33-0364-F5A4-C8A3-4F5B58DC56A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nhất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điều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kíp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có</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tắc</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06179304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F42E8-0FD7-1C91-AE58-2E2CE47D5A40}"/>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E1B29ADE-B01B-C893-7794-6987D636A811}"/>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dựng nên trời đất, mà</a:t>
            </a:r>
            <a:r>
              <a:rPr lang="vi-VN" altLang="en-US" sz="66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Người</a:t>
            </a:r>
            <a:r>
              <a:rPr lang="vi-VN" altLang="en-US" sz="66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có Ba Ngôi.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544953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AA4A6-F25C-7165-8E87-82F91FF6B11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F6B68CC3-412D-C5F9-6BF0-12DAAFAB7C4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Cha,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Hai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Ba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52223301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B9A33-5AC1-F12D-C288-75F7A741BE3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4B159FC-D56B-AFDD-468E-8327FB5A59E9}"/>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Ba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tính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nên</a:t>
            </a:r>
            <a:r>
              <a:rPr lang="en-US" altLang="en-US" sz="8000" b="1" dirty="0">
                <a:solidFill>
                  <a:schemeClr val="tx1"/>
                </a:solidFill>
                <a:latin typeface="Times New Roman" panose="02020603050405020304" pitchFamily="18" charset="0"/>
                <a:cs typeface="Times New Roman" panose="02020603050405020304" pitchFamily="18" charset="0"/>
              </a:rPr>
              <a:t> Ba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mà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thôi</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76376489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8FB3A-8669-5CC5-0E73-E7F7BF0FC79A}"/>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4D8C2BA-B418-ED2B-49CA-A3324EE34F8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Chúng con tin Ngôi Thứ Hai ra đời làm người, sinh bởi Bà </a:t>
            </a:r>
            <a:r>
              <a:rPr lang="vi-VN" altLang="en-US" sz="8000" b="1" dirty="0" err="1">
                <a:solidFill>
                  <a:schemeClr val="tx1"/>
                </a:solidFill>
                <a:latin typeface="Times New Roman" panose="02020603050405020304" pitchFamily="18" charset="0"/>
                <a:cs typeface="Times New Roman" panose="02020603050405020304" pitchFamily="18" charset="0"/>
              </a:rPr>
              <a:t>Maria</a:t>
            </a:r>
            <a:r>
              <a:rPr lang="vi-VN" altLang="en-US" sz="8000" b="1" dirty="0">
                <a:solidFill>
                  <a:schemeClr val="tx1"/>
                </a:solidFill>
                <a:latin typeface="Times New Roman" panose="02020603050405020304" pitchFamily="18" charset="0"/>
                <a:cs typeface="Times New Roman" panose="02020603050405020304" pitchFamily="18" charset="0"/>
              </a:rPr>
              <a:t> Đồng Trinh,</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634167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BCC48-FA6D-6775-8A74-004CA2266FA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0BDA323C-35E3-FDBD-2A4E-51EF8EC81D8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đặt tên là </a:t>
            </a:r>
            <a:r>
              <a:rPr lang="vi-VN" altLang="en-US" sz="8000" b="1" dirty="0" err="1">
                <a:solidFill>
                  <a:schemeClr val="tx1"/>
                </a:solidFill>
                <a:latin typeface="Times New Roman" panose="02020603050405020304" pitchFamily="18" charset="0"/>
                <a:cs typeface="Times New Roman" panose="02020603050405020304" pitchFamily="18" charset="0"/>
              </a:rPr>
              <a:t>Giêsu</a:t>
            </a:r>
            <a:r>
              <a:rPr lang="vi-VN" altLang="en-US" sz="8000" b="1" dirty="0">
                <a:solidFill>
                  <a:schemeClr val="tx1"/>
                </a:solidFill>
                <a:latin typeface="Times New Roman" panose="02020603050405020304" pitchFamily="18" charset="0"/>
                <a:cs typeface="Times New Roman" panose="02020603050405020304" pitchFamily="18" charset="0"/>
              </a:rPr>
              <a:t>, ở thế gian ba mươi ba năm,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đoạn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chịu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chết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trên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cây</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giá</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808838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D505A-1E2C-B8B9-BE08-658347D85D5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1F1A4DB-79ED-8B9A-714E-8288BF017CD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400" b="1" dirty="0">
                <a:solidFill>
                  <a:schemeClr val="tx1"/>
                </a:solidFill>
                <a:latin typeface="Times New Roman" panose="02020603050405020304" pitchFamily="18" charset="0"/>
                <a:cs typeface="Times New Roman" panose="02020603050405020304" pitchFamily="18" charset="0"/>
              </a:rPr>
              <a:t>mà chuộc tội cho thiên hạ, đến ngày thứ ba Người </a:t>
            </a:r>
            <a:br>
              <a:rPr lang="en-US" altLang="en-US" sz="8400" b="1" dirty="0">
                <a:solidFill>
                  <a:schemeClr val="tx1"/>
                </a:solidFill>
                <a:latin typeface="Times New Roman" panose="02020603050405020304" pitchFamily="18" charset="0"/>
                <a:cs typeface="Times New Roman" panose="02020603050405020304" pitchFamily="18" charset="0"/>
              </a:rPr>
            </a:br>
            <a:r>
              <a:rPr lang="vi-VN" altLang="en-US" sz="8400" b="1" dirty="0">
                <a:solidFill>
                  <a:schemeClr val="tx1"/>
                </a:solidFill>
                <a:latin typeface="Times New Roman" panose="02020603050405020304" pitchFamily="18" charset="0"/>
                <a:cs typeface="Times New Roman" panose="02020603050405020304" pitchFamily="18" charset="0"/>
              </a:rPr>
              <a:t>sống lại;</a:t>
            </a:r>
          </a:p>
        </p:txBody>
      </p:sp>
    </p:spTree>
    <p:extLst>
      <p:ext uri="{BB962C8B-B14F-4D97-AF65-F5344CB8AC3E}">
        <p14:creationId xmlns:p14="http://schemas.microsoft.com/office/powerpoint/2010/main" val="57403267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7F4C4-7DD7-D165-8CA0-AEA2564F2C38}"/>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A418B87-6FFE-4F3F-0A00-510748A83D7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khỏi bốn mươi ngày lên 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đủ mười ngày lại cho Đức Chúa Thánh Thần</a:t>
            </a:r>
          </a:p>
        </p:txBody>
      </p:sp>
    </p:spTree>
    <p:extLst>
      <p:ext uri="{BB962C8B-B14F-4D97-AF65-F5344CB8AC3E}">
        <p14:creationId xmlns:p14="http://schemas.microsoft.com/office/powerpoint/2010/main" val="326848519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00825-628B-6F52-BFBA-ED69AB7F5DC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3E3E4F5-F2FC-70A2-4DCB-357274CFE020}"/>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xuống trên các thánh Tông đồ và Hội Thánh mới lập;</a:t>
            </a:r>
          </a:p>
        </p:txBody>
      </p:sp>
    </p:spTree>
    <p:extLst>
      <p:ext uri="{BB962C8B-B14F-4D97-AF65-F5344CB8AC3E}">
        <p14:creationId xmlns:p14="http://schemas.microsoft.com/office/powerpoint/2010/main" val="18734729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5373D-6135-8E6B-1ACA-B2F61ACCC240}"/>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B45D9CD-917A-320C-6C9D-94B009DFE74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ai chẳng thông công cùng Hội Thánh ấy thì chẳng đặng rỗi linh hồn;</a:t>
            </a:r>
          </a:p>
        </p:txBody>
      </p:sp>
    </p:spTree>
    <p:extLst>
      <p:ext uri="{BB962C8B-B14F-4D97-AF65-F5344CB8AC3E}">
        <p14:creationId xmlns:p14="http://schemas.microsoft.com/office/powerpoint/2010/main" val="129554884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9306E-C909-9FFE-004F-3612C17A258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04F7272-7E7A-4D00-E89F-1A611CCD499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8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mà linh hồn là giống thiêng liêng chẳng hề chết đặng;</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272008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A71A3-68BE-8E41-EA25-5779E756B98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782FF22-374E-1F13-3700-806F91B3C50D}"/>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đến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tận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thế</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xác loài người ta sẽ sống lại mà chịu phán xét;</a:t>
            </a:r>
          </a:p>
        </p:txBody>
      </p:sp>
    </p:spTree>
    <p:extLst>
      <p:ext uri="{BB962C8B-B14F-4D97-AF65-F5344CB8AC3E}">
        <p14:creationId xmlns:p14="http://schemas.microsoft.com/office/powerpoint/2010/main" val="166095208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74C32-BC88-A3F0-61B2-4B3F6E383B0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04F28CD-D38D-D8A7-A32D-68EB065C63E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400" b="1" dirty="0">
                <a:solidFill>
                  <a:schemeClr val="tx1"/>
                </a:solidFill>
                <a:latin typeface="Times New Roman" panose="02020603050405020304" pitchFamily="18" charset="0"/>
                <a:cs typeface="Times New Roman" panose="02020603050405020304" pitchFamily="18" charset="0"/>
              </a:rPr>
              <a:t>kẻ lành lên thiên đàng hưởng phúc đời </a:t>
            </a:r>
            <a:r>
              <a:rPr lang="vi-VN" altLang="en-US" sz="7400" b="1" dirty="0" err="1">
                <a:solidFill>
                  <a:schemeClr val="tx1"/>
                </a:solidFill>
                <a:latin typeface="Times New Roman" panose="02020603050405020304" pitchFamily="18" charset="0"/>
                <a:cs typeface="Times New Roman" panose="02020603050405020304" pitchFamily="18" charset="0"/>
              </a:rPr>
              <a:t>đời</a:t>
            </a:r>
            <a:r>
              <a:rPr lang="vi-VN" altLang="en-US" sz="7400" b="1" dirty="0">
                <a:solidFill>
                  <a:schemeClr val="tx1"/>
                </a:solidFill>
                <a:latin typeface="Times New Roman" panose="02020603050405020304" pitchFamily="18" charset="0"/>
                <a:cs typeface="Times New Roman" panose="02020603050405020304" pitchFamily="18" charset="0"/>
              </a:rPr>
              <a:t>; kẻ dữ sa hỏa ngục chịu phạt vô cùng.</a:t>
            </a:r>
          </a:p>
        </p:txBody>
      </p:sp>
    </p:spTree>
    <p:extLst>
      <p:ext uri="{BB962C8B-B14F-4D97-AF65-F5344CB8AC3E}">
        <p14:creationId xmlns:p14="http://schemas.microsoft.com/office/powerpoint/2010/main" val="13543956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4142A-D675-AC13-0AE4-500029792B5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9076FCC7-650B-65D4-2AE8-2FF676493363}"/>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400" b="1" dirty="0">
                <a:solidFill>
                  <a:schemeClr val="tx1"/>
                </a:solidFill>
                <a:latin typeface="Times New Roman" panose="02020603050405020304" pitchFamily="18" charset="0"/>
                <a:cs typeface="Times New Roman" panose="02020603050405020304" pitchFamily="18" charset="0"/>
              </a:rPr>
              <a:t>Mà chúng con tin các sự ấy mà thôi thì chưa đủ cho đặng lên </a:t>
            </a:r>
            <a:br>
              <a:rPr lang="en-US" altLang="en-US" sz="7400" b="1" dirty="0">
                <a:solidFill>
                  <a:schemeClr val="tx1"/>
                </a:solidFill>
                <a:latin typeface="Times New Roman" panose="02020603050405020304" pitchFamily="18" charset="0"/>
                <a:cs typeface="Times New Roman" panose="02020603050405020304" pitchFamily="18" charset="0"/>
              </a:rPr>
            </a:br>
            <a:r>
              <a:rPr lang="vi-VN" altLang="en-US" sz="7400" b="1" dirty="0">
                <a:solidFill>
                  <a:schemeClr val="tx1"/>
                </a:solidFill>
                <a:latin typeface="Times New Roman" panose="02020603050405020304" pitchFamily="18" charset="0"/>
                <a:cs typeface="Times New Roman" panose="02020603050405020304" pitchFamily="18" charset="0"/>
              </a:rPr>
              <a:t>thiên đàng;</a:t>
            </a:r>
          </a:p>
        </p:txBody>
      </p:sp>
    </p:spTree>
    <p:extLst>
      <p:ext uri="{BB962C8B-B14F-4D97-AF65-F5344CB8AC3E}">
        <p14:creationId xmlns:p14="http://schemas.microsoft.com/office/powerpoint/2010/main" val="397693741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83753-E45D-EDB8-92AA-7A98AB1FC9F8}"/>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383DA44-7C29-F4D8-2001-51B997A82768}"/>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song phải giữ mười điều răn Đức Chúa Trời cùng năm luật điều Hội Thánh,</a:t>
            </a:r>
          </a:p>
        </p:txBody>
      </p:sp>
    </p:spTree>
    <p:extLst>
      <p:ext uri="{BB962C8B-B14F-4D97-AF65-F5344CB8AC3E}">
        <p14:creationId xmlns:p14="http://schemas.microsoft.com/office/powerpoint/2010/main" val="384952406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02923-AC3F-85AD-31DD-4F29D1AAC8A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45A4EAC-D0D7-F4D1-D9F1-844A947C5F1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và làm những việc lành phúc đức.</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en-US" altLang="en-US" sz="7200" b="1" dirty="0" err="1">
                <a:solidFill>
                  <a:schemeClr val="tx1"/>
                </a:solidFill>
                <a:latin typeface="Times New Roman" panose="02020603050405020304" pitchFamily="18" charset="0"/>
                <a:cs typeface="Times New Roman" panose="02020603050405020304" pitchFamily="18" charset="0"/>
              </a:rPr>
              <a:t>Nhân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vì</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sự</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ấy</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hằng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phải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sợ</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hãi</a:t>
            </a:r>
            <a:endParaRPr lang="vi-VN"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618066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7FAE5-A02E-2BB8-60E9-96D362F4BFF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6102EEC-F65B-8198-2AD9-D1150683678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và trốn tránh các tội lỗi, nhất là bảy mối tội đầu, là căn nguyên mọi tội lỗi khác.</a:t>
            </a:r>
          </a:p>
        </p:txBody>
      </p:sp>
    </p:spTree>
    <p:extLst>
      <p:ext uri="{BB962C8B-B14F-4D97-AF65-F5344CB8AC3E}">
        <p14:creationId xmlns:p14="http://schemas.microsoft.com/office/powerpoint/2010/main" val="671591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BE726-5143-B652-6A60-2D60F87088D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FB126A8-ED0F-3443-5038-5E183D1787A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6800" b="1" dirty="0">
                <a:solidFill>
                  <a:schemeClr val="tx1"/>
                </a:solidFill>
                <a:latin typeface="Times New Roman" panose="02020603050405020304" pitchFamily="18" charset="0"/>
                <a:cs typeface="Times New Roman" panose="02020603050405020304" pitchFamily="18" charset="0"/>
              </a:rPr>
              <a:t>Vậy chúng con phải ân cần lo lắng mà năng chịu các phép bí tích Đức</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800" b="1" dirty="0">
                <a:solidFill>
                  <a:schemeClr val="tx1"/>
                </a:solidFill>
                <a:latin typeface="Times New Roman" panose="02020603050405020304" pitchFamily="18" charset="0"/>
                <a:cs typeface="Times New Roman" panose="02020603050405020304" pitchFamily="18" charset="0"/>
              </a:rPr>
              <a:t>Chúa</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800" b="1" dirty="0" err="1">
                <a:solidFill>
                  <a:schemeClr val="tx1"/>
                </a:solidFill>
                <a:latin typeface="Times New Roman" panose="02020603050405020304" pitchFamily="18" charset="0"/>
                <a:cs typeface="Times New Roman" panose="02020603050405020304" pitchFamily="18" charset="0"/>
              </a:rPr>
              <a:t>Giêsu</a:t>
            </a:r>
            <a:r>
              <a:rPr lang="vi-VN" altLang="en-US" sz="6800" b="1" dirty="0">
                <a:solidFill>
                  <a:schemeClr val="tx1"/>
                </a:solidFill>
                <a:latin typeface="Times New Roman" panose="02020603050405020304" pitchFamily="18" charset="0"/>
                <a:cs typeface="Times New Roman" panose="02020603050405020304" pitchFamily="18" charset="0"/>
              </a:rPr>
              <a:t> đã truyền</a:t>
            </a:r>
          </a:p>
        </p:txBody>
      </p:sp>
    </p:spTree>
    <p:extLst>
      <p:ext uri="{BB962C8B-B14F-4D97-AF65-F5344CB8AC3E}">
        <p14:creationId xmlns:p14="http://schemas.microsoft.com/office/powerpoint/2010/main" val="358815059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58DF3-42CA-CE03-2001-E38CCE43D71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1B498CC-D6A0-FD46-C8FD-DB2124503A8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600" b="1" dirty="0">
                <a:solidFill>
                  <a:schemeClr val="tx1"/>
                </a:solidFill>
                <a:latin typeface="Times New Roman" panose="02020603050405020304" pitchFamily="18" charset="0"/>
                <a:cs typeface="Times New Roman" panose="02020603050405020304" pitchFamily="18" charset="0"/>
              </a:rPr>
              <a:t>là những phương linh nghiệm cho chúng con đặng nên thánh.</a:t>
            </a:r>
          </a:p>
        </p:txBody>
      </p:sp>
    </p:spTree>
    <p:extLst>
      <p:ext uri="{BB962C8B-B14F-4D97-AF65-F5344CB8AC3E}">
        <p14:creationId xmlns:p14="http://schemas.microsoft.com/office/powerpoint/2010/main" val="236794431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ED180-AF66-A832-A7D9-68FE939A369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3C3B709-7413-FADA-D182-7D3D4E2FA35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Có bảy phép bí tích mà thôi, song phép Rửa tội, phép Mình Thánh Chúa,</a:t>
            </a:r>
          </a:p>
        </p:txBody>
      </p:sp>
    </p:spTree>
    <p:extLst>
      <p:ext uri="{BB962C8B-B14F-4D97-AF65-F5344CB8AC3E}">
        <p14:creationId xmlns:p14="http://schemas.microsoft.com/office/powerpoint/2010/main" val="66141615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EB788-0B1D-22ED-F01B-1E99B63F8B6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ECB7632-4EC8-3ABB-6B5A-7BAD5CDE8E5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cùng phép Giải tội, là ba phép cần kíp hơn cho chúng con đặng rỗi. </a:t>
            </a:r>
          </a:p>
        </p:txBody>
      </p:sp>
    </p:spTree>
    <p:extLst>
      <p:ext uri="{BB962C8B-B14F-4D97-AF65-F5344CB8AC3E}">
        <p14:creationId xmlns:p14="http://schemas.microsoft.com/office/powerpoint/2010/main" val="213879606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E0D58-295E-2905-86C6-B79CDB6DFB5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EC80A15-78DE-6A11-1B57-BC29ADB87B64}"/>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105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7000" b="1" dirty="0">
                <a:solidFill>
                  <a:schemeClr val="tx1"/>
                </a:solidFill>
                <a:latin typeface="Times New Roman" panose="02020603050405020304" pitchFamily="18" charset="0"/>
                <a:cs typeface="Times New Roman" panose="02020603050405020304" pitchFamily="18" charset="0"/>
              </a:rPr>
              <a:t>Ấy vậy chúng con hằng phải ra sức lo lắng thể nào mà chịu các phép trọng ấy cho nên, </a:t>
            </a:r>
          </a:p>
        </p:txBody>
      </p:sp>
    </p:spTree>
    <p:extLst>
      <p:ext uri="{BB962C8B-B14F-4D97-AF65-F5344CB8AC3E}">
        <p14:creationId xmlns:p14="http://schemas.microsoft.com/office/powerpoint/2010/main" val="60395199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9CDB1-EEC7-795F-41D8-E3686F10DD6C}"/>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EEF358A9-9BD6-B364-418E-E00F792B983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cùng tin thật vững vàng mà giữ cẩn thận các điều trước này,</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901074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B2633-5D34-2568-10B3-69F54317282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A28ACAD-F88F-7701-345E-2C6AF61FD97E}"/>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en-US" altLang="en-US" sz="7600" b="1" dirty="0" err="1">
                <a:solidFill>
                  <a:schemeClr val="tx1"/>
                </a:solidFill>
                <a:latin typeface="Times New Roman" panose="02020603050405020304" pitchFamily="18" charset="0"/>
                <a:cs typeface="Times New Roman" panose="02020603050405020304" pitchFamily="18" charset="0"/>
              </a:rPr>
              <a:t>thì</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mới</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đặng</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hưởng</a:t>
            </a:r>
            <a:r>
              <a:rPr lang="en-US"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a:solidFill>
                  <a:schemeClr val="tx1"/>
                </a:solidFill>
                <a:latin typeface="Times New Roman" panose="02020603050405020304" pitchFamily="18" charset="0"/>
                <a:cs typeface="Times New Roman" panose="02020603050405020304" pitchFamily="18" charset="0"/>
              </a:rPr>
              <a:t>phúc thanh nhàn đời </a:t>
            </a:r>
            <a:r>
              <a:rPr lang="vi-VN" altLang="en-US" sz="7600" b="1" dirty="0" err="1">
                <a:solidFill>
                  <a:schemeClr val="tx1"/>
                </a:solidFill>
                <a:latin typeface="Times New Roman" panose="02020603050405020304" pitchFamily="18" charset="0"/>
                <a:cs typeface="Times New Roman" panose="02020603050405020304" pitchFamily="18" charset="0"/>
              </a:rPr>
              <a:t>đời</a:t>
            </a:r>
            <a:r>
              <a:rPr lang="vi-VN" altLang="en-US" sz="7600" b="1" dirty="0">
                <a:solidFill>
                  <a:schemeClr val="tx1"/>
                </a:solidFill>
                <a:latin typeface="Times New Roman" panose="02020603050405020304" pitchFamily="18" charset="0"/>
                <a:cs typeface="Times New Roman" panose="02020603050405020304" pitchFamily="18" charset="0"/>
              </a:rPr>
              <a:t> kiếp </a:t>
            </a:r>
            <a:r>
              <a:rPr lang="vi-VN" altLang="en-US" sz="7600" b="1" dirty="0" err="1">
                <a:solidFill>
                  <a:schemeClr val="tx1"/>
                </a:solidFill>
                <a:latin typeface="Times New Roman" panose="02020603050405020304" pitchFamily="18" charset="0"/>
                <a:cs typeface="Times New Roman" panose="02020603050405020304" pitchFamily="18" charset="0"/>
              </a:rPr>
              <a:t>kiếp</a:t>
            </a:r>
            <a:r>
              <a:rPr lang="vi-VN"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err="1">
                <a:solidFill>
                  <a:srgbClr val="FF0000"/>
                </a:solidFill>
                <a:latin typeface="Times New Roman" panose="02020603050405020304" pitchFamily="18" charset="0"/>
                <a:cs typeface="Times New Roman" panose="02020603050405020304" pitchFamily="18" charset="0"/>
              </a:rPr>
              <a:t>Amen</a:t>
            </a:r>
            <a:r>
              <a:rPr lang="vi-VN" altLang="en-US" sz="76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67895323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4D685C3-35A5-ED4F-2DCC-7FD5DCCE725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4050" b="1" dirty="0">
                <a:solidFill>
                  <a:srgbClr val="FF0000"/>
                </a:solidFill>
                <a:latin typeface="Times New Roman" panose="02020603050405020304" pitchFamily="18" charset="0"/>
                <a:cs typeface="Times New Roman" panose="02020603050405020304" pitchFamily="18" charset="0"/>
              </a:rPr>
              <a:t>Đạo Đức Chúa Trời có mười điều răn:</a:t>
            </a: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nhất: </a:t>
            </a:r>
            <a:r>
              <a:rPr lang="vi-VN" altLang="en-US" sz="6600" b="1" dirty="0">
                <a:solidFill>
                  <a:schemeClr val="tx1"/>
                </a:solidFill>
                <a:latin typeface="Times New Roman" panose="02020603050405020304" pitchFamily="18" charset="0"/>
                <a:cs typeface="Times New Roman" panose="02020603050405020304" pitchFamily="18" charset="0"/>
              </a:rPr>
              <a:t>Thờ phượng một Đức Chúa Trời và kính mến người trên hết mọi sự</a:t>
            </a:r>
            <a:endParaRPr lang="vi-VN" altLang="en-US" sz="6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93146006-FC1B-E6F9-1314-494063FCD61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050" b="1" dirty="0">
              <a:solidFill>
                <a:srgbClr val="FFC000"/>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err="1">
                <a:solidFill>
                  <a:srgbClr val="FF0000"/>
                </a:solidFill>
                <a:latin typeface="Times New Roman" panose="02020603050405020304" pitchFamily="18" charset="0"/>
                <a:cs typeface="Times New Roman" panose="02020603050405020304" pitchFamily="18" charset="0"/>
              </a:rPr>
              <a:t>Th</a:t>
            </a:r>
            <a:r>
              <a:rPr lang="en-US" altLang="en-US" sz="6000" b="1" dirty="0">
                <a:solidFill>
                  <a:srgbClr val="FF0000"/>
                </a:solidFill>
                <a:latin typeface="Times New Roman" panose="02020603050405020304" pitchFamily="18" charset="0"/>
                <a:cs typeface="Times New Roman" panose="02020603050405020304" pitchFamily="18" charset="0"/>
              </a:rPr>
              <a:t>ứ</a:t>
            </a:r>
            <a:r>
              <a:rPr lang="vi-VN" altLang="en-US" sz="6000" b="1" dirty="0">
                <a:solidFill>
                  <a:srgbClr val="FF0000"/>
                </a:solidFill>
                <a:latin typeface="Times New Roman" panose="02020603050405020304" pitchFamily="18" charset="0"/>
                <a:cs typeface="Times New Roman" panose="02020603050405020304" pitchFamily="18" charset="0"/>
              </a:rPr>
              <a:t> hai: </a:t>
            </a:r>
            <a:r>
              <a:rPr lang="vi-VN" altLang="en-US" sz="6600" b="1" dirty="0">
                <a:solidFill>
                  <a:schemeClr val="tx1"/>
                </a:solidFill>
                <a:latin typeface="Times New Roman" panose="02020603050405020304" pitchFamily="18" charset="0"/>
                <a:cs typeface="Times New Roman" panose="02020603050405020304" pitchFamily="18" charset="0"/>
              </a:rPr>
              <a:t>Chớ kêu tên Đức Chúa Trời vô cớ</a:t>
            </a:r>
            <a:endParaRPr lang="en-US" altLang="en-US" sz="66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28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ba:</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Giữ ngày Chúa Nhật</a:t>
            </a:r>
            <a:endParaRPr lang="vi-VN"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CD56851-6628-4177-9AD5-458996848715}"/>
              </a:ext>
            </a:extLst>
          </p:cNvPr>
          <p:cNvSpPr>
            <a:spLocks noGrp="1" noChangeArrowheads="1"/>
          </p:cNvSpPr>
          <p:nvPr>
            <p:ph type="subTitle" idx="1"/>
          </p:nvPr>
        </p:nvSpPr>
        <p:spPr>
          <a:xfrm>
            <a:off x="0" y="0"/>
            <a:ext cx="9144000" cy="5143500"/>
          </a:xfrm>
          <a:solidFill>
            <a:schemeClr val="bg1"/>
          </a:solidFill>
        </p:spPr>
        <p:txBody>
          <a:bodyPr/>
          <a:lstStyle/>
          <a:p>
            <a:pPr algn="just"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bốn: </a:t>
            </a:r>
            <a:r>
              <a:rPr lang="vi-VN" altLang="en-US" sz="6600" b="1" dirty="0">
                <a:solidFill>
                  <a:schemeClr val="tx1"/>
                </a:solidFill>
                <a:latin typeface="Times New Roman" panose="02020603050405020304" pitchFamily="18" charset="0"/>
                <a:cs typeface="Times New Roman" panose="02020603050405020304" pitchFamily="18" charset="0"/>
              </a:rPr>
              <a:t>Thảo kính cha</a:t>
            </a:r>
            <a:r>
              <a:rPr lang="en-US" altLang="en-US" sz="66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mẹ</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36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năm: </a:t>
            </a:r>
            <a:r>
              <a:rPr lang="vi-VN" altLang="en-US" sz="6600" b="1" dirty="0">
                <a:solidFill>
                  <a:schemeClr val="tx1"/>
                </a:solidFill>
                <a:latin typeface="Times New Roman" panose="02020603050405020304" pitchFamily="18" charset="0"/>
                <a:cs typeface="Times New Roman" panose="02020603050405020304" pitchFamily="18" charset="0"/>
              </a:rPr>
              <a:t>Chớ giết người</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54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FAEBB9A1-4055-E178-C71E-8310588A2AB3}"/>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sáu:</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Chớ làm s</a:t>
            </a:r>
            <a:r>
              <a:rPr lang="en-US" altLang="en-US" sz="6600" b="1" dirty="0">
                <a:solidFill>
                  <a:schemeClr val="tx1"/>
                </a:solidFill>
                <a:latin typeface="Times New Roman" panose="02020603050405020304" pitchFamily="18" charset="0"/>
                <a:cs typeface="Times New Roman" panose="02020603050405020304" pitchFamily="18" charset="0"/>
              </a:rPr>
              <a:t>ự </a:t>
            </a:r>
            <a:r>
              <a:rPr lang="vi-VN" altLang="en-US" sz="6600" b="1" dirty="0">
                <a:solidFill>
                  <a:schemeClr val="tx1"/>
                </a:solidFill>
                <a:latin typeface="Times New Roman" panose="02020603050405020304" pitchFamily="18" charset="0"/>
                <a:cs typeface="Times New Roman" panose="02020603050405020304" pitchFamily="18" charset="0"/>
              </a:rPr>
              <a:t>dâm dục</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bảy:</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Chớ lấy củ</a:t>
            </a:r>
            <a:r>
              <a:rPr lang="en-US" altLang="en-US" sz="6600" b="1" dirty="0">
                <a:solidFill>
                  <a:schemeClr val="tx1"/>
                </a:solidFill>
                <a:latin typeface="Times New Roman" panose="02020603050405020304" pitchFamily="18" charset="0"/>
                <a:cs typeface="Times New Roman" panose="02020603050405020304" pitchFamily="18" charset="0"/>
              </a:rPr>
              <a:t>a </a:t>
            </a:r>
            <a:r>
              <a:rPr lang="vi-VN" altLang="en-US" sz="6600" b="1" dirty="0">
                <a:solidFill>
                  <a:schemeClr val="tx1"/>
                </a:solidFill>
                <a:latin typeface="Times New Roman" panose="02020603050405020304" pitchFamily="18" charset="0"/>
                <a:cs typeface="Times New Roman" panose="02020603050405020304" pitchFamily="18" charset="0"/>
              </a:rPr>
              <a:t>người</a:t>
            </a:r>
            <a:endParaRPr lang="vi-VN"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9BFAB20C-8B8D-DA6D-B8B2-28F039EE254E}"/>
              </a:ext>
            </a:extLst>
          </p:cNvPr>
          <p:cNvSpPr>
            <a:spLocks noGrp="1" noChangeAspect="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tám:</a:t>
            </a:r>
            <a:r>
              <a:rPr lang="vi-VN" altLang="en-US" sz="5700" b="1" dirty="0">
                <a:solidFill>
                  <a:schemeClr val="tx1"/>
                </a:solidFill>
                <a:latin typeface="Times New Roman" panose="02020603050405020304" pitchFamily="18" charset="0"/>
                <a:cs typeface="Times New Roman" panose="02020603050405020304" pitchFamily="18" charset="0"/>
              </a:rPr>
              <a:t> Chớ làm chứng dối</a:t>
            </a:r>
          </a:p>
          <a:p>
            <a:pPr algn="just" eaLnBrk="1" hangingPunct="1">
              <a:defRPr/>
            </a:pPr>
            <a:endParaRPr lang="en-US" altLang="en-US" sz="2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chín:</a:t>
            </a:r>
            <a:r>
              <a:rPr lang="vi-VN" altLang="en-US" sz="54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Chớ muốn vợ</a:t>
            </a:r>
            <a:br>
              <a:rPr lang="en-US" altLang="en-US" sz="5700" b="1" dirty="0">
                <a:solidFill>
                  <a:schemeClr val="tx1"/>
                </a:solidFill>
                <a:latin typeface="Times New Roman" panose="02020603050405020304" pitchFamily="18" charset="0"/>
                <a:cs typeface="Times New Roman" panose="02020603050405020304" pitchFamily="18" charset="0"/>
              </a:rPr>
            </a:br>
            <a:r>
              <a:rPr lang="en-US" altLang="en-US" sz="57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chồng người</a:t>
            </a:r>
            <a:endParaRPr lang="en-US" altLang="en-US" sz="57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en-US" altLang="en-US" sz="600" b="1" dirty="0">
              <a:solidFill>
                <a:schemeClr val="tx1"/>
              </a:solidFill>
              <a:latin typeface="Times New Roman" panose="02020603050405020304" pitchFamily="18" charset="0"/>
              <a:cs typeface="Times New Roman" panose="02020603050405020304" pitchFamily="18" charset="0"/>
            </a:endParaRPr>
          </a:p>
          <a:p>
            <a:pPr algn="l"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mười:</a:t>
            </a:r>
            <a:r>
              <a:rPr lang="vi-VN" altLang="en-US" sz="54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Chớ tham </a:t>
            </a:r>
            <a:br>
              <a:rPr lang="en-US" altLang="en-US" sz="5700" b="1" dirty="0">
                <a:solidFill>
                  <a:schemeClr val="tx1"/>
                </a:solidFill>
                <a:latin typeface="Times New Roman" panose="02020603050405020304" pitchFamily="18" charset="0"/>
                <a:cs typeface="Times New Roman" panose="02020603050405020304" pitchFamily="18" charset="0"/>
              </a:rPr>
            </a:br>
            <a:r>
              <a:rPr lang="en-US" altLang="en-US" sz="57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của người</a:t>
            </a:r>
            <a:endParaRPr lang="en-US" altLang="en-US" sz="57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81C76A0F-EF95-2F19-13C9-0D53F5BE860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defRPr/>
            </a:pPr>
            <a:r>
              <a:rPr lang="vi-VN" altLang="en-US" sz="6800" b="1" dirty="0">
                <a:solidFill>
                  <a:schemeClr val="tx1"/>
                </a:solidFill>
                <a:latin typeface="Times New Roman" panose="02020603050405020304" pitchFamily="18" charset="0"/>
                <a:cs typeface="Times New Roman" panose="02020603050405020304" pitchFamily="18" charset="0"/>
              </a:rPr>
              <a:t>Mười điều răn ấy tóm về hai này mà chớ: </a:t>
            </a:r>
            <a:r>
              <a:rPr lang="vi-VN" altLang="en-US" sz="6800" b="1" dirty="0">
                <a:solidFill>
                  <a:srgbClr val="FF0000"/>
                </a:solidFill>
                <a:latin typeface="Times New Roman" panose="02020603050405020304" pitchFamily="18" charset="0"/>
                <a:cs typeface="Times New Roman" panose="02020603050405020304" pitchFamily="18" charset="0"/>
              </a:rPr>
              <a:t>trước</a:t>
            </a:r>
            <a:r>
              <a:rPr lang="vi-VN" altLang="en-US" sz="6800" b="1" dirty="0">
                <a:solidFill>
                  <a:schemeClr val="tx1"/>
                </a:solidFill>
                <a:latin typeface="Times New Roman" panose="02020603050405020304" pitchFamily="18" charset="0"/>
                <a:cs typeface="Times New Roman" panose="02020603050405020304" pitchFamily="18" charset="0"/>
              </a:rPr>
              <a:t> kính mến một Đức Chúa Trời trên hết mọi s</a:t>
            </a:r>
            <a:r>
              <a:rPr lang="en-US" altLang="en-US" sz="6800" b="1" dirty="0">
                <a:solidFill>
                  <a:schemeClr val="tx1"/>
                </a:solidFill>
                <a:latin typeface="Times New Roman" panose="02020603050405020304" pitchFamily="18" charset="0"/>
                <a:cs typeface="Times New Roman" panose="02020603050405020304" pitchFamily="18" charset="0"/>
              </a:rPr>
              <a:t>ự</a:t>
            </a:r>
            <a:endParaRPr lang="vi-VN" altLang="en-US" sz="6800" b="1" i="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40BFF-A5A5-0B24-2EB0-34FA6DEB25F6}"/>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21102977-3B5A-1558-31A1-C4E1BFDE937F}"/>
              </a:ext>
            </a:extLst>
          </p:cNvPr>
          <p:cNvSpPr>
            <a:spLocks noGrp="1" noChangeArrowheads="1"/>
          </p:cNvSpPr>
          <p:nvPr>
            <p:ph type="subTitle" idx="1"/>
          </p:nvPr>
        </p:nvSpPr>
        <p:spPr>
          <a:xfrm>
            <a:off x="0" y="0"/>
            <a:ext cx="9144000" cy="5143500"/>
          </a:xfrm>
          <a:solidFill>
            <a:schemeClr val="bg1"/>
          </a:solidFill>
        </p:spPr>
        <p:txBody>
          <a:bodyPr>
            <a:noAutofit/>
          </a:bodyPr>
          <a:lstStyle/>
          <a:p>
            <a:pPr algn="l" eaLnBrk="1" hangingPunct="1">
              <a:spcBef>
                <a:spcPts val="0"/>
              </a:spcBef>
              <a:defRPr/>
            </a:pPr>
            <a:endParaRPr lang="en-US" altLang="en-US" sz="8800" b="1" dirty="0">
              <a:solidFill>
                <a:srgbClr val="FF0000"/>
              </a:solidFill>
              <a:latin typeface="Times New Roman" panose="02020603050405020304" pitchFamily="18" charset="0"/>
              <a:cs typeface="Times New Roman" panose="02020603050405020304" pitchFamily="18" charset="0"/>
            </a:endParaRPr>
          </a:p>
          <a:p>
            <a:pPr algn="just" eaLnBrk="1" hangingPunct="1">
              <a:spcBef>
                <a:spcPts val="0"/>
              </a:spcBef>
              <a:defRPr/>
            </a:pPr>
            <a:r>
              <a:rPr lang="vi-VN" altLang="en-US" sz="6800" b="1" dirty="0">
                <a:solidFill>
                  <a:srgbClr val="FF0000"/>
                </a:solidFill>
                <a:latin typeface="Times New Roman" panose="02020603050405020304" pitchFamily="18" charset="0"/>
                <a:cs typeface="Times New Roman" panose="02020603050405020304" pitchFamily="18" charset="0"/>
              </a:rPr>
              <a:t>sau</a:t>
            </a:r>
            <a:r>
              <a:rPr lang="vi-VN" altLang="en-US" sz="6800" b="1" dirty="0">
                <a:solidFill>
                  <a:schemeClr val="tx1"/>
                </a:solidFill>
                <a:latin typeface="Times New Roman" panose="02020603050405020304" pitchFamily="18" charset="0"/>
                <a:cs typeface="Times New Roman" panose="02020603050405020304" pitchFamily="18" charset="0"/>
              </a:rPr>
              <a:t> lại yêu người như mình ta vậy. </a:t>
            </a:r>
            <a:r>
              <a:rPr lang="vi-VN" altLang="en-US" sz="6800" b="1" i="1" dirty="0" err="1">
                <a:solidFill>
                  <a:srgbClr val="FF0000"/>
                </a:solidFill>
                <a:latin typeface="Times New Roman" panose="02020603050405020304" pitchFamily="18" charset="0"/>
                <a:cs typeface="Times New Roman" panose="02020603050405020304" pitchFamily="18" charset="0"/>
              </a:rPr>
              <a:t>Amen</a:t>
            </a:r>
            <a:r>
              <a:rPr lang="vi-VN" altLang="en-US" sz="6800" b="1" i="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84039579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B065F11-4BDC-5D36-3AC6-A4C4BFF5DBC3}"/>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4500" b="1" dirty="0">
                <a:solidFill>
                  <a:srgbClr val="FF0000"/>
                </a:solidFill>
                <a:latin typeface="Times New Roman" panose="02020603050405020304" pitchFamily="18" charset="0"/>
                <a:cs typeface="Times New Roman" panose="02020603050405020304" pitchFamily="18" charset="0"/>
              </a:rPr>
              <a:t>Hội Thánh có năm điều răn:</a:t>
            </a: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Thứ nhất: </a:t>
            </a:r>
            <a:r>
              <a:rPr lang="vi-VN" altLang="en-US" sz="7200" b="1" dirty="0">
                <a:solidFill>
                  <a:schemeClr val="tx1"/>
                </a:solidFill>
                <a:latin typeface="Times New Roman" panose="02020603050405020304" pitchFamily="18" charset="0"/>
                <a:cs typeface="Times New Roman" panose="02020603050405020304" pitchFamily="18" charset="0"/>
              </a:rPr>
              <a:t>dự lễ và kiêng việc xác ngày Chúa Nhật cùng các ngày lễ buộc;</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B841D53A-75CD-A498-2FF8-51D3779388B8}"/>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Thứ hai: </a:t>
            </a:r>
            <a:r>
              <a:rPr lang="vi-VN" altLang="en-US" sz="6600" b="1" dirty="0">
                <a:solidFill>
                  <a:schemeClr val="tx1"/>
                </a:solidFill>
                <a:latin typeface="Times New Roman" panose="02020603050405020304" pitchFamily="18" charset="0"/>
                <a:cs typeface="Times New Roman" panose="02020603050405020304" pitchFamily="18" charset="0"/>
              </a:rPr>
              <a:t>xưng tội trong một năm ít là một lần;</a:t>
            </a:r>
            <a:endParaRPr lang="en-US" altLang="en-US" sz="66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Thứ ba: </a:t>
            </a:r>
            <a:r>
              <a:rPr lang="vi-VN" altLang="en-US" sz="6600" b="1" dirty="0">
                <a:solidFill>
                  <a:schemeClr val="tx1"/>
                </a:solidFill>
                <a:latin typeface="Times New Roman" panose="02020603050405020304" pitchFamily="18" charset="0"/>
                <a:cs typeface="Times New Roman" panose="02020603050405020304" pitchFamily="18" charset="0"/>
              </a:rPr>
              <a:t>rước Mình Thánh Chúa trong mùa Phục Sinh;</a:t>
            </a: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4A6B55D-2891-6BDC-DED5-E5F0D700E62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Thứ bốn: </a:t>
            </a:r>
            <a:r>
              <a:rPr lang="vi-VN" altLang="en-US" sz="5400" b="1" dirty="0">
                <a:solidFill>
                  <a:schemeClr val="tx1"/>
                </a:solidFill>
                <a:latin typeface="Times New Roman" panose="02020603050405020304" pitchFamily="18" charset="0"/>
                <a:cs typeface="Times New Roman" panose="02020603050405020304" pitchFamily="18" charset="0"/>
              </a:rPr>
              <a:t>giữ chay và kiêng thịt những ngày Hội Thánh buộc;</a:t>
            </a:r>
          </a:p>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Thứ năm: </a:t>
            </a:r>
            <a:r>
              <a:rPr lang="vi-VN" altLang="en-US" sz="5400" b="1" dirty="0">
                <a:solidFill>
                  <a:schemeClr val="tx1"/>
                </a:solidFill>
                <a:latin typeface="Times New Roman" panose="02020603050405020304" pitchFamily="18" charset="0"/>
                <a:cs typeface="Times New Roman" panose="02020603050405020304" pitchFamily="18" charset="0"/>
              </a:rPr>
              <a:t>góp công góp của xây dựng Hội Thánh, tùy theo khả năng của mình.</a:t>
            </a:r>
            <a:endParaRPr lang="en-US" altLang="en-US" sz="5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4D6D1884-2BBD-1374-8C27-4DF14DF2DBF6}"/>
              </a:ext>
            </a:extLst>
          </p:cNvPr>
          <p:cNvSpPr>
            <a:spLocks noGrp="1" noChangeArrowheads="1"/>
          </p:cNvSpPr>
          <p:nvPr>
            <p:ph type="subTitle" idx="1"/>
          </p:nvPr>
        </p:nvSpPr>
        <p:spPr>
          <a:xfrm>
            <a:off x="0" y="0"/>
            <a:ext cx="9144000" cy="5143500"/>
          </a:xfrm>
          <a:solidFill>
            <a:schemeClr val="bg1"/>
          </a:solidFill>
        </p:spPr>
        <p:txBody>
          <a:bodyPr>
            <a:normAutofit fontScale="77500" lnSpcReduction="20000"/>
          </a:bodyPr>
          <a:lstStyle/>
          <a:p>
            <a:pPr algn="l" eaLnBrk="1" hangingPunct="1">
              <a:defRPr/>
            </a:pPr>
            <a:r>
              <a:rPr lang="en-US" altLang="en-US" sz="4800" b="1" dirty="0" err="1">
                <a:solidFill>
                  <a:srgbClr val="FF0000"/>
                </a:solidFill>
                <a:latin typeface="Times New Roman" panose="02020603050405020304" pitchFamily="18" charset="0"/>
                <a:cs typeface="Times New Roman" panose="02020603050405020304" pitchFamily="18" charset="0"/>
              </a:rPr>
              <a:t>Đạo</a:t>
            </a:r>
            <a:r>
              <a:rPr lang="en-US" altLang="en-US" sz="4800" b="1" dirty="0">
                <a:solidFill>
                  <a:srgbClr val="FF0000"/>
                </a:solidFill>
                <a:latin typeface="Times New Roman" panose="02020603050405020304" pitchFamily="18" charset="0"/>
                <a:cs typeface="Times New Roman" panose="02020603050405020304" pitchFamily="18" charset="0"/>
              </a:rPr>
              <a:t> Đức Chúa </a:t>
            </a:r>
            <a:r>
              <a:rPr lang="en-US" altLang="en-US" sz="4800" b="1" dirty="0" err="1">
                <a:solidFill>
                  <a:srgbClr val="FF0000"/>
                </a:solidFill>
                <a:latin typeface="Times New Roman" panose="02020603050405020304" pitchFamily="18" charset="0"/>
                <a:cs typeface="Times New Roman" panose="02020603050405020304" pitchFamily="18" charset="0"/>
              </a:rPr>
              <a:t>Trời</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có</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bảy</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phép</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Bí</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tích</a:t>
            </a:r>
            <a:r>
              <a:rPr lang="en-US" altLang="en-US" sz="4800" b="1" dirty="0">
                <a:solidFill>
                  <a:srgbClr val="FF0000"/>
                </a:solidFill>
                <a:latin typeface="Times New Roman" panose="02020603050405020304" pitchFamily="18" charset="0"/>
                <a:cs typeface="Times New Roman" panose="02020603050405020304" pitchFamily="18" charset="0"/>
              </a:rPr>
              <a:t>:</a:t>
            </a:r>
            <a:endParaRPr lang="en-US" altLang="en-US" sz="48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en-US" altLang="en-US" sz="9900" b="1" dirty="0" err="1">
                <a:solidFill>
                  <a:srgbClr val="FF0000"/>
                </a:solidFill>
                <a:latin typeface="Times New Roman" panose="02020603050405020304" pitchFamily="18" charset="0"/>
                <a:cs typeface="Times New Roman" panose="02020603050405020304" pitchFamily="18" charset="0"/>
              </a:rPr>
              <a:t>Thứ</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rgbClr val="FF0000"/>
                </a:solidFill>
                <a:latin typeface="Times New Roman" panose="02020603050405020304" pitchFamily="18" charset="0"/>
                <a:cs typeface="Times New Roman" panose="02020603050405020304" pitchFamily="18" charset="0"/>
              </a:rPr>
              <a:t>nhất</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là</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phép</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Rửa</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tội</a:t>
            </a:r>
            <a:r>
              <a:rPr lang="en-US" altLang="en-US" sz="9900" b="1" dirty="0">
                <a:solidFill>
                  <a:schemeClr val="tx1"/>
                </a:solidFill>
                <a:latin typeface="Times New Roman" panose="02020603050405020304" pitchFamily="18" charset="0"/>
                <a:cs typeface="Times New Roman" panose="02020603050405020304" pitchFamily="18" charset="0"/>
              </a:rPr>
              <a:t>.</a:t>
            </a:r>
          </a:p>
          <a:p>
            <a:pPr algn="just" eaLnBrk="1" hangingPunct="1">
              <a:defRPr/>
            </a:pPr>
            <a:br>
              <a:rPr lang="en-US" altLang="en-US" sz="4100" b="1" dirty="0">
                <a:solidFill>
                  <a:srgbClr val="FF0000"/>
                </a:solidFill>
                <a:latin typeface="Times New Roman" panose="02020603050405020304" pitchFamily="18" charset="0"/>
                <a:cs typeface="Times New Roman" panose="02020603050405020304" pitchFamily="18" charset="0"/>
              </a:rPr>
            </a:br>
            <a:r>
              <a:rPr lang="en-US" altLang="en-US" sz="9900" b="1" dirty="0" err="1">
                <a:solidFill>
                  <a:srgbClr val="FF0000"/>
                </a:solidFill>
                <a:latin typeface="Times New Roman" panose="02020603050405020304" pitchFamily="18" charset="0"/>
                <a:cs typeface="Times New Roman" panose="02020603050405020304" pitchFamily="18" charset="0"/>
              </a:rPr>
              <a:t>Thứ</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rgbClr val="FF0000"/>
                </a:solidFill>
                <a:latin typeface="Times New Roman" panose="02020603050405020304" pitchFamily="18" charset="0"/>
                <a:cs typeface="Times New Roman" panose="02020603050405020304" pitchFamily="18" charset="0"/>
              </a:rPr>
              <a:t>hai</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là</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phép</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Thêm</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sức</a:t>
            </a:r>
            <a:r>
              <a:rPr lang="en-US" altLang="en-US" sz="9900" b="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F3468EC2-34F2-4845-07D9-246E727B0E59}"/>
              </a:ext>
            </a:extLst>
          </p:cNvPr>
          <p:cNvSpPr>
            <a:spLocks noGrp="1" noChangeArrowheads="1"/>
          </p:cNvSpPr>
          <p:nvPr>
            <p:ph type="subTitle" idx="1"/>
          </p:nvPr>
        </p:nvSpPr>
        <p:spPr>
          <a:xfrm>
            <a:off x="0" y="0"/>
            <a:ext cx="9144000" cy="5143500"/>
          </a:xfrm>
          <a:solidFill>
            <a:schemeClr val="bg1"/>
          </a:solidFill>
        </p:spPr>
        <p:txBody>
          <a:bodyPr>
            <a:normAutofit fontScale="92500" lnSpcReduction="20000"/>
          </a:bodyPr>
          <a:lstStyle/>
          <a:p>
            <a:pPr algn="l" eaLnBrk="1" hangingPunct="1">
              <a:defRPr/>
            </a:pPr>
            <a:endParaRPr lang="en-US" altLang="en-US" sz="43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en-US" altLang="en-US" sz="8000" b="1" dirty="0" err="1">
                <a:solidFill>
                  <a:srgbClr val="FF0000"/>
                </a:solidFill>
                <a:latin typeface="Times New Roman" panose="02020603050405020304" pitchFamily="18" charset="0"/>
                <a:cs typeface="Times New Roman" panose="02020603050405020304" pitchFamily="18" charset="0"/>
              </a:rPr>
              <a:t>Thứ</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rgbClr val="FF0000"/>
                </a:solidFill>
                <a:latin typeface="Times New Roman" panose="02020603050405020304" pitchFamily="18" charset="0"/>
                <a:cs typeface="Times New Roman" panose="02020603050405020304" pitchFamily="18" charset="0"/>
              </a:rPr>
              <a:t>ba</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Mình</a:t>
            </a:r>
            <a:r>
              <a:rPr lang="en-US" altLang="en-US" sz="8000" b="1" dirty="0">
                <a:solidFill>
                  <a:schemeClr val="tx1"/>
                </a:solidFill>
                <a:latin typeface="Times New Roman" panose="02020603050405020304" pitchFamily="18" charset="0"/>
                <a:cs typeface="Times New Roman" panose="02020603050405020304" pitchFamily="18" charset="0"/>
              </a:rPr>
              <a:t> Thánh Chúa.</a:t>
            </a:r>
          </a:p>
          <a:p>
            <a:pPr algn="l" eaLnBrk="1" hangingPunct="1">
              <a:defRPr/>
            </a:pPr>
            <a:r>
              <a:rPr lang="en-US" altLang="en-US" sz="8000" b="1" dirty="0" err="1">
                <a:solidFill>
                  <a:srgbClr val="FF0000"/>
                </a:solidFill>
                <a:latin typeface="Times New Roman" panose="02020603050405020304" pitchFamily="18" charset="0"/>
                <a:cs typeface="Times New Roman" panose="02020603050405020304" pitchFamily="18" charset="0"/>
              </a:rPr>
              <a:t>Thứ</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rgbClr val="FF0000"/>
                </a:solidFill>
                <a:latin typeface="Times New Roman" panose="02020603050405020304" pitchFamily="18" charset="0"/>
                <a:cs typeface="Times New Roman" panose="02020603050405020304" pitchFamily="18" charset="0"/>
              </a:rPr>
              <a:t>bốn</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Giải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tội</a:t>
            </a:r>
            <a:r>
              <a:rPr lang="en-US" altLang="en-US" sz="8000" b="1" dirty="0">
                <a:solidFill>
                  <a:schemeClr val="tx1"/>
                </a:solidFill>
                <a:latin typeface="Times New Roman" panose="02020603050405020304" pitchFamily="18" charset="0"/>
                <a:cs typeface="Times New Roman" panose="02020603050405020304" pitchFamily="18" charset="0"/>
              </a:rPr>
              <a:t>.</a:t>
            </a:r>
            <a:endParaRPr lang="en-US"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33CC4CD7-1B60-C439-112A-F5719E6F93AB}"/>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năm</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Xức</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dầu</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thánh</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sáu</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Truyền</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chức</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thánh</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bảy</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Hôn</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phối</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0F1FE32-B775-A81C-6666-6F3DFFF789A0}"/>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200" b="1" dirty="0">
              <a:solidFill>
                <a:srgbClr val="FFC000"/>
              </a:solidFill>
              <a:latin typeface="Times New Roman" panose="02020603050405020304" pitchFamily="18" charset="0"/>
              <a:cs typeface="Times New Roman" panose="02020603050405020304" pitchFamily="18" charset="0"/>
            </a:endParaRPr>
          </a:p>
          <a:p>
            <a:pPr algn="just" eaLnBrk="1" hangingPunct="1">
              <a:defRPr/>
            </a:pPr>
            <a:r>
              <a:rPr lang="vi-VN" altLang="en-US" sz="4950" b="1" dirty="0">
                <a:solidFill>
                  <a:srgbClr val="FF0000"/>
                </a:solidFill>
                <a:latin typeface="Times New Roman" panose="02020603050405020304" pitchFamily="18" charset="0"/>
                <a:cs typeface="Times New Roman" panose="02020603050405020304" pitchFamily="18" charset="0"/>
              </a:rPr>
              <a:t>Thương người có mười bốn mối</a:t>
            </a:r>
            <a:endParaRPr lang="en-US" altLang="en-US" sz="495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4950" b="1" i="1" dirty="0">
                <a:solidFill>
                  <a:srgbClr val="FF0000"/>
                </a:solidFill>
                <a:latin typeface="Times New Roman" panose="02020603050405020304" pitchFamily="18" charset="0"/>
                <a:cs typeface="Times New Roman" panose="02020603050405020304" pitchFamily="18" charset="0"/>
              </a:rPr>
              <a:t>Thương xác bảy mối:</a:t>
            </a:r>
            <a:endParaRPr lang="vi-VN" altLang="en-US" sz="495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450" b="1" dirty="0">
                <a:solidFill>
                  <a:srgbClr val="FF0000"/>
                </a:solidFill>
                <a:latin typeface="Times New Roman" panose="02020603050405020304" pitchFamily="18" charset="0"/>
                <a:cs typeface="Times New Roman" panose="02020603050405020304" pitchFamily="18" charset="0"/>
              </a:rPr>
              <a:t>Thứ nhất: </a:t>
            </a:r>
            <a:r>
              <a:rPr lang="vi-VN" altLang="en-US" sz="6450" b="1" dirty="0">
                <a:solidFill>
                  <a:schemeClr val="tx1"/>
                </a:solidFill>
                <a:latin typeface="Times New Roman" panose="02020603050405020304" pitchFamily="18" charset="0"/>
                <a:cs typeface="Times New Roman" panose="02020603050405020304" pitchFamily="18" charset="0"/>
              </a:rPr>
              <a:t>Cho kẻ đói ăn</a:t>
            </a:r>
            <a:endParaRPr lang="vi-VN" altLang="en-US" sz="645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450" b="1" dirty="0">
                <a:solidFill>
                  <a:srgbClr val="FF0000"/>
                </a:solidFill>
                <a:latin typeface="Times New Roman" panose="02020603050405020304" pitchFamily="18" charset="0"/>
                <a:cs typeface="Times New Roman" panose="02020603050405020304" pitchFamily="18" charset="0"/>
              </a:rPr>
              <a:t>Thứ hai: </a:t>
            </a:r>
            <a:r>
              <a:rPr lang="vi-VN" altLang="en-US" sz="6450" b="1" dirty="0">
                <a:solidFill>
                  <a:schemeClr val="tx1"/>
                </a:solidFill>
                <a:latin typeface="Times New Roman" panose="02020603050405020304" pitchFamily="18" charset="0"/>
                <a:cs typeface="Times New Roman" panose="02020603050405020304" pitchFamily="18" charset="0"/>
              </a:rPr>
              <a:t>Cho kẻ khát uống</a:t>
            </a: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F76B668E-C196-E29B-D15F-AFB22C66E040}"/>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ba: </a:t>
            </a:r>
            <a:r>
              <a:rPr lang="vi-VN" altLang="en-US" sz="7200" b="1" dirty="0">
                <a:solidFill>
                  <a:schemeClr val="tx1"/>
                </a:solidFill>
                <a:latin typeface="Times New Roman" panose="02020603050405020304" pitchFamily="18" charset="0"/>
                <a:cs typeface="Times New Roman" panose="02020603050405020304" pitchFamily="18" charset="0"/>
              </a:rPr>
              <a:t>Cho kẻ rách rưới ăn mặc</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bốn: </a:t>
            </a:r>
            <a:r>
              <a:rPr lang="vi-VN" altLang="en-US" sz="7200" b="1" dirty="0">
                <a:solidFill>
                  <a:schemeClr val="tx1"/>
                </a:solidFill>
                <a:latin typeface="Times New Roman" panose="02020603050405020304" pitchFamily="18" charset="0"/>
                <a:cs typeface="Times New Roman" panose="02020603050405020304" pitchFamily="18" charset="0"/>
              </a:rPr>
              <a:t>Viếng kẻ liệt cùng kẻ tù rạc</a:t>
            </a:r>
            <a:endParaRPr lang="en-US" altLang="en-US" sz="16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662F0F59-F73C-087E-1261-EE0E44712400}"/>
              </a:ext>
            </a:extLst>
          </p:cNvPr>
          <p:cNvSpPr>
            <a:spLocks noGrp="1" noChangeArrowheads="1"/>
          </p:cNvSpPr>
          <p:nvPr>
            <p:ph type="subTitle" idx="1"/>
          </p:nvPr>
        </p:nvSpPr>
        <p:spPr>
          <a:xfrm>
            <a:off x="0" y="0"/>
            <a:ext cx="9144000" cy="5143500"/>
          </a:xfrm>
          <a:solidFill>
            <a:schemeClr val="bg1"/>
          </a:solidFill>
        </p:spPr>
        <p:txBody>
          <a:bodyPr>
            <a:noAutofit/>
          </a:bodyPr>
          <a:lstStyle/>
          <a:p>
            <a:pPr algn="l" eaLnBrk="1" hangingPunct="1">
              <a:defRPr/>
            </a:pPr>
            <a:endParaRPr lang="en-US" altLang="en-US" sz="14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năm: </a:t>
            </a:r>
            <a:r>
              <a:rPr lang="vi-VN" altLang="en-US" sz="6200" b="1" dirty="0">
                <a:solidFill>
                  <a:schemeClr val="tx1"/>
                </a:solidFill>
                <a:latin typeface="Times New Roman" panose="02020603050405020304" pitchFamily="18" charset="0"/>
                <a:cs typeface="Times New Roman" panose="02020603050405020304" pitchFamily="18" charset="0"/>
              </a:rPr>
              <a:t>Cho khách</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đỗ</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nhà</a:t>
            </a:r>
          </a:p>
          <a:p>
            <a:pPr algn="l"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sáu: </a:t>
            </a:r>
            <a:r>
              <a:rPr lang="vi-VN" altLang="en-US" sz="6200" b="1" dirty="0">
                <a:solidFill>
                  <a:schemeClr val="tx1"/>
                </a:solidFill>
                <a:latin typeface="Times New Roman" panose="02020603050405020304" pitchFamily="18" charset="0"/>
                <a:cs typeface="Times New Roman" panose="02020603050405020304" pitchFamily="18" charset="0"/>
              </a:rPr>
              <a:t>Chuộc kẻ làm tôi</a:t>
            </a:r>
          </a:p>
          <a:p>
            <a:pPr algn="l"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bảy:</a:t>
            </a:r>
            <a:r>
              <a:rPr lang="vi-VN" altLang="en-US" sz="5400" b="1" dirty="0">
                <a:solidFill>
                  <a:srgbClr val="FF0000"/>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Chôn xác kẻ</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chết</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66FF892-2DFC-35F5-832D-65ECBE15DADD}"/>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825"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en-US" altLang="en-US" sz="5400" b="1" i="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5400" b="1" i="1" dirty="0">
                <a:solidFill>
                  <a:srgbClr val="FF0000"/>
                </a:solidFill>
                <a:latin typeface="Times New Roman" panose="02020603050405020304" pitchFamily="18" charset="0"/>
                <a:cs typeface="Times New Roman" panose="02020603050405020304" pitchFamily="18" charset="0"/>
              </a:rPr>
              <a:t>Thương linh hồn bảy mối:</a:t>
            </a:r>
            <a:endParaRPr lang="en-US" altLang="en-US" sz="5400" b="1" i="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nhất: </a:t>
            </a:r>
            <a:r>
              <a:rPr lang="vi-VN" altLang="en-US" sz="6600" b="1" dirty="0">
                <a:solidFill>
                  <a:schemeClr val="tx1"/>
                </a:solidFill>
                <a:latin typeface="Times New Roman" panose="02020603050405020304" pitchFamily="18" charset="0"/>
                <a:cs typeface="Times New Roman" panose="02020603050405020304" pitchFamily="18" charset="0"/>
              </a:rPr>
              <a:t>Lấy lời lành</a:t>
            </a:r>
            <a:r>
              <a:rPr lang="en-US" altLang="en-US" sz="66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khuyên người</a:t>
            </a:r>
            <a:endParaRPr lang="vi-VN" altLang="en-US" sz="66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hai: </a:t>
            </a:r>
            <a:r>
              <a:rPr lang="vi-VN" altLang="en-US" sz="6600" b="1" dirty="0">
                <a:solidFill>
                  <a:schemeClr val="tx1"/>
                </a:solidFill>
                <a:latin typeface="Times New Roman" panose="02020603050405020304" pitchFamily="18" charset="0"/>
                <a:cs typeface="Times New Roman" panose="02020603050405020304" pitchFamily="18" charset="0"/>
              </a:rPr>
              <a:t>Mở d</a:t>
            </a:r>
            <a:r>
              <a:rPr lang="en-US" altLang="en-US" sz="6600" b="1" dirty="0">
                <a:solidFill>
                  <a:schemeClr val="tx1"/>
                </a:solidFill>
                <a:latin typeface="Times New Roman" panose="02020603050405020304" pitchFamily="18" charset="0"/>
                <a:cs typeface="Times New Roman" panose="02020603050405020304" pitchFamily="18" charset="0"/>
              </a:rPr>
              <a:t>ạ</a:t>
            </a:r>
            <a:r>
              <a:rPr lang="vi-VN" altLang="en-US" sz="6600" b="1" dirty="0">
                <a:solidFill>
                  <a:schemeClr val="tx1"/>
                </a:solidFill>
                <a:latin typeface="Times New Roman" panose="02020603050405020304" pitchFamily="18" charset="0"/>
                <a:cs typeface="Times New Roman" panose="02020603050405020304" pitchFamily="18" charset="0"/>
              </a:rPr>
              <a:t>y kẻ mê muội</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D09B7431-80A5-5A29-5F59-7AE97BB6122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2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ba: </a:t>
            </a:r>
            <a:r>
              <a:rPr lang="en-US" altLang="en-US" sz="7200" b="1" dirty="0">
                <a:solidFill>
                  <a:schemeClr val="tx1"/>
                </a:solidFill>
                <a:latin typeface="Times New Roman" panose="02020603050405020304" pitchFamily="18" charset="0"/>
                <a:cs typeface="Times New Roman" panose="02020603050405020304" pitchFamily="18" charset="0"/>
              </a:rPr>
              <a:t>An</a:t>
            </a:r>
            <a:r>
              <a:rPr lang="vi-VN" altLang="en-US" sz="7200" b="1" dirty="0">
                <a:solidFill>
                  <a:schemeClr val="tx1"/>
                </a:solidFill>
                <a:latin typeface="Times New Roman" panose="02020603050405020304" pitchFamily="18" charset="0"/>
                <a:cs typeface="Times New Roman" panose="02020603050405020304" pitchFamily="18" charset="0"/>
              </a:rPr>
              <a:t> ủi kẻ âu lo</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br>
              <a:rPr lang="en-US" altLang="en-US" sz="7200" b="1" dirty="0">
                <a:solidFill>
                  <a:srgbClr val="FF0000"/>
                </a:solidFill>
                <a:latin typeface="Times New Roman" panose="02020603050405020304" pitchFamily="18" charset="0"/>
                <a:cs typeface="Times New Roman" panose="02020603050405020304" pitchFamily="18" charset="0"/>
              </a:rPr>
            </a:br>
            <a:r>
              <a:rPr lang="vi-VN" altLang="en-US" sz="7200" b="1" dirty="0">
                <a:solidFill>
                  <a:srgbClr val="FF0000"/>
                </a:solidFill>
                <a:latin typeface="Times New Roman" panose="02020603050405020304" pitchFamily="18" charset="0"/>
                <a:cs typeface="Times New Roman" panose="02020603050405020304" pitchFamily="18" charset="0"/>
              </a:rPr>
              <a:t>Thứ bốn: </a:t>
            </a:r>
            <a:r>
              <a:rPr lang="vi-VN" altLang="en-US" sz="7200" b="1" dirty="0">
                <a:solidFill>
                  <a:schemeClr val="tx1"/>
                </a:solidFill>
                <a:latin typeface="Times New Roman" panose="02020603050405020304" pitchFamily="18" charset="0"/>
                <a:cs typeface="Times New Roman" panose="02020603050405020304" pitchFamily="18" charset="0"/>
              </a:rPr>
              <a:t>Răn bảo kẻ có tội</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E0D3BF3-E3D0-B397-F77F-20BAF3B2FA4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năm: </a:t>
            </a:r>
            <a:r>
              <a:rPr lang="vi-VN" altLang="en-US" sz="6200" b="1" dirty="0">
                <a:solidFill>
                  <a:schemeClr val="tx1"/>
                </a:solidFill>
                <a:latin typeface="Times New Roman" panose="02020603050405020304" pitchFamily="18" charset="0"/>
                <a:cs typeface="Times New Roman" panose="02020603050405020304" pitchFamily="18" charset="0"/>
              </a:rPr>
              <a:t>Tha kẻ dể ta</a:t>
            </a:r>
          </a:p>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sáu: </a:t>
            </a:r>
            <a:r>
              <a:rPr lang="vi-VN" altLang="en-US" sz="6200" b="1" dirty="0">
                <a:solidFill>
                  <a:schemeClr val="tx1"/>
                </a:solidFill>
                <a:latin typeface="Times New Roman" panose="02020603050405020304" pitchFamily="18" charset="0"/>
                <a:cs typeface="Times New Roman" panose="02020603050405020304" pitchFamily="18" charset="0"/>
              </a:rPr>
              <a:t>Nhịn kẻ mất lòng ta</a:t>
            </a:r>
          </a:p>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bảy: </a:t>
            </a:r>
            <a:r>
              <a:rPr lang="vi-VN" altLang="en-US" sz="6200" b="1" dirty="0">
                <a:solidFill>
                  <a:schemeClr val="tx1"/>
                </a:solidFill>
                <a:latin typeface="Times New Roman" panose="02020603050405020304" pitchFamily="18" charset="0"/>
                <a:cs typeface="Times New Roman" panose="02020603050405020304" pitchFamily="18" charset="0"/>
              </a:rPr>
              <a:t>Cầu cho kẻ sống và kẻ chết</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EA9068C9-9945-05A1-E593-DF0FB5AFE597}"/>
              </a:ext>
            </a:extLst>
          </p:cNvPr>
          <p:cNvSpPr>
            <a:spLocks noGrp="1" noChangeArrowheads="1"/>
          </p:cNvSpPr>
          <p:nvPr>
            <p:ph type="subTitle" idx="1"/>
          </p:nvPr>
        </p:nvSpPr>
        <p:spPr>
          <a:xfrm>
            <a:off x="0" y="0"/>
            <a:ext cx="9144000" cy="5143500"/>
          </a:xfrm>
          <a:solidFill>
            <a:schemeClr val="bg1"/>
          </a:solidFill>
        </p:spPr>
        <p:txBody>
          <a:bodyPr>
            <a:normAutofit fontScale="85000" lnSpcReduction="10000"/>
          </a:bodyPr>
          <a:lstStyle/>
          <a:p>
            <a:pPr algn="just" eaLnBrk="1" hangingPunct="1">
              <a:defRPr/>
            </a:pPr>
            <a:r>
              <a:rPr lang="en-US" altLang="en-US" sz="495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4950" b="1" dirty="0">
                <a:solidFill>
                  <a:srgbClr val="FF0000"/>
                </a:solidFill>
                <a:latin typeface="Times New Roman" panose="02020603050405020304" pitchFamily="18" charset="0"/>
                <a:cs typeface="Times New Roman" panose="02020603050405020304" pitchFamily="18" charset="0"/>
              </a:rPr>
              <a:t>Cải tội bảy mối có bảy đức</a:t>
            </a:r>
          </a:p>
          <a:p>
            <a:pPr algn="l" eaLnBrk="1" hangingPunct="1">
              <a:defRPr/>
            </a:pPr>
            <a:r>
              <a:rPr lang="vi-VN" altLang="en-US" sz="8500" b="1" dirty="0">
                <a:solidFill>
                  <a:srgbClr val="FF0000"/>
                </a:solidFill>
                <a:latin typeface="Times New Roman" panose="02020603050405020304" pitchFamily="18" charset="0"/>
                <a:cs typeface="Times New Roman" panose="02020603050405020304" pitchFamily="18" charset="0"/>
              </a:rPr>
              <a:t>Thứ nhất: </a:t>
            </a:r>
            <a:r>
              <a:rPr lang="vi-VN" altLang="en-US" sz="8500" b="1" dirty="0">
                <a:solidFill>
                  <a:schemeClr val="tx1"/>
                </a:solidFill>
                <a:latin typeface="Times New Roman" panose="02020603050405020304" pitchFamily="18" charset="0"/>
                <a:cs typeface="Times New Roman" panose="02020603050405020304" pitchFamily="18" charset="0"/>
              </a:rPr>
              <a:t>Khiêm như</a:t>
            </a:r>
            <a:r>
              <a:rPr lang="en-US" altLang="en-US" sz="8500" b="1" dirty="0">
                <a:solidFill>
                  <a:schemeClr val="tx1"/>
                </a:solidFill>
                <a:latin typeface="Times New Roman" panose="02020603050405020304" pitchFamily="18" charset="0"/>
                <a:cs typeface="Times New Roman" panose="02020603050405020304" pitchFamily="18" charset="0"/>
              </a:rPr>
              <a:t>ợ</a:t>
            </a:r>
            <a:r>
              <a:rPr lang="vi-VN" altLang="en-US" sz="8500" b="1" dirty="0" err="1">
                <a:solidFill>
                  <a:schemeClr val="tx1"/>
                </a:solidFill>
                <a:latin typeface="Times New Roman" panose="02020603050405020304" pitchFamily="18" charset="0"/>
                <a:cs typeface="Times New Roman" panose="02020603050405020304" pitchFamily="18" charset="0"/>
              </a:rPr>
              <a:t>ng</a:t>
            </a:r>
            <a:r>
              <a:rPr lang="vi-VN" altLang="en-US" sz="8500" b="1" dirty="0">
                <a:solidFill>
                  <a:schemeClr val="tx1"/>
                </a:solidFill>
                <a:latin typeface="Times New Roman" panose="02020603050405020304" pitchFamily="18" charset="0"/>
                <a:cs typeface="Times New Roman" panose="02020603050405020304" pitchFamily="18" charset="0"/>
              </a:rPr>
              <a:t>, chớ kiêu ngạo</a:t>
            </a:r>
          </a:p>
          <a:p>
            <a:pPr algn="l" eaLnBrk="1" hangingPunct="1">
              <a:defRPr/>
            </a:pPr>
            <a:r>
              <a:rPr lang="vi-VN" altLang="en-US" sz="8500" b="1" dirty="0">
                <a:solidFill>
                  <a:srgbClr val="FF0000"/>
                </a:solidFill>
                <a:latin typeface="Times New Roman" panose="02020603050405020304" pitchFamily="18" charset="0"/>
                <a:cs typeface="Times New Roman" panose="02020603050405020304" pitchFamily="18" charset="0"/>
              </a:rPr>
              <a:t>Thứ hai: </a:t>
            </a:r>
            <a:r>
              <a:rPr lang="vi-VN" altLang="en-US" sz="8500" b="1" dirty="0">
                <a:solidFill>
                  <a:schemeClr val="tx1"/>
                </a:solidFill>
                <a:latin typeface="Times New Roman" panose="02020603050405020304" pitchFamily="18" charset="0"/>
                <a:cs typeface="Times New Roman" panose="02020603050405020304" pitchFamily="18" charset="0"/>
              </a:rPr>
              <a:t>Rộng rãi, chớ hà tiện</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2B9A6706-C428-3E6A-5662-C680C893E988}"/>
              </a:ext>
            </a:extLst>
          </p:cNvPr>
          <p:cNvSpPr>
            <a:spLocks noGrp="1" noChangeArrowheads="1"/>
          </p:cNvSpPr>
          <p:nvPr>
            <p:ph type="subTitle" idx="1"/>
          </p:nvPr>
        </p:nvSpPr>
        <p:spPr>
          <a:xfrm>
            <a:off x="0" y="0"/>
            <a:ext cx="9144000" cy="5143500"/>
          </a:xfrm>
          <a:solidFill>
            <a:schemeClr val="bg1"/>
          </a:solidFill>
        </p:spPr>
        <p:txBody>
          <a:bodyPr>
            <a:normAutofit fontScale="92500" lnSpcReduction="20000"/>
          </a:bodyPr>
          <a:lstStyle/>
          <a:p>
            <a:pPr algn="just" eaLnBrk="1" hangingPunct="1">
              <a:defRPr/>
            </a:pPr>
            <a:r>
              <a:rPr lang="vi-VN" altLang="en-US" sz="6500" b="1" dirty="0">
                <a:solidFill>
                  <a:srgbClr val="FF0000"/>
                </a:solidFill>
                <a:latin typeface="Times New Roman" panose="02020603050405020304" pitchFamily="18" charset="0"/>
                <a:cs typeface="Times New Roman" panose="02020603050405020304" pitchFamily="18" charset="0"/>
              </a:rPr>
              <a:t>Thứ ba: </a:t>
            </a:r>
            <a:r>
              <a:rPr lang="vi-VN" altLang="en-US" sz="6500" b="1" dirty="0">
                <a:solidFill>
                  <a:schemeClr val="tx1"/>
                </a:solidFill>
                <a:latin typeface="Times New Roman" panose="02020603050405020304" pitchFamily="18" charset="0"/>
                <a:cs typeface="Times New Roman" panose="02020603050405020304" pitchFamily="18" charset="0"/>
              </a:rPr>
              <a:t>Giữ mình sạch sẽ, chớ mê dâm dục</a:t>
            </a:r>
            <a:endParaRPr lang="en-US" altLang="en-US" sz="65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500" b="1" dirty="0">
                <a:solidFill>
                  <a:srgbClr val="FF0000"/>
                </a:solidFill>
                <a:latin typeface="Times New Roman" panose="02020603050405020304" pitchFamily="18" charset="0"/>
                <a:cs typeface="Times New Roman" panose="02020603050405020304" pitchFamily="18" charset="0"/>
              </a:rPr>
              <a:t>Thứ bốn: </a:t>
            </a:r>
            <a:r>
              <a:rPr lang="vi-VN" altLang="en-US" sz="6500" b="1" dirty="0">
                <a:solidFill>
                  <a:schemeClr val="tx1"/>
                </a:solidFill>
                <a:latin typeface="Times New Roman" panose="02020603050405020304" pitchFamily="18" charset="0"/>
                <a:cs typeface="Times New Roman" panose="02020603050405020304" pitchFamily="18" charset="0"/>
              </a:rPr>
              <a:t>Hay nhịn, Chớ hờn giận</a:t>
            </a:r>
            <a:endParaRPr lang="en-US" altLang="en-US" sz="65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500" b="1" dirty="0">
                <a:solidFill>
                  <a:srgbClr val="FF0000"/>
                </a:solidFill>
                <a:latin typeface="Times New Roman" panose="02020603050405020304" pitchFamily="18" charset="0"/>
                <a:cs typeface="Times New Roman" panose="02020603050405020304" pitchFamily="18" charset="0"/>
              </a:rPr>
              <a:t>Thứ năm: </a:t>
            </a:r>
            <a:r>
              <a:rPr lang="vi-VN" altLang="en-US" sz="6500" b="1" dirty="0">
                <a:solidFill>
                  <a:schemeClr val="tx1"/>
                </a:solidFill>
                <a:latin typeface="Times New Roman" panose="02020603050405020304" pitchFamily="18" charset="0"/>
                <a:cs typeface="Times New Roman" panose="02020603050405020304" pitchFamily="18" charset="0"/>
              </a:rPr>
              <a:t>Kiêng bớt, chớ mê ăn uống</a:t>
            </a:r>
          </a:p>
          <a:p>
            <a:pPr eaLnBrk="1" hangingPunct="1">
              <a:defRPr/>
            </a:pPr>
            <a:endParaRPr lang="vi-VN" altLang="en-US" sz="135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vi-VN" altLang="en-US" sz="135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433D330E-1ADA-A91D-179B-B45C0AD17696}"/>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sáu: </a:t>
            </a:r>
            <a:r>
              <a:rPr lang="vi-VN" altLang="en-US" sz="6600" b="1" dirty="0">
                <a:solidFill>
                  <a:schemeClr val="tx1"/>
                </a:solidFill>
                <a:latin typeface="Times New Roman" panose="02020603050405020304" pitchFamily="18" charset="0"/>
                <a:cs typeface="Times New Roman" panose="02020603050405020304" pitchFamily="18" charset="0"/>
              </a:rPr>
              <a:t>Yêu người, chớ ghen ghét</a:t>
            </a: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bảy: </a:t>
            </a:r>
            <a:r>
              <a:rPr lang="vi-VN" altLang="en-US" sz="6600" b="1" dirty="0">
                <a:solidFill>
                  <a:schemeClr val="tx1"/>
                </a:solidFill>
                <a:latin typeface="Times New Roman" panose="02020603050405020304" pitchFamily="18" charset="0"/>
                <a:cs typeface="Times New Roman" panose="02020603050405020304" pitchFamily="18" charset="0"/>
              </a:rPr>
              <a:t>Siêng năng việc Đức Chúa Trời, chớ làm biếng</a:t>
            </a: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29CBAD3-9A59-1290-3F2E-48D6B157815B}"/>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495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Phước</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Thật</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Tám</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Mối</a:t>
            </a:r>
            <a:endParaRPr lang="en-US" altLang="en-US"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nhất:</a:t>
            </a:r>
            <a:r>
              <a:rPr lang="vi-VN" altLang="en-US" sz="600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6000" b="1" dirty="0">
                <a:solidFill>
                  <a:schemeClr val="tx1"/>
                </a:solidFill>
                <a:latin typeface="Times New Roman" panose="02020603050405020304" pitchFamily="18" charset="0"/>
                <a:cs typeface="Times New Roman" panose="02020603050405020304" pitchFamily="18" charset="0"/>
              </a:rPr>
              <a:t>Ai có lòng khó khăn, ấy là </a:t>
            </a:r>
            <a:r>
              <a:rPr lang="vi-VN" altLang="en-US" sz="6000" b="1" dirty="0" err="1">
                <a:solidFill>
                  <a:schemeClr val="tx1"/>
                </a:solidFill>
                <a:latin typeface="Times New Roman" panose="02020603050405020304" pitchFamily="18" charset="0"/>
                <a:cs typeface="Times New Roman" panose="02020603050405020304" pitchFamily="18" charset="0"/>
              </a:rPr>
              <a:t>ph</a:t>
            </a:r>
            <a:r>
              <a:rPr lang="en-US" altLang="en-US" sz="6000" b="1" dirty="0" err="1">
                <a:solidFill>
                  <a:schemeClr val="tx1"/>
                </a:solidFill>
                <a:latin typeface="Times New Roman" panose="02020603050405020304" pitchFamily="18" charset="0"/>
                <a:cs typeface="Times New Roman" panose="02020603050405020304" pitchFamily="18" charset="0"/>
              </a:rPr>
              <a:t>úc</a:t>
            </a:r>
            <a:r>
              <a:rPr lang="vi-VN" altLang="en-US" sz="6000" b="1" dirty="0">
                <a:solidFill>
                  <a:schemeClr val="tx1"/>
                </a:solidFill>
                <a:latin typeface="Times New Roman" panose="02020603050405020304" pitchFamily="18" charset="0"/>
                <a:cs typeface="Times New Roman" panose="02020603050405020304" pitchFamily="18" charset="0"/>
              </a:rPr>
              <a:t> thật, vì chưng nước Đức Chúa Trời là của mình vậy.</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24DA8356-44F2-FA16-4947-37F52C5817CB}"/>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hai: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hiền lành, ấy là </a:t>
            </a:r>
            <a:r>
              <a:rPr lang="vi-VN" altLang="en-US" sz="7200" b="1" dirty="0" err="1">
                <a:solidFill>
                  <a:schemeClr val="tx1"/>
                </a:solidFill>
                <a:latin typeface="Times New Roman" panose="02020603050405020304" pitchFamily="18" charset="0"/>
                <a:cs typeface="Times New Roman" panose="02020603050405020304" pitchFamily="18" charset="0"/>
              </a:rPr>
              <a:t>ph</a:t>
            </a:r>
            <a:r>
              <a:rPr lang="en-US" altLang="en-US" sz="7200" b="1" dirty="0" err="1">
                <a:solidFill>
                  <a:schemeClr val="tx1"/>
                </a:solidFill>
                <a:latin typeface="Times New Roman" panose="02020603050405020304" pitchFamily="18" charset="0"/>
                <a:cs typeface="Times New Roman" panose="02020603050405020304" pitchFamily="18" charset="0"/>
              </a:rPr>
              <a:t>úc</a:t>
            </a:r>
            <a:r>
              <a:rPr lang="vi-VN" altLang="en-US" sz="7200" b="1" dirty="0">
                <a:solidFill>
                  <a:schemeClr val="tx1"/>
                </a:solidFill>
                <a:latin typeface="Times New Roman" panose="02020603050405020304" pitchFamily="18" charset="0"/>
                <a:cs typeface="Times New Roman" panose="02020603050405020304" pitchFamily="18" charset="0"/>
              </a:rPr>
              <a:t> thật, vì chưng sẽ được đất Đức Chúa Trời làm của mình vậy.</a:t>
            </a:r>
            <a:endParaRPr lang="en-US" altLang="en-US" sz="16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ubtitle 2">
            <a:extLst>
              <a:ext uri="{FF2B5EF4-FFF2-40B4-BE49-F238E27FC236}">
                <a16:creationId xmlns:a16="http://schemas.microsoft.com/office/drawing/2014/main" id="{7897A9CE-D9A3-DFCA-186C-54A0F3C6308C}"/>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vi-VN" altLang="en-US" sz="8000" b="1" dirty="0">
                <a:solidFill>
                  <a:srgbClr val="FF0000"/>
                </a:solidFill>
                <a:latin typeface="Times New Roman" panose="02020603050405020304" pitchFamily="18" charset="0"/>
                <a:cs typeface="Times New Roman" panose="02020603050405020304" pitchFamily="18" charset="0"/>
              </a:rPr>
              <a:t>Thứ ba:</a:t>
            </a:r>
            <a:r>
              <a:rPr lang="vi-VN" altLang="en-US" sz="8000" b="1" dirty="0">
                <a:solidFill>
                  <a:srgbClr val="FFC000"/>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Ai khóc lóc, ấy là phúc thật, vì chưng sẽ được yên ủi vậy.</a:t>
            </a:r>
            <a:endParaRPr lang="en-US" altLang="en-US" sz="18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ubtitle 2">
            <a:extLst>
              <a:ext uri="{FF2B5EF4-FFF2-40B4-BE49-F238E27FC236}">
                <a16:creationId xmlns:a16="http://schemas.microsoft.com/office/drawing/2014/main" id="{1F9C0583-6028-786C-0F2C-B6F74164672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vi-VN" altLang="en-US" sz="7200" b="1" dirty="0">
                <a:solidFill>
                  <a:srgbClr val="FF0000"/>
                </a:solidFill>
                <a:latin typeface="Times New Roman" panose="02020603050405020304" pitchFamily="18" charset="0"/>
                <a:cs typeface="Times New Roman" panose="02020603050405020304" pitchFamily="18" charset="0"/>
              </a:rPr>
              <a:t>Thứ bốn:</a:t>
            </a:r>
            <a:r>
              <a:rPr lang="vi-VN" altLang="en-US" sz="7200" b="1" dirty="0">
                <a:solidFill>
                  <a:srgbClr val="FFC000"/>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khao khát nhân đức trọn lành, ấy là phúc thật, vì chưng sẽ được no đủ vậy.</a:t>
            </a:r>
            <a:endParaRPr lang="en-US" altLang="en-US" sz="16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8CAC1D55-A1D3-AA61-1F0B-406CD71DF7FD}"/>
              </a:ext>
            </a:extLst>
          </p:cNvPr>
          <p:cNvSpPr>
            <a:spLocks noGrp="1" noChangeArrowheads="1"/>
          </p:cNvSpPr>
          <p:nvPr>
            <p:ph type="subTitle" idx="1"/>
          </p:nvPr>
        </p:nvSpPr>
        <p:spPr>
          <a:xfrm>
            <a:off x="0" y="0"/>
            <a:ext cx="9144000" cy="5143500"/>
          </a:xfrm>
          <a:solidFill>
            <a:schemeClr val="bg1"/>
          </a:solidFill>
        </p:spPr>
        <p:txBody>
          <a:bodyPr>
            <a:normAutofit fontScale="92500"/>
          </a:bodyPr>
          <a:lstStyle/>
          <a:p>
            <a:pPr algn="just" eaLnBrk="1" hangingPunct="1">
              <a:defRPr/>
            </a:pPr>
            <a:r>
              <a:rPr lang="vi-VN" altLang="en-US" sz="8000" b="1" dirty="0">
                <a:solidFill>
                  <a:srgbClr val="FF0000"/>
                </a:solidFill>
                <a:latin typeface="Times New Roman" panose="02020603050405020304" pitchFamily="18" charset="0"/>
                <a:cs typeface="Times New Roman" panose="02020603050405020304" pitchFamily="18" charset="0"/>
              </a:rPr>
              <a:t>Thứ năm:</a:t>
            </a:r>
            <a:r>
              <a:rPr lang="vi-VN" altLang="en-US" sz="8000" b="1" dirty="0">
                <a:solidFill>
                  <a:srgbClr val="FFC000"/>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Ai thương xót người, ấy là phúc thật, vì chưng mình sẽ được thương xót vậy.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4999B0E5-5D06-2694-2C01-33327C15E3DC}"/>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sáu:</a:t>
            </a:r>
            <a:r>
              <a:rPr lang="vi-VN" altLang="en-US" sz="7200" b="1" dirty="0">
                <a:solidFill>
                  <a:srgbClr val="FFC000"/>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giữ lòng sạch sẽ, ấy là phúc thật, vì chưng sẽ được thấy mặt Đức Chúa Trời vậy.</a:t>
            </a: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0EBC0F20-DD81-3105-D8C6-A7937474A117}"/>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bảy:</a:t>
            </a:r>
            <a:r>
              <a:rPr lang="vi-VN" altLang="en-US" sz="6600" b="1" dirty="0">
                <a:solidFill>
                  <a:schemeClr val="tx1"/>
                </a:solidFill>
                <a:latin typeface="Times New Roman" panose="02020603050405020304" pitchFamily="18" charset="0"/>
                <a:cs typeface="Times New Roman" panose="02020603050405020304" pitchFamily="18" charset="0"/>
              </a:rPr>
              <a:t>	Ai làm cho người hòa thuận, ấy là phúc thật, vì chưng sẽ được gọi là con Đức Chúa Trời vậy.</a:t>
            </a:r>
          </a:p>
          <a:p>
            <a:pPr eaLnBrk="1" hangingPunct="1">
              <a:defRPr/>
            </a:pPr>
            <a:endParaRPr lang="en-US" altLang="en-US" sz="14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ubtitle 2">
            <a:extLst>
              <a:ext uri="{FF2B5EF4-FFF2-40B4-BE49-F238E27FC236}">
                <a16:creationId xmlns:a16="http://schemas.microsoft.com/office/drawing/2014/main" id="{E52F8858-16E8-FD5D-17B5-C5641CE3D4ED}"/>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tám:</a:t>
            </a:r>
            <a:r>
              <a:rPr lang="vi-VN" altLang="en-US" sz="6600" b="1" dirty="0">
                <a:solidFill>
                  <a:srgbClr val="FFC000"/>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Ai chịu khốn nạn vì đạo ngay, ấy là phúc thật, vì chưng nước Đức Chúa Trời là của mình vậy.</a:t>
            </a:r>
          </a:p>
          <a:p>
            <a:pPr eaLnBrk="1" hangingPunct="1">
              <a:defRPr/>
            </a:pPr>
            <a:endParaRPr lang="en-US" altLang="en-US" sz="14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ubtitle 2">
            <a:extLst>
              <a:ext uri="{FF2B5EF4-FFF2-40B4-BE49-F238E27FC236}">
                <a16:creationId xmlns:a16="http://schemas.microsoft.com/office/drawing/2014/main" id="{8B071663-4B6E-994B-582A-6E6D92613C37}"/>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500" b="1" dirty="0">
                <a:solidFill>
                  <a:srgbClr val="FF0000"/>
                </a:solidFill>
                <a:latin typeface="Times New Roman" panose="02020603050405020304" pitchFamily="18" charset="0"/>
                <a:cs typeface="Times New Roman" panose="02020603050405020304" pitchFamily="18" charset="0"/>
              </a:rPr>
              <a:t>KINH </a:t>
            </a:r>
            <a:r>
              <a:rPr lang="en-US" altLang="en-US" sz="4500" b="1" dirty="0" err="1">
                <a:solidFill>
                  <a:srgbClr val="FF0000"/>
                </a:solidFill>
                <a:latin typeface="Times New Roman" panose="02020603050405020304" pitchFamily="18" charset="0"/>
                <a:cs typeface="Times New Roman" panose="02020603050405020304" pitchFamily="18" charset="0"/>
              </a:rPr>
              <a:t>NĂM</a:t>
            </a:r>
            <a:r>
              <a:rPr lang="en-US" altLang="en-US" sz="4500" b="1" dirty="0">
                <a:solidFill>
                  <a:srgbClr val="FF0000"/>
                </a:solidFill>
                <a:latin typeface="Times New Roman" panose="02020603050405020304" pitchFamily="18" charset="0"/>
                <a:cs typeface="Times New Roman" panose="02020603050405020304" pitchFamily="18" charset="0"/>
              </a:rPr>
              <a:t> THÁNH 2025</a:t>
            </a:r>
            <a:endParaRPr lang="en-US" altLang="en-US" sz="1650" b="1" dirty="0">
              <a:solidFill>
                <a:srgbClr val="FFC000"/>
              </a:solidFill>
              <a:latin typeface="Times New Roman" panose="02020603050405020304" pitchFamily="18" charset="0"/>
              <a:cs typeface="Times New Roman" panose="02020603050405020304" pitchFamily="18" charset="0"/>
            </a:endParaRPr>
          </a:p>
          <a:p>
            <a:pPr algn="l" eaLnBrk="1" hangingPunct="1">
              <a:defRPr/>
            </a:pPr>
            <a:r>
              <a:rPr lang="vi-VN" altLang="en-US" sz="7600" b="1" dirty="0">
                <a:solidFill>
                  <a:schemeClr val="tx1"/>
                </a:solidFill>
                <a:latin typeface="Times New Roman" panose="02020603050405020304" pitchFamily="18" charset="0"/>
                <a:cs typeface="Times New Roman" panose="02020603050405020304" pitchFamily="18" charset="0"/>
              </a:rPr>
              <a:t>Lạy Cha trên trời,</a:t>
            </a:r>
            <a:r>
              <a:rPr lang="en-US"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a:solidFill>
                  <a:schemeClr val="tx1"/>
                </a:solidFill>
                <a:latin typeface="Times New Roman" panose="02020603050405020304" pitchFamily="18" charset="0"/>
                <a:cs typeface="Times New Roman" panose="02020603050405020304" pitchFamily="18" charset="0"/>
              </a:rPr>
              <a:t>Xin cho ơn đức tin mà Cha ban tặng chúng con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trong</a:t>
            </a:r>
            <a:r>
              <a:rPr lang="en-US" altLang="en-US" sz="7600" b="1" dirty="0">
                <a:solidFill>
                  <a:schemeClr val="tx1"/>
                </a:solidFill>
                <a:latin typeface="Times New Roman" panose="02020603050405020304" pitchFamily="18" charset="0"/>
                <a:cs typeface="Times New Roman" panose="02020603050405020304" pitchFamily="18" charset="0"/>
              </a:rPr>
              <a:t> Chúa </a:t>
            </a:r>
            <a:r>
              <a:rPr lang="en-US" altLang="en-US" sz="7600" b="1" dirty="0" err="1">
                <a:solidFill>
                  <a:schemeClr val="tx1"/>
                </a:solidFill>
                <a:latin typeface="Times New Roman" panose="02020603050405020304" pitchFamily="18" charset="0"/>
                <a:cs typeface="Times New Roman" panose="02020603050405020304" pitchFamily="18" charset="0"/>
              </a:rPr>
              <a:t>Giêsu</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Kitô</a:t>
            </a:r>
            <a:r>
              <a:rPr lang="en-US" altLang="en-US" sz="7600" b="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37EAD-4D4E-47CF-D907-8BABDC00951F}"/>
            </a:ext>
          </a:extLst>
        </p:cNvPr>
        <p:cNvGrpSpPr/>
        <p:nvPr/>
      </p:nvGrpSpPr>
      <p:grpSpPr>
        <a:xfrm>
          <a:off x="0" y="0"/>
          <a:ext cx="0" cy="0"/>
          <a:chOff x="0" y="0"/>
          <a:chExt cx="0" cy="0"/>
        </a:xfrm>
      </p:grpSpPr>
      <p:sp>
        <p:nvSpPr>
          <p:cNvPr id="101378" name="Subtitle 2">
            <a:extLst>
              <a:ext uri="{FF2B5EF4-FFF2-40B4-BE49-F238E27FC236}">
                <a16:creationId xmlns:a16="http://schemas.microsoft.com/office/drawing/2014/main" id="{E8B5C425-1613-646D-3D74-69D65365668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Con Cha và Anh của chúng con,</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cùng ngọn lửa đức ái được thắp lên trong tâm hồn chúng con/</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60788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ubtitle 2">
            <a:extLst>
              <a:ext uri="{FF2B5EF4-FFF2-40B4-BE49-F238E27FC236}">
                <a16:creationId xmlns:a16="http://schemas.microsoft.com/office/drawing/2014/main" id="{8A50B797-F9AB-BABB-1B40-19BCA9033AB2}"/>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vi-VN" altLang="en-US" sz="7000" b="1" dirty="0">
                <a:solidFill>
                  <a:schemeClr val="tx1"/>
                </a:solidFill>
                <a:latin typeface="Times New Roman" panose="02020603050405020304" pitchFamily="18" charset="0"/>
                <a:cs typeface="Times New Roman" panose="02020603050405020304" pitchFamily="18" charset="0"/>
              </a:rPr>
              <a:t>bởi Chúa Thánh Thần, khơi dậy trong chúng con/ niềm hy vọng hồng phúc hướng về Nước Cha trị đến.</a:t>
            </a:r>
            <a:endParaRPr lang="en-US" altLang="en-US" sz="7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ubtitle 2">
            <a:extLst>
              <a:ext uri="{FF2B5EF4-FFF2-40B4-BE49-F238E27FC236}">
                <a16:creationId xmlns:a16="http://schemas.microsoft.com/office/drawing/2014/main" id="{05CAE2DE-B2EC-A655-F166-350C09BD743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r>
              <a:rPr lang="vi-VN" altLang="en-US" sz="6800" b="1" dirty="0">
                <a:solidFill>
                  <a:schemeClr val="tx1"/>
                </a:solidFill>
                <a:latin typeface="Times New Roman" panose="02020603050405020304" pitchFamily="18" charset="0"/>
                <a:cs typeface="Times New Roman" panose="02020603050405020304" pitchFamily="18" charset="0"/>
              </a:rPr>
              <a:t>Xin ân sủng Cha biến đổi chúng con</a:t>
            </a:r>
            <a:r>
              <a:rPr lang="en-US" altLang="en-US" sz="6800" b="1" dirty="0">
                <a:solidFill>
                  <a:schemeClr val="tx1"/>
                </a:solidFill>
                <a:latin typeface="Times New Roman" panose="02020603050405020304" pitchFamily="18" charset="0"/>
                <a:cs typeface="Times New Roman" panose="02020603050405020304" pitchFamily="18" charset="0"/>
              </a:rPr>
              <a:t>/ </a:t>
            </a:r>
            <a:r>
              <a:rPr lang="vi-VN" altLang="en-US" sz="6800" b="1" dirty="0">
                <a:solidFill>
                  <a:schemeClr val="tx1"/>
                </a:solidFill>
                <a:latin typeface="Times New Roman" panose="02020603050405020304" pitchFamily="18" charset="0"/>
                <a:cs typeface="Times New Roman" panose="02020603050405020304" pitchFamily="18" charset="0"/>
              </a:rPr>
              <a:t>thành những người miệt mài vun trồng hạt giống Tin Mừng.</a:t>
            </a:r>
            <a:endParaRPr lang="en-US" altLang="en-US" sz="68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ubtitle 2">
            <a:extLst>
              <a:ext uri="{FF2B5EF4-FFF2-40B4-BE49-F238E27FC236}">
                <a16:creationId xmlns:a16="http://schemas.microsoft.com/office/drawing/2014/main" id="{1084ADDA-DAB6-AF8E-BD14-B16348A1FBD9}"/>
              </a:ext>
            </a:extLst>
          </p:cNvPr>
          <p:cNvSpPr>
            <a:spLocks noGrp="1" noChangeArrowheads="1"/>
          </p:cNvSpPr>
          <p:nvPr>
            <p:ph type="subTitle" idx="1"/>
          </p:nvPr>
        </p:nvSpPr>
        <p:spPr>
          <a:xfrm>
            <a:off x="0" y="246742"/>
            <a:ext cx="9144000" cy="4896757"/>
          </a:xfrm>
          <a:solidFill>
            <a:schemeClr val="bg1"/>
          </a:solidFill>
        </p:spPr>
        <p:txBody>
          <a:bodyPr>
            <a:noAutofit/>
          </a:bodyPr>
          <a:lstStyle/>
          <a:p>
            <a:pPr algn="just" eaLnBrk="1" hangingPunct="1"/>
            <a:r>
              <a:rPr lang="vi-VN" altLang="en-US" sz="7300" b="1" dirty="0">
                <a:solidFill>
                  <a:schemeClr val="tx1"/>
                </a:solidFill>
                <a:latin typeface="Times New Roman" panose="02020603050405020304" pitchFamily="18" charset="0"/>
                <a:cs typeface="Times New Roman" panose="02020603050405020304" pitchFamily="18" charset="0"/>
              </a:rPr>
              <a:t>Ước gì những hạt giống ấy</a:t>
            </a:r>
            <a:r>
              <a:rPr lang="en-US" altLang="en-US" sz="7300" b="1" dirty="0">
                <a:solidFill>
                  <a:schemeClr val="tx1"/>
                </a:solidFill>
                <a:latin typeface="Times New Roman" panose="02020603050405020304" pitchFamily="18" charset="0"/>
                <a:cs typeface="Times New Roman" panose="02020603050405020304" pitchFamily="18" charset="0"/>
              </a:rPr>
              <a:t>/ </a:t>
            </a:r>
            <a:r>
              <a:rPr lang="vi-VN" altLang="en-US" sz="7300" b="1" dirty="0">
                <a:solidFill>
                  <a:schemeClr val="tx1"/>
                </a:solidFill>
                <a:latin typeface="Times New Roman" panose="02020603050405020304" pitchFamily="18" charset="0"/>
                <a:cs typeface="Times New Roman" panose="02020603050405020304" pitchFamily="18" charset="0"/>
              </a:rPr>
              <a:t>biến đổi từ bên trong nhân loại và toàn thể vũ trụ này,</a:t>
            </a:r>
            <a:endParaRPr lang="en-US" altLang="en-US" sz="73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9CDFB-00FD-BE53-37E3-7AFA361C9612}"/>
            </a:ext>
          </a:extLst>
        </p:cNvPr>
        <p:cNvGrpSpPr/>
        <p:nvPr/>
      </p:nvGrpSpPr>
      <p:grpSpPr>
        <a:xfrm>
          <a:off x="0" y="0"/>
          <a:ext cx="0" cy="0"/>
          <a:chOff x="0" y="0"/>
          <a:chExt cx="0" cy="0"/>
        </a:xfrm>
      </p:grpSpPr>
      <p:sp>
        <p:nvSpPr>
          <p:cNvPr id="102402" name="Subtitle 2">
            <a:extLst>
              <a:ext uri="{FF2B5EF4-FFF2-40B4-BE49-F238E27FC236}">
                <a16:creationId xmlns:a16="http://schemas.microsoft.com/office/drawing/2014/main" id="{48725B39-9AEA-3831-39AD-A3C80A34459D}"/>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7200" b="1" dirty="0" err="1">
                <a:solidFill>
                  <a:schemeClr val="tx1"/>
                </a:solidFill>
                <a:latin typeface="Times New Roman" panose="02020603050405020304" pitchFamily="18" charset="0"/>
                <a:cs typeface="Times New Roman" panose="02020603050405020304" pitchFamily="18" charset="0"/>
              </a:rPr>
              <a:t>trong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khi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vững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lòng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mong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đợi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mới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đất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mới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lúc</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mà</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quyền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lực</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Sự</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Dữ</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sẽ</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bị</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đánh</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bại</a:t>
            </a:r>
            <a:r>
              <a:rPr lang="en-US" altLang="en-US" sz="72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0154421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Subtitle 2">
            <a:extLst>
              <a:ext uri="{FF2B5EF4-FFF2-40B4-BE49-F238E27FC236}">
                <a16:creationId xmlns:a16="http://schemas.microsoft.com/office/drawing/2014/main" id="{4757C4C1-B1EF-BBE0-782B-EA4BAADC21D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en-US" altLang="en-US" sz="7200" b="1" dirty="0" err="1">
                <a:solidFill>
                  <a:schemeClr val="tx1"/>
                </a:solidFill>
                <a:latin typeface="Times New Roman" panose="02020603050405020304" pitchFamily="18" charset="0"/>
                <a:cs typeface="Times New Roman" panose="02020603050405020304" pitchFamily="18" charset="0"/>
              </a:rPr>
              <a:t>và</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vinh</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quang</a:t>
            </a:r>
            <a:r>
              <a:rPr lang="en-US" altLang="en-US" sz="7200" b="1" dirty="0">
                <a:solidFill>
                  <a:schemeClr val="tx1"/>
                </a:solidFill>
                <a:latin typeface="Times New Roman" panose="02020603050405020304" pitchFamily="18" charset="0"/>
                <a:cs typeface="Times New Roman" panose="02020603050405020304" pitchFamily="18" charset="0"/>
              </a:rPr>
              <a:t> Cha </a:t>
            </a:r>
            <a:r>
              <a:rPr lang="en-US" altLang="en-US" sz="7200" b="1" dirty="0" err="1">
                <a:solidFill>
                  <a:schemeClr val="tx1"/>
                </a:solidFill>
                <a:latin typeface="Times New Roman" panose="02020603050405020304" pitchFamily="18" charset="0"/>
                <a:cs typeface="Times New Roman" panose="02020603050405020304" pitchFamily="18" charset="0"/>
              </a:rPr>
              <a:t>sẽ</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chiếu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sáng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muôn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Xin cho ân sủng của Năm Thánh này/ khơi dậy trong chúng con,</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15E12-9916-732B-C01A-11C9DE3A8488}"/>
            </a:ext>
          </a:extLst>
        </p:cNvPr>
        <p:cNvGrpSpPr/>
        <p:nvPr/>
      </p:nvGrpSpPr>
      <p:grpSpPr>
        <a:xfrm>
          <a:off x="0" y="0"/>
          <a:ext cx="0" cy="0"/>
          <a:chOff x="0" y="0"/>
          <a:chExt cx="0" cy="0"/>
        </a:xfrm>
      </p:grpSpPr>
      <p:sp>
        <p:nvSpPr>
          <p:cNvPr id="118786" name="Subtitle 2">
            <a:extLst>
              <a:ext uri="{FF2B5EF4-FFF2-40B4-BE49-F238E27FC236}">
                <a16:creationId xmlns:a16="http://schemas.microsoft.com/office/drawing/2014/main" id="{92D4C300-2034-9AFA-5F60-80E2C8FE73DB}"/>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là </a:t>
            </a:r>
            <a:r>
              <a:rPr lang="vi-VN" altLang="en-US" sz="7500" b="1" dirty="0">
                <a:solidFill>
                  <a:srgbClr val="FF0000"/>
                </a:solidFill>
                <a:latin typeface="Times New Roman" panose="02020603050405020304" pitchFamily="18" charset="0"/>
                <a:cs typeface="Times New Roman" panose="02020603050405020304" pitchFamily="18" charset="0"/>
              </a:rPr>
              <a:t>Những Người Lữ Hành Hy Vọng</a:t>
            </a:r>
            <a:r>
              <a:rPr lang="vi-VN" altLang="en-US" sz="7500" b="1" dirty="0">
                <a:solidFill>
                  <a:schemeClr val="tx1"/>
                </a:solidFill>
                <a:latin typeface="Times New Roman" panose="02020603050405020304" pitchFamily="18" charset="0"/>
                <a:cs typeface="Times New Roman" panose="02020603050405020304" pitchFamily="18" charset="0"/>
              </a:rPr>
              <a:t>,</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niềm</a:t>
            </a:r>
            <a:r>
              <a:rPr lang="en-US" altLang="en-US" sz="7500" b="1" dirty="0">
                <a:solidFill>
                  <a:schemeClr val="tx1"/>
                </a:solidFill>
                <a:latin typeface="Times New Roman" panose="02020603050405020304" pitchFamily="18" charset="0"/>
                <a:cs typeface="Times New Roman" panose="02020603050405020304" pitchFamily="18" charset="0"/>
              </a:rPr>
              <a:t> khao </a:t>
            </a:r>
            <a:r>
              <a:rPr lang="en-US" altLang="en-US" sz="7500" b="1" dirty="0" err="1">
                <a:solidFill>
                  <a:schemeClr val="tx1"/>
                </a:solidFill>
                <a:latin typeface="Times New Roman" panose="02020603050405020304" pitchFamily="18" charset="0"/>
                <a:cs typeface="Times New Roman" panose="02020603050405020304" pitchFamily="18" charset="0"/>
              </a:rPr>
              <a:t>khát</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kho</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tàng</a:t>
            </a:r>
            <a:r>
              <a:rPr lang="en-US" altLang="en-US" sz="7500" b="1" dirty="0">
                <a:solidFill>
                  <a:schemeClr val="tx1"/>
                </a:solidFill>
                <a:latin typeface="Times New Roman" panose="02020603050405020304" pitchFamily="18" charset="0"/>
                <a:cs typeface="Times New Roman" panose="02020603050405020304" pitchFamily="18" charset="0"/>
              </a:rPr>
              <a:t> ở </a:t>
            </a:r>
            <a:r>
              <a:rPr lang="en-US" altLang="en-US" sz="7500" b="1" dirty="0" err="1">
                <a:solidFill>
                  <a:schemeClr val="tx1"/>
                </a:solidFill>
                <a:latin typeface="Times New Roman" panose="02020603050405020304" pitchFamily="18" charset="0"/>
                <a:cs typeface="Times New Roman" panose="02020603050405020304" pitchFamily="18" charset="0"/>
              </a:rPr>
              <a:t>trên</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trời</a:t>
            </a:r>
            <a:r>
              <a:rPr lang="en-US" altLang="en-US" sz="75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30672937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ubtitle 2">
            <a:extLst>
              <a:ext uri="{FF2B5EF4-FFF2-40B4-BE49-F238E27FC236}">
                <a16:creationId xmlns:a16="http://schemas.microsoft.com/office/drawing/2014/main" id="{41602E03-DCD1-488B-D053-47495648D28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6600" b="1" dirty="0" err="1">
                <a:solidFill>
                  <a:schemeClr val="tx1"/>
                </a:solidFill>
                <a:latin typeface="Times New Roman" panose="02020603050405020304" pitchFamily="18" charset="0"/>
                <a:cs typeface="Times New Roman" panose="02020603050405020304" pitchFamily="18" charset="0"/>
              </a:rPr>
              <a:t>Đồng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thời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cũng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làm</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lan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tỏa</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trên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khắp</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thế</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giới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niềm</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vui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sự</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bình</a:t>
            </a:r>
            <a:r>
              <a:rPr lang="en-US" altLang="en-US" sz="6600" b="1" dirty="0">
                <a:solidFill>
                  <a:schemeClr val="tx1"/>
                </a:solidFill>
                <a:latin typeface="Times New Roman" panose="02020603050405020304" pitchFamily="18" charset="0"/>
                <a:cs typeface="Times New Roman" panose="02020603050405020304" pitchFamily="18" charset="0"/>
              </a:rPr>
              <a:t> an </a:t>
            </a:r>
            <a:r>
              <a:rPr lang="en-US" altLang="en-US" sz="6600" b="1" dirty="0" err="1">
                <a:solidFill>
                  <a:schemeClr val="tx1"/>
                </a:solidFill>
                <a:latin typeface="Times New Roman" panose="02020603050405020304" pitchFamily="18" charset="0"/>
                <a:cs typeface="Times New Roman" panose="02020603050405020304" pitchFamily="18" charset="0"/>
              </a:rPr>
              <a:t>của</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Đấng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Cứu</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Chuộc</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chúng</a:t>
            </a:r>
            <a:r>
              <a:rPr lang="en-US" altLang="en-US" sz="6600" b="1" dirty="0">
                <a:solidFill>
                  <a:schemeClr val="tx1"/>
                </a:solidFill>
                <a:latin typeface="Times New Roman" panose="02020603050405020304" pitchFamily="18" charset="0"/>
                <a:cs typeface="Times New Roman" panose="02020603050405020304" pitchFamily="18" charset="0"/>
              </a:rPr>
              <a:t> con.</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ubtitle 2">
            <a:extLst>
              <a:ext uri="{FF2B5EF4-FFF2-40B4-BE49-F238E27FC236}">
                <a16:creationId xmlns:a16="http://schemas.microsoft.com/office/drawing/2014/main" id="{E3BC3CA2-358F-C6F0-6E92-29F63F658DA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6600" b="1" dirty="0">
                <a:solidFill>
                  <a:schemeClr val="tx1"/>
                </a:solidFill>
                <a:latin typeface="Times New Roman" panose="02020603050405020304" pitchFamily="18" charset="0"/>
                <a:cs typeface="Times New Roman" panose="02020603050405020304" pitchFamily="18" charset="0"/>
              </a:rPr>
              <a:t>Xin </a:t>
            </a:r>
            <a:r>
              <a:rPr lang="en-US" altLang="en-US" sz="6600" b="1" dirty="0" err="1">
                <a:solidFill>
                  <a:schemeClr val="tx1"/>
                </a:solidFill>
                <a:latin typeface="Times New Roman" panose="02020603050405020304" pitchFamily="18" charset="0"/>
                <a:cs typeface="Times New Roman" panose="02020603050405020304" pitchFamily="18" charset="0"/>
              </a:rPr>
              <a:t>tôn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vinh</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ngợi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khen</a:t>
            </a:r>
            <a:r>
              <a:rPr lang="en-US" altLang="en-US" sz="6600" b="1" dirty="0">
                <a:solidFill>
                  <a:schemeClr val="tx1"/>
                </a:solidFill>
                <a:latin typeface="Times New Roman" panose="02020603050405020304" pitchFamily="18" charset="0"/>
                <a:cs typeface="Times New Roman" panose="02020603050405020304" pitchFamily="18" charset="0"/>
              </a:rPr>
              <a:t> Cha </a:t>
            </a:r>
            <a:r>
              <a:rPr lang="en-US" altLang="en-US" sz="6600" b="1" dirty="0" err="1">
                <a:solidFill>
                  <a:schemeClr val="tx1"/>
                </a:solidFill>
                <a:latin typeface="Times New Roman" panose="02020603050405020304" pitchFamily="18" charset="0"/>
                <a:cs typeface="Times New Roman" panose="02020603050405020304" pitchFamily="18" charset="0"/>
              </a:rPr>
              <a:t>là</a:t>
            </a:r>
            <a:r>
              <a:rPr lang="en-US" altLang="en-US" sz="6600" b="1" dirty="0">
                <a:solidFill>
                  <a:schemeClr val="tx1"/>
                </a:solidFill>
                <a:latin typeface="Times New Roman" panose="02020603050405020304" pitchFamily="18" charset="0"/>
                <a:cs typeface="Times New Roman" panose="02020603050405020304" pitchFamily="18" charset="0"/>
              </a:rPr>
              <a:t> Thiên Chúa </a:t>
            </a:r>
            <a:r>
              <a:rPr lang="en-US" altLang="en-US" sz="6600" b="1" dirty="0" err="1">
                <a:solidFill>
                  <a:schemeClr val="tx1"/>
                </a:solidFill>
                <a:latin typeface="Times New Roman" panose="02020603050405020304" pitchFamily="18" charset="0"/>
                <a:cs typeface="Times New Roman" panose="02020603050405020304" pitchFamily="18" charset="0"/>
              </a:rPr>
              <a:t>chúng</a:t>
            </a:r>
            <a:r>
              <a:rPr lang="en-US" altLang="en-US" sz="6600" b="1" dirty="0">
                <a:solidFill>
                  <a:schemeClr val="tx1"/>
                </a:solidFill>
                <a:latin typeface="Times New Roman" panose="02020603050405020304" pitchFamily="18" charset="0"/>
                <a:cs typeface="Times New Roman" panose="02020603050405020304" pitchFamily="18" charset="0"/>
              </a:rPr>
              <a:t> con, Cha </a:t>
            </a:r>
            <a:r>
              <a:rPr lang="en-US" altLang="en-US" sz="6600" b="1" dirty="0" err="1">
                <a:solidFill>
                  <a:schemeClr val="tx1"/>
                </a:solidFill>
                <a:latin typeface="Times New Roman" panose="02020603050405020304" pitchFamily="18" charset="0"/>
                <a:cs typeface="Times New Roman" panose="02020603050405020304" pitchFamily="18" charset="0"/>
              </a:rPr>
              <a:t>đáng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chúc</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tụng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mãi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muôn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đời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i="1" dirty="0">
                <a:solidFill>
                  <a:srgbClr val="FF0000"/>
                </a:solidFill>
                <a:latin typeface="Times New Roman" panose="02020603050405020304" pitchFamily="18" charset="0"/>
                <a:cs typeface="Times New Roman" panose="02020603050405020304" pitchFamily="18" charset="0"/>
              </a:rPr>
              <a:t>Amen</a:t>
            </a:r>
            <a:r>
              <a:rPr lang="en-US" altLang="en-US" sz="6600" b="1" i="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4630E-40F5-212A-8A11-D854742DE5B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FB1DC5-5139-DBE3-970A-BD717ADD2B58}"/>
              </a:ext>
            </a:extLst>
          </p:cNvPr>
          <p:cNvSpPr>
            <a:spLocks noGrp="1"/>
          </p:cNvSpPr>
          <p:nvPr>
            <p:ph idx="1"/>
          </p:nvPr>
        </p:nvSpPr>
        <p:spPr/>
        <p:txBody>
          <a:bodyPr/>
          <a:lstStyle/>
          <a:p>
            <a:endParaRPr lang="en-US"/>
          </a:p>
        </p:txBody>
      </p:sp>
      <p:pic>
        <p:nvPicPr>
          <p:cNvPr id="2" name="Picture 2" descr="Có thể là hình ảnh về 5 người và văn bản cho biết 'CHÚA NHAT XVII THƯỠNG NIÊN NĂM C Đức Giêsu dạy CÁCH CÂU NGUYỆN Anh em cũ xin thì sẽ được, CỨ tìm thì sẽ thấy, cứ gõ cua thi sẽ mở cho. (Lc Lc11,113'">
            <a:extLst>
              <a:ext uri="{FF2B5EF4-FFF2-40B4-BE49-F238E27FC236}">
                <a16:creationId xmlns:a16="http://schemas.microsoft.com/office/drawing/2014/main" id="{6B59F61C-ABA9-8B82-80CC-6F9D2E7886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875973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E470A-73A4-ACED-AD55-8AFD1A7368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BFF3E1-A398-C57F-05E0-8697003CC605}"/>
              </a:ext>
            </a:extLst>
          </p:cNvPr>
          <p:cNvSpPr>
            <a:spLocks noGrp="1"/>
          </p:cNvSpPr>
          <p:nvPr>
            <p:ph type="ctrTitle"/>
          </p:nvPr>
        </p:nvSpPr>
        <p:spPr>
          <a:xfrm>
            <a:off x="0" y="0"/>
            <a:ext cx="9144000" cy="5143500"/>
          </a:xfrm>
        </p:spPr>
        <p:txBody>
          <a:bodyPr lIns="91440" tIns="0" rIns="91440" bIns="0" anchor="ctr">
            <a:normAutofit/>
          </a:bodyPr>
          <a:lstStyle/>
          <a:p>
            <a:pPr>
              <a:lnSpc>
                <a:spcPct val="90000"/>
              </a:lnSpc>
            </a:pP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NHẬP</a:t>
            </a:r>
            <a: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ĐI</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VỀ</a:t>
            </a:r>
            <a:b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NHÀ</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CHÚA</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(Ng</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ọc Linh</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55613274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136E7-C973-93C9-3D8C-9AECABA481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CBC937-DFF0-1BB1-6D59-640CEB463240}"/>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just"/>
            <a:r>
              <a:rPr lang="en-US" sz="9000" b="1" dirty="0">
                <a:effectLst/>
                <a:latin typeface="Times New Roman" panose="02020603050405020304" pitchFamily="18" charset="0"/>
                <a:cs typeface="Times New Roman" panose="02020603050405020304" pitchFamily="18" charset="0"/>
              </a:rPr>
              <a:t>1. </a:t>
            </a:r>
            <a:r>
              <a:rPr lang="en-US" sz="9000" b="1" dirty="0" err="1">
                <a:effectLst/>
                <a:latin typeface="Times New Roman" panose="02020603050405020304" pitchFamily="18" charset="0"/>
                <a:cs typeface="Times New Roman" panose="02020603050405020304" pitchFamily="18" charset="0"/>
              </a:rPr>
              <a:t>Đi</a:t>
            </a:r>
            <a:r>
              <a:rPr lang="en-US" sz="9000" b="1" dirty="0">
                <a:effectLst/>
                <a:latin typeface="Times New Roman" panose="02020603050405020304" pitchFamily="18" charset="0"/>
                <a:cs typeface="Times New Roman" panose="02020603050405020304" pitchFamily="18" charset="0"/>
              </a:rPr>
              <a:t> </a:t>
            </a:r>
            <a:r>
              <a:rPr lang="en-US" sz="9000" b="1" dirty="0" err="1">
                <a:effectLst/>
                <a:latin typeface="Times New Roman" panose="02020603050405020304" pitchFamily="18" charset="0"/>
                <a:cs typeface="Times New Roman" panose="02020603050405020304" pitchFamily="18" charset="0"/>
              </a:rPr>
              <a:t>về</a:t>
            </a:r>
            <a:r>
              <a:rPr lang="en-US" sz="9000" b="1" dirty="0">
                <a:effectLst/>
                <a:latin typeface="Times New Roman" panose="02020603050405020304" pitchFamily="18" charset="0"/>
                <a:cs typeface="Times New Roman" panose="02020603050405020304" pitchFamily="18" charset="0"/>
              </a:rPr>
              <a:t> </a:t>
            </a:r>
            <a:r>
              <a:rPr lang="en-US" sz="9000" b="1" dirty="0" err="1">
                <a:effectLst/>
                <a:latin typeface="Times New Roman" panose="02020603050405020304" pitchFamily="18" charset="0"/>
                <a:cs typeface="Times New Roman" panose="02020603050405020304" pitchFamily="18" charset="0"/>
              </a:rPr>
              <a:t>nhà</a:t>
            </a:r>
            <a:r>
              <a:rPr lang="en-US" sz="9000" b="1" dirty="0">
                <a:effectLst/>
                <a:latin typeface="Times New Roman" panose="02020603050405020304" pitchFamily="18" charset="0"/>
                <a:cs typeface="Times New Roman" panose="02020603050405020304" pitchFamily="18" charset="0"/>
              </a:rPr>
              <a:t> Chúa bao </a:t>
            </a:r>
            <a:r>
              <a:rPr lang="en-US" sz="9000" b="1" dirty="0" err="1">
                <a:effectLst/>
                <a:latin typeface="Times New Roman" panose="02020603050405020304" pitchFamily="18" charset="0"/>
                <a:cs typeface="Times New Roman" panose="02020603050405020304" pitchFamily="18" charset="0"/>
              </a:rPr>
              <a:t>năm</a:t>
            </a:r>
            <a:r>
              <a:rPr lang="en-US" sz="9000" b="1" dirty="0">
                <a:effectLst/>
                <a:latin typeface="Times New Roman" panose="02020603050405020304" pitchFamily="18" charset="0"/>
                <a:cs typeface="Times New Roman" panose="02020603050405020304" pitchFamily="18" charset="0"/>
              </a:rPr>
              <a:t> </a:t>
            </a:r>
            <a:r>
              <a:rPr lang="en-US" sz="9000" b="1" dirty="0" err="1">
                <a:effectLst/>
                <a:latin typeface="Times New Roman" panose="02020603050405020304" pitchFamily="18" charset="0"/>
                <a:cs typeface="Times New Roman" panose="02020603050405020304" pitchFamily="18" charset="0"/>
              </a:rPr>
              <a:t>cách</a:t>
            </a:r>
            <a:r>
              <a:rPr lang="en-US" sz="9000" b="1" dirty="0">
                <a:effectLst/>
                <a:latin typeface="Times New Roman" panose="02020603050405020304" pitchFamily="18" charset="0"/>
                <a:cs typeface="Times New Roman" panose="02020603050405020304" pitchFamily="18" charset="0"/>
              </a:rPr>
              <a:t> xa </a:t>
            </a:r>
            <a:r>
              <a:rPr lang="en-US" sz="9000" b="1" dirty="0" err="1">
                <a:effectLst/>
                <a:latin typeface="Times New Roman" panose="02020603050405020304" pitchFamily="18" charset="0"/>
                <a:cs typeface="Times New Roman" panose="02020603050405020304" pitchFamily="18" charset="0"/>
              </a:rPr>
              <a:t>nhan</a:t>
            </a:r>
            <a:r>
              <a:rPr lang="en-US" sz="9000" b="1" dirty="0">
                <a:effectLst/>
                <a:latin typeface="Times New Roman" panose="02020603050405020304" pitchFamily="18" charset="0"/>
                <a:cs typeface="Times New Roman" panose="02020603050405020304" pitchFamily="18" charset="0"/>
              </a:rPr>
              <a:t> </a:t>
            </a:r>
            <a:r>
              <a:rPr lang="en-US" sz="9000" b="1" dirty="0" err="1">
                <a:effectLst/>
                <a:latin typeface="Times New Roman" panose="02020603050405020304" pitchFamily="18" charset="0"/>
                <a:cs typeface="Times New Roman" panose="02020603050405020304" pitchFamily="18" charset="0"/>
              </a:rPr>
              <a:t>Ngài</a:t>
            </a:r>
            <a:r>
              <a:rPr lang="en-US" sz="9000" b="1" dirty="0">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33944081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16C7B-370C-D8E3-155B-0EDBED2BC2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508D6D-BA35-0048-D994-EBF3DC1D95DB}"/>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just"/>
            <a:r>
              <a:rPr lang="vi-VN" sz="9000" b="1" dirty="0">
                <a:effectLst/>
                <a:latin typeface="Times New Roman (Headings)"/>
                <a:cs typeface="Arial" panose="020B0604020202020204" pitchFamily="34" charset="0"/>
              </a:rPr>
              <a:t>Đi về nhà Chúa tâm tư sướng vui ngợp trời.</a:t>
            </a:r>
            <a:endParaRPr lang="en-US" sz="9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79067651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E91C6-1598-AAEA-621F-58E0C8AF80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0A59C4-6366-1237-495F-AC31FA5E47EA}"/>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just"/>
            <a:r>
              <a:rPr lang="vi-VN" sz="9000" b="1" dirty="0">
                <a:effectLst/>
                <a:latin typeface="Times New Roman (Headings)"/>
                <a:cs typeface="Arial" panose="020B0604020202020204" pitchFamily="34" charset="0"/>
              </a:rPr>
              <a:t>Đi về nhà Chúa bao nhiêu mến thương đầy vơi.</a:t>
            </a:r>
            <a:endParaRPr lang="en-US" sz="9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12885210"/>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B44FC-4D23-242A-FFDF-FBF661EC60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4AC3ED-4CD9-AD73-FF1D-77BA032B1B1E}"/>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just"/>
            <a:r>
              <a:rPr lang="en-US" sz="9000" b="1" dirty="0" err="1">
                <a:effectLst/>
                <a:latin typeface="Times New Roman (Headings)"/>
                <a:cs typeface="Arial" panose="020B0604020202020204" pitchFamily="34" charset="0"/>
              </a:rPr>
              <a:t>Đi</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về</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nhà</a:t>
            </a:r>
            <a:r>
              <a:rPr lang="en-US" sz="9000" b="1" dirty="0">
                <a:effectLst/>
                <a:latin typeface="Times New Roman (Headings)"/>
                <a:cs typeface="Arial" panose="020B0604020202020204" pitchFamily="34" charset="0"/>
              </a:rPr>
              <a:t> Chúa </a:t>
            </a:r>
            <a:r>
              <a:rPr lang="en-US" sz="9000" b="1" dirty="0" err="1">
                <a:effectLst/>
                <a:latin typeface="Times New Roman (Headings)"/>
                <a:cs typeface="Arial" panose="020B0604020202020204" pitchFamily="34" charset="0"/>
              </a:rPr>
              <a:t>dâng</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lên</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khúc</a:t>
            </a:r>
            <a:r>
              <a:rPr lang="en-US" sz="9000" b="1" dirty="0">
                <a:effectLst/>
                <a:latin typeface="Times New Roman (Headings)"/>
                <a:cs typeface="Arial" panose="020B0604020202020204" pitchFamily="34" charset="0"/>
              </a:rPr>
              <a:t> ca </a:t>
            </a:r>
            <a:r>
              <a:rPr lang="en-US" sz="9000" b="1" dirty="0" err="1">
                <a:effectLst/>
                <a:latin typeface="Times New Roman (Headings)"/>
                <a:cs typeface="Arial" panose="020B0604020202020204" pitchFamily="34" charset="0"/>
              </a:rPr>
              <a:t>tuyệt</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vời</a:t>
            </a:r>
            <a:r>
              <a:rPr lang="en-US" sz="9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401258147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A82313-D4FA-B440-F823-128A96205B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29C988-4150-095E-E6E8-0634C18120C8}"/>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just"/>
            <a:r>
              <a:rPr lang="en-US" sz="9000" b="1" dirty="0" err="1">
                <a:effectLst/>
                <a:latin typeface="Times New Roman (Headings)"/>
                <a:cs typeface="Arial" panose="020B0604020202020204" pitchFamily="34" charset="0"/>
              </a:rPr>
              <a:t>ĐK</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Hân</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hoan</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hân</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hoan</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vào</a:t>
            </a:r>
            <a:r>
              <a:rPr lang="en-US" sz="9000" b="1" dirty="0">
                <a:effectLst/>
                <a:latin typeface="Times New Roman (Headings)"/>
                <a:cs typeface="Arial" panose="020B0604020202020204" pitchFamily="34" charset="0"/>
              </a:rPr>
              <a:t> Thánh </a:t>
            </a:r>
            <a:r>
              <a:rPr lang="en-US" sz="9000" b="1" dirty="0" err="1">
                <a:effectLst/>
                <a:latin typeface="Times New Roman (Headings)"/>
                <a:cs typeface="Arial" panose="020B0604020202020204" pitchFamily="34" charset="0"/>
              </a:rPr>
              <a:t>điện</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Ngài</a:t>
            </a:r>
            <a:r>
              <a:rPr lang="en-US" sz="9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460223171"/>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605DC-98AF-5913-746D-C07D4B7A2C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5EAABE-FD30-1F70-2170-71D85D7596BC}"/>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just"/>
            <a:r>
              <a:rPr lang="en-US" sz="9000" b="1" dirty="0" err="1">
                <a:effectLst/>
                <a:latin typeface="Times New Roman (Headings)"/>
                <a:cs typeface="Arial" panose="020B0604020202020204" pitchFamily="34" charset="0"/>
              </a:rPr>
              <a:t>Dâng</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lên</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dâng</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lên</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một</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bài</a:t>
            </a:r>
            <a:r>
              <a:rPr lang="en-US" sz="9000" b="1" dirty="0">
                <a:effectLst/>
                <a:latin typeface="Times New Roman (Headings)"/>
                <a:cs typeface="Arial" panose="020B0604020202020204" pitchFamily="34" charset="0"/>
              </a:rPr>
              <a:t> ca </a:t>
            </a:r>
            <a:r>
              <a:rPr lang="en-US" sz="9000" b="1" dirty="0" err="1">
                <a:effectLst/>
                <a:latin typeface="Times New Roman (Headings)"/>
                <a:cs typeface="Arial" panose="020B0604020202020204" pitchFamily="34" charset="0"/>
              </a:rPr>
              <a:t>mới</a:t>
            </a:r>
            <a:r>
              <a:rPr lang="en-US" sz="9000" b="1" dirty="0">
                <a:effectLst/>
                <a:latin typeface="Times New Roman (Headings)"/>
                <a:cs typeface="Arial" panose="020B0604020202020204" pitchFamily="34" charset="0"/>
              </a:rPr>
              <a:t>. Tôn </a:t>
            </a:r>
            <a:r>
              <a:rPr lang="en-US" sz="9000" b="1" dirty="0" err="1">
                <a:effectLst/>
                <a:latin typeface="Times New Roman (Headings)"/>
                <a:cs typeface="Arial" panose="020B0604020202020204" pitchFamily="34" charset="0"/>
              </a:rPr>
              <a:t>vinh</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tôn</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vinh</a:t>
            </a:r>
            <a:endParaRPr lang="en-US" sz="9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21013579"/>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AA64EE-D44F-12CE-5CDD-B6E1E37E61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FB4BA9-895B-899C-DA26-B4E997961331}"/>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just"/>
            <a:r>
              <a:rPr lang="vi-VN" sz="8800" b="1" dirty="0">
                <a:effectLst/>
                <a:latin typeface="Times New Roman (Headings)"/>
                <a:cs typeface="Arial" panose="020B0604020202020204" pitchFamily="34" charset="0"/>
              </a:rPr>
              <a:t>Thiên Chúa đất trời, tạo hóa muôn loài Đấng mến thương muôn đời.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705406474"/>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0A417-7EC9-8E06-5353-1759C86001C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741544A-C4B7-98CA-E0F9-D1D678FEF87A}"/>
              </a:ext>
            </a:extLst>
          </p:cNvPr>
          <p:cNvSpPr>
            <a:spLocks noGrp="1"/>
          </p:cNvSpPr>
          <p:nvPr>
            <p:ph idx="1"/>
          </p:nvPr>
        </p:nvSpPr>
        <p:spPr/>
        <p:txBody>
          <a:bodyPr/>
          <a:lstStyle/>
          <a:p>
            <a:endParaRPr lang="en-US"/>
          </a:p>
        </p:txBody>
      </p:sp>
      <p:pic>
        <p:nvPicPr>
          <p:cNvPr id="2" name="Picture 2" descr="Có thể là hình ảnh về 5 người và văn bản cho biết 'CHÚA NHAT XVII THƯỠNG NIÊN NĂM C Đức Giêsu dạy CÁCH CÂU NGUYỆN Anh em cũ xin thì sẽ được, CỨ tìm thì sẽ thấy, cứ gõ cua thi sẽ mở cho. (Lc Lc11,113'">
            <a:extLst>
              <a:ext uri="{FF2B5EF4-FFF2-40B4-BE49-F238E27FC236}">
                <a16:creationId xmlns:a16="http://schemas.microsoft.com/office/drawing/2014/main" id="{565AEFEC-1C98-D227-1280-C8EF9EB27D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4331716"/>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95FC2-8898-7E78-99D6-2D7C320C28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0F293E-6CF9-3311-F32A-D855CB1D9E8F}"/>
              </a:ext>
            </a:extLst>
          </p:cNvPr>
          <p:cNvSpPr>
            <a:spLocks noGrp="1"/>
          </p:cNvSpPr>
          <p:nvPr>
            <p:ph type="ctrTitle"/>
          </p:nvPr>
        </p:nvSpPr>
        <p:spPr>
          <a:xfrm>
            <a:off x="647700" y="0"/>
            <a:ext cx="7848600" cy="595806"/>
          </a:xfrm>
        </p:spPr>
        <p:txBody>
          <a:bodyPr lIns="91440" tIns="0" rIns="91440" bIns="0" anchor="b">
            <a:normAutofit fontScale="90000"/>
          </a:bodyPr>
          <a:lstStyle/>
          <a:p>
            <a:pPr>
              <a:lnSpc>
                <a:spcPct val="90000"/>
              </a:lnSpc>
            </a:pPr>
            <a:r>
              <a:rPr lang="en-US" b="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KINH VINH DANH</a:t>
            </a:r>
            <a:endParaRPr lang="en-US" sz="3200" b="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
        <p:nvSpPr>
          <p:cNvPr id="3" name="Title 1">
            <a:extLst>
              <a:ext uri="{FF2B5EF4-FFF2-40B4-BE49-F238E27FC236}">
                <a16:creationId xmlns:a16="http://schemas.microsoft.com/office/drawing/2014/main" id="{39BEAAA6-8B64-CA01-CEDA-076C098D795E}"/>
              </a:ext>
            </a:extLst>
          </p:cNvPr>
          <p:cNvSpPr txBox="1">
            <a:spLocks/>
          </p:cNvSpPr>
          <p:nvPr/>
        </p:nvSpPr>
        <p:spPr>
          <a:xfrm>
            <a:off x="0" y="514350"/>
            <a:ext cx="9144000" cy="4629150"/>
          </a:xfrm>
          <a:prstGeom prst="rect">
            <a:avLst/>
          </a:prstGeom>
          <a:solidFill>
            <a:schemeClr val="bg1"/>
          </a:solidFill>
        </p:spPr>
        <p:txBody>
          <a:bodyPr vert="horz" lIns="91440" tIns="0" rIns="91440" bIns="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r>
              <a:rPr lang="en-US" sz="9600" b="1" i="1" dirty="0">
                <a:solidFill>
                  <a:srgbClr val="C00000"/>
                </a:solidFill>
                <a:latin typeface="Times New Roman (Headings)"/>
                <a:cs typeface="Arial" panose="020B0604020202020204" pitchFamily="34" charset="0"/>
              </a:rPr>
              <a:t>Vinh </a:t>
            </a:r>
            <a:r>
              <a:rPr lang="en-US" sz="9600" b="1" i="1" dirty="0" err="1">
                <a:solidFill>
                  <a:srgbClr val="C00000"/>
                </a:solidFill>
                <a:latin typeface="Times New Roman (Headings)"/>
                <a:cs typeface="Arial" panose="020B0604020202020204" pitchFamily="34" charset="0"/>
              </a:rPr>
              <a:t>danh</a:t>
            </a:r>
            <a:r>
              <a:rPr lang="en-US" sz="9600" b="1" i="1" dirty="0">
                <a:solidFill>
                  <a:srgbClr val="C00000"/>
                </a:solidFill>
                <a:latin typeface="Times New Roman (Headings)"/>
                <a:cs typeface="Arial" panose="020B0604020202020204" pitchFamily="34" charset="0"/>
              </a:rPr>
              <a:t> Thiên Chúa </a:t>
            </a:r>
            <a:r>
              <a:rPr lang="en-US" sz="9600" b="1" i="1" dirty="0" err="1">
                <a:solidFill>
                  <a:srgbClr val="C00000"/>
                </a:solidFill>
                <a:latin typeface="Times New Roman (Headings)"/>
                <a:cs typeface="Arial" panose="020B0604020202020204" pitchFamily="34" charset="0"/>
              </a:rPr>
              <a:t>trên</a:t>
            </a:r>
            <a:r>
              <a:rPr lang="en-US" sz="9600" b="1" i="1" dirty="0">
                <a:solidFill>
                  <a:srgbClr val="C00000"/>
                </a:solidFill>
                <a:latin typeface="Times New Roman (Headings)"/>
                <a:cs typeface="Arial" panose="020B0604020202020204" pitchFamily="34" charset="0"/>
              </a:rPr>
              <a:t> các </a:t>
            </a:r>
            <a:r>
              <a:rPr lang="en-US" sz="9600" b="1" i="1" dirty="0" err="1">
                <a:solidFill>
                  <a:srgbClr val="C00000"/>
                </a:solidFill>
                <a:latin typeface="Times New Roman (Headings)"/>
                <a:cs typeface="Arial" panose="020B0604020202020204" pitchFamily="34" charset="0"/>
              </a:rPr>
              <a:t>tầng</a:t>
            </a:r>
            <a:r>
              <a:rPr lang="en-US" sz="9600" b="1" i="1" dirty="0">
                <a:solidFill>
                  <a:srgbClr val="C00000"/>
                </a:solidFill>
                <a:latin typeface="Times New Roman (Headings)"/>
                <a:cs typeface="Arial" panose="020B0604020202020204" pitchFamily="34" charset="0"/>
              </a:rPr>
              <a:t> </a:t>
            </a:r>
            <a:r>
              <a:rPr lang="en-US" sz="9600" b="1" i="1" dirty="0" err="1">
                <a:solidFill>
                  <a:srgbClr val="C00000"/>
                </a:solidFill>
                <a:latin typeface="Times New Roman (Headings)"/>
                <a:cs typeface="Arial" panose="020B0604020202020204" pitchFamily="34" charset="0"/>
              </a:rPr>
              <a:t>trời</a:t>
            </a:r>
            <a:endParaRPr lang="en-US" sz="9600" b="1" i="1" dirty="0">
              <a:solidFill>
                <a:srgbClr val="C00000"/>
              </a:solidFill>
              <a:latin typeface="Times New Roman (Headings)"/>
              <a:cs typeface="Arial" panose="020B0604020202020204" pitchFamily="34" charset="0"/>
            </a:endParaRPr>
          </a:p>
        </p:txBody>
      </p:sp>
    </p:spTree>
    <p:extLst>
      <p:ext uri="{BB962C8B-B14F-4D97-AF65-F5344CB8AC3E}">
        <p14:creationId xmlns:p14="http://schemas.microsoft.com/office/powerpoint/2010/main" val="4200294491"/>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AB2E2-E362-6D33-CD0E-1642CD88A9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FF2697-8B74-70F0-B7C9-A989DCA0196F}"/>
              </a:ext>
            </a:extLst>
          </p:cNvPr>
          <p:cNvSpPr>
            <a:spLocks noGrp="1"/>
          </p:cNvSpPr>
          <p:nvPr>
            <p:ph type="ctrTitle"/>
          </p:nvPr>
        </p:nvSpPr>
        <p:spPr>
          <a:xfrm>
            <a:off x="0" y="0"/>
            <a:ext cx="9144000" cy="5143500"/>
          </a:xfrm>
          <a:solidFill>
            <a:schemeClr val="bg1"/>
          </a:solidFill>
        </p:spPr>
        <p:txBody>
          <a:bodyPr lIns="91440" tIns="0" rIns="91440" bIns="0" anchor="t">
            <a:noAutofit/>
          </a:bodyPr>
          <a:lstStyle/>
          <a:p>
            <a:pPr algn="just"/>
            <a:r>
              <a:rPr lang="vi-VN" sz="10000" b="1" dirty="0">
                <a:effectLst/>
                <a:latin typeface="Times New Roman (Headings)"/>
                <a:cs typeface="Arial" panose="020B0604020202020204" pitchFamily="34" charset="0"/>
              </a:rPr>
              <a:t>và bình an dưới thế cho người thiện tâm.</a:t>
            </a:r>
            <a:endParaRPr lang="en-US" sz="10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974987287"/>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436E9DE-C473-8D12-1025-302A26660E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76DE15-738C-CA62-B6EF-68F8B003E6FE}"/>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just"/>
            <a:r>
              <a:rPr lang="it-IT" sz="11500" b="1" dirty="0">
                <a:effectLst/>
                <a:latin typeface="Times New Roman (Headings)"/>
                <a:cs typeface="Arial" panose="020B0604020202020204" pitchFamily="34" charset="0"/>
              </a:rPr>
              <a:t>Chúng con ca ngợi Chúa,</a:t>
            </a:r>
            <a:endParaRPr lang="en-US" sz="11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92715052"/>
      </p:ext>
    </p:extLst>
  </p:cSld>
  <p:clrMapOvr>
    <a:overrideClrMapping bg1="lt1" tx1="dk1" bg2="lt2" tx2="dk2" accent1="accent1" accent2="accent2" accent3="accent3" accent4="accent4" accent5="accent5" accent6="accent6" hlink="hlink" folHlink="folHlink"/>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EAFC8-1E84-E5F1-9DD1-FD8239939D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7C9474-3216-B209-1249-ABD632A9D073}"/>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l"/>
            <a:r>
              <a:rPr lang="en-US" sz="10000" b="1" dirty="0" err="1">
                <a:effectLst/>
                <a:latin typeface="Times New Roman (Headings)"/>
                <a:cs typeface="Arial" panose="020B0604020202020204" pitchFamily="34" charset="0"/>
              </a:rPr>
              <a:t>chúng</a:t>
            </a:r>
            <a:r>
              <a:rPr lang="en-US" sz="10000" b="1" dirty="0">
                <a:effectLst/>
                <a:latin typeface="Times New Roman (Headings)"/>
                <a:cs typeface="Arial" panose="020B0604020202020204" pitchFamily="34" charset="0"/>
              </a:rPr>
              <a:t> con </a:t>
            </a:r>
            <a:r>
              <a:rPr lang="en-US" sz="10000" b="1" dirty="0" err="1">
                <a:effectLst/>
                <a:latin typeface="Times New Roman (Headings)"/>
                <a:cs typeface="Arial" panose="020B0604020202020204" pitchFamily="34" charset="0"/>
              </a:rPr>
              <a:t>chúc</a:t>
            </a:r>
            <a:r>
              <a:rPr lang="en-US" sz="10000" b="1" dirty="0">
                <a:effectLst/>
                <a:latin typeface="Times New Roman (Headings)"/>
                <a:cs typeface="Arial" panose="020B0604020202020204" pitchFamily="34" charset="0"/>
              </a:rPr>
              <a:t> </a:t>
            </a:r>
            <a:r>
              <a:rPr lang="en-US" sz="10000" b="1" dirty="0" err="1">
                <a:effectLst/>
                <a:latin typeface="Times New Roman (Headings)"/>
                <a:cs typeface="Arial" panose="020B0604020202020204" pitchFamily="34" charset="0"/>
              </a:rPr>
              <a:t>tụng</a:t>
            </a:r>
            <a:r>
              <a:rPr lang="en-US" sz="10000" b="1" dirty="0">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500267"/>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80938-32D4-9ECB-AE95-C9A7F10F50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F792DF-2D51-7279-253B-006810682B8B}"/>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l"/>
            <a:r>
              <a:rPr lang="en-US" sz="11500" b="1" dirty="0" err="1">
                <a:effectLst/>
                <a:latin typeface="Times New Roman (Headings)"/>
                <a:cs typeface="Arial" panose="020B0604020202020204" pitchFamily="34" charset="0"/>
              </a:rPr>
              <a:t>chúng</a:t>
            </a:r>
            <a:r>
              <a:rPr lang="en-US" sz="11500" b="1" dirty="0">
                <a:effectLst/>
                <a:latin typeface="Times New Roman (Headings)"/>
                <a:cs typeface="Arial" panose="020B0604020202020204" pitchFamily="34" charset="0"/>
              </a:rPr>
              <a:t> </a:t>
            </a:r>
            <a:r>
              <a:rPr lang="en-US" sz="5400" b="1" dirty="0">
                <a:effectLst/>
                <a:latin typeface="Times New Roman (Headings)"/>
                <a:cs typeface="Arial" panose="020B0604020202020204" pitchFamily="34" charset="0"/>
              </a:rPr>
              <a:t> </a:t>
            </a:r>
            <a:r>
              <a:rPr lang="en-US" sz="1600" b="1" dirty="0">
                <a:effectLst/>
                <a:latin typeface="Times New Roman (Headings)"/>
                <a:cs typeface="Arial" panose="020B0604020202020204" pitchFamily="34" charset="0"/>
              </a:rPr>
              <a:t> </a:t>
            </a:r>
            <a:r>
              <a:rPr lang="en-US" sz="11500" b="1" dirty="0">
                <a:effectLst/>
                <a:latin typeface="Times New Roman (Headings)"/>
                <a:cs typeface="Arial" panose="020B0604020202020204" pitchFamily="34" charset="0"/>
              </a:rPr>
              <a:t>con </a:t>
            </a:r>
            <a:br>
              <a:rPr lang="en-US" sz="11500" b="1" dirty="0">
                <a:effectLst/>
                <a:latin typeface="Times New Roman (Headings)"/>
                <a:cs typeface="Arial" panose="020B0604020202020204" pitchFamily="34" charset="0"/>
              </a:rPr>
            </a:br>
            <a:r>
              <a:rPr lang="en-US" sz="11500" b="1" dirty="0" err="1">
                <a:effectLst/>
                <a:latin typeface="Times New Roman (Headings)"/>
                <a:cs typeface="Arial" panose="020B0604020202020204" pitchFamily="34" charset="0"/>
              </a:rPr>
              <a:t>thờ</a:t>
            </a:r>
            <a:r>
              <a:rPr lang="en-US" sz="11500" b="1" dirty="0">
                <a:effectLst/>
                <a:latin typeface="Times New Roman (Headings)"/>
                <a:cs typeface="Arial" panose="020B0604020202020204" pitchFamily="34" charset="0"/>
              </a:rPr>
              <a:t> </a:t>
            </a:r>
            <a:r>
              <a:rPr lang="en-US" sz="11500" b="1" dirty="0" err="1">
                <a:effectLst/>
                <a:latin typeface="Times New Roman (Headings)"/>
                <a:cs typeface="Arial" panose="020B0604020202020204" pitchFamily="34" charset="0"/>
              </a:rPr>
              <a:t>lạy</a:t>
            </a:r>
            <a:r>
              <a:rPr lang="en-US" sz="11500" b="1" dirty="0">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3184806864"/>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1EE40-63E7-3B45-289B-5416CD0424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EF7008-4EF1-B850-A70B-B1E7E8CE0F8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l"/>
            <a:r>
              <a:rPr lang="en-US" sz="11500" b="1" dirty="0" err="1">
                <a:effectLst/>
                <a:latin typeface="Times New Roman (Headings)"/>
                <a:cs typeface="Arial" panose="020B0604020202020204" pitchFamily="34" charset="0"/>
              </a:rPr>
              <a:t>chúng</a:t>
            </a:r>
            <a:r>
              <a:rPr lang="en-US" sz="11500" b="1" dirty="0">
                <a:effectLst/>
                <a:latin typeface="Times New Roman (Headings)"/>
                <a:cs typeface="Arial" panose="020B0604020202020204" pitchFamily="34" charset="0"/>
              </a:rPr>
              <a:t> con </a:t>
            </a:r>
            <a:r>
              <a:rPr lang="en-US" sz="11500" b="1" dirty="0" err="1">
                <a:effectLst/>
                <a:latin typeface="Times New Roman (Headings)"/>
                <a:cs typeface="Arial" panose="020B0604020202020204" pitchFamily="34" charset="0"/>
              </a:rPr>
              <a:t>tôn</a:t>
            </a:r>
            <a:r>
              <a:rPr lang="en-US" sz="11500" b="1" dirty="0">
                <a:effectLst/>
                <a:latin typeface="Times New Roman (Headings)"/>
                <a:cs typeface="Arial" panose="020B0604020202020204" pitchFamily="34" charset="0"/>
              </a:rPr>
              <a:t> </a:t>
            </a:r>
            <a:r>
              <a:rPr lang="en-US" sz="11500" b="1" dirty="0" err="1">
                <a:effectLst/>
                <a:latin typeface="Times New Roman (Headings)"/>
                <a:cs typeface="Arial" panose="020B0604020202020204" pitchFamily="34" charset="0"/>
              </a:rPr>
              <a:t>vinh</a:t>
            </a:r>
            <a:r>
              <a:rPr lang="en-US" sz="11500" b="1" dirty="0">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967341901"/>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C231D-3DE7-803D-DA2D-422C310DE7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4F3856-2493-F6A1-1B1F-D04E853E2788}"/>
              </a:ext>
            </a:extLst>
          </p:cNvPr>
          <p:cNvSpPr>
            <a:spLocks noGrp="1"/>
          </p:cNvSpPr>
          <p:nvPr>
            <p:ph type="ctrTitle"/>
          </p:nvPr>
        </p:nvSpPr>
        <p:spPr>
          <a:xfrm>
            <a:off x="0" y="0"/>
            <a:ext cx="9550400" cy="5143500"/>
          </a:xfrm>
          <a:solidFill>
            <a:schemeClr val="bg1"/>
          </a:solidFill>
        </p:spPr>
        <p:txBody>
          <a:bodyPr lIns="91440" tIns="0" rIns="91440" bIns="0">
            <a:noAutofit/>
          </a:bodyPr>
          <a:lstStyle/>
          <a:p>
            <a:pPr algn="l"/>
            <a:r>
              <a:rPr lang="en-US" sz="8800" b="1" spc="100" dirty="0" err="1">
                <a:effectLst/>
                <a:latin typeface="Times New Roman (Headings)"/>
                <a:cs typeface="Arial" panose="020B0604020202020204" pitchFamily="34" charset="0"/>
              </a:rPr>
              <a:t>chúng</a:t>
            </a:r>
            <a:r>
              <a:rPr lang="en-US" sz="8800" b="1" spc="100" dirty="0">
                <a:effectLst/>
                <a:latin typeface="Times New Roman (Headings)"/>
                <a:cs typeface="Arial" panose="020B0604020202020204" pitchFamily="34" charset="0"/>
              </a:rPr>
              <a:t> con </a:t>
            </a:r>
            <a:r>
              <a:rPr lang="en-US" sz="8800" b="1" spc="100" dirty="0" err="1">
                <a:effectLst/>
                <a:latin typeface="Times New Roman (Headings)"/>
                <a:cs typeface="Arial" panose="020B0604020202020204" pitchFamily="34" charset="0"/>
              </a:rPr>
              <a:t>cảm</a:t>
            </a:r>
            <a:r>
              <a:rPr lang="en-US" sz="88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tạ</a:t>
            </a:r>
            <a:r>
              <a:rPr lang="en-US" sz="8800" b="1" spc="100" dirty="0">
                <a:effectLst/>
                <a:latin typeface="Times New Roman (Headings)"/>
                <a:cs typeface="Arial" panose="020B0604020202020204" pitchFamily="34" charset="0"/>
              </a:rPr>
              <a:t> Chúa </a:t>
            </a:r>
            <a:r>
              <a:rPr lang="en-US" sz="8800" b="1" spc="100" dirty="0" err="1">
                <a:effectLst/>
                <a:latin typeface="Times New Roman (Headings)"/>
                <a:cs typeface="Arial" panose="020B0604020202020204" pitchFamily="34" charset="0"/>
              </a:rPr>
              <a:t>vì</a:t>
            </a:r>
            <a:r>
              <a:rPr lang="en-US" sz="88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vinh</a:t>
            </a:r>
            <a:r>
              <a:rPr lang="en-US" sz="88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quang</a:t>
            </a:r>
            <a:r>
              <a:rPr lang="en-US" sz="88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cao</a:t>
            </a:r>
            <a:r>
              <a:rPr lang="en-US" sz="88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c</a:t>
            </a:r>
            <a:r>
              <a:rPr lang="en-US" sz="8800" b="1" spc="100" dirty="0" err="1">
                <a:latin typeface="Times New Roman (Headings)"/>
                <a:cs typeface="Arial" panose="020B0604020202020204" pitchFamily="34" charset="0"/>
              </a:rPr>
              <a:t>ả</a:t>
            </a:r>
            <a:r>
              <a:rPr lang="en-US" sz="8800" b="1" spc="100" dirty="0">
                <a:latin typeface="Times New Roman (Headings)"/>
                <a:cs typeface="Arial" panose="020B0604020202020204" pitchFamily="34" charset="0"/>
              </a:rPr>
              <a:t> </a:t>
            </a:r>
            <a:r>
              <a:rPr lang="en-US" sz="8800" b="1" spc="100" dirty="0">
                <a:effectLst/>
                <a:latin typeface="Times New Roman (Headings)"/>
                <a:cs typeface="Arial" panose="020B0604020202020204" pitchFamily="34" charset="0"/>
              </a:rPr>
              <a:t>Chúa,</a:t>
            </a:r>
          </a:p>
        </p:txBody>
      </p:sp>
    </p:spTree>
    <p:extLst>
      <p:ext uri="{BB962C8B-B14F-4D97-AF65-F5344CB8AC3E}">
        <p14:creationId xmlns:p14="http://schemas.microsoft.com/office/powerpoint/2010/main" val="1050285147"/>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D9383-0950-E06E-DB59-3149EC6944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0E4C8E-7406-F4AF-0BE7-E5299CB7C96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200" b="1" dirty="0" err="1">
                <a:effectLst/>
                <a:latin typeface="Times New Roman (Headings)"/>
                <a:cs typeface="Arial" panose="020B0604020202020204" pitchFamily="34" charset="0"/>
              </a:rPr>
              <a:t>lạy</a:t>
            </a:r>
            <a:r>
              <a:rPr lang="en-US" sz="8200" b="1" dirty="0">
                <a:effectLst/>
                <a:latin typeface="Times New Roman (Headings)"/>
                <a:cs typeface="Arial" panose="020B0604020202020204" pitchFamily="34" charset="0"/>
              </a:rPr>
              <a:t> Chúa </a:t>
            </a:r>
            <a:r>
              <a:rPr lang="en-US" sz="8200" b="1" dirty="0" err="1">
                <a:effectLst/>
                <a:latin typeface="Times New Roman (Headings)"/>
                <a:cs typeface="Arial" panose="020B0604020202020204" pitchFamily="34" charset="0"/>
              </a:rPr>
              <a:t>là</a:t>
            </a:r>
            <a:r>
              <a:rPr lang="en-US" sz="8200" b="1" dirty="0">
                <a:effectLst/>
                <a:latin typeface="Times New Roman (Headings)"/>
                <a:cs typeface="Arial" panose="020B0604020202020204" pitchFamily="34" charset="0"/>
              </a:rPr>
              <a:t> Thiên Chúa, </a:t>
            </a:r>
            <a:r>
              <a:rPr lang="en-US" sz="8200" b="1" dirty="0" err="1">
                <a:effectLst/>
                <a:latin typeface="Times New Roman (Headings)"/>
                <a:cs typeface="Arial" panose="020B0604020202020204" pitchFamily="34" charset="0"/>
              </a:rPr>
              <a:t>là</a:t>
            </a:r>
            <a:r>
              <a:rPr lang="en-US" sz="8200" b="1" dirty="0">
                <a:effectLst/>
                <a:latin typeface="Times New Roman (Headings)"/>
                <a:cs typeface="Arial" panose="020B0604020202020204" pitchFamily="34" charset="0"/>
              </a:rPr>
              <a:t> Vua </a:t>
            </a:r>
            <a:r>
              <a:rPr lang="en-US" sz="8200" b="1" dirty="0" err="1">
                <a:effectLst/>
                <a:latin typeface="Times New Roman (Headings)"/>
                <a:cs typeface="Arial" panose="020B0604020202020204" pitchFamily="34" charset="0"/>
              </a:rPr>
              <a:t>trên</a:t>
            </a:r>
            <a:r>
              <a:rPr lang="en-US" sz="8200" b="1" dirty="0">
                <a:effectLst/>
                <a:latin typeface="Times New Roman (Headings)"/>
                <a:cs typeface="Arial" panose="020B0604020202020204" pitchFamily="34" charset="0"/>
              </a:rPr>
              <a:t> </a:t>
            </a:r>
            <a:r>
              <a:rPr lang="en-US" sz="8200" b="1" dirty="0" err="1">
                <a:effectLst/>
                <a:latin typeface="Times New Roman (Headings)"/>
                <a:cs typeface="Arial" panose="020B0604020202020204" pitchFamily="34" charset="0"/>
              </a:rPr>
              <a:t>trời</a:t>
            </a:r>
            <a:r>
              <a:rPr lang="en-US" sz="8200" b="1" dirty="0">
                <a:effectLst/>
                <a:latin typeface="Times New Roman (Headings)"/>
                <a:cs typeface="Arial" panose="020B0604020202020204" pitchFamily="34" charset="0"/>
              </a:rPr>
              <a:t>, </a:t>
            </a:r>
            <a:r>
              <a:rPr lang="fr-FR" sz="8200" b="1" dirty="0">
                <a:effectLst/>
                <a:latin typeface="Times New Roman (Headings)"/>
                <a:cs typeface="Arial" panose="020B0604020202020204" pitchFamily="34" charset="0"/>
              </a:rPr>
              <a:t>là </a:t>
            </a:r>
            <a:r>
              <a:rPr lang="fr-FR" sz="8200" b="1" dirty="0" err="1">
                <a:effectLst/>
                <a:latin typeface="Times New Roman (Headings)"/>
                <a:cs typeface="Arial" panose="020B0604020202020204" pitchFamily="34" charset="0"/>
              </a:rPr>
              <a:t>Chúa</a:t>
            </a:r>
            <a:r>
              <a:rPr lang="fr-FR" sz="8200" b="1" dirty="0">
                <a:effectLst/>
                <a:latin typeface="Times New Roman (Headings)"/>
                <a:cs typeface="Arial" panose="020B0604020202020204" pitchFamily="34" charset="0"/>
              </a:rPr>
              <a:t> </a:t>
            </a:r>
            <a:r>
              <a:rPr lang="fr-FR" sz="8200" b="1" dirty="0" err="1">
                <a:effectLst/>
                <a:latin typeface="Times New Roman (Headings)"/>
                <a:cs typeface="Arial" panose="020B0604020202020204" pitchFamily="34" charset="0"/>
              </a:rPr>
              <a:t>Cha</a:t>
            </a:r>
            <a:r>
              <a:rPr lang="fr-FR" sz="8200" b="1" dirty="0">
                <a:effectLst/>
                <a:latin typeface="Times New Roman (Headings)"/>
                <a:cs typeface="Arial" panose="020B0604020202020204" pitchFamily="34" charset="0"/>
              </a:rPr>
              <a:t> </a:t>
            </a:r>
            <a:r>
              <a:rPr lang="fr-FR" sz="8200" b="1" dirty="0" err="1">
                <a:effectLst/>
                <a:latin typeface="Times New Roman (Headings)"/>
                <a:cs typeface="Arial" panose="020B0604020202020204" pitchFamily="34" charset="0"/>
              </a:rPr>
              <a:t>toàn</a:t>
            </a:r>
            <a:r>
              <a:rPr lang="fr-FR" sz="8200" b="1" dirty="0">
                <a:effectLst/>
                <a:latin typeface="Times New Roman (Headings)"/>
                <a:cs typeface="Arial" panose="020B0604020202020204" pitchFamily="34" charset="0"/>
              </a:rPr>
              <a:t> </a:t>
            </a:r>
            <a:r>
              <a:rPr lang="fr-FR" sz="8200" b="1" dirty="0" err="1">
                <a:effectLst/>
                <a:latin typeface="Times New Roman (Headings)"/>
                <a:cs typeface="Arial" panose="020B0604020202020204" pitchFamily="34" charset="0"/>
              </a:rPr>
              <a:t>năng</a:t>
            </a:r>
            <a:r>
              <a:rPr lang="fr-FR" sz="8200" b="1" dirty="0">
                <a:effectLst/>
                <a:latin typeface="Times New Roman (Headings)"/>
                <a:cs typeface="Arial" panose="020B0604020202020204" pitchFamily="34" charset="0"/>
              </a:rPr>
              <a:t>.</a:t>
            </a:r>
            <a:endParaRPr lang="en-US" sz="8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428639744"/>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31BD6-398B-F479-C233-3B1364E381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E31BAB-8808-4FA0-1F3A-C389400922C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err="1">
                <a:effectLst/>
                <a:latin typeface="Times New Roman (Headings)"/>
                <a:cs typeface="Arial" panose="020B0604020202020204" pitchFamily="34" charset="0"/>
              </a:rPr>
              <a:t>Lạy</a:t>
            </a:r>
            <a:r>
              <a:rPr lang="en-US" sz="8800" b="1">
                <a:effectLst/>
                <a:latin typeface="Times New Roman (Headings)"/>
                <a:cs typeface="Arial" panose="020B0604020202020204" pitchFamily="34" charset="0"/>
              </a:rPr>
              <a:t> Con </a:t>
            </a:r>
            <a:r>
              <a:rPr lang="en-US" sz="8800" b="1" err="1">
                <a:effectLst/>
                <a:latin typeface="Times New Roman (Headings)"/>
                <a:cs typeface="Arial" panose="020B0604020202020204" pitchFamily="34" charset="0"/>
              </a:rPr>
              <a:t>một</a:t>
            </a:r>
            <a:r>
              <a:rPr lang="en-US" sz="8800" b="1">
                <a:effectLst/>
                <a:latin typeface="Times New Roman (Headings)"/>
                <a:cs typeface="Arial" panose="020B0604020202020204" pitchFamily="34" charset="0"/>
              </a:rPr>
              <a:t> Thiên Chúa, Chúa </a:t>
            </a:r>
            <a:r>
              <a:rPr lang="en-US" sz="8800" b="1" err="1">
                <a:effectLst/>
                <a:latin typeface="Times New Roman (Headings)"/>
                <a:cs typeface="Arial" panose="020B0604020202020204" pitchFamily="34" charset="0"/>
              </a:rPr>
              <a:t>Giêsu</a:t>
            </a:r>
            <a:r>
              <a:rPr lang="en-US" sz="8800" b="1">
                <a:effectLst/>
                <a:latin typeface="Times New Roman (Headings)"/>
                <a:cs typeface="Arial" panose="020B0604020202020204" pitchFamily="34" charset="0"/>
              </a:rPr>
              <a:t> </a:t>
            </a:r>
            <a:r>
              <a:rPr lang="en-US" sz="8800" b="1" err="1">
                <a:effectLst/>
                <a:latin typeface="Times New Roman (Headings)"/>
                <a:cs typeface="Arial" panose="020B0604020202020204" pitchFamily="34" charset="0"/>
              </a:rPr>
              <a:t>Kitô</a:t>
            </a:r>
            <a:r>
              <a:rPr lang="en-US" sz="8800" b="1">
                <a:effectLst/>
                <a:latin typeface="Times New Roman (Headings)"/>
                <a:cs typeface="Arial" panose="020B0604020202020204" pitchFamily="34" charset="0"/>
              </a:rPr>
              <a:t>.</a:t>
            </a:r>
          </a:p>
        </p:txBody>
      </p:sp>
    </p:spTree>
    <p:extLst>
      <p:ext uri="{BB962C8B-B14F-4D97-AF65-F5344CB8AC3E}">
        <p14:creationId xmlns:p14="http://schemas.microsoft.com/office/powerpoint/2010/main" val="2111052812"/>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F6C76-B44B-4E97-B57B-3311E8F50E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40FAEE-399C-38BD-870F-283A920E188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err="1">
                <a:effectLst/>
                <a:latin typeface="Times New Roman (Headings)"/>
                <a:cs typeface="Arial" panose="020B0604020202020204" pitchFamily="34" charset="0"/>
              </a:rPr>
              <a:t>Lạy</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Thiên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Chiên</a:t>
            </a:r>
            <a:r>
              <a:rPr lang="en-US" sz="8000" b="1">
                <a:effectLst/>
                <a:latin typeface="Times New Roman (Headings)"/>
                <a:cs typeface="Arial" panose="020B0604020202020204" pitchFamily="34" charset="0"/>
              </a:rPr>
              <a:t> Thiên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Con </a:t>
            </a:r>
            <a:r>
              <a:rPr lang="en-US" sz="8000" b="1" err="1">
                <a:effectLst/>
                <a:latin typeface="Times New Roman (Headings)"/>
                <a:cs typeface="Arial" panose="020B0604020202020204" pitchFamily="34" charset="0"/>
              </a:rPr>
              <a:t>Ðức</a:t>
            </a:r>
            <a:r>
              <a:rPr lang="en-US" sz="8000" b="1">
                <a:effectLst/>
                <a:latin typeface="Times New Roman (Headings)"/>
                <a:cs typeface="Arial" panose="020B0604020202020204" pitchFamily="34" charset="0"/>
              </a:rPr>
              <a:t> Chúa Cha,</a:t>
            </a:r>
          </a:p>
        </p:txBody>
      </p:sp>
    </p:spTree>
    <p:extLst>
      <p:ext uri="{BB962C8B-B14F-4D97-AF65-F5344CB8AC3E}">
        <p14:creationId xmlns:p14="http://schemas.microsoft.com/office/powerpoint/2010/main" val="3956123020"/>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DBE6C-24E8-8ABE-5603-E0265B5C3E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2E1B5B-1BFE-4548-9A6C-CFDB66E61F4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a:effectLst/>
                <a:latin typeface="Times New Roman (Headings)"/>
                <a:cs typeface="Arial" panose="020B0604020202020204" pitchFamily="34" charset="0"/>
              </a:rPr>
              <a:t>Chúa xóa tội trần gian, xin thương xót chúng con,</a:t>
            </a:r>
            <a:endParaRPr lang="en-US" sz="8000" b="1">
              <a:effectLst/>
              <a:latin typeface="Times New Roman (Headings)"/>
              <a:cs typeface="Arial" panose="020B0604020202020204" pitchFamily="34" charset="0"/>
            </a:endParaRPr>
          </a:p>
        </p:txBody>
      </p:sp>
    </p:spTree>
    <p:extLst>
      <p:ext uri="{BB962C8B-B14F-4D97-AF65-F5344CB8AC3E}">
        <p14:creationId xmlns:p14="http://schemas.microsoft.com/office/powerpoint/2010/main" val="514817633"/>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B45FD-D05C-3905-248F-1B69BD7DF8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917A59-2161-38CC-9BF0-590A1036E43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a:effectLst/>
                <a:latin typeface="Times New Roman (Headings)"/>
                <a:cs typeface="Arial" panose="020B0604020202020204" pitchFamily="34" charset="0"/>
              </a:rPr>
              <a:t>Chúa </a:t>
            </a:r>
            <a:r>
              <a:rPr lang="en-US" sz="8000" b="1" err="1">
                <a:effectLst/>
                <a:latin typeface="Times New Roman (Headings)"/>
                <a:cs typeface="Arial" panose="020B0604020202020204" pitchFamily="34" charset="0"/>
              </a:rPr>
              <a:t>xóa</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tội</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trần</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gian</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xin</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nhậm</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lời</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chúng</a:t>
            </a:r>
            <a:r>
              <a:rPr lang="en-US" sz="8000" b="1">
                <a:effectLst/>
                <a:latin typeface="Times New Roman (Headings)"/>
                <a:cs typeface="Arial" panose="020B0604020202020204" pitchFamily="34" charset="0"/>
              </a:rPr>
              <a:t> con </a:t>
            </a:r>
            <a:r>
              <a:rPr lang="en-US" sz="8000" b="1" err="1">
                <a:effectLst/>
                <a:latin typeface="Times New Roman (Headings)"/>
                <a:cs typeface="Arial" panose="020B0604020202020204" pitchFamily="34" charset="0"/>
              </a:rPr>
              <a:t>cầu</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khẩn</a:t>
            </a:r>
            <a:r>
              <a:rPr lang="en-US" sz="8000" b="1">
                <a:effectLst/>
                <a:latin typeface="Times New Roman (Headings)"/>
                <a:cs typeface="Arial" panose="020B0604020202020204" pitchFamily="34" charset="0"/>
              </a:rPr>
              <a:t>.</a:t>
            </a:r>
          </a:p>
        </p:txBody>
      </p:sp>
    </p:spTree>
    <p:extLst>
      <p:ext uri="{BB962C8B-B14F-4D97-AF65-F5344CB8AC3E}">
        <p14:creationId xmlns:p14="http://schemas.microsoft.com/office/powerpoint/2010/main" val="2837288192"/>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39385-25B5-5A4E-CD7F-BDFBA59B8C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EB06C8-D470-BFA0-B1DF-7A8EAC4CB39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a:effectLst/>
                <a:latin typeface="Times New Roman (Headings)"/>
                <a:cs typeface="Arial" panose="020B0604020202020204" pitchFamily="34" charset="0"/>
              </a:rPr>
              <a:t>Chúa ngự bên hữu </a:t>
            </a:r>
            <a:r>
              <a:rPr lang="vi-VN" sz="8000" b="1" err="1">
                <a:effectLst/>
                <a:latin typeface="Times New Roman (Headings)"/>
                <a:cs typeface="Arial" panose="020B0604020202020204" pitchFamily="34" charset="0"/>
              </a:rPr>
              <a:t>Ðức</a:t>
            </a:r>
            <a:r>
              <a:rPr lang="vi-VN" sz="8000" b="1">
                <a:effectLst/>
                <a:latin typeface="Times New Roman (Headings)"/>
                <a:cs typeface="Arial" panose="020B0604020202020204" pitchFamily="34" charset="0"/>
              </a:rPr>
              <a:t> Chúa Cha, xin thương xót chúng con.</a:t>
            </a:r>
            <a:endParaRPr lang="en-US" sz="8000" b="1">
              <a:effectLst/>
              <a:latin typeface="Times New Roman (Headings)"/>
              <a:cs typeface="Arial" panose="020B0604020202020204" pitchFamily="34" charset="0"/>
            </a:endParaRPr>
          </a:p>
        </p:txBody>
      </p:sp>
    </p:spTree>
    <p:extLst>
      <p:ext uri="{BB962C8B-B14F-4D97-AF65-F5344CB8AC3E}">
        <p14:creationId xmlns:p14="http://schemas.microsoft.com/office/powerpoint/2010/main" val="3220331924"/>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B9E85-F300-C8AB-12AC-4C3A99ED56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D9E1DF-46D8-BB58-A47C-9C32CE603FD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err="1">
                <a:effectLst/>
                <a:latin typeface="Times New Roman (Headings)"/>
                <a:cs typeface="Arial" panose="020B0604020202020204" pitchFamily="34" charset="0"/>
              </a:rPr>
              <a:t>Vì</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lạy</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Giêsu</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Kitô</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chỉ</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có</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Ðấng</a:t>
            </a:r>
            <a:r>
              <a:rPr lang="en-US" sz="8000" b="1">
                <a:effectLst/>
                <a:latin typeface="Times New Roman (Headings)"/>
                <a:cs typeface="Arial" panose="020B0604020202020204" pitchFamily="34" charset="0"/>
              </a:rPr>
              <a:t> Thánh,</a:t>
            </a:r>
          </a:p>
        </p:txBody>
      </p:sp>
    </p:spTree>
    <p:extLst>
      <p:ext uri="{BB962C8B-B14F-4D97-AF65-F5344CB8AC3E}">
        <p14:creationId xmlns:p14="http://schemas.microsoft.com/office/powerpoint/2010/main" val="2329755139"/>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86FB9-755A-2D55-A424-49141F3797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74EB70-A9CD-1ABE-08F6-FBEA84FAC270}"/>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err="1">
                <a:effectLst/>
                <a:latin typeface="Times New Roman (Headings)"/>
                <a:cs typeface="Arial" panose="020B0604020202020204" pitchFamily="34" charset="0"/>
              </a:rPr>
              <a:t>chỉ</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có</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chỉ</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có</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Ðấng</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Tối</a:t>
            </a:r>
            <a:r>
              <a:rPr lang="en-US" sz="8000" b="1">
                <a:effectLst/>
                <a:latin typeface="Times New Roman (Headings)"/>
                <a:cs typeface="Arial" panose="020B0604020202020204" pitchFamily="34" charset="0"/>
              </a:rPr>
              <a:t> Cao,</a:t>
            </a:r>
          </a:p>
        </p:txBody>
      </p:sp>
    </p:spTree>
    <p:extLst>
      <p:ext uri="{BB962C8B-B14F-4D97-AF65-F5344CB8AC3E}">
        <p14:creationId xmlns:p14="http://schemas.microsoft.com/office/powerpoint/2010/main" val="2023784634"/>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04602-C6B8-124B-DB47-1205437619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04AE46-463B-060F-DC19-46518799B4B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err="1">
                <a:effectLst/>
                <a:latin typeface="Times New Roman (Headings)"/>
                <a:cs typeface="Arial" panose="020B0604020202020204" pitchFamily="34" charset="0"/>
              </a:rPr>
              <a:t>cùng</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Ðức</a:t>
            </a:r>
            <a:r>
              <a:rPr lang="en-US" sz="8000" b="1">
                <a:effectLst/>
                <a:latin typeface="Times New Roman (Headings)"/>
                <a:cs typeface="Arial" panose="020B0604020202020204" pitchFamily="34" charset="0"/>
              </a:rPr>
              <a:t> Chúa Thánh </a:t>
            </a:r>
            <a:r>
              <a:rPr lang="en-US" sz="8000" b="1" err="1">
                <a:effectLst/>
                <a:latin typeface="Times New Roman (Headings)"/>
                <a:cs typeface="Arial" panose="020B0604020202020204" pitchFamily="34" charset="0"/>
              </a:rPr>
              <a:t>Thần</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trong</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vinh</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quang</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Ðức</a:t>
            </a:r>
            <a:r>
              <a:rPr lang="en-US" sz="8000" b="1">
                <a:effectLst/>
                <a:latin typeface="Times New Roman (Headings)"/>
                <a:cs typeface="Arial" panose="020B0604020202020204" pitchFamily="34" charset="0"/>
              </a:rPr>
              <a:t> Chúa Cha. </a:t>
            </a:r>
            <a:r>
              <a:rPr lang="en-US" sz="8000" b="1">
                <a:solidFill>
                  <a:srgbClr val="FF0000"/>
                </a:solidFill>
                <a:effectLst/>
                <a:latin typeface="Times New Roman (Headings)"/>
                <a:cs typeface="Arial" panose="020B0604020202020204" pitchFamily="34" charset="0"/>
              </a:rPr>
              <a:t>Amen</a:t>
            </a:r>
            <a:r>
              <a:rPr lang="en-US" sz="8000" b="1">
                <a:effectLst/>
                <a:latin typeface="Times New Roman (Headings)"/>
                <a:cs typeface="Arial" panose="020B0604020202020204" pitchFamily="34" charset="0"/>
              </a:rPr>
              <a:t>.</a:t>
            </a:r>
          </a:p>
        </p:txBody>
      </p:sp>
    </p:spTree>
    <p:extLst>
      <p:ext uri="{BB962C8B-B14F-4D97-AF65-F5344CB8AC3E}">
        <p14:creationId xmlns:p14="http://schemas.microsoft.com/office/powerpoint/2010/main" val="3595814708"/>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89EF9-AE83-804F-B41A-DF628C6DBA4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268863-41C7-60B9-4AE1-DE0B4226E535}"/>
              </a:ext>
            </a:extLst>
          </p:cNvPr>
          <p:cNvSpPr>
            <a:spLocks noGrp="1"/>
          </p:cNvSpPr>
          <p:nvPr>
            <p:ph idx="1"/>
          </p:nvPr>
        </p:nvSpPr>
        <p:spPr/>
        <p:txBody>
          <a:bodyPr/>
          <a:lstStyle/>
          <a:p>
            <a:endParaRPr lang="en-US"/>
          </a:p>
        </p:txBody>
      </p:sp>
      <p:pic>
        <p:nvPicPr>
          <p:cNvPr id="2" name="Picture 2" descr="Có thể là hình ảnh về 5 người và văn bản cho biết 'CHÚA NHAT XVII THƯỠNG NIÊN NĂM C Đức Giêsu dạy CÁCH CÂU NGUYỆN Anh em cũ xin thì sẽ được, CỨ tìm thì sẽ thấy, cứ gõ cua thi sẽ mở cho. (Lc Lc11,113'">
            <a:extLst>
              <a:ext uri="{FF2B5EF4-FFF2-40B4-BE49-F238E27FC236}">
                <a16:creationId xmlns:a16="http://schemas.microsoft.com/office/drawing/2014/main" id="{3503ACFF-8F21-5611-3A1D-F87FEE8301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0937278"/>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21BCA-5D2B-E7EA-6E63-43A06F90D64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AAD85E-0645-EF3E-E980-2E664985656F}"/>
              </a:ext>
            </a:extLst>
          </p:cNvPr>
          <p:cNvSpPr>
            <a:spLocks noGrp="1"/>
          </p:cNvSpPr>
          <p:nvPr>
            <p:ph idx="1"/>
          </p:nvPr>
        </p:nvSpPr>
        <p:spPr/>
        <p:txBody>
          <a:bodyPr/>
          <a:lstStyle/>
          <a:p>
            <a:endParaRPr lang="en-US"/>
          </a:p>
        </p:txBody>
      </p:sp>
      <p:pic>
        <p:nvPicPr>
          <p:cNvPr id="2050" name="Picture 2" descr="Có thể là hình ảnh về văn bản cho biết '50-45-40 30-2 30-20-10 Η BÀI ĐỌC 1 Bài trichsách SÁNG THẾ 哈 &quot;xin Chúa đừng giận. cho con nói tiếp.&quot; [St 18, 20-32]'">
            <a:extLst>
              <a:ext uri="{FF2B5EF4-FFF2-40B4-BE49-F238E27FC236}">
                <a16:creationId xmlns:a16="http://schemas.microsoft.com/office/drawing/2014/main" id="{3BB68CF9-AC57-33AF-B0DC-175CE188EB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4203280"/>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24DA1-C59A-DCB2-1254-4731F8239A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0E785D-F143-1F4A-51C1-7A4176DF2B1C}"/>
              </a:ext>
            </a:extLst>
          </p:cNvPr>
          <p:cNvSpPr>
            <a:spLocks noGrp="1"/>
          </p:cNvSpPr>
          <p:nvPr>
            <p:ph type="ctrTitle"/>
          </p:nvPr>
        </p:nvSpPr>
        <p:spPr>
          <a:xfrm>
            <a:off x="0" y="0"/>
            <a:ext cx="9144000" cy="5143499"/>
          </a:xfrm>
        </p:spPr>
        <p:txBody>
          <a:bodyPr lIns="91440" tIns="0" rIns="91440" bIns="0" anchor="ctr">
            <a:normAutofit/>
          </a:bodyPr>
          <a:lstStyle/>
          <a:p>
            <a:pPr>
              <a:lnSpc>
                <a:spcPct val="90000"/>
              </a:lnSpc>
            </a:pP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ĐÁP</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CA</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THÁNH </a:t>
            </a:r>
            <a:r>
              <a:rPr lang="en-US" sz="6700" b="1" dirty="0" err="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VỊNH</a:t>
            </a: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137</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Lm</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Thái Nguyên</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732244959"/>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9B57F-E32D-18B5-F0BB-7030978D67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C7A6A7-B4C8-8398-C291-BE4F82B1177A}"/>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en-US" sz="9000" b="1" dirty="0">
                <a:effectLst/>
                <a:latin typeface="Times New Roman (Headings)"/>
                <a:cs typeface="Arial" panose="020B0604020202020204" pitchFamily="34" charset="0"/>
              </a:rPr>
              <a:t>1. Con </a:t>
            </a:r>
            <a:r>
              <a:rPr lang="en-US" sz="9000" b="1" dirty="0" err="1">
                <a:effectLst/>
                <a:latin typeface="Times New Roman (Headings)"/>
                <a:cs typeface="Arial" panose="020B0604020202020204" pitchFamily="34" charset="0"/>
              </a:rPr>
              <a:t>xin</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hết</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lòng</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cảm</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tạ</a:t>
            </a:r>
            <a:r>
              <a:rPr lang="en-US" sz="9000" b="1" dirty="0">
                <a:effectLst/>
                <a:latin typeface="Times New Roman (Headings)"/>
                <a:cs typeface="Arial" panose="020B0604020202020204" pitchFamily="34" charset="0"/>
              </a:rPr>
              <a:t> Chúa, </a:t>
            </a:r>
            <a:r>
              <a:rPr lang="en-US" sz="9000" b="1" dirty="0" err="1">
                <a:effectLst/>
                <a:latin typeface="Times New Roman (Headings)"/>
                <a:cs typeface="Arial" panose="020B0604020202020204" pitchFamily="34" charset="0"/>
              </a:rPr>
              <a:t>vì</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Ngài</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đã</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nghe</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tiếng</a:t>
            </a:r>
            <a:r>
              <a:rPr lang="en-US" sz="9000" b="1" dirty="0">
                <a:effectLst/>
                <a:latin typeface="Times New Roman (Headings)"/>
                <a:cs typeface="Arial" panose="020B0604020202020204" pitchFamily="34" charset="0"/>
              </a:rPr>
              <a:t> con </a:t>
            </a:r>
            <a:r>
              <a:rPr lang="en-US" sz="9000" b="1" dirty="0" err="1">
                <a:effectLst/>
                <a:latin typeface="Times New Roman (Headings)"/>
                <a:cs typeface="Arial" panose="020B0604020202020204" pitchFamily="34" charset="0"/>
              </a:rPr>
              <a:t>kêu</a:t>
            </a:r>
            <a:r>
              <a:rPr lang="en-US" sz="9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50040078"/>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C0688-8DA7-1BE6-7DA3-3C120E15C9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744B1A-DBD8-32E7-B41E-8FCF6A4D0DFA}"/>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vi-VN" sz="9600" b="1" dirty="0">
                <a:effectLst/>
                <a:latin typeface="Times New Roman (Headings)"/>
                <a:cs typeface="Arial" panose="020B0604020202020204" pitchFamily="34" charset="0"/>
              </a:rPr>
              <a:t>Đàn ca kính Chúa giữa chư vị Thiên Thần,</a:t>
            </a:r>
            <a:endParaRPr lang="en-US" sz="9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081146242"/>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E4792-1866-7ECA-ECC3-37E4FE9A31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88D8B3-40A3-DFA9-C73F-AAA7CC53F888}"/>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vi-VN" sz="9600" b="1" dirty="0">
                <a:effectLst/>
                <a:latin typeface="Times New Roman (Headings)"/>
                <a:cs typeface="Arial" panose="020B0604020202020204" pitchFamily="34" charset="0"/>
              </a:rPr>
              <a:t>hướng về đền thánh con phủ phục kính thờ.</a:t>
            </a:r>
            <a:endParaRPr lang="en-US" sz="9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579993920"/>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CC596-5E4B-E7F4-108B-CC94DCD26B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40037A-7FB4-F9EC-3F93-7B9C9142686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err="1">
                <a:effectLst/>
                <a:latin typeface="Times New Roman (Headings)"/>
                <a:cs typeface="Arial" panose="020B0604020202020204" pitchFamily="34" charset="0"/>
              </a:rPr>
              <a:t>ĐK</a:t>
            </a:r>
            <a:r>
              <a:rPr lang="vi-VN" sz="8800" b="1" dirty="0">
                <a:effectLst/>
                <a:latin typeface="Times New Roman (Headings)"/>
                <a:cs typeface="Arial" panose="020B0604020202020204" pitchFamily="34" charset="0"/>
              </a:rPr>
              <a:t>: Khi con kêu cầu Chúa thương nhậm lời,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169823571"/>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40B97-5A5E-E01D-7F77-E3FF8C576A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B552A9-68B7-99D4-D06F-501F9D3256BC}"/>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Ngài ban cho tâm hồn kiên vững cho con được mạnh sức.</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112100519"/>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1AC84C-6D30-4103-DA6E-7E5F2466E4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062D37-57D1-76E9-02D1-F1E683ACD004}"/>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vi-VN" sz="9000" b="1" dirty="0">
                <a:effectLst/>
                <a:latin typeface="Times New Roman (Headings)"/>
                <a:cs typeface="Arial" panose="020B0604020202020204" pitchFamily="34" charset="0"/>
              </a:rPr>
              <a:t>2. Con xin cảm tạ bởi vì Chúa một lòng thành tin mãi yêu thương.</a:t>
            </a:r>
            <a:endParaRPr lang="en-US" sz="9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107876415"/>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3A47B0-BC70-B94C-FEA5-4243465EAE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687657-897B-626B-922A-6F639D1531FC}"/>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vi-VN" sz="8500" b="1" dirty="0">
                <a:effectLst/>
                <a:latin typeface="Times New Roman (Headings)"/>
                <a:cs typeface="Arial" panose="020B0604020202020204" pitchFamily="34" charset="0"/>
              </a:rPr>
              <a:t>Ngày con kêu khấn Chúa thương tình đáp lời,</a:t>
            </a:r>
            <a:endParaRPr lang="en-US" sz="8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784184180"/>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F2571-A19B-BB6C-CC1B-FD72B8B927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FAF86C-5A9A-83C4-9D0F-C9777296CA47}"/>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hỗ trợ hồn con Chúa tăng cường sức mạnh.</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972491691"/>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A268B-0488-BE70-B676-9AF9F55982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918D86-A951-BE4C-0AF1-87FA7A1A3F97}"/>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err="1">
                <a:effectLst/>
                <a:latin typeface="Times New Roman (Headings)"/>
                <a:cs typeface="Arial" panose="020B0604020202020204" pitchFamily="34" charset="0"/>
              </a:rPr>
              <a:t>ĐK</a:t>
            </a:r>
            <a:r>
              <a:rPr lang="vi-VN" sz="8800" b="1" dirty="0">
                <a:effectLst/>
                <a:latin typeface="Times New Roman (Headings)"/>
                <a:cs typeface="Arial" panose="020B0604020202020204" pitchFamily="34" charset="0"/>
              </a:rPr>
              <a:t>: Khi con kêu cầu Chúa thương nhậm lời,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138886633"/>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41AED-17AD-0809-3B5B-1124B3A9BD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8B3E61-E183-3BD8-74FB-689E952C696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Ngài ban cho tâm hồn kiên vững cho con được mạnh sức.</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962257353"/>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3CDABE-9DB9-B0F2-CBC0-5531AF1053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1752E2-896F-4801-4B6C-A6BA39467916}"/>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en-US" sz="8500" b="1" dirty="0">
                <a:effectLst/>
                <a:latin typeface="Times New Roman (Headings)"/>
                <a:cs typeface="Arial" panose="020B0604020202020204" pitchFamily="34" charset="0"/>
              </a:rPr>
              <a:t>3. Cao </a:t>
            </a:r>
            <a:r>
              <a:rPr lang="en-US" sz="8500" b="1" dirty="0" err="1">
                <a:effectLst/>
                <a:latin typeface="Times New Roman (Headings)"/>
                <a:cs typeface="Arial" panose="020B0604020202020204" pitchFamily="34" charset="0"/>
              </a:rPr>
              <a:t>quang</a:t>
            </a:r>
            <a:r>
              <a:rPr lang="en-US" sz="8500" b="1" dirty="0">
                <a:effectLst/>
                <a:latin typeface="Times New Roman (Headings)"/>
                <a:cs typeface="Arial" panose="020B0604020202020204" pitchFamily="34" charset="0"/>
              </a:rPr>
              <a:t> Chúa </a:t>
            </a:r>
            <a:r>
              <a:rPr lang="en-US" sz="8500" b="1" dirty="0" err="1">
                <a:effectLst/>
                <a:latin typeface="Times New Roman (Headings)"/>
                <a:cs typeface="Arial" panose="020B0604020202020204" pitchFamily="34" charset="0"/>
              </a:rPr>
              <a:t>nhìn</a:t>
            </a:r>
            <a:r>
              <a:rPr lang="en-US" sz="8500" b="1" dirty="0">
                <a:effectLst/>
                <a:latin typeface="Times New Roman (Headings)"/>
                <a:cs typeface="Arial" panose="020B0604020202020204" pitchFamily="34" charset="0"/>
              </a:rPr>
              <a:t> </a:t>
            </a:r>
            <a:r>
              <a:rPr lang="en-US" sz="8500" b="1" dirty="0" err="1">
                <a:effectLst/>
                <a:latin typeface="Times New Roman (Headings)"/>
                <a:cs typeface="Arial" panose="020B0604020202020204" pitchFamily="34" charset="0"/>
              </a:rPr>
              <a:t>kẻ</a:t>
            </a:r>
            <a:r>
              <a:rPr lang="en-US" sz="8500" b="1" dirty="0">
                <a:effectLst/>
                <a:latin typeface="Times New Roman (Headings)"/>
                <a:cs typeface="Arial" panose="020B0604020202020204" pitchFamily="34" charset="0"/>
              </a:rPr>
              <a:t> </a:t>
            </a:r>
            <a:r>
              <a:rPr lang="en-US" sz="8500" b="1" dirty="0" err="1">
                <a:effectLst/>
                <a:latin typeface="Times New Roman (Headings)"/>
                <a:cs typeface="Arial" panose="020B0604020202020204" pitchFamily="34" charset="0"/>
              </a:rPr>
              <a:t>hèn</a:t>
            </a:r>
            <a:r>
              <a:rPr lang="en-US" sz="8500" b="1" dirty="0">
                <a:effectLst/>
                <a:latin typeface="Times New Roman (Headings)"/>
                <a:cs typeface="Arial" panose="020B0604020202020204" pitchFamily="34" charset="0"/>
              </a:rPr>
              <a:t> </a:t>
            </a:r>
            <a:r>
              <a:rPr lang="en-US" sz="8500" b="1" dirty="0" err="1">
                <a:effectLst/>
                <a:latin typeface="Times New Roman (Headings)"/>
                <a:cs typeface="Arial" panose="020B0604020202020204" pitchFamily="34" charset="0"/>
              </a:rPr>
              <a:t>yếu</a:t>
            </a:r>
            <a:r>
              <a:rPr lang="en-US" sz="8500" b="1" dirty="0">
                <a:effectLst/>
                <a:latin typeface="Times New Roman (Headings)"/>
                <a:cs typeface="Arial" panose="020B0604020202020204" pitchFamily="34" charset="0"/>
              </a:rPr>
              <a:t>, </a:t>
            </a:r>
            <a:r>
              <a:rPr lang="en-US" sz="8500" b="1" dirty="0" err="1">
                <a:effectLst/>
                <a:latin typeface="Times New Roman (Headings)"/>
                <a:cs typeface="Arial" panose="020B0604020202020204" pitchFamily="34" charset="0"/>
              </a:rPr>
              <a:t>còn</a:t>
            </a:r>
            <a:r>
              <a:rPr lang="en-US" sz="8500" b="1" dirty="0">
                <a:effectLst/>
                <a:latin typeface="Times New Roman (Headings)"/>
                <a:cs typeface="Arial" panose="020B0604020202020204" pitchFamily="34" charset="0"/>
              </a:rPr>
              <a:t> </a:t>
            </a:r>
            <a:r>
              <a:rPr lang="en-US" sz="8500" b="1" dirty="0" err="1">
                <a:effectLst/>
                <a:latin typeface="Times New Roman (Headings)"/>
                <a:cs typeface="Arial" panose="020B0604020202020204" pitchFamily="34" charset="0"/>
              </a:rPr>
              <a:t>bọn</a:t>
            </a:r>
            <a:r>
              <a:rPr lang="en-US" sz="8500" b="1" dirty="0">
                <a:effectLst/>
                <a:latin typeface="Times New Roman (Headings)"/>
                <a:cs typeface="Arial" panose="020B0604020202020204" pitchFamily="34" charset="0"/>
              </a:rPr>
              <a:t> </a:t>
            </a:r>
            <a:r>
              <a:rPr lang="en-US" sz="8500" b="1" dirty="0" err="1">
                <a:effectLst/>
                <a:latin typeface="Times New Roman (Headings)"/>
                <a:cs typeface="Arial" panose="020B0604020202020204" pitchFamily="34" charset="0"/>
              </a:rPr>
              <a:t>tự</a:t>
            </a:r>
            <a:r>
              <a:rPr lang="en-US" sz="8500" b="1" dirty="0">
                <a:effectLst/>
                <a:latin typeface="Times New Roman (Headings)"/>
                <a:cs typeface="Arial" panose="020B0604020202020204" pitchFamily="34" charset="0"/>
              </a:rPr>
              <a:t> </a:t>
            </a:r>
            <a:r>
              <a:rPr lang="en-US" sz="8500" b="1" dirty="0" err="1">
                <a:effectLst/>
                <a:latin typeface="Times New Roman (Headings)"/>
                <a:cs typeface="Arial" panose="020B0604020202020204" pitchFamily="34" charset="0"/>
              </a:rPr>
              <a:t>cao</a:t>
            </a:r>
            <a:r>
              <a:rPr lang="en-US" sz="8500" b="1" dirty="0">
                <a:effectLst/>
                <a:latin typeface="Times New Roman (Headings)"/>
                <a:cs typeface="Arial" panose="020B0604020202020204" pitchFamily="34" charset="0"/>
              </a:rPr>
              <a:t> Chúa </a:t>
            </a:r>
            <a:r>
              <a:rPr lang="en-US" sz="8500" b="1" dirty="0" err="1">
                <a:effectLst/>
                <a:latin typeface="Times New Roman (Headings)"/>
                <a:cs typeface="Arial" panose="020B0604020202020204" pitchFamily="34" charset="0"/>
              </a:rPr>
              <a:t>coi</a:t>
            </a:r>
            <a:r>
              <a:rPr lang="en-US" sz="8500" b="1" dirty="0">
                <a:effectLst/>
                <a:latin typeface="Times New Roman (Headings)"/>
                <a:cs typeface="Arial" panose="020B0604020202020204" pitchFamily="34" charset="0"/>
              </a:rPr>
              <a:t> </a:t>
            </a:r>
            <a:r>
              <a:rPr lang="en-US" sz="8500" b="1" dirty="0" err="1">
                <a:effectLst/>
                <a:latin typeface="Times New Roman (Headings)"/>
                <a:cs typeface="Arial" panose="020B0604020202020204" pitchFamily="34" charset="0"/>
              </a:rPr>
              <a:t>khinh</a:t>
            </a:r>
            <a:r>
              <a:rPr lang="en-US" sz="85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368488501"/>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60284D-9384-DF0E-33E4-3F10F0925A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942E2D-1122-18DD-4A1B-4C8DD165603D}"/>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vi-VN" sz="9000" b="1" dirty="0">
                <a:effectLst/>
                <a:latin typeface="Times New Roman (Headings)"/>
                <a:cs typeface="Arial" panose="020B0604020202020204" pitchFamily="34" charset="0"/>
              </a:rPr>
              <a:t>Tình thương của Chúa đến muôn đời vững bền,</a:t>
            </a:r>
            <a:endParaRPr lang="en-US" sz="9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464914228"/>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9FB493-D53B-EDE7-6AB3-7FC33E8C92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306FBE-3176-53CF-DA5B-5777BA51558B}"/>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vi-VN" sz="9000" b="1" dirty="0">
                <a:effectLst/>
                <a:latin typeface="Times New Roman (Headings)"/>
                <a:cs typeface="Arial" panose="020B0604020202020204" pitchFamily="34" charset="0"/>
              </a:rPr>
              <a:t>xin đừng bỏ rơi những công việc Chúa làm.</a:t>
            </a:r>
            <a:endParaRPr lang="en-US" sz="9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6115915"/>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89415-DB26-10A4-B9B5-44C4066AF9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258483-CAE6-3D5B-D7CC-D922E789B4A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err="1">
                <a:effectLst/>
                <a:latin typeface="Times New Roman (Headings)"/>
                <a:cs typeface="Arial" panose="020B0604020202020204" pitchFamily="34" charset="0"/>
              </a:rPr>
              <a:t>ĐK</a:t>
            </a:r>
            <a:r>
              <a:rPr lang="vi-VN" sz="8800" b="1" dirty="0">
                <a:effectLst/>
                <a:latin typeface="Times New Roman (Headings)"/>
                <a:cs typeface="Arial" panose="020B0604020202020204" pitchFamily="34" charset="0"/>
              </a:rPr>
              <a:t>: Khi con kêu cầu Chúa thương nhậm lời,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543627598"/>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A67B9-020E-A0E9-2889-79F4F9E6EB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ADA642-199C-46A4-6FC5-FFDA7D006AA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Ngài ban cho tâm hồn kiên vững cho con được mạnh sức.</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579023612"/>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AEDFE-4645-D337-A652-0105B0D63DB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1C1BF6-73D6-D3D1-4F2D-0B87EEB32BAF}"/>
              </a:ext>
            </a:extLst>
          </p:cNvPr>
          <p:cNvSpPr>
            <a:spLocks noGrp="1"/>
          </p:cNvSpPr>
          <p:nvPr>
            <p:ph idx="1"/>
          </p:nvPr>
        </p:nvSpPr>
        <p:spPr/>
        <p:txBody>
          <a:bodyPr/>
          <a:lstStyle/>
          <a:p>
            <a:endParaRPr lang="en-US"/>
          </a:p>
        </p:txBody>
      </p:sp>
      <p:pic>
        <p:nvPicPr>
          <p:cNvPr id="12290" name="Picture 2" descr="Có thể là hình ảnh về 1 người và văn bản cho biết 'BÀI ĐỌC ÃIĐỌC2 2 Bài thích thư của thánh Phaolô tông đõ gửi tin hữu Côloxê &quot;Thiên Chúa da cho anh em dược cùng sống VỚi ĐỨC KitÔ: Thiên Chùa đã ban ơn tha thứ mọi sa ngà lỗi lầm của chúng ta.&quot; [CI 2,12-14) 2,'">
            <a:extLst>
              <a:ext uri="{FF2B5EF4-FFF2-40B4-BE49-F238E27FC236}">
                <a16:creationId xmlns:a16="http://schemas.microsoft.com/office/drawing/2014/main" id="{37C992F6-0824-9FA6-3A19-D20157DE91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3245649"/>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62B3C-0522-8E0C-CEBD-6B3996DEC00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EC1FE8-1C6F-E9E8-8551-B831BFC08BD2}"/>
              </a:ext>
            </a:extLst>
          </p:cNvPr>
          <p:cNvSpPr>
            <a:spLocks noGrp="1"/>
          </p:cNvSpPr>
          <p:nvPr>
            <p:ph idx="1"/>
          </p:nvPr>
        </p:nvSpPr>
        <p:spPr/>
        <p:txBody>
          <a:bodyPr/>
          <a:lstStyle/>
          <a:p>
            <a:endParaRPr lang="en-US"/>
          </a:p>
        </p:txBody>
      </p:sp>
      <p:pic>
        <p:nvPicPr>
          <p:cNvPr id="2" name="Picture 2" descr="Có thể là hình ảnh về 5 người và văn bản cho biết 'CHÚA NHAT XVII THƯỠNG NIÊN NĂM C Đức Giêsu dạy CÁCH CÂU NGUYỆN Anh em cũ xin thì sẽ được, CỨ tìm thì sẽ thấy, cứ gõ cua thi sẽ mở cho. (Lc Lc11,113'">
            <a:extLst>
              <a:ext uri="{FF2B5EF4-FFF2-40B4-BE49-F238E27FC236}">
                <a16:creationId xmlns:a16="http://schemas.microsoft.com/office/drawing/2014/main" id="{6F642B43-FE66-14D6-0B65-F8964811FE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7632253"/>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1B82F-9B9E-9A0F-F01F-8D74989335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12D805-4723-9CE9-42DA-7AE8EBF9C314}"/>
              </a:ext>
            </a:extLst>
          </p:cNvPr>
          <p:cNvSpPr>
            <a:spLocks noGrp="1"/>
          </p:cNvSpPr>
          <p:nvPr>
            <p:ph type="ctrTitle"/>
          </p:nvPr>
        </p:nvSpPr>
        <p:spPr>
          <a:xfrm>
            <a:off x="0" y="409575"/>
            <a:ext cx="9144000" cy="4733925"/>
          </a:xfrm>
          <a:solidFill>
            <a:schemeClr val="bg1"/>
          </a:solidFill>
        </p:spPr>
        <p:txBody>
          <a:bodyPr lIns="91440" tIns="0" rIns="91440" bIns="0">
            <a:noAutofit/>
          </a:bodyPr>
          <a:lstStyle/>
          <a:p>
            <a:r>
              <a:rPr lang="en-US" sz="8000" b="1" i="1" dirty="0">
                <a:effectLst/>
                <a:latin typeface="Times New Roman (Headings)"/>
                <a:cs typeface="Arial" panose="020B0604020202020204" pitchFamily="34" charset="0"/>
              </a:rPr>
              <a:t>All… All...</a:t>
            </a:r>
            <a:r>
              <a:rPr lang="en-US" sz="8000" b="1" dirty="0">
                <a:effectLst/>
                <a:latin typeface="Times New Roman (Headings)"/>
                <a:cs typeface="Arial" panose="020B0604020202020204" pitchFamily="34" charset="0"/>
              </a:rPr>
              <a:t> </a:t>
            </a:r>
            <a:br>
              <a:rPr lang="en-US" sz="8000" b="1" dirty="0">
                <a:effectLst/>
                <a:latin typeface="Times New Roman (Headings)"/>
                <a:cs typeface="Arial" panose="020B0604020202020204" pitchFamily="34" charset="0"/>
              </a:rPr>
            </a:b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Chúc</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tụng</a:t>
            </a:r>
            <a:r>
              <a:rPr lang="en-US" sz="8000" b="1" dirty="0">
                <a:effectLst/>
                <a:latin typeface="Times New Roman (Headings)"/>
                <a:cs typeface="Arial" panose="020B0604020202020204" pitchFamily="34" charset="0"/>
              </a:rPr>
              <a:t> Đức Vua, </a:t>
            </a:r>
            <a:r>
              <a:rPr lang="en-US" sz="8000" b="1" dirty="0" err="1">
                <a:effectLst/>
                <a:latin typeface="Times New Roman (Headings)"/>
                <a:cs typeface="Arial" panose="020B0604020202020204" pitchFamily="34" charset="0"/>
              </a:rPr>
              <a:t>Đấng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nhân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danh</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mà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đến</a:t>
            </a:r>
            <a:r>
              <a:rPr lang="en-US" sz="8000" b="1" dirty="0">
                <a:effectLst/>
                <a:latin typeface="Times New Roman (Headings)"/>
                <a:cs typeface="Arial" panose="020B0604020202020204" pitchFamily="34" charset="0"/>
              </a:rPr>
              <a:t>.</a:t>
            </a:r>
          </a:p>
        </p:txBody>
      </p:sp>
      <p:sp>
        <p:nvSpPr>
          <p:cNvPr id="3" name="Tiêu đề 1">
            <a:extLst>
              <a:ext uri="{FF2B5EF4-FFF2-40B4-BE49-F238E27FC236}">
                <a16:creationId xmlns:a16="http://schemas.microsoft.com/office/drawing/2014/main" id="{B65BFD26-A711-3E47-CB91-41F966BFC137}"/>
              </a:ext>
            </a:extLst>
          </p:cNvPr>
          <p:cNvSpPr txBox="1">
            <a:spLocks/>
          </p:cNvSpPr>
          <p:nvPr/>
        </p:nvSpPr>
        <p:spPr>
          <a:xfrm>
            <a:off x="0" y="0"/>
            <a:ext cx="9144000" cy="409575"/>
          </a:xfrm>
          <a:prstGeom prst="rect">
            <a:avLst/>
          </a:prstGeom>
          <a:noFill/>
          <a:ln>
            <a:noFill/>
          </a:ln>
        </p:spPr>
        <p:style>
          <a:lnRef idx="0">
            <a:scrgbClr r="0" g="0" b="0"/>
          </a:lnRef>
          <a:fillRef idx="0">
            <a:scrgbClr r="0" g="0" b="0"/>
          </a:fillRef>
          <a:effectRef idx="0">
            <a:scrgbClr r="0" g="0" b="0"/>
          </a:effectRef>
          <a:fontRef idx="minor">
            <a:schemeClr val="accent3"/>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000" b="1" u="sng" dirty="0">
                <a:solidFill>
                  <a:srgbClr val="FF0000"/>
                </a:solidFill>
                <a:latin typeface="Arial" panose="020B0604020202020204" pitchFamily="34" charset="0"/>
                <a:cs typeface="Arial" panose="020B0604020202020204" pitchFamily="34" charset="0"/>
              </a:rPr>
              <a:t>TUNG </a:t>
            </a:r>
            <a:r>
              <a:rPr lang="en-US" sz="2000" b="1" u="sng" dirty="0" err="1">
                <a:solidFill>
                  <a:srgbClr val="FF0000"/>
                </a:solidFill>
                <a:latin typeface="Arial" panose="020B0604020202020204" pitchFamily="34" charset="0"/>
                <a:cs typeface="Arial" panose="020B0604020202020204" pitchFamily="34" charset="0"/>
              </a:rPr>
              <a:t>HÔ</a:t>
            </a:r>
            <a:r>
              <a:rPr lang="en-US" sz="2000" b="1" u="sng" dirty="0">
                <a:solidFill>
                  <a:srgbClr val="FF0000"/>
                </a:solidFill>
                <a:latin typeface="Arial" panose="020B0604020202020204" pitchFamily="34" charset="0"/>
                <a:cs typeface="Arial" panose="020B0604020202020204" pitchFamily="34" charset="0"/>
              </a:rPr>
              <a:t> TIN </a:t>
            </a:r>
            <a:r>
              <a:rPr lang="en-US" sz="2000" b="1" u="sng" dirty="0" err="1">
                <a:solidFill>
                  <a:srgbClr val="FF0000"/>
                </a:solidFill>
                <a:latin typeface="Arial" panose="020B0604020202020204" pitchFamily="34" charset="0"/>
                <a:cs typeface="Arial" panose="020B0604020202020204" pitchFamily="34" charset="0"/>
              </a:rPr>
              <a:t>MỪNG</a:t>
            </a:r>
            <a:endParaRPr lang="vi-VN" sz="2000" b="1" dirty="0">
              <a:solidFill>
                <a:srgbClr val="00B05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09131186"/>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06615-2E99-EA04-3BDE-BFE498487A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95F701-1094-431D-AE6C-46FE2A062166}"/>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800" b="1" dirty="0">
                <a:latin typeface="Times New Roman (Headings)"/>
                <a:cs typeface="Arial" panose="020B0604020202020204" pitchFamily="34" charset="0"/>
              </a:rPr>
              <a:t>Bình an </a:t>
            </a:r>
            <a:r>
              <a:rPr lang="en-US" sz="8800" b="1" dirty="0" err="1">
                <a:latin typeface="Times New Roman (Headings)"/>
                <a:cs typeface="Arial" panose="020B0604020202020204" pitchFamily="34" charset="0"/>
              </a:rPr>
              <a:t>trên</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trời</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và</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vinh</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quang</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trên</a:t>
            </a:r>
            <a:r>
              <a:rPr lang="en-US" sz="8800" b="1" dirty="0">
                <a:latin typeface="Times New Roman (Headings)"/>
                <a:cs typeface="Arial" panose="020B0604020202020204" pitchFamily="34" charset="0"/>
              </a:rPr>
              <a:t> các </a:t>
            </a:r>
            <a:r>
              <a:rPr lang="en-US" sz="8800" b="1" dirty="0" err="1">
                <a:latin typeface="Times New Roman (Headings)"/>
                <a:cs typeface="Arial" panose="020B0604020202020204" pitchFamily="34" charset="0"/>
              </a:rPr>
              <a:t>tầng</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trời</a:t>
            </a:r>
            <a:r>
              <a:rPr lang="en-US" sz="8800" b="1" dirty="0">
                <a:latin typeface="Times New Roman (Headings)"/>
                <a:cs typeface="Arial" panose="020B0604020202020204" pitchFamily="34" charset="0"/>
              </a:rPr>
              <a:t>.</a:t>
            </a:r>
            <a:br>
              <a:rPr lang="en-US" sz="8800" b="1" i="1" dirty="0">
                <a:latin typeface="Times New Roman (Headings)"/>
                <a:cs typeface="Arial" panose="020B0604020202020204" pitchFamily="34" charset="0"/>
              </a:rPr>
            </a:br>
            <a:r>
              <a:rPr lang="en-US" sz="8800" b="1" i="1" dirty="0">
                <a:latin typeface="Times New Roman (Headings)"/>
                <a:cs typeface="Arial" panose="020B0604020202020204" pitchFamily="34" charset="0"/>
              </a:rPr>
              <a:t>All…All…</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715757512"/>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F6D669-D657-B150-AE51-C51811950B5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F77A6D-5B95-F7C1-AE41-40C9AE6CD0DF}"/>
              </a:ext>
            </a:extLst>
          </p:cNvPr>
          <p:cNvSpPr>
            <a:spLocks noGrp="1"/>
          </p:cNvSpPr>
          <p:nvPr>
            <p:ph idx="1"/>
          </p:nvPr>
        </p:nvSpPr>
        <p:spPr/>
        <p:txBody>
          <a:bodyPr/>
          <a:lstStyle/>
          <a:p>
            <a:endParaRPr lang="en-US"/>
          </a:p>
        </p:txBody>
      </p:sp>
      <p:pic>
        <p:nvPicPr>
          <p:cNvPr id="7170" name="Picture 2" descr="Có thể là hình ảnh về 1 người và văn bản cho biết 'TIN MỪNG CHÚA GIÊSU KITÔ Theo Thánh Luca VHSAN &quot;Anh em cứxin cй xin thì sẽ được, cu tìm thì sẽ thấy, CỨ gõ của thì sẽ mở cho.&quot; (LC11,113 (LC 1-13]'">
            <a:extLst>
              <a:ext uri="{FF2B5EF4-FFF2-40B4-BE49-F238E27FC236}">
                <a16:creationId xmlns:a16="http://schemas.microsoft.com/office/drawing/2014/main" id="{D30CEE91-9C12-A6EA-EB02-6D51551989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7963587"/>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3ABA4-807E-D75C-D52C-5C17410145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AC7524-1DCF-5012-325A-112DC29DE05E}"/>
              </a:ext>
            </a:extLst>
          </p:cNvPr>
          <p:cNvSpPr>
            <a:spLocks noGrp="1"/>
          </p:cNvSpPr>
          <p:nvPr>
            <p:ph type="ctrTitle"/>
          </p:nvPr>
        </p:nvSpPr>
        <p:spPr>
          <a:xfrm>
            <a:off x="0" y="514351"/>
            <a:ext cx="9144000" cy="4629148"/>
          </a:xfrm>
          <a:solidFill>
            <a:schemeClr val="bg1"/>
          </a:solidFill>
        </p:spPr>
        <p:txBody>
          <a:bodyPr lIns="91440" tIns="0" rIns="91440" bIns="0">
            <a:noAutofit/>
          </a:bodyPr>
          <a:lstStyle/>
          <a:p>
            <a:pPr algn="just"/>
            <a:r>
              <a:rPr lang="en-US" sz="8200" b="1" dirty="0" err="1">
                <a:effectLst/>
                <a:latin typeface="Times New Roman (Headings)"/>
                <a:cs typeface="Arial" panose="020B0604020202020204" pitchFamily="34" charset="0"/>
              </a:rPr>
              <a:t>Tôi</a:t>
            </a:r>
            <a:r>
              <a:rPr lang="en-US" sz="8200" b="1" dirty="0">
                <a:effectLst/>
                <a:latin typeface="Times New Roman (Headings)"/>
                <a:cs typeface="Arial" panose="020B0604020202020204" pitchFamily="34" charset="0"/>
              </a:rPr>
              <a:t> tin </a:t>
            </a:r>
            <a:r>
              <a:rPr lang="en-US" sz="8200" b="1" dirty="0" err="1">
                <a:effectLst/>
                <a:latin typeface="Times New Roman (Headings)"/>
                <a:cs typeface="Arial" panose="020B0604020202020204" pitchFamily="34" charset="0"/>
              </a:rPr>
              <a:t>kính</a:t>
            </a:r>
            <a:r>
              <a:rPr lang="en-US" sz="8200" b="1" dirty="0">
                <a:effectLst/>
                <a:latin typeface="Times New Roman (Headings)"/>
                <a:cs typeface="Arial" panose="020B0604020202020204" pitchFamily="34" charset="0"/>
              </a:rPr>
              <a:t> </a:t>
            </a:r>
            <a:r>
              <a:rPr lang="en-US" sz="8200" b="1" dirty="0" err="1">
                <a:effectLst/>
                <a:latin typeface="Times New Roman (Headings)"/>
                <a:cs typeface="Arial" panose="020B0604020202020204" pitchFamily="34" charset="0"/>
              </a:rPr>
              <a:t>một</a:t>
            </a:r>
            <a:r>
              <a:rPr lang="en-US" sz="8200" b="1" dirty="0">
                <a:effectLst/>
                <a:latin typeface="Times New Roman (Headings)"/>
                <a:cs typeface="Arial" panose="020B0604020202020204" pitchFamily="34" charset="0"/>
              </a:rPr>
              <a:t> Thiên Chúa </a:t>
            </a:r>
            <a:r>
              <a:rPr lang="en-US" sz="8200" b="1" dirty="0" err="1">
                <a:effectLst/>
                <a:latin typeface="Times New Roman (Headings)"/>
                <a:cs typeface="Arial" panose="020B0604020202020204" pitchFamily="34" charset="0"/>
              </a:rPr>
              <a:t>là</a:t>
            </a:r>
            <a:r>
              <a:rPr lang="en-US" sz="8200" b="1" dirty="0">
                <a:effectLst/>
                <a:latin typeface="Times New Roman (Headings)"/>
                <a:cs typeface="Arial" panose="020B0604020202020204" pitchFamily="34" charset="0"/>
              </a:rPr>
              <a:t> Cha </a:t>
            </a:r>
            <a:r>
              <a:rPr lang="en-US" sz="8200" b="1" dirty="0" err="1">
                <a:effectLst/>
                <a:latin typeface="Times New Roman (Headings)"/>
                <a:cs typeface="Arial" panose="020B0604020202020204" pitchFamily="34" charset="0"/>
              </a:rPr>
              <a:t>toàn</a:t>
            </a:r>
            <a:r>
              <a:rPr lang="en-US" sz="8200" b="1" dirty="0">
                <a:effectLst/>
                <a:latin typeface="Times New Roman (Headings)"/>
                <a:cs typeface="Arial" panose="020B0604020202020204" pitchFamily="34" charset="0"/>
              </a:rPr>
              <a:t> </a:t>
            </a:r>
            <a:r>
              <a:rPr lang="en-US" sz="8200" b="1" dirty="0" err="1">
                <a:effectLst/>
                <a:latin typeface="Times New Roman (Headings)"/>
                <a:cs typeface="Arial" panose="020B0604020202020204" pitchFamily="34" charset="0"/>
              </a:rPr>
              <a:t>năng</a:t>
            </a:r>
            <a:r>
              <a:rPr lang="en-US" sz="8200" b="1" dirty="0">
                <a:effectLst/>
                <a:latin typeface="Times New Roman (Headings)"/>
                <a:cs typeface="Arial" panose="020B0604020202020204" pitchFamily="34" charset="0"/>
              </a:rPr>
              <a:t>.</a:t>
            </a:r>
          </a:p>
        </p:txBody>
      </p:sp>
      <p:sp>
        <p:nvSpPr>
          <p:cNvPr id="4" name="Tiêu đề 1">
            <a:extLst>
              <a:ext uri="{FF2B5EF4-FFF2-40B4-BE49-F238E27FC236}">
                <a16:creationId xmlns:a16="http://schemas.microsoft.com/office/drawing/2014/main" id="{9B130C5D-607E-1CBB-D591-F748074BB843}"/>
              </a:ext>
            </a:extLst>
          </p:cNvPr>
          <p:cNvSpPr txBox="1">
            <a:spLocks/>
          </p:cNvSpPr>
          <p:nvPr/>
        </p:nvSpPr>
        <p:spPr>
          <a:xfrm>
            <a:off x="0" y="83125"/>
            <a:ext cx="9144000" cy="514350"/>
          </a:xfrm>
          <a:prstGeom prst="rect">
            <a:avLst/>
          </a:prstGeom>
          <a:solidFill>
            <a:schemeClr val="bg1"/>
          </a:solidFill>
          <a:ln>
            <a:noFill/>
          </a:ln>
        </p:spPr>
        <p:style>
          <a:lnRef idx="0">
            <a:scrgbClr r="0" g="0" b="0"/>
          </a:lnRef>
          <a:fillRef idx="0">
            <a:scrgbClr r="0" g="0" b="0"/>
          </a:fillRef>
          <a:effectRef idx="0">
            <a:scrgbClr r="0" g="0" b="0"/>
          </a:effectRef>
          <a:fontRef idx="minor">
            <a:schemeClr val="accent3"/>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b="1" dirty="0">
                <a:solidFill>
                  <a:srgbClr val="FF0000"/>
                </a:solidFill>
                <a:latin typeface="Times New Roman" panose="02020603050405020304" pitchFamily="18" charset="0"/>
                <a:cs typeface="Times New Roman" panose="02020603050405020304" pitchFamily="18" charset="0"/>
              </a:rPr>
              <a:t>KINH TIN </a:t>
            </a:r>
            <a:r>
              <a:rPr lang="en-US" sz="3600" b="1" dirty="0" err="1">
                <a:solidFill>
                  <a:srgbClr val="FF0000"/>
                </a:solidFill>
                <a:latin typeface="Times New Roman" panose="02020603050405020304" pitchFamily="18" charset="0"/>
                <a:cs typeface="Times New Roman" panose="02020603050405020304" pitchFamily="18" charset="0"/>
              </a:rPr>
              <a:t>KÍNH</a:t>
            </a:r>
            <a:endParaRPr lang="vi-VN" sz="3600" b="1" dirty="0">
              <a:solidFill>
                <a:srgbClr val="00B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2460507"/>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309F3-8315-CE40-0B0A-EA1412C046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003A48-7357-BDA4-3CCC-60DB19E7970A}"/>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Đấng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tạo</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thành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trời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đất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muôn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vật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hữu</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hình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vô</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hình</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521278370"/>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03334-9006-FD9C-EE9F-42904ED334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00168C-2886-DF81-5CE8-19D4DA9DDB3A}"/>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tin </a:t>
            </a:r>
            <a:r>
              <a:rPr lang="en-US" sz="8000" b="1" dirty="0" err="1">
                <a:effectLst/>
                <a:latin typeface="Times New Roman (Headings)"/>
                <a:cs typeface="Arial" panose="020B0604020202020204" pitchFamily="34" charset="0"/>
              </a:rPr>
              <a:t>kính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một</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Giê-su</a:t>
            </a:r>
            <a:r>
              <a:rPr lang="en-US" sz="8000" b="1" dirty="0">
                <a:effectLst/>
                <a:latin typeface="Times New Roman (Headings)"/>
                <a:cs typeface="Arial" panose="020B0604020202020204" pitchFamily="34" charset="0"/>
              </a:rPr>
              <a:t> Ki-</a:t>
            </a:r>
            <a:r>
              <a:rPr lang="en-US" sz="8000" b="1" dirty="0" err="1">
                <a:effectLst/>
                <a:latin typeface="Times New Roman (Headings)"/>
                <a:cs typeface="Arial" panose="020B0604020202020204" pitchFamily="34" charset="0"/>
              </a:rPr>
              <a:t>tô</a:t>
            </a:r>
            <a:r>
              <a:rPr lang="en-US" sz="8000" b="1" dirty="0">
                <a:effectLst/>
                <a:latin typeface="Times New Roman (Headings)"/>
                <a:cs typeface="Arial" panose="020B0604020202020204" pitchFamily="34" charset="0"/>
              </a:rPr>
              <a:t> Con </a:t>
            </a:r>
            <a:r>
              <a:rPr lang="en-US" sz="8000" b="1" dirty="0" err="1">
                <a:effectLst/>
                <a:latin typeface="Times New Roman (Headings)"/>
                <a:cs typeface="Arial" panose="020B0604020202020204" pitchFamily="34" charset="0"/>
              </a:rPr>
              <a:t>Một</a:t>
            </a:r>
            <a:r>
              <a:rPr lang="en-US" sz="8000" b="1" dirty="0">
                <a:effectLst/>
                <a:latin typeface="Times New Roman (Headings)"/>
                <a:cs typeface="Arial" panose="020B0604020202020204" pitchFamily="34" charset="0"/>
              </a:rPr>
              <a:t> Thiên Chúa,</a:t>
            </a:r>
          </a:p>
        </p:txBody>
      </p:sp>
    </p:spTree>
    <p:extLst>
      <p:ext uri="{BB962C8B-B14F-4D97-AF65-F5344CB8AC3E}">
        <p14:creationId xmlns:p14="http://schemas.microsoft.com/office/powerpoint/2010/main" val="2448684649"/>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14702-B588-558A-1359-E8B9C635D1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C1DD87-71D7-AED6-17FA-35FFEFA4853C}"/>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sinh bởi Đức Chúa Cha từ trước muôn đời.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472557194"/>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737AC-60A0-9959-47F1-5D68D9B499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AC9E8A-C643-00E5-AC2D-6C2820D32B6F}"/>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là Thiên Chúa bởi Thiên Chúa, Ánh Sáng bởi Ánh Sáng,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662185499"/>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CE7A3-6C92-3908-91CA-673B0AC87C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B87E14-CD07-987B-B16A-B6F1EAC6623D}"/>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a:effectLst/>
                <a:latin typeface="Times New Roman (Headings)"/>
                <a:cs typeface="Arial" panose="020B0604020202020204" pitchFamily="34" charset="0"/>
              </a:rPr>
              <a:t>Thiên Chúa </a:t>
            </a:r>
            <a:r>
              <a:rPr lang="en-US" sz="8000" b="1" dirty="0" err="1">
                <a:effectLst/>
                <a:latin typeface="Times New Roman (Headings)"/>
                <a:cs typeface="Arial" panose="020B0604020202020204" pitchFamily="34" charset="0"/>
              </a:rPr>
              <a:t>thật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bởi</a:t>
            </a:r>
            <a:r>
              <a:rPr lang="en-US" sz="8000" b="1" dirty="0">
                <a:effectLst/>
                <a:latin typeface="Times New Roman (Headings)"/>
                <a:cs typeface="Arial" panose="020B0604020202020204" pitchFamily="34" charset="0"/>
              </a:rPr>
              <a:t> Thiên Chúa </a:t>
            </a:r>
            <a:r>
              <a:rPr lang="en-US" sz="8000" b="1" dirty="0" err="1">
                <a:effectLst/>
                <a:latin typeface="Times New Roman (Headings)"/>
                <a:cs typeface="Arial" panose="020B0604020202020204" pitchFamily="34" charset="0"/>
              </a:rPr>
              <a:t>thật</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516855143"/>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E1989-CD9F-C389-DBCA-E38B2B16A5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6B3884-7BF0-103E-74AE-B62AE3B0CBCA}"/>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Được sinh ra mà không phải được tạo thành đồng bản thể với Đức Chúa Cha: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14847988"/>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702D7-D322-577F-67D6-CF9AF370B5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87094C-0B2C-98F4-6B4D-4514C85AA18D}"/>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nhờ Người mà muôn vật được tạo thành.</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953224773"/>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651F0-8517-85E0-AD02-BB3A04FC53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034158-F0F9-35B6-3EE8-8E1A93B8F6CF}"/>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Vì loài người chúng ta và để cứu độ chúng ta, Người đã từ trời xuống thế.</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975317151"/>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E0594-87D3-1701-548F-A1FB74949B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98790E-DD99-C089-5A30-F58F5D8CCE07}"/>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6500" b="1" dirty="0">
                <a:effectLst/>
                <a:latin typeface="Times New Roman (Headings)"/>
                <a:cs typeface="Arial" panose="020B0604020202020204" pitchFamily="34" charset="0"/>
              </a:rPr>
              <a:t>Bởi phép Đức Chúa Thánh Thần, Người đã nhập thể trong lòng Trinh Nữ Ma-ri-a, và đã làm người.</a:t>
            </a:r>
            <a:endParaRPr lang="en-US" sz="6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494088456"/>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04B99-47D6-7361-9262-F92BC79A02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5AA215-A9FC-C80A-B3B8-C734F226088E}"/>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chịu đóng đinh vào thập giá vì chúng ta,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725404257"/>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57FD2-CC38-ED97-66C3-FEA9FCE155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7A4BD7-BB80-6939-2C6C-FE35D4772ED3}"/>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thời quan Phong-xi-ô</a:t>
            </a:r>
            <a:r>
              <a:rPr lang="en-US" sz="8000" b="1" dirty="0">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Phi-la-tô; Người chịu khổ hình và mai táng.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661748042"/>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2B82F-F1B5-2650-3B64-FC86C186DF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EAC947-BCD7-2678-BDCD-F5DD300050CE}"/>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Ngày thứ ba Người sống lại như lời Thánh kinh.</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018618283"/>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C22B3-9BF7-16BA-860C-D4E9C0DDCC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2485B6-3F65-7989-D709-51616B97254B}"/>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lên trời, ngự bên hữu Đức Chúa Cha.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963711280"/>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DAA13-4036-8519-BEA4-BBAB076B20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2625AD-8F23-2772-F0C9-2C9B161DE880}"/>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Và Người sẽ lại đến trong vinh quang để phán xét kẻ sống và kẻ chết,</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564876205"/>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0F71-DD30-B648-823A-B189F04644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E771F9-5B9B-F4BF-40E1-9B253EDB10A6}"/>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Nước Người sẽ không bao giờ cùng.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58011190"/>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D87F4-5936-E338-1E4D-7D5DFB51CF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756C0D-5D39-DF8B-E96E-C1E7BB3B80EC}"/>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tinh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kính</a:t>
            </a:r>
            <a:r>
              <a:rPr lang="en-US" sz="8000" b="1" dirty="0">
                <a:effectLst/>
                <a:latin typeface="Times New Roman (Headings)"/>
                <a:cs typeface="Arial" panose="020B0604020202020204" pitchFamily="34" charset="0"/>
              </a:rPr>
              <a:t> Đức Chúa Thánh </a:t>
            </a:r>
            <a:r>
              <a:rPr lang="en-US" sz="8000" b="1" dirty="0" err="1">
                <a:effectLst/>
                <a:latin typeface="Times New Roman (Headings)"/>
                <a:cs typeface="Arial" panose="020B0604020202020204" pitchFamily="34" charset="0"/>
              </a:rPr>
              <a:t>Thần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là</a:t>
            </a:r>
            <a:r>
              <a:rPr lang="en-US" sz="8000" b="1" dirty="0">
                <a:effectLst/>
                <a:latin typeface="Times New Roman (Headings)"/>
                <a:cs typeface="Arial" panose="020B0604020202020204" pitchFamily="34" charset="0"/>
              </a:rPr>
              <a:t> Thiên Chúa,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Đấng</a:t>
            </a:r>
            <a:r>
              <a:rPr lang="en-US" sz="8000" b="1" dirty="0">
                <a:effectLst/>
                <a:latin typeface="Times New Roman (Headings)"/>
                <a:cs typeface="Arial" panose="020B0604020202020204" pitchFamily="34" charset="0"/>
              </a:rPr>
              <a:t> ban </a:t>
            </a:r>
            <a:r>
              <a:rPr lang="en-US" sz="8000" b="1" dirty="0" err="1">
                <a:effectLst/>
                <a:latin typeface="Times New Roman (Headings)"/>
                <a:cs typeface="Arial" panose="020B0604020202020204" pitchFamily="34" charset="0"/>
              </a:rPr>
              <a:t>sự</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sống</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89142787"/>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69B4C-4C34-8B84-98A4-809EEAEF99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C7CD4B-98DB-7F88-F991-BC295B90F523}"/>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bởi Đức Chúa Cha và Đức Chúa Con mà ra.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015723285"/>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51C22-968A-79B9-95D0-922E624A3D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528DD2-9620-254B-2ED0-219513EABA1C}"/>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được phụng thờ và tôn vinh cùng với Đức Chúa Cha và Đức Chúa Con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564884281"/>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50C26-B26C-BB85-1BCC-45F7AB7D69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A9FBF3-26E4-9539-6D59-A4727CFF0A09}"/>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đã dùng các Tiên tri mà phán dạy.</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205897880"/>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BB88B-0D7F-4D7B-97CD-D35FF041C2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80486A-BFEB-AC1F-2399-6E3280D660F6}"/>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tin </a:t>
            </a:r>
            <a:r>
              <a:rPr lang="en-US" sz="8000" b="1" dirty="0" err="1">
                <a:effectLst/>
                <a:latin typeface="Times New Roman (Headings)"/>
                <a:cs typeface="Arial" panose="020B0604020202020204" pitchFamily="34" charset="0"/>
              </a:rPr>
              <a:t>Hội</a:t>
            </a:r>
            <a:r>
              <a:rPr lang="en-US" sz="8000" b="1" dirty="0">
                <a:effectLst/>
                <a:latin typeface="Times New Roman (Headings)"/>
                <a:cs typeface="Arial" panose="020B0604020202020204" pitchFamily="34" charset="0"/>
              </a:rPr>
              <a:t> Thánh </a:t>
            </a:r>
            <a:r>
              <a:rPr lang="en-US" sz="8000" b="1" dirty="0" err="1">
                <a:effectLst/>
                <a:latin typeface="Times New Roman (Headings)"/>
                <a:cs typeface="Arial" panose="020B0604020202020204" pitchFamily="34" charset="0"/>
              </a:rPr>
              <a:t>duy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nhất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thánh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thiện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giáo</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truyền</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221903746"/>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0C82F-AC4B-5F76-0A86-D951776B0F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0CA16B-F7F9-4ED1-D0A6-4074FE90DF48}"/>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Tôi tuyên xưng có một Phép Rửa để tha tội.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376629172"/>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666B3-C50D-C141-A14C-1FF4C97F3F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4A895A-326F-80AF-1F23-A7D232913CBF}"/>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đợi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kẻ</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chết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sống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lại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sự</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sống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đời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sau</a:t>
            </a:r>
            <a:r>
              <a:rPr lang="en-US" sz="8000" b="1" dirty="0">
                <a:effectLst/>
                <a:latin typeface="Times New Roman (Headings)"/>
                <a:cs typeface="Arial" panose="020B0604020202020204" pitchFamily="34" charset="0"/>
              </a:rPr>
              <a:t>. </a:t>
            </a:r>
            <a:r>
              <a:rPr lang="en-US" sz="8000" b="1" dirty="0">
                <a:solidFill>
                  <a:srgbClr val="FF0000"/>
                </a:solidFill>
                <a:effectLst/>
                <a:latin typeface="Times New Roman (Headings)"/>
                <a:cs typeface="Arial" panose="020B0604020202020204" pitchFamily="34" charset="0"/>
              </a:rPr>
              <a:t>Amen</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101381447"/>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4E742-00AC-0E15-40A0-AD2896733BA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75C444-DF7B-4CFC-D4D4-D6CF56B9EE37}"/>
              </a:ext>
            </a:extLst>
          </p:cNvPr>
          <p:cNvSpPr>
            <a:spLocks noGrp="1"/>
          </p:cNvSpPr>
          <p:nvPr>
            <p:ph idx="1"/>
          </p:nvPr>
        </p:nvSpPr>
        <p:spPr/>
        <p:txBody>
          <a:bodyPr/>
          <a:lstStyle/>
          <a:p>
            <a:endParaRPr lang="en-US"/>
          </a:p>
        </p:txBody>
      </p:sp>
      <p:pic>
        <p:nvPicPr>
          <p:cNvPr id="2" name="Picture 2" descr="Có thể là hình ảnh về 5 người và văn bản cho biết 'CHÚA NHAT XVII THƯỠNG NIÊN NĂM C Đức Giêsu dạy CÁCH CÂU NGUYỆN Anh em cũ xin thì sẽ được, CỨ tìm thì sẽ thấy, cứ gõ cua thi sẽ mở cho. (Lc Lc11,113'">
            <a:extLst>
              <a:ext uri="{FF2B5EF4-FFF2-40B4-BE49-F238E27FC236}">
                <a16:creationId xmlns:a16="http://schemas.microsoft.com/office/drawing/2014/main" id="{BEC93859-8172-E97B-214F-742600F575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4300061"/>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FCB38-41C2-527C-14C7-BA88EAF3FA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A52F11-2C4F-E299-24FE-8E81AAC56EAF}"/>
              </a:ext>
            </a:extLst>
          </p:cNvPr>
          <p:cNvSpPr>
            <a:spLocks noGrp="1"/>
          </p:cNvSpPr>
          <p:nvPr>
            <p:ph type="ctrTitle"/>
          </p:nvPr>
        </p:nvSpPr>
        <p:spPr>
          <a:xfrm>
            <a:off x="0" y="0"/>
            <a:ext cx="9144000" cy="5143500"/>
          </a:xfrm>
        </p:spPr>
        <p:txBody>
          <a:bodyPr lIns="91440" tIns="0" rIns="91440" bIns="0" anchor="ctr">
            <a:normAutofit/>
          </a:bodyPr>
          <a:lstStyle/>
          <a:p>
            <a:pPr>
              <a:lnSpc>
                <a:spcPct val="90000"/>
              </a:lnSpc>
            </a:pP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DÂNG</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err="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DÂNG</a:t>
            </a: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CHÚA</a:t>
            </a:r>
            <a:b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ĐẤT</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TRỜI</a:t>
            </a: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 </a:t>
            </a:r>
            <a:b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Ân</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 Đức)</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283286852"/>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27BF2-E065-7BEE-150F-A8E4136107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68D814-82E8-C3DB-5F74-205B743D5766}"/>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err="1">
                <a:effectLst/>
                <a:latin typeface="Times New Roman (Headings)"/>
                <a:cs typeface="Arial" panose="020B0604020202020204" pitchFamily="34" charset="0"/>
              </a:rPr>
              <a:t>1A</a:t>
            </a:r>
            <a:r>
              <a:rPr lang="vi-VN" sz="8000" b="1" dirty="0">
                <a:effectLst/>
                <a:latin typeface="Times New Roman (Headings)"/>
                <a:cs typeface="Arial" panose="020B0604020202020204" pitchFamily="34" charset="0"/>
              </a:rPr>
              <a:t>. Tựa làn trầm hương như trầm hương bay lên trước tòa.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560427385"/>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8B56D-3E9E-EF7D-988E-4E3FB4A801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EA49A3-D4B7-547C-DB52-535A32A0462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Nồng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nàn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bài</a:t>
            </a:r>
            <a:r>
              <a:rPr lang="en-US" sz="8800" b="1" dirty="0">
                <a:effectLst/>
                <a:latin typeface="Times New Roman (Headings)"/>
                <a:cs typeface="Arial" panose="020B0604020202020204" pitchFamily="34" charset="0"/>
              </a:rPr>
              <a:t> ca </a:t>
            </a:r>
            <a:r>
              <a:rPr lang="en-US" sz="8800" b="1" dirty="0" err="1">
                <a:effectLst/>
                <a:latin typeface="Times New Roman (Headings)"/>
                <a:cs typeface="Arial" panose="020B0604020202020204" pitchFamily="34" charset="0"/>
              </a:rPr>
              <a:t>xinh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đẹp</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muôn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là</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muôn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sắc</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hoa</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159390971"/>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76059-E4E8-83D3-8690-F158BF154B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FCAC94-C693-78AF-320E-3B9BF2DF34D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Hiệp lời tôn vinh Chúa trời đất, lòng thành hát dâng câu tạ ơn.</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06304479"/>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3FE5F6-5BCA-A68B-D3E3-8A4FC1F1DC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55AC9D-B545-81F6-9238-38022E87867C}"/>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Tình</a:t>
            </a:r>
            <a:r>
              <a:rPr lang="en-US" sz="8800" b="1" dirty="0">
                <a:effectLst/>
                <a:latin typeface="Times New Roman (Headings)"/>
                <a:cs typeface="Arial" panose="020B0604020202020204" pitchFamily="34" charset="0"/>
              </a:rPr>
              <a:t> Cha </a:t>
            </a:r>
            <a:r>
              <a:rPr lang="en-US" sz="8800" b="1" dirty="0" err="1">
                <a:effectLst/>
                <a:latin typeface="Times New Roman (Headings)"/>
                <a:cs typeface="Arial" panose="020B0604020202020204" pitchFamily="34" charset="0"/>
              </a:rPr>
              <a:t>thiết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tha</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chan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hòa</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trải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khắp</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gần</a:t>
            </a:r>
            <a:r>
              <a:rPr lang="en-US" sz="8800" b="1" dirty="0">
                <a:effectLst/>
                <a:latin typeface="Times New Roman (Headings)"/>
                <a:cs typeface="Arial" panose="020B0604020202020204" pitchFamily="34" charset="0"/>
              </a:rPr>
              <a:t> xa.</a:t>
            </a:r>
          </a:p>
        </p:txBody>
      </p:sp>
    </p:spTree>
    <p:extLst>
      <p:ext uri="{BB962C8B-B14F-4D97-AF65-F5344CB8AC3E}">
        <p14:creationId xmlns:p14="http://schemas.microsoft.com/office/powerpoint/2010/main" val="2982701570"/>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B8850-82ED-DAC8-6401-A7359A6289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14568B-10F0-C888-093E-5C1D2D36BC10}"/>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1B</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Này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tấm</a:t>
            </a:r>
            <a:r>
              <a:rPr lang="en-US" sz="8000" b="1" dirty="0">
                <a:effectLst/>
                <a:latin typeface="Times New Roman (Headings)"/>
                <a:cs typeface="Arial" panose="020B0604020202020204" pitchFamily="34" charset="0"/>
              </a:rPr>
              <a:t> bánh do </a:t>
            </a:r>
            <a:r>
              <a:rPr lang="en-US" sz="8000" b="1" dirty="0" err="1">
                <a:effectLst/>
                <a:latin typeface="Times New Roman (Headings)"/>
                <a:cs typeface="Arial" panose="020B0604020202020204" pitchFamily="34" charset="0"/>
              </a:rPr>
              <a:t>từng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muôn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hạt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lúa</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kết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thành</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5897542"/>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3FEBE-2431-9E16-5930-3FE73D7BB5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12917F-FAC5-9CBC-FC00-27A36009E4B4}"/>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Này là rượu nho do từ bao chùm nho ép nên.</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010939432"/>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A08A8-7CFD-F0FB-5812-83DAEA9099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46FA84-FE68-9384-2AD9-805FEEE6E696}"/>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Hiệp</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dâng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lên</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Chúa</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trời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đất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để</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thành</a:t>
            </a:r>
            <a:r>
              <a:rPr lang="en-US" sz="8000" b="1" dirty="0">
                <a:effectLst/>
                <a:latin typeface="Times New Roman (Headings)"/>
                <a:cs typeface="Arial" panose="020B0604020202020204" pitchFamily="34" charset="0"/>
              </a:rPr>
              <a:t> bánh </a:t>
            </a:r>
            <a:r>
              <a:rPr lang="en-US" sz="8000" b="1" dirty="0" err="1">
                <a:effectLst/>
                <a:latin typeface="Times New Roman (Headings)"/>
                <a:cs typeface="Arial" panose="020B0604020202020204" pitchFamily="34" charset="0"/>
              </a:rPr>
              <a:t>thiêng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nuôi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đoàn</a:t>
            </a:r>
            <a:r>
              <a:rPr lang="en-US" sz="8000" b="1" dirty="0">
                <a:effectLst/>
                <a:latin typeface="Times New Roman (Headings)"/>
                <a:cs typeface="Arial" panose="020B0604020202020204" pitchFamily="34" charset="0"/>
              </a:rPr>
              <a:t> con.</a:t>
            </a:r>
          </a:p>
        </p:txBody>
      </p:sp>
    </p:spTree>
    <p:extLst>
      <p:ext uri="{BB962C8B-B14F-4D97-AF65-F5344CB8AC3E}">
        <p14:creationId xmlns:p14="http://schemas.microsoft.com/office/powerpoint/2010/main" val="3724692599"/>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56144-74B2-634A-298D-B5AC2C027A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473B81-2AA5-97E8-F2CB-4EA907D03E29}"/>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Để thành Máu Con Chúa Trời nguồn ơn cứu độ.</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484002520"/>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F575B-A5D8-EFD7-82EC-4CB11DB849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D183CC-41B9-05A9-8381-F3E9BBD25579}"/>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ĐK</a:t>
            </a:r>
            <a:r>
              <a:rPr lang="en-US" sz="8000" b="1" dirty="0">
                <a:effectLst/>
                <a:latin typeface="Times New Roman (Headings)"/>
                <a:cs typeface="Arial" panose="020B0604020202020204" pitchFamily="34" charset="0"/>
              </a:rPr>
              <a:t>. Xin </a:t>
            </a:r>
            <a:r>
              <a:rPr lang="en-US" sz="8000" b="1" dirty="0" err="1">
                <a:effectLst/>
                <a:latin typeface="Times New Roman (Headings)"/>
                <a:cs typeface="Arial" panose="020B0604020202020204" pitchFamily="34" charset="0"/>
              </a:rPr>
              <a:t>chúc</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tụng</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Chúa</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Cả</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đất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trời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từ</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giờ</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đây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đến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muôn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muôn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đời</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935803176"/>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36D68-70F3-1896-06C8-97958CF5E9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D5DE1A-FCD5-454E-4145-B7F3CB307BC3}"/>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Chúc</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tụng</a:t>
            </a:r>
            <a:r>
              <a:rPr lang="en-US" sz="8800" b="1" dirty="0">
                <a:effectLst/>
                <a:latin typeface="Times New Roman (Headings)"/>
                <a:cs typeface="Arial" panose="020B0604020202020204" pitchFamily="34" charset="0"/>
              </a:rPr>
              <a:t> Thiên Chúa </a:t>
            </a:r>
            <a:r>
              <a:rPr lang="en-US" sz="8800" b="1" dirty="0" err="1">
                <a:effectLst/>
                <a:latin typeface="Times New Roman (Headings)"/>
                <a:cs typeface="Arial" panose="020B0604020202020204" pitchFamily="34" charset="0"/>
              </a:rPr>
              <a:t>từ</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nhân</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là</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quyền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năng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cực</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thánh</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229498393"/>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DB2A4-CD96-9934-241F-F6CAFBE311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347934-CAB8-6656-7B63-471CE915C82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Là Đấng đáng chúc tụng mọi lúc mọi nơi.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843755394"/>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7992F5-C8E2-6F99-0A96-61F9B675A21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C9DC33-BF1C-1A88-EA1E-CEE8748FFD4B}"/>
              </a:ext>
            </a:extLst>
          </p:cNvPr>
          <p:cNvSpPr>
            <a:spLocks noGrp="1"/>
          </p:cNvSpPr>
          <p:nvPr>
            <p:ph idx="1"/>
          </p:nvPr>
        </p:nvSpPr>
        <p:spPr/>
        <p:txBody>
          <a:bodyPr/>
          <a:lstStyle/>
          <a:p>
            <a:endParaRPr lang="en-US"/>
          </a:p>
        </p:txBody>
      </p:sp>
      <p:pic>
        <p:nvPicPr>
          <p:cNvPr id="2" name="Picture 2" descr="Có thể là hình ảnh về 5 người và văn bản cho biết 'CHÚA NHAT XVII THƯỠNG NIÊN NĂM C Đức Giêsu dạy CÁCH CÂU NGUYỆN Anh em cũ xin thì sẽ được, CỨ tìm thì sẽ thấy, cứ gõ cua thi sẽ mở cho. (Lc Lc11,113'">
            <a:extLst>
              <a:ext uri="{FF2B5EF4-FFF2-40B4-BE49-F238E27FC236}">
                <a16:creationId xmlns:a16="http://schemas.microsoft.com/office/drawing/2014/main" id="{779C766E-6379-8D30-CE87-A8F138DC75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4584597"/>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40AC1-1078-A17A-A7F5-06C16C82F6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45C7E0-AD08-9DB0-D243-A28F8F7A3746}"/>
              </a:ext>
            </a:extLst>
          </p:cNvPr>
          <p:cNvSpPr>
            <a:spLocks noGrp="1"/>
          </p:cNvSpPr>
          <p:nvPr>
            <p:ph type="ctrTitle"/>
          </p:nvPr>
        </p:nvSpPr>
        <p:spPr>
          <a:xfrm>
            <a:off x="736600" y="12700"/>
            <a:ext cx="7670800" cy="457761"/>
          </a:xfrm>
        </p:spPr>
        <p:txBody>
          <a:bodyPr lIns="91440" tIns="0" rIns="91440" bIns="0" anchor="b">
            <a:normAutofit/>
          </a:bodyPr>
          <a:lstStyle/>
          <a:p>
            <a:pPr>
              <a:lnSpc>
                <a:spcPct val="90000"/>
              </a:lnSpc>
            </a:pPr>
            <a:r>
              <a:rPr lang="en-US" sz="3200" b="1" u="sng"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CA </a:t>
            </a:r>
            <a:r>
              <a:rPr lang="en-US" sz="3200" b="1" u="sng"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HIỆP</a:t>
            </a:r>
            <a:r>
              <a:rPr lang="en-US" sz="3200" b="1" u="sng"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3200" b="1" u="sng"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LỄ</a:t>
            </a:r>
            <a:endParaRPr lang="en-US" sz="1800" b="1" u="sng"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
        <p:nvSpPr>
          <p:cNvPr id="3" name="Title 1">
            <a:extLst>
              <a:ext uri="{FF2B5EF4-FFF2-40B4-BE49-F238E27FC236}">
                <a16:creationId xmlns:a16="http://schemas.microsoft.com/office/drawing/2014/main" id="{313E845D-EBCB-EFA6-463C-B9644F5A6593}"/>
              </a:ext>
            </a:extLst>
          </p:cNvPr>
          <p:cNvSpPr txBox="1">
            <a:spLocks/>
          </p:cNvSpPr>
          <p:nvPr/>
        </p:nvSpPr>
        <p:spPr>
          <a:xfrm>
            <a:off x="0" y="470461"/>
            <a:ext cx="9144000" cy="4673039"/>
          </a:xfrm>
          <a:prstGeom prst="rect">
            <a:avLst/>
          </a:prstGeom>
          <a:solidFill>
            <a:schemeClr val="bg1"/>
          </a:solidFill>
        </p:spPr>
        <p:txBody>
          <a:bodyPr vert="horz" lIns="91440" tIns="0" rIns="91440" bIns="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r>
              <a:rPr lang="en-US" sz="9600" b="1" dirty="0">
                <a:latin typeface="Times New Roman (Headings)"/>
                <a:cs typeface="Arial" panose="020B0604020202020204" pitchFamily="34" charset="0"/>
              </a:rPr>
              <a:t>L</a:t>
            </a:r>
            <a:r>
              <a:rPr lang="vi-VN" sz="9600" b="1" dirty="0">
                <a:latin typeface="Times New Roman (Headings)"/>
                <a:cs typeface="Arial" panose="020B0604020202020204" pitchFamily="34" charset="0"/>
              </a:rPr>
              <a:t>inh hồn tôi ơi, hãy chúc tụng Chúa,</a:t>
            </a:r>
            <a:endParaRPr lang="en-US" sz="9600" b="1" dirty="0">
              <a:latin typeface="Times New Roman (Headings)"/>
              <a:cs typeface="Arial" panose="020B0604020202020204" pitchFamily="34" charset="0"/>
            </a:endParaRPr>
          </a:p>
        </p:txBody>
      </p:sp>
    </p:spTree>
    <p:extLst>
      <p:ext uri="{BB962C8B-B14F-4D97-AF65-F5344CB8AC3E}">
        <p14:creationId xmlns:p14="http://schemas.microsoft.com/office/powerpoint/2010/main" val="2157675428"/>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52FB68-8CB8-968E-BDDB-3D465166A445}"/>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CC0EEAE3-85E2-F4D6-28FA-EE752037D9C6}"/>
              </a:ext>
            </a:extLst>
          </p:cNvPr>
          <p:cNvSpPr txBox="1">
            <a:spLocks/>
          </p:cNvSpPr>
          <p:nvPr/>
        </p:nvSpPr>
        <p:spPr>
          <a:xfrm>
            <a:off x="0" y="0"/>
            <a:ext cx="9144000" cy="5143500"/>
          </a:xfrm>
          <a:prstGeom prst="rect">
            <a:avLst/>
          </a:prstGeom>
          <a:solidFill>
            <a:schemeClr val="bg1"/>
          </a:solidFill>
        </p:spPr>
        <p:txBody>
          <a:bodyPr vert="horz" lIns="91440" tIns="0" rIns="91440" bIns="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r>
              <a:rPr lang="vi-VN" sz="9600" b="1" dirty="0">
                <a:latin typeface="Times New Roman (Headings)"/>
                <a:cs typeface="Arial" panose="020B0604020202020204" pitchFamily="34" charset="0"/>
              </a:rPr>
              <a:t>và chớ khá quên mọi ân huệ của Người.</a:t>
            </a:r>
            <a:endParaRPr lang="en-US" sz="9600" b="1" dirty="0">
              <a:latin typeface="Times New Roman (Headings)"/>
              <a:cs typeface="Arial" panose="020B0604020202020204" pitchFamily="34" charset="0"/>
            </a:endParaRPr>
          </a:p>
        </p:txBody>
      </p:sp>
    </p:spTree>
    <p:extLst>
      <p:ext uri="{BB962C8B-B14F-4D97-AF65-F5344CB8AC3E}">
        <p14:creationId xmlns:p14="http://schemas.microsoft.com/office/powerpoint/2010/main" val="1222833346"/>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4293F-BA6C-A212-BFD7-75ADD11CE4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034844-C508-6B0C-D71E-141649C4734A}"/>
              </a:ext>
            </a:extLst>
          </p:cNvPr>
          <p:cNvSpPr>
            <a:spLocks noGrp="1"/>
          </p:cNvSpPr>
          <p:nvPr>
            <p:ph type="ctrTitle"/>
          </p:nvPr>
        </p:nvSpPr>
        <p:spPr>
          <a:xfrm>
            <a:off x="-1" y="0"/>
            <a:ext cx="9144001" cy="5143500"/>
          </a:xfrm>
        </p:spPr>
        <p:txBody>
          <a:bodyPr lIns="91440" tIns="0" rIns="91440" bIns="0" anchor="ctr">
            <a:normAutofit/>
          </a:bodyPr>
          <a:lstStyle/>
          <a:p>
            <a:pPr>
              <a:lnSpc>
                <a:spcPct val="90000"/>
              </a:lnSpc>
            </a:pP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HIỆP</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vi-VN"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C</a:t>
            </a: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Ứ XIN </a:t>
            </a:r>
            <a:r>
              <a:rPr lang="en-US" sz="6700" b="1" dirty="0" err="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SẼ</a:t>
            </a: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ĐƯỢC</a:t>
            </a:r>
            <a:b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Lm</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 Thái Nguyên)</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3401445071"/>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12FDD-E0FA-922E-237A-136619E814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A310D9-2B5E-AF01-E40F-3F4370A6F964}"/>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err="1">
                <a:effectLst/>
                <a:latin typeface="Times New Roman (Headings)"/>
                <a:cs typeface="Arial" panose="020B0604020202020204" pitchFamily="34" charset="0"/>
              </a:rPr>
              <a:t>ĐK</a:t>
            </a:r>
            <a:r>
              <a:rPr lang="vi-VN" sz="8800" b="1" dirty="0">
                <a:effectLst/>
                <a:latin typeface="Times New Roman (Headings)"/>
                <a:cs typeface="Arial" panose="020B0604020202020204" pitchFamily="34" charset="0"/>
              </a:rPr>
              <a:t>: Cứ xin thì sẽ được, cứ tìm thì sẽ thấy, cứ gõ cửa thì sẽ mở cho.</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521539375"/>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A535B-4335-B11A-691B-D5ACBD6C2B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7B0CA9-2062-EB02-E68D-E6BEE66863F4}"/>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a:effectLst/>
                <a:latin typeface="Times New Roman (Headings)"/>
                <a:cs typeface="Arial" panose="020B0604020202020204" pitchFamily="34" charset="0"/>
              </a:rPr>
              <a:t>1. Xin Chúa </a:t>
            </a:r>
            <a:r>
              <a:rPr lang="en-US" sz="8800" b="1" dirty="0" err="1">
                <a:effectLst/>
                <a:latin typeface="Times New Roman (Headings)"/>
                <a:cs typeface="Arial" panose="020B0604020202020204" pitchFamily="34" charset="0"/>
              </a:rPr>
              <a:t>dạy</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biết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luôn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kiên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trì</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trong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cầu</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nguyện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luôn</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648870366"/>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6E723-B84E-EB23-D26D-7F76CB1B79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EC89ED-81D4-2942-3EDE-6F78BAA7D26C}"/>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Biết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đến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với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Ngài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hôm</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mai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mọi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ngày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khi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vui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lúc</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buồn</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641247277"/>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A85B6-E2BD-648B-179B-895C1F67C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4A26F9-B316-7B2A-47B9-4B324E79B26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Lòng</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tha</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thiết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vững</a:t>
            </a:r>
            <a:r>
              <a:rPr lang="en-US" sz="8800" b="1" dirty="0">
                <a:effectLst/>
                <a:latin typeface="Times New Roman (Headings)"/>
                <a:cs typeface="Arial" panose="020B0604020202020204" pitchFamily="34" charset="0"/>
              </a:rPr>
              <a:t> tin </a:t>
            </a:r>
            <a:r>
              <a:rPr lang="en-US" sz="8800" b="1" dirty="0" err="1">
                <a:effectLst/>
                <a:latin typeface="Times New Roman (Headings)"/>
                <a:cs typeface="Arial" panose="020B0604020202020204" pitchFamily="34" charset="0"/>
              </a:rPr>
              <a:t>Ngài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luôn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nghe</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lời</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xin</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782993134"/>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B1215-13FE-50C1-7250-456C5BBF2F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1F2C78-1E22-2631-2CE3-B447D9B9039C}"/>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Xin cho mọi sự được theo ý Ngài suốt cuộc đời con.</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888555038"/>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487F25-F31A-4D7B-3684-BC6FCA65FD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8311B3-53AD-4806-1ECD-5C412461B739}"/>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err="1">
                <a:effectLst/>
                <a:latin typeface="Times New Roman (Headings)"/>
                <a:cs typeface="Arial" panose="020B0604020202020204" pitchFamily="34" charset="0"/>
              </a:rPr>
              <a:t>ĐK</a:t>
            </a:r>
            <a:r>
              <a:rPr lang="vi-VN" sz="8800" b="1" dirty="0">
                <a:effectLst/>
                <a:latin typeface="Times New Roman (Headings)"/>
                <a:cs typeface="Arial" panose="020B0604020202020204" pitchFamily="34" charset="0"/>
              </a:rPr>
              <a:t>: Cứ xin thì sẽ được, cứ tìm thì sẽ thấy, cứ gõ cửa thì sẽ mở cho.</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119037767"/>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69DA6-A5DC-CC0B-3891-2333DD9DC7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586142-098B-BB13-B06F-47AED973D2BF}"/>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2. Xin thứ tội con những khi nghi ngờ ơn Ngài hằng ban.</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906253749"/>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15263-0064-8FB4-1A58-18B8EB26A7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221F8B-3B86-0043-9DBC-C84C33CE29ED}"/>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Chúa vẫn tuôn tràn ơn thiêng dạt dào con đâu biết nào!</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433195937"/>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586D8-318B-ADBF-8BC0-A77169ACA0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6A0200-3FF2-DEEA-D281-5ECADFB860D3}"/>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Lòng</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sao</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quá</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nôn</a:t>
            </a:r>
            <a:r>
              <a:rPr lang="en-US" sz="8800" b="1" dirty="0">
                <a:effectLst/>
                <a:latin typeface="Times New Roman (Headings)"/>
                <a:cs typeface="Arial" panose="020B0604020202020204" pitchFamily="34" charset="0"/>
              </a:rPr>
              <a:t> nao </a:t>
            </a:r>
            <a:r>
              <a:rPr lang="en-US" sz="8800" b="1" dirty="0" err="1">
                <a:effectLst/>
                <a:latin typeface="Times New Roman (Headings)"/>
                <a:cs typeface="Arial" panose="020B0604020202020204" pitchFamily="34" charset="0"/>
              </a:rPr>
              <a:t>đòi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theo</a:t>
            </a:r>
            <a:r>
              <a:rPr lang="en-US" sz="8800" b="1" dirty="0">
                <a:effectLst/>
                <a:latin typeface="Times New Roman (Headings)"/>
                <a:cs typeface="Arial" panose="020B0604020202020204" pitchFamily="34" charset="0"/>
              </a:rPr>
              <a:t> ý </a:t>
            </a:r>
            <a:r>
              <a:rPr lang="en-US" sz="8800" b="1" dirty="0" err="1">
                <a:effectLst/>
                <a:latin typeface="Times New Roman (Headings)"/>
                <a:cs typeface="Arial" panose="020B0604020202020204" pitchFamily="34" charset="0"/>
              </a:rPr>
              <a:t>mình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mà</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thôi</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400224282"/>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61F9AF-CCD6-59EE-6617-42C1FDED7D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F67B4C-F984-F4B0-92A0-0159AB486996}"/>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Chúa biết mọi sự cần như thế nào để ban tặng con.</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321876857"/>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F1E5F-7E9E-091F-3F14-54DCD37AA0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11880A-6772-2CB5-CAD7-21CB0263E73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err="1">
                <a:effectLst/>
                <a:latin typeface="Times New Roman (Headings)"/>
                <a:cs typeface="Arial" panose="020B0604020202020204" pitchFamily="34" charset="0"/>
              </a:rPr>
              <a:t>ĐK</a:t>
            </a:r>
            <a:r>
              <a:rPr lang="vi-VN" sz="8800" b="1" dirty="0">
                <a:effectLst/>
                <a:latin typeface="Times New Roman (Headings)"/>
                <a:cs typeface="Arial" panose="020B0604020202020204" pitchFamily="34" charset="0"/>
              </a:rPr>
              <a:t>: Cứ xin thì sẽ được, cứ tìm thì sẽ thấy, cứ gõ cửa thì sẽ mở cho.</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037441623"/>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79C6E-AF72-4835-E1FE-691A71744E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94F065-0692-A559-CD28-B3E94B201F1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3. Chúa chính là Cha rất ư nhân từ trong cuộc đời con.</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129044183"/>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86E1B6-5A29-16EF-5DD8-045725F3A3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D29282-D9F9-3CC8-74A1-3C68E7A0315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Ví dẫu cha mẹ cho con mọi điều thương con rất nhiều,</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475528854"/>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34838-5EE0-A402-E62B-F331ECCF90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649F6D-F683-FC88-2413-383E87736B4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thì đây lòng Chúa thương yêu còn cao trăm ngàn lần hơn.</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076404808"/>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B4F82-5CB7-F812-8716-FC25A175C5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C4D9EE-7585-F992-0508-992563DBD316}"/>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a:effectLst/>
                <a:latin typeface="Times New Roman (Headings)"/>
                <a:cs typeface="Arial" panose="020B0604020202020204" pitchFamily="34" charset="0"/>
              </a:rPr>
              <a:t>Chúa </a:t>
            </a:r>
            <a:r>
              <a:rPr lang="en-US" sz="8800" b="1" dirty="0" err="1">
                <a:effectLst/>
                <a:latin typeface="Times New Roman (Headings)"/>
                <a:cs typeface="Arial" panose="020B0604020202020204" pitchFamily="34" charset="0"/>
              </a:rPr>
              <a:t>hứa</a:t>
            </a:r>
            <a:r>
              <a:rPr lang="en-US" sz="8800" b="1" dirty="0">
                <a:effectLst/>
                <a:latin typeface="Times New Roman (Headings)"/>
                <a:cs typeface="Arial" panose="020B0604020202020204" pitchFamily="34" charset="0"/>
              </a:rPr>
              <a:t> ban </a:t>
            </a:r>
            <a:r>
              <a:rPr lang="en-US" sz="8800" b="1" dirty="0" err="1">
                <a:effectLst/>
                <a:latin typeface="Times New Roman (Headings)"/>
                <a:cs typeface="Arial" panose="020B0604020202020204" pitchFamily="34" charset="0"/>
              </a:rPr>
              <a:t>cho</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đời</a:t>
            </a:r>
            <a:r>
              <a:rPr lang="en-US" sz="8800" b="1" dirty="0">
                <a:effectLst/>
                <a:latin typeface="Times New Roman (Headings)"/>
                <a:cs typeface="Arial" panose="020B0604020202020204" pitchFamily="34" charset="0"/>
              </a:rPr>
              <a:t> con Thánh </a:t>
            </a:r>
            <a:r>
              <a:rPr lang="en-US" sz="8800" b="1" dirty="0" err="1">
                <a:effectLst/>
                <a:latin typeface="Times New Roman (Headings)"/>
                <a:cs typeface="Arial" panose="020B0604020202020204" pitchFamily="34" charset="0"/>
              </a:rPr>
              <a:t>Thần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suối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nguồn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hồng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ân</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40206074"/>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75EE8-E12C-DF5C-EBC4-999ACB33B6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E01DF8-BF54-0D87-8814-863466A2F5F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err="1">
                <a:effectLst/>
                <a:latin typeface="Times New Roman (Headings)"/>
                <a:cs typeface="Arial" panose="020B0604020202020204" pitchFamily="34" charset="0"/>
              </a:rPr>
              <a:t>ĐK</a:t>
            </a:r>
            <a:r>
              <a:rPr lang="vi-VN" sz="8800" b="1" dirty="0">
                <a:effectLst/>
                <a:latin typeface="Times New Roman (Headings)"/>
                <a:cs typeface="Arial" panose="020B0604020202020204" pitchFamily="34" charset="0"/>
              </a:rPr>
              <a:t>: Cứ xin thì sẽ được, cứ tìm thì sẽ thấy, cứ gõ cửa thì sẽ mở cho.</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452798168"/>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E1D78-31B3-F679-96F4-0378FD4A5AC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D2C5C4-B8A1-1CD3-B13D-3E74AF73D355}"/>
              </a:ext>
            </a:extLst>
          </p:cNvPr>
          <p:cNvSpPr>
            <a:spLocks noGrp="1"/>
          </p:cNvSpPr>
          <p:nvPr>
            <p:ph idx="1"/>
          </p:nvPr>
        </p:nvSpPr>
        <p:spPr/>
        <p:txBody>
          <a:bodyPr/>
          <a:lstStyle/>
          <a:p>
            <a:endParaRPr lang="en-US"/>
          </a:p>
        </p:txBody>
      </p:sp>
      <p:pic>
        <p:nvPicPr>
          <p:cNvPr id="2" name="Picture 2" descr="Có thể là hình ảnh về 5 người và văn bản cho biết 'CHÚA NHAT XVII THƯỠNG NIÊN NĂM C Đức Giêsu dạy CÁCH CÂU NGUYỆN Anh em cũ xin thì sẽ được, CỨ tìm thì sẽ thấy, cứ gõ cua thi sẽ mở cho. (Lc Lc11,113'">
            <a:extLst>
              <a:ext uri="{FF2B5EF4-FFF2-40B4-BE49-F238E27FC236}">
                <a16:creationId xmlns:a16="http://schemas.microsoft.com/office/drawing/2014/main" id="{5A005588-A890-10BD-1030-515F960EDB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2549483"/>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23D71-BC68-100A-9F02-38DD98D414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2B7ADD-2E84-6630-1D52-B4038C318E30}"/>
              </a:ext>
            </a:extLst>
          </p:cNvPr>
          <p:cNvSpPr>
            <a:spLocks noGrp="1"/>
          </p:cNvSpPr>
          <p:nvPr>
            <p:ph type="ctrTitle"/>
          </p:nvPr>
        </p:nvSpPr>
        <p:spPr>
          <a:xfrm>
            <a:off x="0" y="0"/>
            <a:ext cx="9144000" cy="5143499"/>
          </a:xfrm>
        </p:spPr>
        <p:txBody>
          <a:bodyPr lIns="91440" tIns="0" rIns="91440" bIns="0" anchor="ctr">
            <a:normAutofit/>
          </a:bodyPr>
          <a:lstStyle/>
          <a:p>
            <a:pPr>
              <a:lnSpc>
                <a:spcPct val="90000"/>
              </a:lnSpc>
            </a:pP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KẾT</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XIN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VÂNG</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Lm</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Mi </a:t>
            </a:r>
            <a:r>
              <a:rPr lang="en-US" sz="4700" b="1" i="1" dirty="0" err="1">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Trầm</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3964645951"/>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65D3E-6024-C05B-C588-C3F3A40758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948F62-0FBE-07B6-A99E-FBC1BF1D5737}"/>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10000" b="1" dirty="0">
                <a:effectLst/>
                <a:latin typeface="Times New Roman (Headings)"/>
                <a:cs typeface="Arial" panose="020B0604020202020204" pitchFamily="34" charset="0"/>
              </a:rPr>
              <a:t>1. Mẹ ơi! </a:t>
            </a:r>
            <a:r>
              <a:rPr lang="vi-VN" sz="10000" b="1" dirty="0" err="1">
                <a:effectLst/>
                <a:latin typeface="Times New Roman (Headings)"/>
                <a:cs typeface="Arial" panose="020B0604020202020204" pitchFamily="34" charset="0"/>
              </a:rPr>
              <a:t>Ðời</a:t>
            </a:r>
            <a:r>
              <a:rPr lang="vi-VN" sz="10000" b="1" dirty="0">
                <a:effectLst/>
                <a:latin typeface="Times New Roman (Headings)"/>
                <a:cs typeface="Arial" panose="020B0604020202020204" pitchFamily="34" charset="0"/>
              </a:rPr>
              <a:t> con dõi bước theo Mẹ,</a:t>
            </a:r>
            <a:endParaRPr lang="en-US" sz="10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34649438"/>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0854A-30FD-74BA-D760-3D98AFF089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886308-F178-7F8F-C4CD-1D711E0E4B3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10000" b="1" dirty="0">
                <a:effectLst/>
                <a:latin typeface="Times New Roman (Headings)"/>
                <a:cs typeface="Arial" panose="020B0604020202020204" pitchFamily="34" charset="0"/>
              </a:rPr>
              <a:t>lòng con quyết noi gương Mẹ,</a:t>
            </a:r>
            <a:endParaRPr lang="en-US" sz="10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958446063"/>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C1574-C06A-40EA-48EF-0725EDD605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592300-D9B6-6647-9933-D1EB4916615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9600" b="1" dirty="0">
                <a:effectLst/>
                <a:latin typeface="Times New Roman (Headings)"/>
                <a:cs typeface="Arial" panose="020B0604020202020204" pitchFamily="34" charset="0"/>
              </a:rPr>
              <a:t>xin Mẹ dạy con hai tiếng xin vâng.</a:t>
            </a:r>
            <a:endParaRPr lang="en-US" sz="9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964301468"/>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9FE8C-E02E-B138-47F7-5A9B78B50F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A7EB24-8F44-E1E1-C5FF-378924089FED}"/>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9600" b="1" dirty="0">
                <a:effectLst/>
                <a:latin typeface="Times New Roman (Headings)"/>
                <a:cs typeface="Arial" panose="020B0604020202020204" pitchFamily="34" charset="0"/>
              </a:rPr>
              <a:t>Mẹ ơi! </a:t>
            </a:r>
            <a:r>
              <a:rPr lang="vi-VN" sz="9600" b="1" dirty="0" err="1">
                <a:effectLst/>
                <a:latin typeface="Times New Roman (Headings)"/>
                <a:cs typeface="Arial" panose="020B0604020202020204" pitchFamily="34" charset="0"/>
              </a:rPr>
              <a:t>Ðường</a:t>
            </a:r>
            <a:r>
              <a:rPr lang="vi-VN" sz="9600" b="1" dirty="0">
                <a:effectLst/>
                <a:latin typeface="Times New Roman (Headings)"/>
                <a:cs typeface="Arial" panose="020B0604020202020204" pitchFamily="34" charset="0"/>
              </a:rPr>
              <a:t> đi trăm ngàn nguy khó,</a:t>
            </a:r>
            <a:endParaRPr lang="en-US" sz="9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092975566"/>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5E411B-3F1D-515C-CFA4-348D1EF5D4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82361F-6787-856B-9111-2F818E20785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600" b="1" dirty="0" err="1">
                <a:effectLst/>
                <a:latin typeface="Times New Roman (Headings)"/>
                <a:cs typeface="Arial" panose="020B0604020202020204" pitchFamily="34" charset="0"/>
              </a:rPr>
              <a:t>hiểm</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nguy</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dâng</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tràn</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đây</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dó</a:t>
            </a:r>
            <a:r>
              <a:rPr lang="en-US" sz="96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3002811"/>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26366D-06AA-AECE-812D-8758474BDE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A3B97D-31D4-7C36-D9A5-EDF5B4EEAB9B}"/>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10000" b="1" dirty="0">
                <a:effectLst/>
                <a:latin typeface="Times New Roman (Headings)"/>
                <a:cs typeface="Arial" panose="020B0604020202020204" pitchFamily="34" charset="0"/>
              </a:rPr>
              <a:t>Xin </a:t>
            </a:r>
            <a:r>
              <a:rPr lang="en-US" sz="10000" b="1" dirty="0" err="1">
                <a:effectLst/>
                <a:latin typeface="Times New Roman (Headings)"/>
                <a:cs typeface="Arial" panose="020B0604020202020204" pitchFamily="34" charset="0"/>
              </a:rPr>
              <a:t>Mẹ</a:t>
            </a:r>
            <a:r>
              <a:rPr lang="en-US" sz="10000" b="1" dirty="0">
                <a:effectLst/>
                <a:latin typeface="Times New Roman (Headings)"/>
                <a:cs typeface="Arial" panose="020B0604020202020204" pitchFamily="34" charset="0"/>
              </a:rPr>
              <a:t> </a:t>
            </a:r>
            <a:r>
              <a:rPr lang="en-US" sz="10000" b="1" dirty="0" err="1">
                <a:effectLst/>
                <a:latin typeface="Times New Roman (Headings)"/>
                <a:cs typeface="Arial" panose="020B0604020202020204" pitchFamily="34" charset="0"/>
              </a:rPr>
              <a:t>dạy</a:t>
            </a:r>
            <a:r>
              <a:rPr lang="en-US" sz="10000" b="1" dirty="0">
                <a:effectLst/>
                <a:latin typeface="Times New Roman (Headings)"/>
                <a:cs typeface="Arial" panose="020B0604020202020204" pitchFamily="34" charset="0"/>
              </a:rPr>
              <a:t> con </a:t>
            </a:r>
            <a:r>
              <a:rPr lang="en-US" sz="10000" b="1" dirty="0" err="1">
                <a:effectLst/>
                <a:latin typeface="Times New Roman (Headings)"/>
                <a:cs typeface="Arial" panose="020B0604020202020204" pitchFamily="34" charset="0"/>
              </a:rPr>
              <a:t>hai</a:t>
            </a:r>
            <a:r>
              <a:rPr lang="en-US" sz="10000" b="1" dirty="0">
                <a:effectLst/>
                <a:latin typeface="Times New Roman (Headings)"/>
                <a:cs typeface="Arial" panose="020B0604020202020204" pitchFamily="34" charset="0"/>
              </a:rPr>
              <a:t> </a:t>
            </a:r>
            <a:r>
              <a:rPr lang="en-US" sz="10000" b="1" dirty="0" err="1">
                <a:effectLst/>
                <a:latin typeface="Times New Roman (Headings)"/>
                <a:cs typeface="Arial" panose="020B0604020202020204" pitchFamily="34" charset="0"/>
              </a:rPr>
              <a:t>tiếng</a:t>
            </a:r>
            <a:r>
              <a:rPr lang="en-US" sz="10000" b="1" dirty="0">
                <a:effectLst/>
                <a:latin typeface="Times New Roman (Headings)"/>
                <a:cs typeface="Arial" panose="020B0604020202020204" pitchFamily="34" charset="0"/>
              </a:rPr>
              <a:t> </a:t>
            </a:r>
            <a:r>
              <a:rPr lang="en-US" sz="10000" b="1" dirty="0" err="1">
                <a:effectLst/>
                <a:latin typeface="Times New Roman (Headings)"/>
                <a:cs typeface="Arial" panose="020B0604020202020204" pitchFamily="34" charset="0"/>
              </a:rPr>
              <a:t>xin</a:t>
            </a:r>
            <a:r>
              <a:rPr lang="en-US" sz="10000" b="1" dirty="0">
                <a:effectLst/>
                <a:latin typeface="Times New Roman (Headings)"/>
                <a:cs typeface="Arial" panose="020B0604020202020204" pitchFamily="34" charset="0"/>
              </a:rPr>
              <a:t> </a:t>
            </a:r>
            <a:r>
              <a:rPr lang="en-US" sz="10000" b="1" dirty="0" err="1">
                <a:effectLst/>
                <a:latin typeface="Times New Roman (Headings)"/>
                <a:cs typeface="Arial" panose="020B0604020202020204" pitchFamily="34" charset="0"/>
              </a:rPr>
              <a:t>vâng</a:t>
            </a:r>
            <a:r>
              <a:rPr lang="en-US" sz="10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041655420"/>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7F664C-BECB-8E14-2514-FA28565A13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78FE56-55D7-CEB8-8D09-DF77D81E3B65}"/>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10000" b="1" dirty="0" err="1">
                <a:effectLst/>
                <a:latin typeface="Times New Roman (Headings)"/>
                <a:cs typeface="Arial" panose="020B0604020202020204" pitchFamily="34" charset="0"/>
              </a:rPr>
              <a:t>ÐK</a:t>
            </a:r>
            <a:r>
              <a:rPr lang="en-US" sz="10000" b="1" dirty="0">
                <a:effectLst/>
                <a:latin typeface="Times New Roman (Headings)"/>
                <a:cs typeface="Arial" panose="020B0604020202020204" pitchFamily="34" charset="0"/>
              </a:rPr>
              <a:t>. Xin </a:t>
            </a:r>
            <a:r>
              <a:rPr lang="en-US" sz="10000" b="1" dirty="0" err="1">
                <a:effectLst/>
                <a:latin typeface="Times New Roman (Headings)"/>
                <a:cs typeface="Arial" panose="020B0604020202020204" pitchFamily="34" charset="0"/>
              </a:rPr>
              <a:t>vâng</a:t>
            </a:r>
            <a:r>
              <a:rPr lang="en-US" sz="10000" b="1" dirty="0">
                <a:effectLst/>
                <a:latin typeface="Times New Roman (Headings)"/>
                <a:cs typeface="Arial" panose="020B0604020202020204" pitchFamily="34" charset="0"/>
              </a:rPr>
              <a:t>. </a:t>
            </a:r>
            <a:r>
              <a:rPr lang="en-US" sz="10000" b="1" dirty="0" err="1">
                <a:effectLst/>
                <a:latin typeface="Times New Roman (Headings)"/>
                <a:cs typeface="Arial" panose="020B0604020202020204" pitchFamily="34" charset="0"/>
              </a:rPr>
              <a:t>Mẹ</a:t>
            </a:r>
            <a:r>
              <a:rPr lang="en-US" sz="10000" b="1" dirty="0">
                <a:effectLst/>
                <a:latin typeface="Times New Roman (Headings)"/>
                <a:cs typeface="Arial" panose="020B0604020202020204" pitchFamily="34" charset="0"/>
              </a:rPr>
              <a:t> </a:t>
            </a:r>
            <a:r>
              <a:rPr lang="en-US" sz="10000" b="1" dirty="0" err="1">
                <a:effectLst/>
                <a:latin typeface="Times New Roman (Headings)"/>
                <a:cs typeface="Arial" panose="020B0604020202020204" pitchFamily="34" charset="0"/>
              </a:rPr>
              <a:t>dạy</a:t>
            </a:r>
            <a:r>
              <a:rPr lang="en-US" sz="10000" b="1" dirty="0">
                <a:effectLst/>
                <a:latin typeface="Times New Roman (Headings)"/>
                <a:cs typeface="Arial" panose="020B0604020202020204" pitchFamily="34" charset="0"/>
              </a:rPr>
              <a:t> con </a:t>
            </a:r>
            <a:r>
              <a:rPr lang="en-US" sz="10000" b="1" dirty="0" err="1">
                <a:effectLst/>
                <a:latin typeface="Times New Roman (Headings)"/>
                <a:cs typeface="Arial" panose="020B0604020202020204" pitchFamily="34" charset="0"/>
              </a:rPr>
              <a:t>hai</a:t>
            </a:r>
            <a:r>
              <a:rPr lang="en-US" sz="10000" b="1" dirty="0">
                <a:effectLst/>
                <a:latin typeface="Times New Roman (Headings)"/>
                <a:cs typeface="Arial" panose="020B0604020202020204" pitchFamily="34" charset="0"/>
              </a:rPr>
              <a:t> </a:t>
            </a:r>
            <a:r>
              <a:rPr lang="en-US" sz="10000" b="1" dirty="0" err="1">
                <a:effectLst/>
                <a:latin typeface="Times New Roman (Headings)"/>
                <a:cs typeface="Arial" panose="020B0604020202020204" pitchFamily="34" charset="0"/>
              </a:rPr>
              <a:t>tiếng</a:t>
            </a:r>
            <a:r>
              <a:rPr lang="en-US" sz="10000" b="1" dirty="0">
                <a:effectLst/>
                <a:latin typeface="Times New Roman (Headings)"/>
                <a:cs typeface="Arial" panose="020B0604020202020204" pitchFamily="34" charset="0"/>
              </a:rPr>
              <a:t> </a:t>
            </a:r>
            <a:r>
              <a:rPr lang="en-US" sz="10000" b="1" dirty="0" err="1">
                <a:effectLst/>
                <a:latin typeface="Times New Roman (Headings)"/>
                <a:cs typeface="Arial" panose="020B0604020202020204" pitchFamily="34" charset="0"/>
              </a:rPr>
              <a:t>xin</a:t>
            </a:r>
            <a:r>
              <a:rPr lang="en-US" sz="10000" b="1" dirty="0">
                <a:effectLst/>
                <a:latin typeface="Times New Roman (Headings)"/>
                <a:cs typeface="Arial" panose="020B0604020202020204" pitchFamily="34" charset="0"/>
              </a:rPr>
              <a:t> </a:t>
            </a:r>
            <a:r>
              <a:rPr lang="en-US" sz="10000" b="1" dirty="0" err="1">
                <a:effectLst/>
                <a:latin typeface="Times New Roman (Headings)"/>
                <a:cs typeface="Arial" panose="020B0604020202020204" pitchFamily="34" charset="0"/>
              </a:rPr>
              <a:t>vâng</a:t>
            </a:r>
            <a:r>
              <a:rPr lang="en-US" sz="10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715794841"/>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729A2-989E-3E6F-D17E-BC82742327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DB5A45-71D9-BA44-BD55-90A1498BD4A0}"/>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10000" b="1" dirty="0" err="1">
                <a:effectLst/>
                <a:latin typeface="Times New Roman (Headings)"/>
                <a:cs typeface="Arial" panose="020B0604020202020204" pitchFamily="34" charset="0"/>
              </a:rPr>
              <a:t>Hôm</a:t>
            </a:r>
            <a:r>
              <a:rPr lang="en-US" sz="10000" b="1" dirty="0">
                <a:effectLst/>
                <a:latin typeface="Times New Roman (Headings)"/>
                <a:cs typeface="Arial" panose="020B0604020202020204" pitchFamily="34" charset="0"/>
              </a:rPr>
              <a:t> qua </a:t>
            </a:r>
            <a:r>
              <a:rPr lang="en-US" sz="10000" b="1" dirty="0" err="1">
                <a:effectLst/>
                <a:latin typeface="Times New Roman (Headings)"/>
                <a:cs typeface="Arial" panose="020B0604020202020204" pitchFamily="34" charset="0"/>
              </a:rPr>
              <a:t>hôm</a:t>
            </a:r>
            <a:r>
              <a:rPr lang="en-US" sz="10000" b="1" dirty="0">
                <a:effectLst/>
                <a:latin typeface="Times New Roman (Headings)"/>
                <a:cs typeface="Arial" panose="020B0604020202020204" pitchFamily="34" charset="0"/>
              </a:rPr>
              <a:t> nay </a:t>
            </a:r>
            <a:r>
              <a:rPr lang="en-US" sz="10000" b="1" dirty="0" err="1">
                <a:effectLst/>
                <a:latin typeface="Times New Roman (Headings)"/>
                <a:cs typeface="Arial" panose="020B0604020202020204" pitchFamily="34" charset="0"/>
              </a:rPr>
              <a:t>và</a:t>
            </a:r>
            <a:r>
              <a:rPr lang="en-US" sz="10000" b="1" dirty="0">
                <a:effectLst/>
                <a:latin typeface="Times New Roman (Headings)"/>
                <a:cs typeface="Arial" panose="020B0604020202020204" pitchFamily="34" charset="0"/>
              </a:rPr>
              <a:t> </a:t>
            </a:r>
            <a:r>
              <a:rPr lang="en-US" sz="10000" b="1" dirty="0" err="1">
                <a:effectLst/>
                <a:latin typeface="Times New Roman (Headings)"/>
                <a:cs typeface="Arial" panose="020B0604020202020204" pitchFamily="34" charset="0"/>
              </a:rPr>
              <a:t>ngày</a:t>
            </a:r>
            <a:r>
              <a:rPr lang="en-US" sz="10000" b="1" dirty="0">
                <a:effectLst/>
                <a:latin typeface="Times New Roman (Headings)"/>
                <a:cs typeface="Arial" panose="020B0604020202020204" pitchFamily="34" charset="0"/>
              </a:rPr>
              <a:t> </a:t>
            </a:r>
            <a:r>
              <a:rPr lang="en-US" sz="10000" b="1" dirty="0" err="1">
                <a:effectLst/>
                <a:latin typeface="Times New Roman (Headings)"/>
                <a:cs typeface="Arial" panose="020B0604020202020204" pitchFamily="34" charset="0"/>
              </a:rPr>
              <a:t>mai</a:t>
            </a:r>
            <a:r>
              <a:rPr lang="en-US" sz="10000" b="1" dirty="0">
                <a:effectLst/>
                <a:latin typeface="Times New Roman (Headings)"/>
                <a:cs typeface="Arial" panose="020B0604020202020204" pitchFamily="34" charset="0"/>
              </a:rPr>
              <a:t> </a:t>
            </a:r>
            <a:r>
              <a:rPr lang="en-US" sz="10000" b="1" dirty="0" err="1">
                <a:effectLst/>
                <a:latin typeface="Times New Roman (Headings)"/>
                <a:cs typeface="Arial" panose="020B0604020202020204" pitchFamily="34" charset="0"/>
              </a:rPr>
              <a:t>xin</a:t>
            </a:r>
            <a:r>
              <a:rPr lang="en-US" sz="10000" b="1" dirty="0">
                <a:effectLst/>
                <a:latin typeface="Times New Roman (Headings)"/>
                <a:cs typeface="Arial" panose="020B0604020202020204" pitchFamily="34" charset="0"/>
              </a:rPr>
              <a:t> </a:t>
            </a:r>
            <a:r>
              <a:rPr lang="en-US" sz="10000" b="1" dirty="0" err="1">
                <a:effectLst/>
                <a:latin typeface="Times New Roman (Headings)"/>
                <a:cs typeface="Arial" panose="020B0604020202020204" pitchFamily="34" charset="0"/>
              </a:rPr>
              <a:t>vâng</a:t>
            </a:r>
            <a:r>
              <a:rPr lang="en-US" sz="10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600174186"/>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75E14-7348-97D5-108C-55F6E586D1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2DC25F-FF81-6271-0F0E-333C06A4A7C5}"/>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10000" b="1" dirty="0" err="1">
                <a:effectLst/>
                <a:latin typeface="Times New Roman (Headings)"/>
                <a:cs typeface="Arial" panose="020B0604020202020204" pitchFamily="34" charset="0"/>
              </a:rPr>
              <a:t>Mẹ</a:t>
            </a:r>
            <a:r>
              <a:rPr lang="en-US" sz="10000" b="1" dirty="0">
                <a:effectLst/>
                <a:latin typeface="Times New Roman (Headings)"/>
                <a:cs typeface="Arial" panose="020B0604020202020204" pitchFamily="34" charset="0"/>
              </a:rPr>
              <a:t> </a:t>
            </a:r>
            <a:r>
              <a:rPr lang="en-US" sz="10000" b="1" dirty="0" err="1">
                <a:effectLst/>
                <a:latin typeface="Times New Roman (Headings)"/>
                <a:cs typeface="Arial" panose="020B0604020202020204" pitchFamily="34" charset="0"/>
              </a:rPr>
              <a:t>dạy</a:t>
            </a:r>
            <a:r>
              <a:rPr lang="en-US" sz="10000" b="1" dirty="0">
                <a:effectLst/>
                <a:latin typeface="Times New Roman (Headings)"/>
                <a:cs typeface="Arial" panose="020B0604020202020204" pitchFamily="34" charset="0"/>
              </a:rPr>
              <a:t> con </a:t>
            </a:r>
            <a:r>
              <a:rPr lang="en-US" sz="10000" b="1" dirty="0" err="1">
                <a:effectLst/>
                <a:latin typeface="Times New Roman (Headings)"/>
                <a:cs typeface="Arial" panose="020B0604020202020204" pitchFamily="34" charset="0"/>
              </a:rPr>
              <a:t>hai</a:t>
            </a:r>
            <a:r>
              <a:rPr lang="en-US" sz="10000" b="1" dirty="0">
                <a:effectLst/>
                <a:latin typeface="Times New Roman (Headings)"/>
                <a:cs typeface="Arial" panose="020B0604020202020204" pitchFamily="34" charset="0"/>
              </a:rPr>
              <a:t> </a:t>
            </a:r>
            <a:r>
              <a:rPr lang="en-US" sz="10000" b="1" dirty="0" err="1">
                <a:effectLst/>
                <a:latin typeface="Times New Roman (Headings)"/>
                <a:cs typeface="Arial" panose="020B0604020202020204" pitchFamily="34" charset="0"/>
              </a:rPr>
              <a:t>tiếng</a:t>
            </a:r>
            <a:r>
              <a:rPr lang="en-US" sz="10000" b="1" dirty="0">
                <a:effectLst/>
                <a:latin typeface="Times New Roman (Headings)"/>
                <a:cs typeface="Arial" panose="020B0604020202020204" pitchFamily="34" charset="0"/>
              </a:rPr>
              <a:t> </a:t>
            </a:r>
            <a:r>
              <a:rPr lang="en-US" sz="10000" b="1" dirty="0" err="1">
                <a:effectLst/>
                <a:latin typeface="Times New Roman (Headings)"/>
                <a:cs typeface="Arial" panose="020B0604020202020204" pitchFamily="34" charset="0"/>
              </a:rPr>
              <a:t>xin</a:t>
            </a:r>
            <a:r>
              <a:rPr lang="en-US" sz="10000" b="1" dirty="0">
                <a:effectLst/>
                <a:latin typeface="Times New Roman (Headings)"/>
                <a:cs typeface="Arial" panose="020B0604020202020204" pitchFamily="34" charset="0"/>
              </a:rPr>
              <a:t> </a:t>
            </a:r>
            <a:r>
              <a:rPr lang="en-US" sz="10000" b="1" dirty="0" err="1">
                <a:effectLst/>
                <a:latin typeface="Times New Roman (Headings)"/>
                <a:cs typeface="Arial" panose="020B0604020202020204" pitchFamily="34" charset="0"/>
              </a:rPr>
              <a:t>vâng</a:t>
            </a:r>
            <a:r>
              <a:rPr lang="en-US" sz="10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06633893"/>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31CED-E39C-774E-4891-DCC8C2D630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83F337-224E-6D27-3A3C-901B0BF5DBCD}"/>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10000" b="1" dirty="0">
                <a:effectLst/>
                <a:latin typeface="Times New Roman (Headings)"/>
                <a:cs typeface="Arial" panose="020B0604020202020204" pitchFamily="34" charset="0"/>
              </a:rPr>
              <a:t>Hôm nay tương lai và suốt đời.</a:t>
            </a:r>
            <a:endParaRPr lang="en-US" sz="10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942138771"/>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1F033-A08F-E3FA-73C2-36DE2C07ECE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035F40-AF08-9FF3-C416-1DB3E30BFDF8}"/>
              </a:ext>
            </a:extLst>
          </p:cNvPr>
          <p:cNvSpPr>
            <a:spLocks noGrp="1"/>
          </p:cNvSpPr>
          <p:nvPr>
            <p:ph idx="1"/>
          </p:nvPr>
        </p:nvSpPr>
        <p:spPr/>
        <p:txBody>
          <a:bodyPr/>
          <a:lstStyle/>
          <a:p>
            <a:endParaRPr lang="en-US"/>
          </a:p>
        </p:txBody>
      </p:sp>
      <p:pic>
        <p:nvPicPr>
          <p:cNvPr id="2" name="Picture 2" descr="Có thể là hình ảnh về 5 người và văn bản cho biết 'CHÚA NHAT XVII THƯỠNG NIÊN NĂM C Đức Giêsu dạy CÁCH CÂU NGUYỆN Anh em cũ xin thì sẽ được, CỨ tìm thì sẽ thấy, cứ gõ cua thi sẽ mở cho. (Lc Lc11,113'">
            <a:extLst>
              <a:ext uri="{FF2B5EF4-FFF2-40B4-BE49-F238E27FC236}">
                <a16:creationId xmlns:a16="http://schemas.microsoft.com/office/drawing/2014/main" id="{086C485E-EA5D-7F9C-3162-1CF47D009C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9268887"/>
      </p:ext>
    </p:extLst>
  </p:cSld>
  <p:clrMapOvr>
    <a:masterClrMapping/>
  </p:clrMapOvr>
</p:sld>
</file>

<file path=ppt/theme/theme1.xml><?xml version="1.0" encoding="utf-8"?>
<a:theme xmlns:a="http://schemas.openxmlformats.org/drawingml/2006/main" name="Office Theme">
  <a:themeElements>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3">
      <a:majorFont>
        <a:latin typeface="UTM American Sans"/>
        <a:ea typeface=""/>
        <a:cs typeface=""/>
      </a:majorFont>
      <a:minorFont>
        <a:latin typeface="UTM America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753</TotalTime>
  <Words>3952</Words>
  <Application>Microsoft Office PowerPoint</Application>
  <PresentationFormat>On-screen Show (16:9)</PresentationFormat>
  <Paragraphs>384</Paragraphs>
  <Slides>235</Slides>
  <Notes>74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235</vt:i4>
      </vt:variant>
    </vt:vector>
  </HeadingPairs>
  <TitlesOfParts>
    <vt:vector size="242" baseType="lpstr">
      <vt:lpstr>Arial</vt:lpstr>
      <vt:lpstr>Calibri</vt:lpstr>
      <vt:lpstr>Oswald</vt:lpstr>
      <vt:lpstr>Times New Roman</vt:lpstr>
      <vt:lpstr>Times New Roman (Headings)</vt:lpstr>
      <vt:lpstr>UTM American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NHẬP LỄ ĐI VỀ NHÀ CHÚA (Ngọc Linh)</vt:lpstr>
      <vt:lpstr>1. Đi về nhà Chúa bao năm cách xa nhan Ngài.</vt:lpstr>
      <vt:lpstr>Đi về nhà Chúa tâm tư sướng vui ngợp trời.</vt:lpstr>
      <vt:lpstr>Đi về nhà Chúa bao nhiêu mến thương đầy vơi.</vt:lpstr>
      <vt:lpstr>Đi về nhà Chúa dâng lên khúc ca tuyệt vời.</vt:lpstr>
      <vt:lpstr>ĐK. Hân hoan hân hoan vào Thánh điện Ngài.</vt:lpstr>
      <vt:lpstr>Dâng lên dâng lên một bài ca mới. Tôn vinh tôn vinh</vt:lpstr>
      <vt:lpstr>Thiên Chúa đất trời, tạo hóa muôn loài Đấng mến thương muôn đời.</vt:lpstr>
      <vt:lpstr>PowerPoint Presentation</vt:lpstr>
      <vt:lpstr>KINH VINH DANH</vt:lpstr>
      <vt:lpstr>và bình an dưới thế cho người thiện tâm.</vt:lpstr>
      <vt:lpstr>Chúng con ca ngợi Chúa,</vt:lpstr>
      <vt:lpstr>chúng con chúc tụng Chúa,</vt:lpstr>
      <vt:lpstr>chúng   con  thờ lạy Chúa,</vt:lpstr>
      <vt:lpstr>chúng con tôn vinh Chúa,</vt:lpstr>
      <vt:lpstr>chúng con cảm tạ Chúa vì vinh quang cao cả Chúa,</vt:lpstr>
      <vt:lpstr>lạy Chúa là Thiên Chúa, là Vua trên trời, là Chúa Cha toàn năng.</vt:lpstr>
      <vt:lpstr>Lạy Con một Thiên Chúa, Chúa Giêsu Kitô.</vt:lpstr>
      <vt:lpstr>Lạy Chúa là Thiên Chúa, là Chiên Thiên Chúa, là Con Ðức Chúa Cha,</vt:lpstr>
      <vt:lpstr>Chúa xóa tội trần gian, xin thương xót chúng con,</vt:lpstr>
      <vt:lpstr>Chúa xóa tội trần gian, xin nhậm lời chúng con cầu khẩn.</vt:lpstr>
      <vt:lpstr>Chúa ngự bên hữu Ðức Chúa Cha, xin thương xót chúng con.</vt:lpstr>
      <vt:lpstr>Vì lạy Chúa Giêsu Kitô, chỉ có Chúa là Ðấng Thánh,</vt:lpstr>
      <vt:lpstr>chỉ có Chúa là Chúa, chỉ có Chúa là Ðấng Tối Cao,</vt:lpstr>
      <vt:lpstr>cùng Ðức Chúa Thánh Thần trong vinh quang Ðức Chúa Cha. Amen.</vt:lpstr>
      <vt:lpstr>PowerPoint Presentation</vt:lpstr>
      <vt:lpstr>PowerPoint Presentation</vt:lpstr>
      <vt:lpstr>ĐÁP CA THÁNH VỊNH 137 (Lm. Thái Nguyên)</vt:lpstr>
      <vt:lpstr>1. Con xin hết lòng cảm tạ Chúa, vì Ngài đã nghe tiếng con kêu.</vt:lpstr>
      <vt:lpstr>Đàn ca kính Chúa giữa chư vị Thiên Thần,</vt:lpstr>
      <vt:lpstr>hướng về đền thánh con phủ phục kính thờ.</vt:lpstr>
      <vt:lpstr>ĐK: Khi con kêu cầu Chúa thương nhậm lời,</vt:lpstr>
      <vt:lpstr>Ngài ban cho tâm hồn kiên vững cho con được mạnh sức.</vt:lpstr>
      <vt:lpstr>2. Con xin cảm tạ bởi vì Chúa một lòng thành tin mãi yêu thương.</vt:lpstr>
      <vt:lpstr>Ngày con kêu khấn Chúa thương tình đáp lời,</vt:lpstr>
      <vt:lpstr>hỗ trợ hồn con Chúa tăng cường sức mạnh.</vt:lpstr>
      <vt:lpstr>ĐK: Khi con kêu cầu Chúa thương nhậm lời,</vt:lpstr>
      <vt:lpstr>Ngài ban cho tâm hồn kiên vững cho con được mạnh sức.</vt:lpstr>
      <vt:lpstr>3. Cao quang Chúa nhìn kẻ hèn yếu, còn bọn tự cao Chúa coi khinh.</vt:lpstr>
      <vt:lpstr>Tình thương của Chúa đến muôn đời vững bền,</vt:lpstr>
      <vt:lpstr>xin đừng bỏ rơi những công việc Chúa làm.</vt:lpstr>
      <vt:lpstr>ĐK: Khi con kêu cầu Chúa thương nhậm lời,</vt:lpstr>
      <vt:lpstr>Ngài ban cho tâm hồn kiên vững cho con được mạnh sức.</vt:lpstr>
      <vt:lpstr>PowerPoint Presentation</vt:lpstr>
      <vt:lpstr>PowerPoint Presentation</vt:lpstr>
      <vt:lpstr>All… All...   Chúc tụng Đức Vua, Đấng nhân danh Chúa mà đến.</vt:lpstr>
      <vt:lpstr>Bình an trên trời, và vinh quang trên các tầng trời. All…All…</vt:lpstr>
      <vt:lpstr>PowerPoint Presentation</vt:lpstr>
      <vt:lpstr>Tôi tin kính một Thiên Chúa là Cha toàn năng.</vt:lpstr>
      <vt:lpstr>Đấng tạo thành trời đất muôn vật hữu hình và vô hình.</vt:lpstr>
      <vt:lpstr>Tôi tin kính một Chúa Giê-su Ki-tô Con Một Thiên Chúa,</vt:lpstr>
      <vt:lpstr>sinh bởi Đức Chúa Cha từ trước muôn đời.</vt:lpstr>
      <vt:lpstr>Người là Thiên Chúa bởi Thiên Chúa, Ánh Sáng bởi Ánh Sáng,</vt:lpstr>
      <vt:lpstr>Thiên Chúa thật bởi Thiên Chúa thật.</vt:lpstr>
      <vt:lpstr>Được sinh ra mà không phải được tạo thành đồng bản thể với Đức Chúa Cha:</vt:lpstr>
      <vt:lpstr>nhờ Người mà muôn vật được tạo thành.</vt:lpstr>
      <vt:lpstr>Vì loài người chúng ta và để cứu độ chúng ta, Người đã từ trời xuống thế.</vt:lpstr>
      <vt:lpstr>Bởi phép Đức Chúa Thánh Thần, Người đã nhập thể trong lòng Trinh Nữ Ma-ri-a, và đã làm người.</vt:lpstr>
      <vt:lpstr>Người chịu đóng đinh vào thập giá vì chúng ta,</vt:lpstr>
      <vt:lpstr>thời quan Phong-xi-ô Phi-la-tô; Người chịu khổ hình và mai táng.</vt:lpstr>
      <vt:lpstr>Ngày thứ ba Người sống lại như lời Thánh kinh.</vt:lpstr>
      <vt:lpstr>Người lên trời, ngự bên hữu Đức Chúa Cha.</vt:lpstr>
      <vt:lpstr>Và Người sẽ lại đến trong vinh quang để phán xét kẻ sống và kẻ chết,</vt:lpstr>
      <vt:lpstr>Nước Người sẽ không bao giờ cùng.</vt:lpstr>
      <vt:lpstr>Tôi tinh kính Đức Chúa Thánh Thần là Thiên Chúa, và là Đấng ban sự sống,</vt:lpstr>
      <vt:lpstr>Người bởi Đức Chúa Cha và Đức Chúa Con mà ra.</vt:lpstr>
      <vt:lpstr>Người được phụng thờ và tôn vinh cùng với Đức Chúa Cha và Đức Chúa Con</vt:lpstr>
      <vt:lpstr>Người đã dùng các Tiên tri mà phán dạy.</vt:lpstr>
      <vt:lpstr>Tôi tin Hội Thánh duy nhất, thánh thiện, công giáo và tông truyền.</vt:lpstr>
      <vt:lpstr>Tôi tuyên xưng có một Phép Rửa để tha tội.</vt:lpstr>
      <vt:lpstr>Tôi trông đợi kẻ chết sống lại và sự sống đời sau. Amen.</vt:lpstr>
      <vt:lpstr>PowerPoint Presentation</vt:lpstr>
      <vt:lpstr>DÂNG LỄ DÂNG CHÚA ĐẤT TRỜI  (Ân Đức)</vt:lpstr>
      <vt:lpstr>1A. Tựa làn trầm hương như trầm hương bay lên trước tòa.</vt:lpstr>
      <vt:lpstr>Nồng nàn bài ca xinh đẹp muôn là muôn sắc hoa.</vt:lpstr>
      <vt:lpstr>Hiệp lời tôn vinh Chúa trời đất, lòng thành hát dâng câu tạ ơn.</vt:lpstr>
      <vt:lpstr>Tình Cha thiết tha chan hòa trải khắp gần xa.</vt:lpstr>
      <vt:lpstr>1B. Này là tấm bánh do từng muôn hạt lúa kết thành.</vt:lpstr>
      <vt:lpstr>Này là rượu nho do từ bao chùm nho ép nên.</vt:lpstr>
      <vt:lpstr>Hiệp dâng lên Chúa Chúa trời đất, để thành bánh thiêng nuôi đoàn con.</vt:lpstr>
      <vt:lpstr>Để thành Máu Con Chúa Trời nguồn ơn cứu độ.</vt:lpstr>
      <vt:lpstr>ĐK. Xin chúc tụng Chúa Chúa Cả đất trời, từ giờ đây đến muôn muôn đời.</vt:lpstr>
      <vt:lpstr>Chúc tụng Thiên Chúa từ nhân, Chúa là quyền năng cực thánh.</vt:lpstr>
      <vt:lpstr>Là Đấng đáng chúc tụng mọi lúc mọi nơi.</vt:lpstr>
      <vt:lpstr>PowerPoint Presentation</vt:lpstr>
      <vt:lpstr>CA HIỆP LỄ</vt:lpstr>
      <vt:lpstr>PowerPoint Presentation</vt:lpstr>
      <vt:lpstr>HIỆP LỄ CỨ XIN SẼ ĐƯỢC (Lm. Thái Nguyên)</vt:lpstr>
      <vt:lpstr>ĐK: Cứ xin thì sẽ được, cứ tìm thì sẽ thấy, cứ gõ cửa thì sẽ mở cho.</vt:lpstr>
      <vt:lpstr>1. Xin Chúa dạy con biết luôn kiên trì trong cầu nguyện luôn.</vt:lpstr>
      <vt:lpstr>Biết đến với Ngài hôm mai mọi ngày khi vui lúc buồn.</vt:lpstr>
      <vt:lpstr>Lòng con tha thiết vững tin Ngài luôn nghe lời con xin.</vt:lpstr>
      <vt:lpstr>Xin cho mọi sự được theo ý Ngài suốt cuộc đời con.</vt:lpstr>
      <vt:lpstr>ĐK: Cứ xin thì sẽ được, cứ tìm thì sẽ thấy, cứ gõ cửa thì sẽ mở cho.</vt:lpstr>
      <vt:lpstr>2. Xin thứ tội con những khi nghi ngờ ơn Ngài hằng ban.</vt:lpstr>
      <vt:lpstr>Chúa vẫn tuôn tràn ơn thiêng dạt dào con đâu biết nào!</vt:lpstr>
      <vt:lpstr>Lòng con sao quá nôn nao đòi theo ý mình mà thôi.</vt:lpstr>
      <vt:lpstr>Chúa biết mọi sự cần như thế nào để ban tặng con.</vt:lpstr>
      <vt:lpstr>ĐK: Cứ xin thì sẽ được, cứ tìm thì sẽ thấy, cứ gõ cửa thì sẽ mở cho.</vt:lpstr>
      <vt:lpstr>3. Chúa chính là Cha rất ư nhân từ trong cuộc đời con.</vt:lpstr>
      <vt:lpstr>Ví dẫu cha mẹ cho con mọi điều thương con rất nhiều,</vt:lpstr>
      <vt:lpstr>thì đây lòng Chúa thương yêu còn cao trăm ngàn lần hơn.</vt:lpstr>
      <vt:lpstr>Chúa hứa ban cho đời con Thánh Thần suối nguồn hồng ân.</vt:lpstr>
      <vt:lpstr>ĐK: Cứ xin thì sẽ được, cứ tìm thì sẽ thấy, cứ gõ cửa thì sẽ mở cho.</vt:lpstr>
      <vt:lpstr>PowerPoint Presentation</vt:lpstr>
      <vt:lpstr>KẾT LỄ XIN VÂNG  (Lm. Mi Trầm)</vt:lpstr>
      <vt:lpstr>1. Mẹ ơi! Ðời con dõi bước theo Mẹ,</vt:lpstr>
      <vt:lpstr>lòng con quyết noi gương Mẹ,</vt:lpstr>
      <vt:lpstr>xin Mẹ dạy con hai tiếng xin vâng.</vt:lpstr>
      <vt:lpstr>Mẹ ơi! Ðường đi trăm ngàn nguy khó,</vt:lpstr>
      <vt:lpstr>hiểm nguy dâng tràn đây dó.</vt:lpstr>
      <vt:lpstr>Xin Mẹ dạy con hai tiếng xin vâng.</vt:lpstr>
      <vt:lpstr>ÐK. Xin vâng. Mẹ dạy con hai tiếng xin vâng.</vt:lpstr>
      <vt:lpstr>Hôm qua hôm nay và ngày mai xin vâng.</vt:lpstr>
      <vt:lpstr>Mẹ dạy con hai tiếng xin vâng.</vt:lpstr>
      <vt:lpstr>Hôm nay tương lai và suốt đời.</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 Nhập Lễ VÀO NHÀ CHÚA St: Minh Tâm</dc:title>
  <dc:creator>Hung Nam</dc:creator>
  <cp:lastModifiedBy>Lý Thanh Ngô</cp:lastModifiedBy>
  <cp:revision>691</cp:revision>
  <cp:lastPrinted>2025-03-29T15:09:16Z</cp:lastPrinted>
  <dcterms:created xsi:type="dcterms:W3CDTF">2023-01-29T22:00:16Z</dcterms:created>
  <dcterms:modified xsi:type="dcterms:W3CDTF">2025-07-26T05:06:47Z</dcterms:modified>
</cp:coreProperties>
</file>