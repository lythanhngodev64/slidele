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0"/>
  </p:notesMasterIdLst>
  <p:sldIdLst>
    <p:sldId id="11058" r:id="rId2"/>
    <p:sldId id="321" r:id="rId3"/>
    <p:sldId id="371" r:id="rId4"/>
    <p:sldId id="322" r:id="rId5"/>
    <p:sldId id="372" r:id="rId6"/>
    <p:sldId id="323" r:id="rId7"/>
    <p:sldId id="9865" r:id="rId8"/>
    <p:sldId id="324" r:id="rId9"/>
    <p:sldId id="9866" r:id="rId10"/>
    <p:sldId id="9867" r:id="rId11"/>
    <p:sldId id="10719" r:id="rId12"/>
    <p:sldId id="10720" r:id="rId13"/>
    <p:sldId id="9869" r:id="rId14"/>
    <p:sldId id="9870" r:id="rId15"/>
    <p:sldId id="9871" r:id="rId16"/>
    <p:sldId id="9872" r:id="rId17"/>
    <p:sldId id="9873" r:id="rId18"/>
    <p:sldId id="9874" r:id="rId19"/>
    <p:sldId id="10721" r:id="rId20"/>
    <p:sldId id="10722" r:id="rId21"/>
    <p:sldId id="10723" r:id="rId22"/>
    <p:sldId id="10724" r:id="rId23"/>
    <p:sldId id="10725" r:id="rId24"/>
    <p:sldId id="304" r:id="rId25"/>
    <p:sldId id="9879" r:id="rId26"/>
    <p:sldId id="9880" r:id="rId27"/>
    <p:sldId id="9881" r:id="rId28"/>
    <p:sldId id="9882" r:id="rId29"/>
    <p:sldId id="9883" r:id="rId30"/>
    <p:sldId id="9884" r:id="rId31"/>
    <p:sldId id="9885" r:id="rId32"/>
    <p:sldId id="9886" r:id="rId33"/>
    <p:sldId id="9887" r:id="rId34"/>
    <p:sldId id="9889" r:id="rId35"/>
    <p:sldId id="9890" r:id="rId36"/>
    <p:sldId id="9891" r:id="rId37"/>
    <p:sldId id="9892" r:id="rId38"/>
    <p:sldId id="9893" r:id="rId39"/>
    <p:sldId id="9895" r:id="rId40"/>
    <p:sldId id="9897" r:id="rId41"/>
    <p:sldId id="9898" r:id="rId42"/>
    <p:sldId id="9899" r:id="rId43"/>
    <p:sldId id="9900" r:id="rId44"/>
    <p:sldId id="9901" r:id="rId45"/>
    <p:sldId id="9902" r:id="rId46"/>
    <p:sldId id="9904" r:id="rId47"/>
    <p:sldId id="9905" r:id="rId48"/>
    <p:sldId id="9906" r:id="rId49"/>
    <p:sldId id="9907" r:id="rId50"/>
    <p:sldId id="9908" r:id="rId51"/>
    <p:sldId id="9909" r:id="rId52"/>
    <p:sldId id="9910" r:id="rId53"/>
    <p:sldId id="9911" r:id="rId54"/>
    <p:sldId id="9912" r:id="rId55"/>
    <p:sldId id="9913" r:id="rId56"/>
    <p:sldId id="9914" r:id="rId57"/>
    <p:sldId id="9915" r:id="rId58"/>
    <p:sldId id="9916" r:id="rId59"/>
    <p:sldId id="9917" r:id="rId60"/>
    <p:sldId id="9918" r:id="rId61"/>
    <p:sldId id="9919" r:id="rId62"/>
    <p:sldId id="9920" r:id="rId63"/>
    <p:sldId id="9921" r:id="rId64"/>
    <p:sldId id="9922" r:id="rId65"/>
    <p:sldId id="9923" r:id="rId66"/>
    <p:sldId id="9924" r:id="rId67"/>
    <p:sldId id="9925" r:id="rId68"/>
    <p:sldId id="9926" r:id="rId69"/>
    <p:sldId id="9927" r:id="rId70"/>
    <p:sldId id="9928" r:id="rId71"/>
    <p:sldId id="9929" r:id="rId72"/>
    <p:sldId id="9930" r:id="rId73"/>
    <p:sldId id="9931" r:id="rId74"/>
    <p:sldId id="9932" r:id="rId75"/>
    <p:sldId id="9933" r:id="rId76"/>
    <p:sldId id="9934" r:id="rId77"/>
    <p:sldId id="9935" r:id="rId78"/>
    <p:sldId id="341" r:id="rId79"/>
    <p:sldId id="409" r:id="rId80"/>
    <p:sldId id="342" r:id="rId81"/>
    <p:sldId id="417" r:id="rId82"/>
    <p:sldId id="343" r:id="rId83"/>
    <p:sldId id="344" r:id="rId84"/>
    <p:sldId id="9936" r:id="rId85"/>
    <p:sldId id="345" r:id="rId86"/>
    <p:sldId id="418" r:id="rId87"/>
    <p:sldId id="346" r:id="rId88"/>
    <p:sldId id="347" r:id="rId89"/>
    <p:sldId id="412" r:id="rId90"/>
    <p:sldId id="348" r:id="rId91"/>
    <p:sldId id="349" r:id="rId92"/>
    <p:sldId id="350" r:id="rId93"/>
    <p:sldId id="419" r:id="rId94"/>
    <p:sldId id="351" r:id="rId95"/>
    <p:sldId id="413" r:id="rId96"/>
    <p:sldId id="352" r:id="rId97"/>
    <p:sldId id="353" r:id="rId98"/>
    <p:sldId id="415" r:id="rId99"/>
    <p:sldId id="354" r:id="rId100"/>
    <p:sldId id="355" r:id="rId101"/>
    <p:sldId id="401" r:id="rId102"/>
    <p:sldId id="356" r:id="rId103"/>
    <p:sldId id="402" r:id="rId104"/>
    <p:sldId id="357" r:id="rId105"/>
    <p:sldId id="403" r:id="rId106"/>
    <p:sldId id="358" r:id="rId107"/>
    <p:sldId id="359" r:id="rId108"/>
    <p:sldId id="405" r:id="rId109"/>
    <p:sldId id="9984" r:id="rId110"/>
    <p:sldId id="406" r:id="rId111"/>
    <p:sldId id="408" r:id="rId112"/>
    <p:sldId id="365" r:id="rId113"/>
    <p:sldId id="9985" r:id="rId114"/>
    <p:sldId id="366" r:id="rId115"/>
    <p:sldId id="9961" r:id="rId116"/>
    <p:sldId id="423" r:id="rId117"/>
    <p:sldId id="424" r:id="rId118"/>
    <p:sldId id="11143" r:id="rId119"/>
    <p:sldId id="10283" r:id="rId120"/>
    <p:sldId id="10284" r:id="rId121"/>
    <p:sldId id="10790" r:id="rId122"/>
    <p:sldId id="11110" r:id="rId123"/>
    <p:sldId id="10417" r:id="rId124"/>
    <p:sldId id="10791" r:id="rId125"/>
    <p:sldId id="11100" r:id="rId126"/>
    <p:sldId id="11111" r:id="rId127"/>
    <p:sldId id="11112" r:id="rId128"/>
    <p:sldId id="11113" r:id="rId129"/>
    <p:sldId id="11144" r:id="rId130"/>
    <p:sldId id="10180" r:id="rId131"/>
    <p:sldId id="10181" r:id="rId132"/>
    <p:sldId id="10258" r:id="rId133"/>
    <p:sldId id="10259" r:id="rId134"/>
    <p:sldId id="10260" r:id="rId135"/>
    <p:sldId id="10261" r:id="rId136"/>
    <p:sldId id="10262" r:id="rId137"/>
    <p:sldId id="10264" r:id="rId138"/>
    <p:sldId id="10265" r:id="rId139"/>
    <p:sldId id="10266" r:id="rId140"/>
    <p:sldId id="10267" r:id="rId141"/>
    <p:sldId id="10268" r:id="rId142"/>
    <p:sldId id="10269" r:id="rId143"/>
    <p:sldId id="10270" r:id="rId144"/>
    <p:sldId id="10271" r:id="rId145"/>
    <p:sldId id="10272" r:id="rId146"/>
    <p:sldId id="11145" r:id="rId147"/>
    <p:sldId id="10980" r:id="rId148"/>
    <p:sldId id="10256" r:id="rId149"/>
    <p:sldId id="10142" r:id="rId150"/>
    <p:sldId id="10501" r:id="rId151"/>
    <p:sldId id="10982" r:id="rId152"/>
    <p:sldId id="11014" r:id="rId153"/>
    <p:sldId id="10143" r:id="rId154"/>
    <p:sldId id="10733" r:id="rId155"/>
    <p:sldId id="10910" r:id="rId156"/>
    <p:sldId id="10911" r:id="rId157"/>
    <p:sldId id="11124" r:id="rId158"/>
    <p:sldId id="11125" r:id="rId159"/>
    <p:sldId id="11126" r:id="rId160"/>
    <p:sldId id="11127" r:id="rId161"/>
    <p:sldId id="11129" r:id="rId162"/>
    <p:sldId id="11128" r:id="rId163"/>
    <p:sldId id="11130" r:id="rId164"/>
    <p:sldId id="11131" r:id="rId165"/>
    <p:sldId id="11132" r:id="rId166"/>
    <p:sldId id="11133" r:id="rId167"/>
    <p:sldId id="11134" r:id="rId168"/>
    <p:sldId id="10981" r:id="rId169"/>
    <p:sldId id="11146" r:id="rId170"/>
    <p:sldId id="10280" r:id="rId171"/>
    <p:sldId id="10107" r:id="rId172"/>
    <p:sldId id="10975" r:id="rId173"/>
    <p:sldId id="9864" r:id="rId174"/>
    <p:sldId id="10316" r:id="rId175"/>
    <p:sldId id="10317" r:id="rId176"/>
    <p:sldId id="10318" r:id="rId177"/>
    <p:sldId id="10319" r:id="rId178"/>
    <p:sldId id="10320" r:id="rId179"/>
    <p:sldId id="10321" r:id="rId180"/>
    <p:sldId id="10322" r:id="rId181"/>
    <p:sldId id="10323" r:id="rId182"/>
    <p:sldId id="10324" r:id="rId183"/>
    <p:sldId id="10325" r:id="rId184"/>
    <p:sldId id="10337" r:id="rId185"/>
    <p:sldId id="10326" r:id="rId186"/>
    <p:sldId id="10327" r:id="rId187"/>
    <p:sldId id="10328" r:id="rId188"/>
    <p:sldId id="10336" r:id="rId189"/>
    <p:sldId id="10329" r:id="rId190"/>
    <p:sldId id="10330" r:id="rId191"/>
    <p:sldId id="10331" r:id="rId192"/>
    <p:sldId id="10332" r:id="rId193"/>
    <p:sldId id="10333" r:id="rId194"/>
    <p:sldId id="10334" r:id="rId195"/>
    <p:sldId id="10335" r:id="rId196"/>
    <p:sldId id="11147" r:id="rId197"/>
    <p:sldId id="10651" r:id="rId198"/>
    <p:sldId id="10652" r:id="rId199"/>
    <p:sldId id="10653" r:id="rId200"/>
    <p:sldId id="10918" r:id="rId201"/>
    <p:sldId id="10919" r:id="rId202"/>
    <p:sldId id="10991" r:id="rId203"/>
    <p:sldId id="10992" r:id="rId204"/>
    <p:sldId id="10993" r:id="rId205"/>
    <p:sldId id="10994" r:id="rId206"/>
    <p:sldId id="11114" r:id="rId207"/>
    <p:sldId id="11115" r:id="rId208"/>
    <p:sldId id="11116" r:id="rId209"/>
    <p:sldId id="11117" r:id="rId210"/>
    <p:sldId id="11118" r:id="rId211"/>
    <p:sldId id="11119" r:id="rId212"/>
    <p:sldId id="11120" r:id="rId213"/>
    <p:sldId id="11121" r:id="rId214"/>
    <p:sldId id="11148" r:id="rId215"/>
    <p:sldId id="10252" r:id="rId216"/>
    <p:sldId id="10212" r:id="rId217"/>
    <p:sldId id="10823" r:id="rId218"/>
    <p:sldId id="10931" r:id="rId219"/>
    <p:sldId id="10932" r:id="rId220"/>
    <p:sldId id="10824" r:id="rId221"/>
    <p:sldId id="10933" r:id="rId222"/>
    <p:sldId id="10995" r:id="rId223"/>
    <p:sldId id="11135" r:id="rId224"/>
    <p:sldId id="11136" r:id="rId225"/>
    <p:sldId id="11137" r:id="rId226"/>
    <p:sldId id="11138" r:id="rId227"/>
    <p:sldId id="11139" r:id="rId228"/>
    <p:sldId id="11140" r:id="rId229"/>
    <p:sldId id="11141" r:id="rId230"/>
    <p:sldId id="11142" r:id="rId231"/>
    <p:sldId id="11149" r:id="rId232"/>
    <p:sldId id="10769" r:id="rId233"/>
    <p:sldId id="10253" r:id="rId234"/>
    <p:sldId id="11006" r:id="rId235"/>
    <p:sldId id="11007" r:id="rId236"/>
    <p:sldId id="11059" r:id="rId237"/>
    <p:sldId id="11122" r:id="rId238"/>
    <p:sldId id="11123" r:id="rId23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924" autoAdjust="0"/>
    <p:restoredTop sz="94660"/>
  </p:normalViewPr>
  <p:slideViewPr>
    <p:cSldViewPr snapToGrid="0">
      <p:cViewPr>
        <p:scale>
          <a:sx n="100" d="100"/>
          <a:sy n="100" d="100"/>
        </p:scale>
        <p:origin x="1896" y="726"/>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19176"/>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notesMaster" Target="notesMasters/notesMaster1.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viewProps" Target="viewProp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theme" Target="theme/theme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tableStyles" Target="tableStyle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microsoft.com/office/2016/11/relationships/changesInfo" Target="changesInfos/changesInfo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microsoft.com/office/2015/10/relationships/revisionInfo" Target="revisionInfo.xml"/><Relationship Id="rId106" Type="http://schemas.openxmlformats.org/officeDocument/2006/relationships/slide" Target="slides/slide105.xml"/><Relationship Id="rId127" Type="http://schemas.openxmlformats.org/officeDocument/2006/relationships/slide" Target="slides/slide1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8/16/2025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08CA-AC9C-9000-FC37-B0A45EB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C671-5897-95C6-B33B-DE2C2088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65EB7-4CE6-3B1B-5325-660B5F8FDF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7D020A1-4208-4D01-67E2-76069BACA166}"/>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249663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2C5BE-6CBE-5290-25FF-ADD0BBE69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2AEDA-CBC4-9D00-6C7B-304902630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2A7FA-269C-6651-E484-7DE31886A8C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E56FFFE-B3F2-F244-29A2-F731B20CEFA2}"/>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3026331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046A3-7E98-A19A-71B6-47E25B7E3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489AB-0363-49DD-7B93-D912B73CA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05F3F-247A-0C2B-2E4B-A1AA6E78B59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B8C7DF2-3A82-8A05-3887-FD430974DA98}"/>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3850568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E3FEE-9BFE-E36A-6504-4C81932B21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6DE677-66AD-54E5-01B5-30ED85681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FC414-365A-0022-2EF9-B50EC9CFC7F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571D8A7-EB2E-D723-1719-70BE4E070E37}"/>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909608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4D2E2-D384-F391-C52D-D929AB5315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7B3C36-887D-06AA-0A73-B65B4177BA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40D1A9-33EB-87A6-53A1-05A857A6317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ED52AED-3E82-1C01-F010-38D6FECDEF61}"/>
              </a:ext>
            </a:extLst>
          </p:cNvPr>
          <p:cNvSpPr>
            <a:spLocks noGrp="1"/>
          </p:cNvSpPr>
          <p:nvPr>
            <p:ph type="sldNum" sz="quarter" idx="5"/>
          </p:nvPr>
        </p:nvSpPr>
        <p:spPr/>
        <p:txBody>
          <a:bodyPr/>
          <a:lstStyle/>
          <a:p>
            <a:fld id="{648246CF-7178-41AD-B6F8-BACEEA28FBE0}" type="slidenum">
              <a:rPr lang="en-US" smtClean="0"/>
              <a:t>126</a:t>
            </a:fld>
            <a:endParaRPr lang="en-US"/>
          </a:p>
        </p:txBody>
      </p:sp>
    </p:spTree>
    <p:extLst>
      <p:ext uri="{BB962C8B-B14F-4D97-AF65-F5344CB8AC3E}">
        <p14:creationId xmlns:p14="http://schemas.microsoft.com/office/powerpoint/2010/main" val="1862171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6AD51-1B3D-6248-9E69-16F8ACEDC1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E9A5A-3B08-5409-E660-1DF39E0FBD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225FE-2271-EE24-12F3-AD3186CCB73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DB50266-EBB1-7D04-248A-2C0C81C2210C}"/>
              </a:ext>
            </a:extLst>
          </p:cNvPr>
          <p:cNvSpPr>
            <a:spLocks noGrp="1"/>
          </p:cNvSpPr>
          <p:nvPr>
            <p:ph type="sldNum" sz="quarter" idx="5"/>
          </p:nvPr>
        </p:nvSpPr>
        <p:spPr/>
        <p:txBody>
          <a:bodyPr/>
          <a:lstStyle/>
          <a:p>
            <a:fld id="{648246CF-7178-41AD-B6F8-BACEEA28FBE0}" type="slidenum">
              <a:rPr lang="en-US" smtClean="0"/>
              <a:t>127</a:t>
            </a:fld>
            <a:endParaRPr lang="en-US"/>
          </a:p>
        </p:txBody>
      </p:sp>
    </p:spTree>
    <p:extLst>
      <p:ext uri="{BB962C8B-B14F-4D97-AF65-F5344CB8AC3E}">
        <p14:creationId xmlns:p14="http://schemas.microsoft.com/office/powerpoint/2010/main" val="1335300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75680-725D-C0B9-BA5E-31C267386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337888-AFDA-8F4B-8508-D1978EEF51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682B57-8DA4-5E2A-E53B-65C5EDC3AE9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F4D1B64-C35A-8604-378D-30DE42277A76}"/>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3650005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143</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144</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145</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C5B9E-90F2-FBAC-2216-FEBD81558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1DB7F-30BC-58F1-DEA9-E9742C058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17ED-EE76-1F46-2514-9D59DC9BD1E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62832A-0717-BDE5-5819-B3C61860D409}"/>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36370266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FE01F-E87F-AB06-5E50-94986DC94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932F8-74F3-14AA-BFA7-1A9B66AF38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4CBF14-2834-3461-7F6C-5C2A3219C74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8330128-9058-72CC-313A-5D0997F2AB33}"/>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31840728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B1255-D02D-5DF2-9CBC-0B1F6610E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AF54A-55F6-6174-9637-3C097194A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BEABC6-5E34-9C3B-CFE4-DFFE4EB6542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95EC1E0-C717-2DE1-26A3-9DCADC8A19AF}"/>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13836602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748E-71E9-4234-C7EF-3068A1AC5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0C43D-E2E0-3432-4103-BEA2D2635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98792-DEC8-7D49-E4FD-3A030DCDF8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BE23A7-820D-F50F-A6E0-55139FBF0F5A}"/>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29994241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56C2B-54C6-4373-169B-E27D6EFFC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295C5-C0E7-61B4-AA7B-2C40ACBA1B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52E08-7E83-8E78-C46C-B619F36F638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1C11906-5B42-4D1D-063B-F722B77435C2}"/>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28373540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C023-F5A4-97A8-D511-E7CEA2E22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A8E561-EB68-5AFD-5C72-C3FFC8CC6C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AD22C4-5BEE-1D14-1D48-7ACC4B2F350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540BD3A-E8E8-5C2E-1EB0-2B503513362B}"/>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34197091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E49DD-97D8-5271-6A57-D98E85C70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B5668-C8C4-5B73-B064-0C65367CB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948046-B594-A068-D796-13A50FF92C80}"/>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0971231-26A5-7A19-DBF2-5AFC251F0656}"/>
              </a:ext>
            </a:extLst>
          </p:cNvPr>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36615722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34A99-B3C7-D35D-5EAC-8D7DFCE619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636360-1C77-7461-7ADA-37A7B94B3A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F11D33-93AF-A960-3EA1-6EC966CB9D1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C00FCBB-4255-CF76-DAB6-A1C332AEF9EC}"/>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18797629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4E7C9-9BBE-7C03-F61E-84770CBC29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71378-E1F0-8180-0995-BFC006E4D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A050EB-49C5-9F91-D0D7-96B83C32848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B436074-DE76-2967-AF89-B75F6EAEDD20}"/>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39258307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E5198-C7F5-EF8C-D724-4B6ACB8021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D2CD06-6973-83E4-8E07-8E362340EB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EFF94-63C9-6BB5-0748-8AFF694AE3F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7B7FF372-4164-B0D8-97B0-AE9E83A037E1}"/>
              </a:ext>
            </a:extLst>
          </p:cNvPr>
          <p:cNvSpPr>
            <a:spLocks noGrp="1"/>
          </p:cNvSpPr>
          <p:nvPr>
            <p:ph type="sldNum" sz="quarter" idx="5"/>
          </p:nvPr>
        </p:nvSpPr>
        <p:spPr/>
        <p:txBody>
          <a:bodyPr/>
          <a:lstStyle/>
          <a:p>
            <a:fld id="{648246CF-7178-41AD-B6F8-BACEEA28FBE0}" type="slidenum">
              <a:rPr lang="en-US" smtClean="0"/>
              <a:t>159</a:t>
            </a:fld>
            <a:endParaRPr lang="en-US"/>
          </a:p>
        </p:txBody>
      </p:sp>
    </p:spTree>
    <p:extLst>
      <p:ext uri="{BB962C8B-B14F-4D97-AF65-F5344CB8AC3E}">
        <p14:creationId xmlns:p14="http://schemas.microsoft.com/office/powerpoint/2010/main" val="41807714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FBA19-3AF8-3167-CEC6-520EE4159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C3C7E5-703B-999D-8F97-7F3DF247AC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726045-8273-573A-5F61-128BE1ECB2E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7712F4AC-21F4-51D9-FAC4-7BAA198C8536}"/>
              </a:ext>
            </a:extLst>
          </p:cNvPr>
          <p:cNvSpPr>
            <a:spLocks noGrp="1"/>
          </p:cNvSpPr>
          <p:nvPr>
            <p:ph type="sldNum" sz="quarter" idx="5"/>
          </p:nvPr>
        </p:nvSpPr>
        <p:spPr/>
        <p:txBody>
          <a:bodyPr/>
          <a:lstStyle/>
          <a:p>
            <a:fld id="{648246CF-7178-41AD-B6F8-BACEEA28FBE0}" type="slidenum">
              <a:rPr lang="en-US" smtClean="0"/>
              <a:t>160</a:t>
            </a:fld>
            <a:endParaRPr lang="en-US"/>
          </a:p>
        </p:txBody>
      </p:sp>
    </p:spTree>
    <p:extLst>
      <p:ext uri="{BB962C8B-B14F-4D97-AF65-F5344CB8AC3E}">
        <p14:creationId xmlns:p14="http://schemas.microsoft.com/office/powerpoint/2010/main" val="8968504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1C2FD-00E7-DBAB-4AD9-095FFB7E68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8CE29-DC5F-FE7E-ED6F-B03DDADD0C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E45B9D-6580-B986-F759-2D626054341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CBB175A-9F91-AD48-44B6-A41C1038FE5C}"/>
              </a:ext>
            </a:extLst>
          </p:cNvPr>
          <p:cNvSpPr>
            <a:spLocks noGrp="1"/>
          </p:cNvSpPr>
          <p:nvPr>
            <p:ph type="sldNum" sz="quarter" idx="5"/>
          </p:nvPr>
        </p:nvSpPr>
        <p:spPr/>
        <p:txBody>
          <a:bodyPr/>
          <a:lstStyle/>
          <a:p>
            <a:fld id="{648246CF-7178-41AD-B6F8-BACEEA28FBE0}" type="slidenum">
              <a:rPr lang="en-US" smtClean="0"/>
              <a:t>161</a:t>
            </a:fld>
            <a:endParaRPr lang="en-US"/>
          </a:p>
        </p:txBody>
      </p:sp>
    </p:spTree>
    <p:extLst>
      <p:ext uri="{BB962C8B-B14F-4D97-AF65-F5344CB8AC3E}">
        <p14:creationId xmlns:p14="http://schemas.microsoft.com/office/powerpoint/2010/main" val="42102250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93FF0-78E5-23FB-DC66-D11FD32DE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A62DD-975B-DF3F-4C8C-1D1F09F56D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87990-9FF6-3803-B3E8-4EB2C4E95A6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D62CED7-8787-1466-FE67-C61F2464991B}"/>
              </a:ext>
            </a:extLst>
          </p:cNvPr>
          <p:cNvSpPr>
            <a:spLocks noGrp="1"/>
          </p:cNvSpPr>
          <p:nvPr>
            <p:ph type="sldNum" sz="quarter" idx="5"/>
          </p:nvPr>
        </p:nvSpPr>
        <p:spPr/>
        <p:txBody>
          <a:bodyPr/>
          <a:lstStyle/>
          <a:p>
            <a:fld id="{648246CF-7178-41AD-B6F8-BACEEA28FBE0}" type="slidenum">
              <a:rPr lang="en-US" smtClean="0"/>
              <a:t>162</a:t>
            </a:fld>
            <a:endParaRPr lang="en-US"/>
          </a:p>
        </p:txBody>
      </p:sp>
    </p:spTree>
    <p:extLst>
      <p:ext uri="{BB962C8B-B14F-4D97-AF65-F5344CB8AC3E}">
        <p14:creationId xmlns:p14="http://schemas.microsoft.com/office/powerpoint/2010/main" val="37255568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BB340-D246-6D59-6E6A-95A4DB0411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4C5483-C313-5872-FB9D-50E5656C7D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8BDEF-182E-9FF1-7B2A-FEFA7A22DE3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63085F3-B089-264D-687D-BF0D3B71797D}"/>
              </a:ext>
            </a:extLst>
          </p:cNvPr>
          <p:cNvSpPr>
            <a:spLocks noGrp="1"/>
          </p:cNvSpPr>
          <p:nvPr>
            <p:ph type="sldNum" sz="quarter" idx="5"/>
          </p:nvPr>
        </p:nvSpPr>
        <p:spPr/>
        <p:txBody>
          <a:bodyPr/>
          <a:lstStyle/>
          <a:p>
            <a:fld id="{648246CF-7178-41AD-B6F8-BACEEA28FBE0}" type="slidenum">
              <a:rPr lang="en-US" smtClean="0"/>
              <a:t>163</a:t>
            </a:fld>
            <a:endParaRPr lang="en-US"/>
          </a:p>
        </p:txBody>
      </p:sp>
    </p:spTree>
    <p:extLst>
      <p:ext uri="{BB962C8B-B14F-4D97-AF65-F5344CB8AC3E}">
        <p14:creationId xmlns:p14="http://schemas.microsoft.com/office/powerpoint/2010/main" val="8626231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707F8-7749-F97F-7C4E-6D45698563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8F7567-BCF6-2CE1-8544-57F6E95E8D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92FAE6-A873-747D-9B80-2B5E2E3242F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4597519-711C-734E-C22F-616A5F03E340}"/>
              </a:ext>
            </a:extLst>
          </p:cNvPr>
          <p:cNvSpPr>
            <a:spLocks noGrp="1"/>
          </p:cNvSpPr>
          <p:nvPr>
            <p:ph type="sldNum" sz="quarter" idx="5"/>
          </p:nvPr>
        </p:nvSpPr>
        <p:spPr/>
        <p:txBody>
          <a:bodyPr/>
          <a:lstStyle/>
          <a:p>
            <a:fld id="{648246CF-7178-41AD-B6F8-BACEEA28FBE0}" type="slidenum">
              <a:rPr lang="en-US" smtClean="0"/>
              <a:t>164</a:t>
            </a:fld>
            <a:endParaRPr lang="en-US"/>
          </a:p>
        </p:txBody>
      </p:sp>
    </p:spTree>
    <p:extLst>
      <p:ext uri="{BB962C8B-B14F-4D97-AF65-F5344CB8AC3E}">
        <p14:creationId xmlns:p14="http://schemas.microsoft.com/office/powerpoint/2010/main" val="39050391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5365E-4E2E-107B-1EBD-11AEE5ACC7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1EF1D0-983D-7511-6956-B34009455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5AFF2F-C2B0-A37F-D96C-21A5C63394F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C8062ED-77ED-EBC5-DD6B-47E8A4141705}"/>
              </a:ext>
            </a:extLst>
          </p:cNvPr>
          <p:cNvSpPr>
            <a:spLocks noGrp="1"/>
          </p:cNvSpPr>
          <p:nvPr>
            <p:ph type="sldNum" sz="quarter" idx="5"/>
          </p:nvPr>
        </p:nvSpPr>
        <p:spPr/>
        <p:txBody>
          <a:bodyPr/>
          <a:lstStyle/>
          <a:p>
            <a:fld id="{648246CF-7178-41AD-B6F8-BACEEA28FBE0}" type="slidenum">
              <a:rPr lang="en-US" smtClean="0"/>
              <a:t>165</a:t>
            </a:fld>
            <a:endParaRPr lang="en-US"/>
          </a:p>
        </p:txBody>
      </p:sp>
    </p:spTree>
    <p:extLst>
      <p:ext uri="{BB962C8B-B14F-4D97-AF65-F5344CB8AC3E}">
        <p14:creationId xmlns:p14="http://schemas.microsoft.com/office/powerpoint/2010/main" val="24932050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A5E50-1EAD-2680-7C6F-B11301511A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A199AF-1681-07F8-0695-459B178BAA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4169A-EABA-2FC0-855A-D9C77B4C041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F081F88-6B4E-6A08-AEA0-5E3D0FDB3524}"/>
              </a:ext>
            </a:extLst>
          </p:cNvPr>
          <p:cNvSpPr>
            <a:spLocks noGrp="1"/>
          </p:cNvSpPr>
          <p:nvPr>
            <p:ph type="sldNum" sz="quarter" idx="5"/>
          </p:nvPr>
        </p:nvSpPr>
        <p:spPr/>
        <p:txBody>
          <a:bodyPr/>
          <a:lstStyle/>
          <a:p>
            <a:fld id="{648246CF-7178-41AD-B6F8-BACEEA28FBE0}" type="slidenum">
              <a:rPr lang="en-US" smtClean="0"/>
              <a:t>166</a:t>
            </a:fld>
            <a:endParaRPr lang="en-US"/>
          </a:p>
        </p:txBody>
      </p:sp>
    </p:spTree>
    <p:extLst>
      <p:ext uri="{BB962C8B-B14F-4D97-AF65-F5344CB8AC3E}">
        <p14:creationId xmlns:p14="http://schemas.microsoft.com/office/powerpoint/2010/main" val="20556394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AF6F2-5190-06C1-4AFD-E9E2313F6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48C9B-7BF4-704C-7E75-E08029DA11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830989-51B1-4D95-48A0-D7180916E5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52551F4-3C22-5BAE-D344-1EBAEFAE4BC7}"/>
              </a:ext>
            </a:extLst>
          </p:cNvPr>
          <p:cNvSpPr>
            <a:spLocks noGrp="1"/>
          </p:cNvSpPr>
          <p:nvPr>
            <p:ph type="sldNum" sz="quarter" idx="5"/>
          </p:nvPr>
        </p:nvSpPr>
        <p:spPr/>
        <p:txBody>
          <a:bodyPr/>
          <a:lstStyle/>
          <a:p>
            <a:fld id="{648246CF-7178-41AD-B6F8-BACEEA28FBE0}" type="slidenum">
              <a:rPr lang="en-US" smtClean="0"/>
              <a:t>167</a:t>
            </a:fld>
            <a:endParaRPr lang="en-US"/>
          </a:p>
        </p:txBody>
      </p:sp>
    </p:spTree>
    <p:extLst>
      <p:ext uri="{BB962C8B-B14F-4D97-AF65-F5344CB8AC3E}">
        <p14:creationId xmlns:p14="http://schemas.microsoft.com/office/powerpoint/2010/main" val="33742029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94134-465E-40FE-CDBB-CD4A4B17F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2BF66-791D-57DB-AC10-6AE881C2F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ECCE4-A970-9A7D-E0C2-55DB0E7C40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44A3820-EC9C-43D2-B136-6CCA99DAA194}"/>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41594582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7F8D7-3D32-06E3-4F10-FCAC081EB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44F15-8C4D-3C99-9A1F-26FC01273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9D86D6-BB42-1489-B817-B5C22DEE1AC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A2407CE-5E8F-A400-7200-B02C185DC5A7}"/>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20550183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C6470-E6F6-F323-0614-7B510982DA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77AEB-95F6-B82C-19D5-55DF186EB0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6F847-64A9-2DC5-7F17-30565C4E485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7CC6429-F482-0ECB-F5CB-B6803A556BFA}"/>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6902101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AD773-E929-0987-643C-1C72EFC0F4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4FCC8-7684-9ECF-4F66-CF890F7015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DEDE17-C3E8-527E-6214-580E2BC88B0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70EE923-1E8C-C69B-F107-6D1ED4AA4B4A}"/>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27201250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84DE9-F78C-8A1A-5487-146F0537F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8FCE4-6BBF-16CA-06DE-FF60DAF8E4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B055DA-4D88-8845-FCA6-0A6AC5F4FD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B1F202D-230A-E8E7-F4CB-84D2AEAD2E85}"/>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183307798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A234-0870-2803-9C85-7F028A0892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33CFD8-AC77-8419-4B54-FD39D94ED3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79F6E8-1CC3-0943-85C9-32530B1B341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15AD7DA-1086-014F-1C4F-19271FB65CE3}"/>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5444559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ECC7C-573B-F699-98A5-A3DB46D7D4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C1ECE7-ABF0-5A16-2A39-6DB04BCE51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1757E2-7E1D-FF78-C3D1-C63CE588F42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5766E54-AC78-571D-29BC-122772A890CD}"/>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393407424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08707-7CA5-20E9-6074-D38C2D72A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8B1F1D-55EA-8B9D-7AD0-4168CA4A39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A8876-8DAE-1F60-9335-037F4A2F0F8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288547B-C724-F098-827B-0D8386DC2876}"/>
              </a:ext>
            </a:extLst>
          </p:cNvPr>
          <p:cNvSpPr>
            <a:spLocks noGrp="1"/>
          </p:cNvSpPr>
          <p:nvPr>
            <p:ph type="sldNum" sz="quarter" idx="5"/>
          </p:nvPr>
        </p:nvSpPr>
        <p:spPr/>
        <p:txBody>
          <a:bodyPr/>
          <a:lstStyle/>
          <a:p>
            <a:fld id="{648246CF-7178-41AD-B6F8-BACEEA28FBE0}" type="slidenum">
              <a:rPr lang="en-US" smtClean="0"/>
              <a:t>207</a:t>
            </a:fld>
            <a:endParaRPr lang="en-US"/>
          </a:p>
        </p:txBody>
      </p:sp>
    </p:spTree>
    <p:extLst>
      <p:ext uri="{BB962C8B-B14F-4D97-AF65-F5344CB8AC3E}">
        <p14:creationId xmlns:p14="http://schemas.microsoft.com/office/powerpoint/2010/main" val="377140851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57DB2-BB8F-5DDD-A55A-F1FABB866A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B0313-538B-3A12-7E68-8043BF680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C51208-20E8-EFA4-4A99-2BA91A52C2E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82071C8-A93F-7DBF-A162-2D566F6ECA8C}"/>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16972901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680F8-542B-A6E5-8CEE-4C61E53DB2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6D64D-2DC2-48BE-6BA1-041748B329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98F9E0-F454-F9AF-7145-3FA4B0A6A68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3E4D96-3AD9-ECA0-9ED7-047DB37ACB0C}"/>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16604241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4B46E-6160-C97A-8B1A-1B4F090163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3633B-2589-476B-641D-E6AFA05041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35C9D5-7CE0-20BE-CDE6-3113E09F4F7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883DE74-F983-C40F-F625-A6D11F758B22}"/>
              </a:ext>
            </a:extLst>
          </p:cNvPr>
          <p:cNvSpPr>
            <a:spLocks noGrp="1"/>
          </p:cNvSpPr>
          <p:nvPr>
            <p:ph type="sldNum" sz="quarter" idx="5"/>
          </p:nvPr>
        </p:nvSpPr>
        <p:spPr/>
        <p:txBody>
          <a:bodyPr/>
          <a:lstStyle/>
          <a:p>
            <a:fld id="{648246CF-7178-41AD-B6F8-BACEEA28FBE0}" type="slidenum">
              <a:rPr lang="en-US" smtClean="0"/>
              <a:t>210</a:t>
            </a:fld>
            <a:endParaRPr lang="en-US"/>
          </a:p>
        </p:txBody>
      </p:sp>
    </p:spTree>
    <p:extLst>
      <p:ext uri="{BB962C8B-B14F-4D97-AF65-F5344CB8AC3E}">
        <p14:creationId xmlns:p14="http://schemas.microsoft.com/office/powerpoint/2010/main" val="228102394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1416-1F45-D045-C591-184E4F9F3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8F3456-16DA-63C9-97FF-43B7C3AD75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095AEB-1046-3D6D-29D7-D2747952F5A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F91E3E5-3428-7539-3329-2789D11EEB79}"/>
              </a:ext>
            </a:extLst>
          </p:cNvPr>
          <p:cNvSpPr>
            <a:spLocks noGrp="1"/>
          </p:cNvSpPr>
          <p:nvPr>
            <p:ph type="sldNum" sz="quarter" idx="5"/>
          </p:nvPr>
        </p:nvSpPr>
        <p:spPr/>
        <p:txBody>
          <a:bodyPr/>
          <a:lstStyle/>
          <a:p>
            <a:fld id="{648246CF-7178-41AD-B6F8-BACEEA28FBE0}" type="slidenum">
              <a:rPr lang="en-US" smtClean="0"/>
              <a:t>211</a:t>
            </a:fld>
            <a:endParaRPr lang="en-US"/>
          </a:p>
        </p:txBody>
      </p:sp>
    </p:spTree>
    <p:extLst>
      <p:ext uri="{BB962C8B-B14F-4D97-AF65-F5344CB8AC3E}">
        <p14:creationId xmlns:p14="http://schemas.microsoft.com/office/powerpoint/2010/main" val="337606185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BD87A-3AF6-18E0-3924-D8E65EEAB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7C50C-8F0F-9AC7-4FE7-FFCD58614E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2A6B3A-EB44-D9C2-0CBF-3D7E0BFD92A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4E8DDB6-E08C-BCFA-7866-29E6F66F504A}"/>
              </a:ext>
            </a:extLst>
          </p:cNvPr>
          <p:cNvSpPr>
            <a:spLocks noGrp="1"/>
          </p:cNvSpPr>
          <p:nvPr>
            <p:ph type="sldNum" sz="quarter" idx="5"/>
          </p:nvPr>
        </p:nvSpPr>
        <p:spPr/>
        <p:txBody>
          <a:bodyPr/>
          <a:lstStyle/>
          <a:p>
            <a:fld id="{648246CF-7178-41AD-B6F8-BACEEA28FBE0}" type="slidenum">
              <a:rPr lang="en-US" smtClean="0"/>
              <a:t>212</a:t>
            </a:fld>
            <a:endParaRPr lang="en-US"/>
          </a:p>
        </p:txBody>
      </p:sp>
    </p:spTree>
    <p:extLst>
      <p:ext uri="{BB962C8B-B14F-4D97-AF65-F5344CB8AC3E}">
        <p14:creationId xmlns:p14="http://schemas.microsoft.com/office/powerpoint/2010/main" val="23795700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FC82D-43D6-5C60-0AEB-C0E4304D22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F03C23-96FD-BDEB-E1E2-0FBF37A73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60FFA-EBC9-3C1F-05B6-16D4059588A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81B8037-B116-8776-B5E8-F97D20CF6162}"/>
              </a:ext>
            </a:extLst>
          </p:cNvPr>
          <p:cNvSpPr>
            <a:spLocks noGrp="1"/>
          </p:cNvSpPr>
          <p:nvPr>
            <p:ph type="sldNum" sz="quarter" idx="5"/>
          </p:nvPr>
        </p:nvSpPr>
        <p:spPr/>
        <p:txBody>
          <a:bodyPr/>
          <a:lstStyle/>
          <a:p>
            <a:fld id="{648246CF-7178-41AD-B6F8-BACEEA28FBE0}" type="slidenum">
              <a:rPr lang="en-US" smtClean="0"/>
              <a:t>213</a:t>
            </a:fld>
            <a:endParaRPr lang="en-US"/>
          </a:p>
        </p:txBody>
      </p:sp>
    </p:spTree>
    <p:extLst>
      <p:ext uri="{BB962C8B-B14F-4D97-AF65-F5344CB8AC3E}">
        <p14:creationId xmlns:p14="http://schemas.microsoft.com/office/powerpoint/2010/main" val="6737827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3EBA-A857-0671-2AB4-7A8E28F9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0FB1-E135-8002-B9DC-40DF72AB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96B4-51DB-B8F2-C804-CCFC7C5CE8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31ED40-B78C-A5C8-EB5A-4E96282DB9DB}"/>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9337185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C5BD-E517-3F1B-714A-4A200A028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F6C5E-790F-7E13-27B5-7BF266E12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5ADFB-A6CE-0B81-3E20-53EED9D34C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8C4DA5-7ECF-B49B-22F2-D9E92A970AA7}"/>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301795548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8B50-8A46-FED4-0C0B-04103144D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D05F1-E087-4269-DAF6-5A91DEEC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D5828-5C4F-6956-8CB1-8687A46A9B2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78CF825-E80C-3189-05BB-6D0AE496FC8A}"/>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337753635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5BD22-FE34-959C-3E32-666F9973D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0AC0F-CCC3-C486-6EC8-CE6167D5D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40C7D-4E8F-0196-72F6-C9A382F2886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334D948-C34F-1FEF-714C-AFE92CAB0F79}"/>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285146008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916D3-3E86-97E0-E26A-78524E985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0F229-020C-67D4-EA5A-50560063C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70951-4AF8-02C6-8CCB-1D18B451FD6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8EF2192-B782-6A3B-3472-F261256A8570}"/>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309643073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56733-8F78-9704-343F-A1B1CE24E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D42DE-23D0-E09C-CBD4-24A537B520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067691-D4BC-371A-D4C9-5807F67F7AE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0125C09-A38F-8EF5-645E-1D57E1EC2F68}"/>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18517866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E8CF4-AF4E-44A0-D8E0-135303A57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AC813-E397-1E2D-82E3-6256989326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40048F-E822-B236-05F9-79768DAEDB8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8D2D107-537B-0DD8-578C-C2AFF845E89B}"/>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49421481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76AC1-6395-54C1-DBA2-82B2F2503C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366EC-D862-F36F-E2E9-F9D7A6F63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30A7F9-5F65-A3B8-BEC6-F22D41DAE7C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5DC8B03-BBE2-5DD8-D9D4-3694EAF92D22}"/>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423930891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912F-F780-46A9-33EA-02ECF16B90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002D51-A59C-F4A7-FBFA-0F063E74DF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12C650-1413-42D4-7790-373CB2C9E5F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9A0B4A2-9539-FC45-722B-64698389E196}"/>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218666391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AF014-D718-A137-3460-1E93AC263C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92C38-6EB6-1923-89F4-0C6CE273F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E9CBE8-6BCC-E3CA-714E-1552E7DFE4E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723E01D-61F6-E8FC-291D-25391DE586C4}"/>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275941528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B8753-0EA3-EF2D-DDA3-DB2C7CF66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B74DBF-9BEA-3CD4-67F5-FE7C6718DE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A6C31-6F52-B718-8885-782D3C9754F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FCD275BC-2FB2-425F-7B29-7FC4114E4AED}"/>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211426949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0A4DA-12BF-39AB-4859-A4BCBEBD25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F25789-43E1-5573-1216-8978B80C7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279FE5-A917-9C88-FE58-F6CDDA895AB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6816945-387C-2B18-73CD-16472551D845}"/>
              </a:ext>
            </a:extLst>
          </p:cNvPr>
          <p:cNvSpPr>
            <a:spLocks noGrp="1"/>
          </p:cNvSpPr>
          <p:nvPr>
            <p:ph type="sldNum" sz="quarter" idx="5"/>
          </p:nvPr>
        </p:nvSpPr>
        <p:spPr/>
        <p:txBody>
          <a:bodyPr/>
          <a:lstStyle/>
          <a:p>
            <a:fld id="{648246CF-7178-41AD-B6F8-BACEEA28FBE0}" type="slidenum">
              <a:rPr lang="en-US" smtClean="0"/>
              <a:t>228</a:t>
            </a:fld>
            <a:endParaRPr lang="en-US"/>
          </a:p>
        </p:txBody>
      </p:sp>
    </p:spTree>
    <p:extLst>
      <p:ext uri="{BB962C8B-B14F-4D97-AF65-F5344CB8AC3E}">
        <p14:creationId xmlns:p14="http://schemas.microsoft.com/office/powerpoint/2010/main" val="2718556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885F0-C535-B776-A999-34A2CE72A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2C963-473D-9E03-AD79-AF98E69A26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64C970-83B6-E16B-8F71-9519A958D31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FE7A874-AD61-F9CD-C838-5891927FCA45}"/>
              </a:ext>
            </a:extLst>
          </p:cNvPr>
          <p:cNvSpPr>
            <a:spLocks noGrp="1"/>
          </p:cNvSpPr>
          <p:nvPr>
            <p:ph type="sldNum" sz="quarter" idx="5"/>
          </p:nvPr>
        </p:nvSpPr>
        <p:spPr/>
        <p:txBody>
          <a:bodyPr/>
          <a:lstStyle/>
          <a:p>
            <a:fld id="{648246CF-7178-41AD-B6F8-BACEEA28FBE0}" type="slidenum">
              <a:rPr lang="en-US" smtClean="0"/>
              <a:t>229</a:t>
            </a:fld>
            <a:endParaRPr lang="en-US"/>
          </a:p>
        </p:txBody>
      </p:sp>
    </p:spTree>
    <p:extLst>
      <p:ext uri="{BB962C8B-B14F-4D97-AF65-F5344CB8AC3E}">
        <p14:creationId xmlns:p14="http://schemas.microsoft.com/office/powerpoint/2010/main" val="279947617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BB769-5E63-10CA-0FD6-6F9887D41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A33DE-72FA-3782-CD21-05BFF4DF98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CE9C07-8433-2FCC-DCE2-68028028704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2F9095D-0ED5-7DA4-45F6-B65576C5EDD5}"/>
              </a:ext>
            </a:extLst>
          </p:cNvPr>
          <p:cNvSpPr>
            <a:spLocks noGrp="1"/>
          </p:cNvSpPr>
          <p:nvPr>
            <p:ph type="sldNum" sz="quarter" idx="5"/>
          </p:nvPr>
        </p:nvSpPr>
        <p:spPr/>
        <p:txBody>
          <a:bodyPr/>
          <a:lstStyle/>
          <a:p>
            <a:fld id="{648246CF-7178-41AD-B6F8-BACEEA28FBE0}" type="slidenum">
              <a:rPr lang="en-US" smtClean="0"/>
              <a:t>230</a:t>
            </a:fld>
            <a:endParaRPr lang="en-US"/>
          </a:p>
        </p:txBody>
      </p:sp>
    </p:spTree>
    <p:extLst>
      <p:ext uri="{BB962C8B-B14F-4D97-AF65-F5344CB8AC3E}">
        <p14:creationId xmlns:p14="http://schemas.microsoft.com/office/powerpoint/2010/main" val="41116278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233</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8D2AC-2B43-7450-2BCE-E410FD9BB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1BDBB-0560-434C-94E3-B05A9D6E8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6F3F4-FFE2-DBA7-1F93-65E278A774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E61E129-E2CB-F118-E870-705786410384}"/>
              </a:ext>
            </a:extLst>
          </p:cNvPr>
          <p:cNvSpPr>
            <a:spLocks noGrp="1"/>
          </p:cNvSpPr>
          <p:nvPr>
            <p:ph type="sldNum" sz="quarter" idx="5"/>
          </p:nvPr>
        </p:nvSpPr>
        <p:spPr/>
        <p:txBody>
          <a:bodyPr/>
          <a:lstStyle/>
          <a:p>
            <a:fld id="{648246CF-7178-41AD-B6F8-BACEEA28FBE0}" type="slidenum">
              <a:rPr lang="en-US" smtClean="0"/>
              <a:t>234</a:t>
            </a:fld>
            <a:endParaRPr lang="en-US"/>
          </a:p>
        </p:txBody>
      </p:sp>
    </p:spTree>
    <p:extLst>
      <p:ext uri="{BB962C8B-B14F-4D97-AF65-F5344CB8AC3E}">
        <p14:creationId xmlns:p14="http://schemas.microsoft.com/office/powerpoint/2010/main" val="254269956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9157A-0E6F-889B-30E3-4CB8E2C8E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92985-38EB-A813-D2A8-5A46317CFF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27ADC-7D39-029D-ED1A-BA573655499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4EF5ED2-3C7C-872A-75D0-E2B200746DFF}"/>
              </a:ext>
            </a:extLst>
          </p:cNvPr>
          <p:cNvSpPr>
            <a:spLocks noGrp="1"/>
          </p:cNvSpPr>
          <p:nvPr>
            <p:ph type="sldNum" sz="quarter" idx="5"/>
          </p:nvPr>
        </p:nvSpPr>
        <p:spPr/>
        <p:txBody>
          <a:bodyPr/>
          <a:lstStyle/>
          <a:p>
            <a:fld id="{648246CF-7178-41AD-B6F8-BACEEA28FBE0}" type="slidenum">
              <a:rPr lang="en-US" smtClean="0"/>
              <a:t>235</a:t>
            </a:fld>
            <a:endParaRPr lang="en-US"/>
          </a:p>
        </p:txBody>
      </p:sp>
    </p:spTree>
    <p:extLst>
      <p:ext uri="{BB962C8B-B14F-4D97-AF65-F5344CB8AC3E}">
        <p14:creationId xmlns:p14="http://schemas.microsoft.com/office/powerpoint/2010/main" val="317915993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F4FAD-1234-304E-FFED-31E184D68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EA092-D1C8-16D8-BF8A-8172D5F48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C0762-0740-5872-520B-AF82588AB04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E0040F3-5876-89C8-EA61-6CDE8EA37C1B}"/>
              </a:ext>
            </a:extLst>
          </p:cNvPr>
          <p:cNvSpPr>
            <a:spLocks noGrp="1"/>
          </p:cNvSpPr>
          <p:nvPr>
            <p:ph type="sldNum" sz="quarter" idx="5"/>
          </p:nvPr>
        </p:nvSpPr>
        <p:spPr/>
        <p:txBody>
          <a:bodyPr/>
          <a:lstStyle/>
          <a:p>
            <a:fld id="{648246CF-7178-41AD-B6F8-BACEEA28FBE0}" type="slidenum">
              <a:rPr lang="en-US" smtClean="0"/>
              <a:t>236</a:t>
            </a:fld>
            <a:endParaRPr lang="en-US"/>
          </a:p>
        </p:txBody>
      </p:sp>
    </p:spTree>
    <p:extLst>
      <p:ext uri="{BB962C8B-B14F-4D97-AF65-F5344CB8AC3E}">
        <p14:creationId xmlns:p14="http://schemas.microsoft.com/office/powerpoint/2010/main" val="179327427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D6415-C185-4D2E-B8D9-407BA49386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432F6-E85E-0248-EA01-4A46B3C6C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7F5733-A1C8-BB4F-FCA1-38D68956D245}"/>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698B3F83-43C5-EA20-1346-E74D848DD33E}"/>
              </a:ext>
            </a:extLst>
          </p:cNvPr>
          <p:cNvSpPr>
            <a:spLocks noGrp="1"/>
          </p:cNvSpPr>
          <p:nvPr>
            <p:ph type="sldNum" sz="quarter" idx="5"/>
          </p:nvPr>
        </p:nvSpPr>
        <p:spPr/>
        <p:txBody>
          <a:bodyPr/>
          <a:lstStyle/>
          <a:p>
            <a:fld id="{648246CF-7178-41AD-B6F8-BACEEA28FBE0}" type="slidenum">
              <a:rPr lang="en-US" smtClean="0"/>
              <a:t>237</a:t>
            </a:fld>
            <a:endParaRPr lang="en-US"/>
          </a:p>
        </p:txBody>
      </p:sp>
    </p:spTree>
    <p:extLst>
      <p:ext uri="{BB962C8B-B14F-4D97-AF65-F5344CB8AC3E}">
        <p14:creationId xmlns:p14="http://schemas.microsoft.com/office/powerpoint/2010/main" val="128187268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70B1A-6333-8CAD-D007-D7A737110F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0066AF-38DE-8997-19F6-1929C65097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976AD-C6C4-3577-7ECA-A60920FE62C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D0ABC17F-5C13-33B4-A7CE-EAE8BAB908FA}"/>
              </a:ext>
            </a:extLst>
          </p:cNvPr>
          <p:cNvSpPr>
            <a:spLocks noGrp="1"/>
          </p:cNvSpPr>
          <p:nvPr>
            <p:ph type="sldNum" sz="quarter" idx="5"/>
          </p:nvPr>
        </p:nvSpPr>
        <p:spPr/>
        <p:txBody>
          <a:bodyPr/>
          <a:lstStyle/>
          <a:p>
            <a:fld id="{648246CF-7178-41AD-B6F8-BACEEA28FBE0}" type="slidenum">
              <a:rPr lang="en-US" smtClean="0"/>
              <a:t>238</a:t>
            </a:fld>
            <a:endParaRPr lang="en-US"/>
          </a:p>
        </p:txBody>
      </p:sp>
    </p:spTree>
    <p:extLst>
      <p:ext uri="{BB962C8B-B14F-4D97-AF65-F5344CB8AC3E}">
        <p14:creationId xmlns:p14="http://schemas.microsoft.com/office/powerpoint/2010/main" val="3664876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8/16/2025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8/16/2025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8/16/2025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8/16/2025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8/16/2025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8/16/2025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8/16/2025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8/16/2025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8/16/2025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8/16/2025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8/16/2025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8/16/2025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734AF-D405-8538-F93C-FDB6574EA9BE}"/>
            </a:ext>
          </a:extLst>
        </p:cNvPr>
        <p:cNvGrpSpPr/>
        <p:nvPr/>
      </p:nvGrpSpPr>
      <p:grpSpPr>
        <a:xfrm>
          <a:off x="0" y="0"/>
          <a:ext cx="0" cy="0"/>
          <a:chOff x="0" y="0"/>
          <a:chExt cx="0" cy="0"/>
        </a:xfrm>
      </p:grpSpPr>
      <p:pic>
        <p:nvPicPr>
          <p:cNvPr id="1026" name="Picture 2" descr="Có thể là hình ảnh về 8 người và văn bản cho biết '&quot;THẦY KHÔNG ĐẾN ĐỂ ĐEM BÌNH AN NHƯNG ĐEM SỰ CHIA RẼ&quot; (Lc 12, 49-53) CHÚA NHẬT XX THƯỜNG NIÊN NĂM c'">
            <a:extLst>
              <a:ext uri="{FF2B5EF4-FFF2-40B4-BE49-F238E27FC236}">
                <a16:creationId xmlns:a16="http://schemas.microsoft.com/office/drawing/2014/main" id="{87C876B5-F23A-BCAB-FD66-05636D27C7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2746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11170-776D-D673-9D2F-B3BF495C4D97}"/>
            </a:ext>
          </a:extLst>
        </p:cNvPr>
        <p:cNvGrpSpPr/>
        <p:nvPr/>
      </p:nvGrpSpPr>
      <p:grpSpPr>
        <a:xfrm>
          <a:off x="0" y="0"/>
          <a:ext cx="0" cy="0"/>
          <a:chOff x="0" y="0"/>
          <a:chExt cx="0" cy="0"/>
        </a:xfrm>
      </p:grpSpPr>
      <p:pic>
        <p:nvPicPr>
          <p:cNvPr id="1026" name="Picture 2" descr="Có thể là hình ảnh về 8 người và văn bản cho biết '&quot;THẦY KHÔNG ĐẾN ĐỂ ĐEM BÌNH AN NHƯNG ĐEM SỰ CHIA RẼ&quot; (Lc 12, 49-53) CHÚA NHẬT XX THƯỜNG NIÊN NĂM c'">
            <a:extLst>
              <a:ext uri="{FF2B5EF4-FFF2-40B4-BE49-F238E27FC236}">
                <a16:creationId xmlns:a16="http://schemas.microsoft.com/office/drawing/2014/main" id="{3E9C3DF2-C2AD-8B3A-7AFB-DFF50AAAB0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596308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CHUNG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LỜI</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TẠ</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ƠN</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Nguyễn Duy</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10000" b="1" dirty="0" err="1">
                <a:effectLst/>
                <a:latin typeface="Times New Roman" panose="02020603050405020304" pitchFamily="18" charset="0"/>
                <a:cs typeface="Times New Roman" panose="02020603050405020304" pitchFamily="18" charset="0"/>
              </a:rPr>
              <a:t>ĐK</a:t>
            </a:r>
            <a:r>
              <a:rPr lang="en-US" sz="10000" b="1" dirty="0">
                <a:effectLst/>
                <a:latin typeface="Times New Roman" panose="02020603050405020304" pitchFamily="18" charset="0"/>
                <a:cs typeface="Times New Roman" panose="02020603050405020304" pitchFamily="18" charset="0"/>
              </a:rPr>
              <a:t>: Trong </a:t>
            </a:r>
            <a:r>
              <a:rPr lang="en-US" sz="10000" b="1" dirty="0" err="1">
                <a:effectLst/>
                <a:latin typeface="Times New Roman" panose="02020603050405020304" pitchFamily="18" charset="0"/>
                <a:cs typeface="Times New Roman" panose="02020603050405020304" pitchFamily="18" charset="0"/>
              </a:rPr>
              <a:t>hân</a:t>
            </a:r>
            <a:r>
              <a:rPr lang="en-US" sz="10000" b="1" dirty="0">
                <a:effectLst/>
                <a:latin typeface="Times New Roman" panose="02020603050405020304" pitchFamily="18" charset="0"/>
                <a:cs typeface="Times New Roman" panose="02020603050405020304" pitchFamily="18" charset="0"/>
              </a:rPr>
              <a:t> </a:t>
            </a:r>
            <a:r>
              <a:rPr lang="en-US" sz="10000" b="1" dirty="0" err="1">
                <a:effectLst/>
                <a:latin typeface="Times New Roman" panose="02020603050405020304" pitchFamily="18" charset="0"/>
                <a:cs typeface="Times New Roman" panose="02020603050405020304" pitchFamily="18" charset="0"/>
              </a:rPr>
              <a:t>hoan</a:t>
            </a:r>
            <a:r>
              <a:rPr lang="en-US" sz="10000" b="1" dirty="0">
                <a:effectLst/>
                <a:latin typeface="Times New Roman" panose="02020603050405020304" pitchFamily="18" charset="0"/>
                <a:cs typeface="Times New Roman" panose="02020603050405020304" pitchFamily="18" charset="0"/>
              </a:rPr>
              <a:t> </a:t>
            </a:r>
            <a:r>
              <a:rPr lang="en-US" sz="10000" b="1" dirty="0" err="1">
                <a:effectLst/>
                <a:latin typeface="Times New Roman" panose="02020603050405020304" pitchFamily="18" charset="0"/>
                <a:cs typeface="Times New Roman" panose="02020603050405020304" pitchFamily="18" charset="0"/>
              </a:rPr>
              <a:t>chúng</a:t>
            </a:r>
            <a:r>
              <a:rPr lang="en-US" sz="10000" b="1" dirty="0">
                <a:effectLst/>
                <a:latin typeface="Times New Roman" panose="02020603050405020304" pitchFamily="18" charset="0"/>
                <a:cs typeface="Times New Roman" panose="02020603050405020304" pitchFamily="18" charset="0"/>
              </a:rPr>
              <a:t> con </a:t>
            </a:r>
            <a:r>
              <a:rPr lang="en-US" sz="10000" b="1" dirty="0" err="1">
                <a:effectLst/>
                <a:latin typeface="Times New Roman" panose="02020603050405020304" pitchFamily="18" charset="0"/>
                <a:cs typeface="Times New Roman" panose="02020603050405020304" pitchFamily="18" charset="0"/>
              </a:rPr>
              <a:t>về</a:t>
            </a:r>
            <a:r>
              <a:rPr lang="en-US" sz="10000" b="1" dirty="0">
                <a:effectLst/>
                <a:latin typeface="Times New Roman" panose="02020603050405020304" pitchFamily="18" charset="0"/>
                <a:cs typeface="Times New Roman" panose="02020603050405020304" pitchFamily="18" charset="0"/>
              </a:rPr>
              <a:t> </a:t>
            </a:r>
            <a:r>
              <a:rPr lang="en-US" sz="10000" b="1" dirty="0" err="1">
                <a:effectLst/>
                <a:latin typeface="Times New Roman" panose="02020603050405020304" pitchFamily="18" charset="0"/>
                <a:cs typeface="Times New Roman" panose="02020603050405020304" pitchFamily="18" charset="0"/>
              </a:rPr>
              <a:t>đây</a:t>
            </a:r>
            <a:r>
              <a:rPr lang="en-US" sz="10000" b="1"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3944081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C7B-370C-D8E3-155B-0EDBED2BC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08D6D-BA35-0048-D994-EBF3DC1D95D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10000" b="1" dirty="0">
                <a:effectLst/>
                <a:latin typeface="Times New Roman (Headings)"/>
                <a:cs typeface="Arial" panose="020B0604020202020204" pitchFamily="34" charset="0"/>
              </a:rPr>
              <a:t>mang tin yêu mơ ước nồng say, </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906765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BDDD4-265E-1267-330E-884E78221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7D284-9CF1-0786-9E95-D8499D9A65E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10000" b="1" dirty="0">
                <a:effectLst/>
                <a:latin typeface="Times New Roman (Headings)"/>
                <a:cs typeface="Arial" panose="020B0604020202020204" pitchFamily="34" charset="0"/>
              </a:rPr>
              <a:t>cùng hợp tiếng ca tạ ơn Chúa lời thiết tha.</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565619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9400" b="1" dirty="0">
                <a:effectLst/>
                <a:latin typeface="Times New Roman (Headings)"/>
                <a:cs typeface="Arial" panose="020B0604020202020204" pitchFamily="34" charset="0"/>
              </a:rPr>
              <a:t>1. Bao năm tháng con hằng ước mơ về bên Chúa</a:t>
            </a:r>
            <a:endParaRPr lang="en-US" sz="94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88521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44FC-4D23-242A-FFDF-FBF661EC6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AC3ED-4CD9-AD73-FF1D-77BA032B1B1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9200" b="1" dirty="0">
                <a:effectLst/>
                <a:latin typeface="Times New Roman (Headings)"/>
                <a:cs typeface="Arial" panose="020B0604020202020204" pitchFamily="34" charset="0"/>
              </a:rPr>
              <a:t>hát khúc tạ ơn. Ôi giây phút chan hòa thánh ân</a:t>
            </a:r>
            <a:endParaRPr lang="en-US" sz="9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1258147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77F43-7C49-0E3B-F6C1-5DFD8408E1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8C0A9-7FF8-1666-075B-163C225251D2}"/>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9600" b="1" dirty="0">
                <a:effectLst/>
                <a:latin typeface="Times New Roman" panose="02020603050405020304" pitchFamily="18" charset="0"/>
                <a:cs typeface="Times New Roman" panose="02020603050405020304" pitchFamily="18" charset="0"/>
              </a:rPr>
              <a:t>trong cõi lòng dâng trào ý thơ.</a:t>
            </a:r>
            <a:endParaRPr lang="en-US" sz="96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102817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3E0FE-E69B-C27C-805B-7BF081ED9F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8698E-B534-9222-B492-B4DBC37C7016}"/>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10000" b="1" dirty="0" err="1">
                <a:effectLst/>
                <a:latin typeface="Times New Roman" panose="02020603050405020304" pitchFamily="18" charset="0"/>
                <a:cs typeface="Times New Roman" panose="02020603050405020304" pitchFamily="18" charset="0"/>
              </a:rPr>
              <a:t>ĐK</a:t>
            </a:r>
            <a:r>
              <a:rPr lang="en-US" sz="10000" b="1" dirty="0">
                <a:effectLst/>
                <a:latin typeface="Times New Roman" panose="02020603050405020304" pitchFamily="18" charset="0"/>
                <a:cs typeface="Times New Roman" panose="02020603050405020304" pitchFamily="18" charset="0"/>
              </a:rPr>
              <a:t>: Trong </a:t>
            </a:r>
            <a:r>
              <a:rPr lang="en-US" sz="10000" b="1" dirty="0" err="1">
                <a:effectLst/>
                <a:latin typeface="Times New Roman" panose="02020603050405020304" pitchFamily="18" charset="0"/>
                <a:cs typeface="Times New Roman" panose="02020603050405020304" pitchFamily="18" charset="0"/>
              </a:rPr>
              <a:t>hân</a:t>
            </a:r>
            <a:r>
              <a:rPr lang="en-US" sz="10000" b="1" dirty="0">
                <a:effectLst/>
                <a:latin typeface="Times New Roman" panose="02020603050405020304" pitchFamily="18" charset="0"/>
                <a:cs typeface="Times New Roman" panose="02020603050405020304" pitchFamily="18" charset="0"/>
              </a:rPr>
              <a:t> </a:t>
            </a:r>
            <a:r>
              <a:rPr lang="en-US" sz="10000" b="1" dirty="0" err="1">
                <a:effectLst/>
                <a:latin typeface="Times New Roman" panose="02020603050405020304" pitchFamily="18" charset="0"/>
                <a:cs typeface="Times New Roman" panose="02020603050405020304" pitchFamily="18" charset="0"/>
              </a:rPr>
              <a:t>hoan</a:t>
            </a:r>
            <a:r>
              <a:rPr lang="en-US" sz="10000" b="1" dirty="0">
                <a:effectLst/>
                <a:latin typeface="Times New Roman" panose="02020603050405020304" pitchFamily="18" charset="0"/>
                <a:cs typeface="Times New Roman" panose="02020603050405020304" pitchFamily="18" charset="0"/>
              </a:rPr>
              <a:t> </a:t>
            </a:r>
            <a:r>
              <a:rPr lang="en-US" sz="10000" b="1" dirty="0" err="1">
                <a:effectLst/>
                <a:latin typeface="Times New Roman" panose="02020603050405020304" pitchFamily="18" charset="0"/>
                <a:cs typeface="Times New Roman" panose="02020603050405020304" pitchFamily="18" charset="0"/>
              </a:rPr>
              <a:t>chúng</a:t>
            </a:r>
            <a:r>
              <a:rPr lang="en-US" sz="10000" b="1" dirty="0">
                <a:effectLst/>
                <a:latin typeface="Times New Roman" panose="02020603050405020304" pitchFamily="18" charset="0"/>
                <a:cs typeface="Times New Roman" panose="02020603050405020304" pitchFamily="18" charset="0"/>
              </a:rPr>
              <a:t> con </a:t>
            </a:r>
            <a:r>
              <a:rPr lang="en-US" sz="10000" b="1" dirty="0" err="1">
                <a:effectLst/>
                <a:latin typeface="Times New Roman" panose="02020603050405020304" pitchFamily="18" charset="0"/>
                <a:cs typeface="Times New Roman" panose="02020603050405020304" pitchFamily="18" charset="0"/>
              </a:rPr>
              <a:t>về</a:t>
            </a:r>
            <a:r>
              <a:rPr lang="en-US" sz="10000" b="1" dirty="0">
                <a:effectLst/>
                <a:latin typeface="Times New Roman" panose="02020603050405020304" pitchFamily="18" charset="0"/>
                <a:cs typeface="Times New Roman" panose="02020603050405020304" pitchFamily="18" charset="0"/>
              </a:rPr>
              <a:t> </a:t>
            </a:r>
            <a:r>
              <a:rPr lang="en-US" sz="10000" b="1" dirty="0" err="1">
                <a:effectLst/>
                <a:latin typeface="Times New Roman" panose="02020603050405020304" pitchFamily="18" charset="0"/>
                <a:cs typeface="Times New Roman" panose="02020603050405020304" pitchFamily="18" charset="0"/>
              </a:rPr>
              <a:t>đây</a:t>
            </a:r>
            <a:r>
              <a:rPr lang="en-US" sz="10000" b="1"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8963077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63DC4-D4B2-1A09-24BA-AB420BF8B3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96B16-86A4-E9EF-B9EE-688179E4AD9D}"/>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10000" b="1" dirty="0">
                <a:effectLst/>
                <a:latin typeface="Times New Roman (Headings)"/>
                <a:cs typeface="Arial" panose="020B0604020202020204" pitchFamily="34" charset="0"/>
              </a:rPr>
              <a:t>mang tin yêu mơ ước nồng say, </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1462470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F4270-D8E4-9EA3-DE6C-165786B5E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BE6629-E717-EBAD-B54D-175F76EDF0C2}"/>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10000" b="1" dirty="0">
                <a:effectLst/>
                <a:latin typeface="Times New Roman (Headings)"/>
                <a:cs typeface="Arial" panose="020B0604020202020204" pitchFamily="34" charset="0"/>
              </a:rPr>
              <a:t>cùng hợp tiếng ca tạ ơn Chúa lời thiết tha.</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1612285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13CF0-A9FC-B5B8-2BA2-9C9836DBDDA9}"/>
            </a:ext>
          </a:extLst>
        </p:cNvPr>
        <p:cNvGrpSpPr/>
        <p:nvPr/>
      </p:nvGrpSpPr>
      <p:grpSpPr>
        <a:xfrm>
          <a:off x="0" y="0"/>
          <a:ext cx="0" cy="0"/>
          <a:chOff x="0" y="0"/>
          <a:chExt cx="0" cy="0"/>
        </a:xfrm>
      </p:grpSpPr>
      <p:pic>
        <p:nvPicPr>
          <p:cNvPr id="1026" name="Picture 2" descr="Có thể là hình ảnh về 8 người và văn bản cho biết '&quot;THẦY KHÔNG ĐẾN ĐỂ ĐEM BÌNH AN NHƯNG ĐEM SỰ CHIA RẼ&quot; (Lc 12, 49-53) CHÚA NHẬT XX THƯỜNG NIÊN NĂM c'">
            <a:extLst>
              <a:ext uri="{FF2B5EF4-FFF2-40B4-BE49-F238E27FC236}">
                <a16:creationId xmlns:a16="http://schemas.microsoft.com/office/drawing/2014/main" id="{D42EF215-3488-369E-B129-486C9495FC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046216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i="1" dirty="0">
                <a:solidFill>
                  <a:srgbClr val="C00000"/>
                </a:solidFill>
                <a:latin typeface="Times New Roman (Headings)"/>
                <a:cs typeface="Arial" panose="020B0604020202020204" pitchFamily="34" charset="0"/>
              </a:rPr>
              <a:t>Vinh </a:t>
            </a:r>
            <a:r>
              <a:rPr lang="en-US" sz="9600" b="1" i="1" dirty="0" err="1">
                <a:solidFill>
                  <a:srgbClr val="C00000"/>
                </a:solidFill>
                <a:latin typeface="Times New Roman (Headings)"/>
                <a:cs typeface="Arial" panose="020B0604020202020204" pitchFamily="34" charset="0"/>
              </a:rPr>
              <a:t>danh</a:t>
            </a:r>
            <a:r>
              <a:rPr lang="en-US" sz="9600" b="1" i="1" dirty="0">
                <a:solidFill>
                  <a:srgbClr val="C00000"/>
                </a:solidFill>
                <a:latin typeface="Times New Roman (Headings)"/>
                <a:cs typeface="Arial" panose="020B0604020202020204" pitchFamily="34" charset="0"/>
              </a:rPr>
              <a:t> Thiên Chúa </a:t>
            </a:r>
            <a:r>
              <a:rPr lang="en-US" sz="9600" b="1" i="1" dirty="0" err="1">
                <a:solidFill>
                  <a:srgbClr val="C00000"/>
                </a:solidFill>
                <a:latin typeface="Times New Roman (Headings)"/>
                <a:cs typeface="Arial" panose="020B0604020202020204" pitchFamily="34" charset="0"/>
              </a:rPr>
              <a:t>trên</a:t>
            </a:r>
            <a:r>
              <a:rPr lang="en-US" sz="9600" b="1" i="1" dirty="0">
                <a:solidFill>
                  <a:srgbClr val="C00000"/>
                </a:solidFill>
                <a:latin typeface="Times New Roman (Headings)"/>
                <a:cs typeface="Arial" panose="020B0604020202020204" pitchFamily="34" charset="0"/>
              </a:rPr>
              <a:t> các </a:t>
            </a:r>
            <a:r>
              <a:rPr lang="en-US" sz="9600" b="1" i="1" dirty="0" err="1">
                <a:solidFill>
                  <a:srgbClr val="C00000"/>
                </a:solidFill>
                <a:latin typeface="Times New Roman (Headings)"/>
                <a:cs typeface="Arial" panose="020B0604020202020204" pitchFamily="34" charset="0"/>
              </a:rPr>
              <a:t>tầng</a:t>
            </a:r>
            <a:r>
              <a:rPr lang="en-US" sz="9600" b="1" i="1" dirty="0">
                <a:solidFill>
                  <a:srgbClr val="C00000"/>
                </a:solidFill>
                <a:latin typeface="Times New Roman (Headings)"/>
                <a:cs typeface="Arial" panose="020B0604020202020204" pitchFamily="34" charset="0"/>
              </a:rPr>
              <a:t> </a:t>
            </a:r>
            <a:r>
              <a:rPr lang="en-US" sz="9600" b="1" i="1" dirty="0" err="1">
                <a:solidFill>
                  <a:srgbClr val="C00000"/>
                </a:solidFill>
                <a:latin typeface="Times New Roman (Headings)"/>
                <a:cs typeface="Arial" panose="020B0604020202020204" pitchFamily="34" charset="0"/>
              </a:rPr>
              <a:t>trời</a:t>
            </a:r>
            <a:endParaRPr lang="en-US" sz="9600" b="1" i="1" dirty="0">
              <a:solidFill>
                <a:srgbClr val="C00000"/>
              </a:solidFill>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pPr algn="just"/>
            <a:r>
              <a:rPr lang="vi-VN" sz="10000" b="1" dirty="0">
                <a:effectLst/>
                <a:latin typeface="Times New Roman (Headings)"/>
                <a:cs typeface="Arial" panose="020B0604020202020204" pitchFamily="34" charset="0"/>
              </a:rPr>
              <a:t>và bình an dưới thế cho người thiện tâm.</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it-IT" sz="11500" b="1" dirty="0">
                <a:effectLst/>
                <a:latin typeface="Times New Roman (Headings)"/>
                <a:cs typeface="Arial" panose="020B0604020202020204" pitchFamily="34" charset="0"/>
              </a:rPr>
              <a:t>Chúng con ca ngợi Chúa,</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overrideClrMapping bg1="lt1" tx1="dk1" bg2="lt2" tx2="dk2" accent1="accent1" accent2="accent2" accent3="accent3" accent4="accent4" accent5="accent5" accent6="accent6" hlink="hlink" folHlink="folHlink"/>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l"/>
            <a:r>
              <a:rPr lang="en-US" sz="10000" b="1" dirty="0" err="1">
                <a:effectLst/>
                <a:latin typeface="Times New Roman (Headings)"/>
                <a:cs typeface="Arial" panose="020B0604020202020204" pitchFamily="34" charset="0"/>
              </a:rPr>
              <a:t>chúng</a:t>
            </a:r>
            <a:r>
              <a:rPr lang="en-US" sz="10000" b="1" dirty="0">
                <a:effectLst/>
                <a:latin typeface="Times New Roman (Headings)"/>
                <a:cs typeface="Arial" panose="020B0604020202020204" pitchFamily="34" charset="0"/>
              </a:rPr>
              <a:t> con </a:t>
            </a:r>
            <a:r>
              <a:rPr lang="en-US" sz="10000" b="1" dirty="0" err="1">
                <a:effectLst/>
                <a:latin typeface="Times New Roman (Headings)"/>
                <a:cs typeface="Arial" panose="020B0604020202020204" pitchFamily="34" charset="0"/>
              </a:rPr>
              <a:t>chúc</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tụng</a:t>
            </a:r>
            <a:r>
              <a:rPr lang="en-US" sz="10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l"/>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a:t>
            </a:r>
            <a:r>
              <a:rPr lang="en-US" sz="5400" b="1" dirty="0">
                <a:effectLst/>
                <a:latin typeface="Times New Roman (Headings)"/>
                <a:cs typeface="Arial" panose="020B0604020202020204" pitchFamily="34" charset="0"/>
              </a:rPr>
              <a:t> </a:t>
            </a:r>
            <a:r>
              <a:rPr lang="en-US" sz="1600" b="1" dirty="0">
                <a:effectLst/>
                <a:latin typeface="Times New Roman (Headings)"/>
                <a:cs typeface="Arial" panose="020B0604020202020204" pitchFamily="34" charset="0"/>
              </a:rPr>
              <a:t> </a:t>
            </a:r>
            <a:r>
              <a:rPr lang="en-US" sz="11500" b="1" dirty="0">
                <a:effectLst/>
                <a:latin typeface="Times New Roman (Headings)"/>
                <a:cs typeface="Arial" panose="020B0604020202020204" pitchFamily="34" charset="0"/>
              </a:rPr>
              <a:t>con </a:t>
            </a:r>
            <a:br>
              <a:rPr lang="en-US" sz="11500" b="1" dirty="0">
                <a:effectLst/>
                <a:latin typeface="Times New Roman (Headings)"/>
                <a:cs typeface="Arial" panose="020B0604020202020204" pitchFamily="34" charset="0"/>
              </a:rPr>
            </a:br>
            <a:r>
              <a:rPr lang="en-US" sz="11500" b="1" dirty="0" err="1">
                <a:effectLst/>
                <a:latin typeface="Times New Roman (Headings)"/>
                <a:cs typeface="Arial" panose="020B0604020202020204" pitchFamily="34" charset="0"/>
              </a:rPr>
              <a:t>thờ</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lạy</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con </a:t>
            </a:r>
            <a:r>
              <a:rPr lang="en-US" sz="11500" b="1" dirty="0" err="1">
                <a:effectLst/>
                <a:latin typeface="Times New Roman (Headings)"/>
                <a:cs typeface="Arial" panose="020B0604020202020204" pitchFamily="34" charset="0"/>
              </a:rPr>
              <a:t>tôn</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vinh</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550400" cy="5143500"/>
          </a:xfrm>
          <a:solidFill>
            <a:schemeClr val="bg1"/>
          </a:solidFill>
        </p:spPr>
        <p:txBody>
          <a:bodyPr lIns="91440" tIns="0" rIns="91440" bIns="0">
            <a:noAutofit/>
          </a:bodyPr>
          <a:lstStyle/>
          <a:p>
            <a:pPr algn="l"/>
            <a:r>
              <a:rPr lang="en-US" sz="8800" b="1" spc="100" dirty="0" err="1">
                <a:effectLst/>
                <a:latin typeface="Times New Roman (Headings)"/>
                <a:cs typeface="Arial" panose="020B0604020202020204" pitchFamily="34" charset="0"/>
              </a:rPr>
              <a:t>chúng</a:t>
            </a:r>
            <a:r>
              <a:rPr lang="en-US" sz="8800" b="1" spc="100" dirty="0">
                <a:effectLst/>
                <a:latin typeface="Times New Roman (Headings)"/>
                <a:cs typeface="Arial" panose="020B0604020202020204" pitchFamily="34" charset="0"/>
              </a:rPr>
              <a:t> con </a:t>
            </a:r>
            <a:r>
              <a:rPr lang="en-US" sz="8800" b="1" spc="100" dirty="0" err="1">
                <a:effectLst/>
                <a:latin typeface="Times New Roman (Headings)"/>
                <a:cs typeface="Arial" panose="020B0604020202020204" pitchFamily="34" charset="0"/>
              </a:rPr>
              <a:t>cảm</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tạ</a:t>
            </a:r>
            <a:r>
              <a:rPr lang="en-US" sz="8800" b="1" spc="100" dirty="0">
                <a:effectLst/>
                <a:latin typeface="Times New Roman (Headings)"/>
                <a:cs typeface="Arial" panose="020B0604020202020204" pitchFamily="34" charset="0"/>
              </a:rPr>
              <a:t> Chúa </a:t>
            </a:r>
            <a:r>
              <a:rPr lang="en-US" sz="8800" b="1" spc="100" dirty="0" err="1">
                <a:effectLst/>
                <a:latin typeface="Times New Roman (Headings)"/>
                <a:cs typeface="Arial" panose="020B0604020202020204" pitchFamily="34" charset="0"/>
              </a:rPr>
              <a:t>vì</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vinh</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quang</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cao</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t>
            </a:r>
            <a:r>
              <a:rPr lang="en-US" sz="8800" b="1" spc="100" dirty="0" err="1">
                <a:latin typeface="Times New Roman (Headings)"/>
                <a:cs typeface="Arial" panose="020B0604020202020204" pitchFamily="34" charset="0"/>
              </a:rPr>
              <a:t>ả</a:t>
            </a:r>
            <a:r>
              <a:rPr lang="en-US" b="1" spc="100" dirty="0">
                <a:latin typeface="Times New Roman (Headings)"/>
                <a:cs typeface="Arial" panose="020B0604020202020204" pitchFamily="34" charset="0"/>
              </a:rPr>
              <a:t> </a:t>
            </a:r>
            <a:r>
              <a:rPr lang="en-US" sz="8800" b="1" spc="100" dirty="0">
                <a:effectLst/>
                <a:latin typeface="Times New Roman (Headings)"/>
                <a:cs typeface="Arial" panose="020B0604020202020204" pitchFamily="34" charset="0"/>
              </a:rPr>
              <a:t>Chúa,</a:t>
            </a:r>
          </a:p>
        </p:txBody>
      </p:sp>
    </p:spTree>
    <p:extLst>
      <p:ext uri="{BB962C8B-B14F-4D97-AF65-F5344CB8AC3E}">
        <p14:creationId xmlns:p14="http://schemas.microsoft.com/office/powerpoint/2010/main" val="105028514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lạy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Lạy</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một</a:t>
            </a:r>
            <a:r>
              <a:rPr lang="en-US" sz="8800" b="1">
                <a:effectLst/>
                <a:latin typeface="Times New Roman (Headings)"/>
                <a:cs typeface="Arial" panose="020B0604020202020204" pitchFamily="34" charset="0"/>
              </a:rPr>
              <a:t> Thiên Chúa, Chúa </a:t>
            </a:r>
            <a:r>
              <a:rPr lang="en-US" sz="8800" b="1" err="1">
                <a:effectLst/>
                <a:latin typeface="Times New Roman (Headings)"/>
                <a:cs typeface="Arial" panose="020B0604020202020204" pitchFamily="34" charset="0"/>
              </a:rPr>
              <a:t>Giêsu</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Kitô</a:t>
            </a:r>
            <a:r>
              <a:rPr lang="en-US" sz="88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Chiên</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xóa tội trần gian,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a:effectLst/>
                <a:latin typeface="Times New Roman (Headings)"/>
                <a:cs typeface="Arial" panose="020B0604020202020204" pitchFamily="34" charset="0"/>
              </a:rPr>
              <a:t>Chúa </a:t>
            </a:r>
            <a:r>
              <a:rPr lang="en-US" sz="8000" b="1" err="1">
                <a:effectLst/>
                <a:latin typeface="Times New Roman (Headings)"/>
                <a:cs typeface="Arial" panose="020B0604020202020204" pitchFamily="34" charset="0"/>
              </a:rPr>
              <a:t>xóa</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tội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gian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xin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nhậm</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lời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chúng</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cầu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khẩn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ngự bên hữu </a:t>
            </a:r>
            <a:r>
              <a:rPr lang="vi-VN" sz="8000" b="1" err="1">
                <a:effectLst/>
                <a:latin typeface="Times New Roman (Headings)"/>
                <a:cs typeface="Arial" panose="020B0604020202020204" pitchFamily="34" charset="0"/>
              </a:rPr>
              <a:t>Ðức</a:t>
            </a:r>
            <a:r>
              <a:rPr lang="vi-VN" sz="8000" b="1">
                <a:effectLst/>
                <a:latin typeface="Times New Roman (Headings)"/>
                <a:cs typeface="Arial" panose="020B0604020202020204" pitchFamily="34" charset="0"/>
              </a:rPr>
              <a:t> Chúa Cha,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Vì</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Giêsu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Kitô</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Tối</a:t>
            </a:r>
            <a:r>
              <a:rPr lang="en-US" sz="8000" b="1">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cùng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Thánh </a:t>
            </a:r>
            <a:r>
              <a:rPr lang="en-US" sz="8000" b="1" err="1">
                <a:effectLst/>
                <a:latin typeface="Times New Roman (Headings)"/>
                <a:cs typeface="Arial" panose="020B0604020202020204" pitchFamily="34" charset="0"/>
              </a:rPr>
              <a:t>Thần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trong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vinh</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quang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 </a:t>
            </a:r>
            <a:r>
              <a:rPr lang="en-US" sz="8000" b="1">
                <a:solidFill>
                  <a:srgbClr val="FF0000"/>
                </a:solidFill>
                <a:effectLst/>
                <a:latin typeface="Times New Roman (Headings)"/>
                <a:cs typeface="Arial" panose="020B0604020202020204" pitchFamily="34" charset="0"/>
              </a:rPr>
              <a:t>Amen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E1C9A-DB6C-BE4A-8D9E-161ADD3727C5}"/>
            </a:ext>
          </a:extLst>
        </p:cNvPr>
        <p:cNvGrpSpPr/>
        <p:nvPr/>
      </p:nvGrpSpPr>
      <p:grpSpPr>
        <a:xfrm>
          <a:off x="0" y="0"/>
          <a:ext cx="0" cy="0"/>
          <a:chOff x="0" y="0"/>
          <a:chExt cx="0" cy="0"/>
        </a:xfrm>
      </p:grpSpPr>
      <p:pic>
        <p:nvPicPr>
          <p:cNvPr id="1026" name="Picture 2" descr="Có thể là hình ảnh về 8 người và văn bản cho biết '&quot;THẦY KHÔNG ĐẾN ĐỂ ĐEM BÌNH AN NHƯNG ĐEM SỰ CHIA RẼ&quot; (Lc 12, 49-53) CHÚA NHẬT XX THƯỜNG NIÊN NĂM c'">
            <a:extLst>
              <a:ext uri="{FF2B5EF4-FFF2-40B4-BE49-F238E27FC236}">
                <a16:creationId xmlns:a16="http://schemas.microsoft.com/office/drawing/2014/main" id="{4C280D08-8C37-7E18-E108-2ECC98508E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493240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21BCA-5D2B-E7EA-6E63-43A06F90D64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AAD85E-0645-EF3E-E980-2E664985656F}"/>
              </a:ext>
            </a:extLst>
          </p:cNvPr>
          <p:cNvSpPr>
            <a:spLocks noGrp="1"/>
          </p:cNvSpPr>
          <p:nvPr>
            <p:ph idx="1"/>
          </p:nvPr>
        </p:nvSpPr>
        <p:spPr/>
        <p:txBody>
          <a:bodyPr/>
          <a:lstStyle/>
          <a:p>
            <a:endParaRPr lang="en-US"/>
          </a:p>
        </p:txBody>
      </p:sp>
      <p:pic>
        <p:nvPicPr>
          <p:cNvPr id="2" name="Picture 2" descr="Có thể là hình ảnh về 2 người và văn bản cho biết 'BÀI ĐỌC 1 CN XX TN BÀIĐỌC1-CNXXTNC C Bài trích sách tiên tri GIÊRÊMIA ~မာမာလဟလဟ &quot;Họ dũng dây thả Giêrêmia xuống giếng. Giễng không CÕ nước, chỉ cÕ bùn, nên ông Giêrêmia sa xuống bùn.&quot; (Gr 38, 4-6. 8-10)'">
            <a:extLst>
              <a:ext uri="{FF2B5EF4-FFF2-40B4-BE49-F238E27FC236}">
                <a16:creationId xmlns:a16="http://schemas.microsoft.com/office/drawing/2014/main" id="{173072ED-7AEB-527B-9D76-A5F68E0E0D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20328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39</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000" b="1" dirty="0">
                <a:effectLst/>
                <a:latin typeface="Times New Roman (Headings)"/>
                <a:cs typeface="Arial" panose="020B0604020202020204" pitchFamily="34" charset="0"/>
              </a:rPr>
              <a:t>1. Con </a:t>
            </a:r>
            <a:r>
              <a:rPr lang="en-US" sz="9000" b="1" dirty="0" err="1">
                <a:effectLst/>
                <a:latin typeface="Times New Roman (Headings)"/>
                <a:cs typeface="Arial" panose="020B0604020202020204" pitchFamily="34" charset="0"/>
              </a:rPr>
              <a:t>đã</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trông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cậy</a:t>
            </a:r>
            <a:r>
              <a:rPr lang="en-US" sz="9000" b="1" dirty="0">
                <a:effectLst/>
                <a:latin typeface="Times New Roman (Headings)"/>
                <a:cs typeface="Arial" panose="020B0604020202020204" pitchFamily="34" charset="0"/>
              </a:rPr>
              <a:t> ở Chúa, </a:t>
            </a:r>
            <a:r>
              <a:rPr lang="en-US" sz="9000" b="1" dirty="0" err="1">
                <a:effectLst/>
                <a:latin typeface="Times New Roman (Headings)"/>
                <a:cs typeface="Arial" panose="020B0604020202020204" pitchFamily="34" charset="0"/>
              </a:rPr>
              <a:t>Ngài</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đã</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nghiêng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mình</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về</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bên</a:t>
            </a:r>
            <a:r>
              <a:rPr lang="en-US" sz="90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25004007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0688-8DA7-1BE6-7DA3-3C120E15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44B1A-DBD8-32E7-B41E-8FCF6A4D0DF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đây</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Ngài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đã</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nghe</a:t>
            </a:r>
            <a:r>
              <a:rPr lang="en-US" sz="9600" b="1" dirty="0">
                <a:effectLst/>
                <a:latin typeface="Times New Roman (Headings)"/>
                <a:cs typeface="Arial" panose="020B0604020202020204" pitchFamily="34" charset="0"/>
              </a:rPr>
              <a:t> con </a:t>
            </a:r>
            <a:r>
              <a:rPr lang="en-US" sz="9600" b="1" dirty="0" err="1">
                <a:effectLst/>
                <a:latin typeface="Times New Roman (Headings)"/>
                <a:cs typeface="Arial" panose="020B0604020202020204" pitchFamily="34" charset="0"/>
              </a:rPr>
              <a:t>khẩn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cầu</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08114624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E4792-1866-7ECA-ECC3-37E4FE9A3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8D8B3-40A3-DFA9-C73F-AAA7CC53F888}"/>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Ngài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đặt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trong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miệng</a:t>
            </a:r>
            <a:r>
              <a:rPr lang="en-US" sz="9600" b="1" dirty="0">
                <a:effectLst/>
                <a:latin typeface="Times New Roman (Headings)"/>
                <a:cs typeface="Arial" panose="020B0604020202020204" pitchFamily="34" charset="0"/>
              </a:rPr>
              <a:t> con </a:t>
            </a:r>
            <a:r>
              <a:rPr lang="en-US" sz="9600" b="1" dirty="0" err="1">
                <a:effectLst/>
                <a:latin typeface="Times New Roman (Headings)"/>
                <a:cs typeface="Arial" panose="020B0604020202020204" pitchFamily="34" charset="0"/>
              </a:rPr>
              <a:t>một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bài</a:t>
            </a:r>
            <a:r>
              <a:rPr lang="en-US" sz="9600" b="1" dirty="0">
                <a:effectLst/>
                <a:latin typeface="Times New Roman (Headings)"/>
                <a:cs typeface="Arial" panose="020B0604020202020204" pitchFamily="34" charset="0"/>
              </a:rPr>
              <a:t> ca </a:t>
            </a:r>
            <a:r>
              <a:rPr lang="en-US" sz="9600" b="1" dirty="0" err="1">
                <a:effectLst/>
                <a:latin typeface="Times New Roman (Headings)"/>
                <a:cs typeface="Arial" panose="020B0604020202020204" pitchFamily="34" charset="0"/>
              </a:rPr>
              <a:t>mới</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7999392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E6F70-7810-8DFC-109C-BB387682B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DD41A-711E-355A-D7F4-FDE62BF21446}"/>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một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bài</a:t>
            </a:r>
            <a:r>
              <a:rPr lang="en-US" sz="9600" b="1" dirty="0">
                <a:effectLst/>
                <a:latin typeface="Times New Roman (Headings)"/>
                <a:cs typeface="Arial" panose="020B0604020202020204" pitchFamily="34" charset="0"/>
              </a:rPr>
              <a:t> ca </a:t>
            </a:r>
            <a:r>
              <a:rPr lang="en-US" sz="9600" b="1" dirty="0" err="1">
                <a:effectLst/>
                <a:latin typeface="Times New Roman (Headings)"/>
                <a:cs typeface="Arial" panose="020B0604020202020204" pitchFamily="34" charset="0"/>
              </a:rPr>
              <a:t>mừng</a:t>
            </a:r>
            <a:r>
              <a:rPr lang="en-US" sz="9600" b="1" dirty="0">
                <a:effectLst/>
                <a:latin typeface="Times New Roman (Headings)"/>
                <a:cs typeface="Arial" panose="020B0604020202020204" pitchFamily="34" charset="0"/>
              </a:rPr>
              <a:t> Thiên Chúa ta.</a:t>
            </a:r>
          </a:p>
        </p:txBody>
      </p:sp>
    </p:spTree>
    <p:extLst>
      <p:ext uri="{BB962C8B-B14F-4D97-AF65-F5344CB8AC3E}">
        <p14:creationId xmlns:p14="http://schemas.microsoft.com/office/powerpoint/2010/main" val="400809778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C596-5E4B-E7F4-108B-CC94DCD26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0037A-7FB4-F9EC-3F93-7B9C9142686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này</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đây</a:t>
            </a:r>
            <a:r>
              <a:rPr lang="en-US" sz="8800" b="1" dirty="0">
                <a:effectLst/>
                <a:latin typeface="Times New Roman (Headings)"/>
                <a:cs typeface="Arial" panose="020B0604020202020204" pitchFamily="34" charset="0"/>
              </a:rPr>
              <a:t>! Xin </a:t>
            </a:r>
            <a:r>
              <a:rPr lang="en-US" sz="8800" b="1" dirty="0" err="1">
                <a:effectLst/>
                <a:latin typeface="Times New Roman (Headings)"/>
                <a:cs typeface="Arial" panose="020B0604020202020204" pitchFamily="34" charset="0"/>
              </a:rPr>
              <a:t>đến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thực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thi</a:t>
            </a:r>
            <a:r>
              <a:rPr lang="en-US" sz="8800" b="1" dirty="0">
                <a:effectLst/>
                <a:latin typeface="Times New Roman (Headings)"/>
                <a:cs typeface="Arial" panose="020B0604020202020204" pitchFamily="34" charset="0"/>
              </a:rPr>
              <a:t> ý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16982357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40B97-5A5E-E01D-7F77-E3FF8C576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552A9-68B7-99D4-D06F-501F9D3256B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2. Hy lễ trên bàn thờ đây, lễ phẩm dâng Ngài cũng không ưng,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1210051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AC84C-6D30-4103-DA6E-7E5F2466E4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62D37-57D1-76E9-02D1-F1E683ACD004}"/>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000" b="1" dirty="0">
                <a:effectLst/>
                <a:latin typeface="Times New Roman (Headings)"/>
                <a:cs typeface="Arial" panose="020B0604020202020204" pitchFamily="34" charset="0"/>
              </a:rPr>
              <a:t>nhưng Ngài mở tai con hiểu rằng: Ngài </a:t>
            </a:r>
            <a:r>
              <a:rPr lang="en-US" sz="9000" b="1" dirty="0" err="1">
                <a:effectLst/>
                <a:latin typeface="Times New Roman (Headings)"/>
                <a:cs typeface="Arial" panose="020B0604020202020204" pitchFamily="34" charset="0"/>
              </a:rPr>
              <a:t>chẳng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muốn</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0787641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A47B0-BC70-B94C-FEA5-4243465EAE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87657-897B-626B-922A-6F639D1531FC}"/>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của lễ hay là hy tế, thì này con nguyện đến Chúa 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8418418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19350-19A5-229A-5DEB-A0196D684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5FB8BE-41EA-C4D8-235E-733B073BEE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này</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đây</a:t>
            </a:r>
            <a:r>
              <a:rPr lang="en-US" sz="8800" b="1" dirty="0">
                <a:effectLst/>
                <a:latin typeface="Times New Roman (Headings)"/>
                <a:cs typeface="Arial" panose="020B0604020202020204" pitchFamily="34" charset="0"/>
              </a:rPr>
              <a:t>! Xin </a:t>
            </a:r>
            <a:r>
              <a:rPr lang="en-US" sz="8800" b="1" dirty="0" err="1">
                <a:effectLst/>
                <a:latin typeface="Times New Roman (Headings)"/>
                <a:cs typeface="Arial" panose="020B0604020202020204" pitchFamily="34" charset="0"/>
              </a:rPr>
              <a:t>đến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thực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thi</a:t>
            </a:r>
            <a:r>
              <a:rPr lang="en-US" sz="8800" b="1" dirty="0">
                <a:effectLst/>
                <a:latin typeface="Times New Roman (Headings)"/>
                <a:cs typeface="Arial" panose="020B0604020202020204" pitchFamily="34" charset="0"/>
              </a:rPr>
              <a:t> ý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36637208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9BA9A-88F3-D1B3-E8D4-8A2E693DA7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6982FB-C77E-3527-DE91-FF0BE3D72D8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3. Như sách đã thuật về con: Lạy Chúa! Con thực tình sung sướng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3219081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D403C-0263-2C72-66CB-2467B71992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586C1F-F7D8-677C-2B37-48D2A8F6AED1}"/>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000" b="1" dirty="0">
                <a:effectLst/>
                <a:latin typeface="Times New Roman (Headings)"/>
                <a:cs typeface="Arial" panose="020B0604020202020204" pitchFamily="34" charset="0"/>
              </a:rPr>
              <a:t>sướng để được sống theo thánh ý Ngài.</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5076877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E61A7-D9F5-6E20-CF39-FCA47C4130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30A53D-98CF-8E84-189E-0D70746FEA09}"/>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Lề luật Chúa được ghi trong tận lòng con,</a:t>
            </a:r>
            <a:r>
              <a:rPr lang="en-US" sz="88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242952041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C150C-9EE2-3B22-FA7B-34D1E55364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C47C9-7808-B1B0-40FE-196BE5721A98}"/>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để đời con hằng dõi bước theo.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8165749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75432-3859-7D68-2280-AA2C83B9D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52FB8-67D4-2799-5750-44B963BBA7D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này</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đây</a:t>
            </a:r>
            <a:r>
              <a:rPr lang="en-US" sz="8800" b="1" dirty="0">
                <a:effectLst/>
                <a:latin typeface="Times New Roman (Headings)"/>
                <a:cs typeface="Arial" panose="020B0604020202020204" pitchFamily="34" charset="0"/>
              </a:rPr>
              <a:t>! Xin </a:t>
            </a:r>
            <a:r>
              <a:rPr lang="en-US" sz="8800" b="1" dirty="0" err="1">
                <a:effectLst/>
                <a:latin typeface="Times New Roman (Headings)"/>
                <a:cs typeface="Arial" panose="020B0604020202020204" pitchFamily="34" charset="0"/>
              </a:rPr>
              <a:t>đến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thực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thi</a:t>
            </a:r>
            <a:r>
              <a:rPr lang="en-US" sz="8800" b="1" dirty="0">
                <a:effectLst/>
                <a:latin typeface="Times New Roman (Headings)"/>
                <a:cs typeface="Arial" panose="020B0604020202020204" pitchFamily="34" charset="0"/>
              </a:rPr>
              <a:t> ý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9369621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9FFF6-30CD-9D58-9613-03D3765550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CFCC4C-FAE4-6A64-CB68-9579B0864C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4. Con </a:t>
            </a:r>
            <a:r>
              <a:rPr lang="en-US" sz="8800" b="1" dirty="0" err="1">
                <a:effectLst/>
                <a:latin typeface="Times New Roman (Headings)"/>
                <a:cs typeface="Arial" panose="020B0604020202020204" pitchFamily="34" charset="0"/>
              </a:rPr>
              <a:t>đã</a:t>
            </a:r>
            <a:r>
              <a:rPr lang="en-US" sz="8800" b="1" dirty="0">
                <a:effectLst/>
                <a:latin typeface="Times New Roman (Headings)"/>
                <a:cs typeface="Arial" panose="020B0604020202020204" pitchFamily="34" charset="0"/>
              </a:rPr>
              <a:t> loan </a:t>
            </a:r>
            <a:r>
              <a:rPr lang="en-US" sz="8800" b="1" dirty="0" err="1">
                <a:effectLst/>
                <a:latin typeface="Times New Roman (Headings)"/>
                <a:cs typeface="Arial" panose="020B0604020202020204" pitchFamily="34" charset="0"/>
              </a:rPr>
              <a:t>truyền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về</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về</a:t>
            </a:r>
            <a:r>
              <a:rPr lang="en-US" sz="8800" b="1" dirty="0">
                <a:effectLst/>
                <a:latin typeface="Times New Roman (Headings)"/>
                <a:cs typeface="Arial" panose="020B0604020202020204" pitchFamily="34" charset="0"/>
              </a:rPr>
              <a:t> Chúa con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minh</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89275248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95BA-4D4D-B80D-0BCA-03A9169776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748031-622F-87CC-27D5-2F3EED75FBCC}"/>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000" b="1" dirty="0" err="1">
                <a:effectLst/>
                <a:latin typeface="Times New Roman (Headings)"/>
                <a:cs typeface="Arial" panose="020B0604020202020204" pitchFamily="34" charset="0"/>
              </a:rPr>
              <a:t>cho</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đời</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biết</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uy</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linh</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của</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Ngài</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63285044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F122E-C98A-FAA4-1CA1-E27CD67BF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4E510-B9F3-AC1A-1A52-D74FF55D8B0D}"/>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miệng</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sẽ</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chẳng</a:t>
            </a:r>
            <a:r>
              <a:rPr lang="en-US" sz="8800" b="1" dirty="0">
                <a:effectLst/>
                <a:latin typeface="Times New Roman (Headings)"/>
                <a:cs typeface="Arial" panose="020B0604020202020204" pitchFamily="34" charset="0"/>
              </a:rPr>
              <a:t> bao </a:t>
            </a:r>
            <a:r>
              <a:rPr lang="en-US" sz="8800" b="1" dirty="0" err="1">
                <a:effectLst/>
                <a:latin typeface="Times New Roman (Headings)"/>
                <a:cs typeface="Arial" panose="020B0604020202020204" pitchFamily="34" charset="0"/>
              </a:rPr>
              <a:t>giờ</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im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89919964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3FD7F-883E-DD85-0598-C0FF1ACFD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3816F-29DA-CB24-1A2A-2712565C856C}"/>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lời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ngợi</a:t>
            </a:r>
            <a:r>
              <a:rPr lang="en-US" sz="8800" b="1" dirty="0">
                <a:effectLst/>
                <a:latin typeface="Times New Roman (Headings)"/>
                <a:cs typeface="Arial" panose="020B0604020202020204" pitchFamily="34" charset="0"/>
              </a:rPr>
              <a:t> ca </a:t>
            </a:r>
            <a:r>
              <a:rPr lang="en-US" sz="8800" b="1" dirty="0" err="1">
                <a:effectLst/>
                <a:latin typeface="Times New Roman (Headings)"/>
                <a:cs typeface="Arial" panose="020B0604020202020204" pitchFamily="34" charset="0"/>
              </a:rPr>
              <a:t>mừng</a:t>
            </a:r>
            <a:r>
              <a:rPr lang="en-US" sz="8800" b="1" dirty="0">
                <a:effectLst/>
                <a:latin typeface="Times New Roman (Headings)"/>
                <a:cs typeface="Arial" panose="020B0604020202020204" pitchFamily="34" charset="0"/>
              </a:rPr>
              <a:t> Danh Thánh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62505190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D5EDA-D9DF-92A2-FDEA-D970294F4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5EACA-9563-3B1E-649F-4DA601CD025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này</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đây</a:t>
            </a:r>
            <a:r>
              <a:rPr lang="en-US" sz="8800" b="1" dirty="0">
                <a:effectLst/>
                <a:latin typeface="Times New Roman (Headings)"/>
                <a:cs typeface="Arial" panose="020B0604020202020204" pitchFamily="34" charset="0"/>
              </a:rPr>
              <a:t>! Xin </a:t>
            </a:r>
            <a:r>
              <a:rPr lang="en-US" sz="8800" b="1" dirty="0" err="1">
                <a:effectLst/>
                <a:latin typeface="Times New Roman (Headings)"/>
                <a:cs typeface="Arial" panose="020B0604020202020204" pitchFamily="34" charset="0"/>
              </a:rPr>
              <a:t>đến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thực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thi</a:t>
            </a:r>
            <a:r>
              <a:rPr lang="en-US" sz="8800" b="1" dirty="0">
                <a:effectLst/>
                <a:latin typeface="Times New Roman (Headings)"/>
                <a:cs typeface="Arial" panose="020B0604020202020204" pitchFamily="34" charset="0"/>
              </a:rPr>
              <a:t> ý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84162058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AEDFE-4645-D337-A652-0105B0D63D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1C1BF6-73D6-D3D1-4F2D-0B87EEB32BAF}"/>
              </a:ext>
            </a:extLst>
          </p:cNvPr>
          <p:cNvSpPr>
            <a:spLocks noGrp="1"/>
          </p:cNvSpPr>
          <p:nvPr>
            <p:ph idx="1"/>
          </p:nvPr>
        </p:nvSpPr>
        <p:spPr/>
        <p:txBody>
          <a:bodyPr/>
          <a:lstStyle/>
          <a:p>
            <a:endParaRPr lang="en-US"/>
          </a:p>
        </p:txBody>
      </p:sp>
      <p:pic>
        <p:nvPicPr>
          <p:cNvPr id="10242" name="Picture 2" descr="Có thể là hình ảnh về 1 người và văn bản cho biết 'BÀI ĐỌC 2 CN XX TN C Bai trích thư gửi TÍN HỮU DO THÁI லഗலഗலഗവശ &quot;Chũng ta hãy cương quyết xông pha chiễn trận đang chờ đợi ta. Chũng ta hãy nhìn thằng vão ĐỨC Giêsu, Đẫng khơi nguồn đức tin và lầm cho nő nên hoàn tất.&quot; (Dt 12, 1-4)'">
            <a:extLst>
              <a:ext uri="{FF2B5EF4-FFF2-40B4-BE49-F238E27FC236}">
                <a16:creationId xmlns:a16="http://schemas.microsoft.com/office/drawing/2014/main" id="{E67FAA57-B4C5-0CFD-04B9-9020FEF535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2"/>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24564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207D5-C1AD-08DC-BA25-74884A9EB5BD}"/>
            </a:ext>
          </a:extLst>
        </p:cNvPr>
        <p:cNvGrpSpPr/>
        <p:nvPr/>
      </p:nvGrpSpPr>
      <p:grpSpPr>
        <a:xfrm>
          <a:off x="0" y="0"/>
          <a:ext cx="0" cy="0"/>
          <a:chOff x="0" y="0"/>
          <a:chExt cx="0" cy="0"/>
        </a:xfrm>
      </p:grpSpPr>
      <p:pic>
        <p:nvPicPr>
          <p:cNvPr id="1026" name="Picture 2" descr="Có thể là hình ảnh về 8 người và văn bản cho biết '&quot;THẦY KHÔNG ĐẾN ĐỂ ĐEM BÌNH AN NHƯNG ĐEM SỰ CHIA RẼ&quot; (Lc 12, 49-53) CHÚA NHẬT XX THƯỜNG NIÊN NĂM c'">
            <a:extLst>
              <a:ext uri="{FF2B5EF4-FFF2-40B4-BE49-F238E27FC236}">
                <a16:creationId xmlns:a16="http://schemas.microsoft.com/office/drawing/2014/main" id="{27D54F49-D92A-F026-DA24-6107254450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921518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409575"/>
            <a:ext cx="9144000" cy="4733925"/>
          </a:xfrm>
          <a:solidFill>
            <a:schemeClr val="bg1"/>
          </a:solidFill>
        </p:spPr>
        <p:txBody>
          <a:bodyPr lIns="91440" tIns="0" rIns="91440" bIns="0">
            <a:noAutofit/>
          </a:bodyPr>
          <a:lstStyle/>
          <a:p>
            <a:r>
              <a:rPr lang="en-US" sz="8000" b="1" i="1" dirty="0">
                <a:effectLst/>
                <a:latin typeface="Times New Roman (Headings)"/>
                <a:cs typeface="Arial" panose="020B0604020202020204" pitchFamily="34" charset="0"/>
              </a:rPr>
              <a:t>All… All...</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Lạy Chúa là Chúa cả trời đất, con xin ngợi khen Ngài</a:t>
            </a:r>
            <a:endParaRPr lang="en-US" sz="8000" b="1" dirty="0">
              <a:effectLst/>
              <a:latin typeface="Times New Roman (Headings)"/>
              <a:cs typeface="Arial" panose="020B0604020202020204" pitchFamily="34" charset="0"/>
            </a:endParaRP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409575"/>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b="1" u="sng" dirty="0">
                <a:solidFill>
                  <a:srgbClr val="FF0000"/>
                </a:solidFill>
                <a:latin typeface="Times New Roman" panose="02020603050405020304" pitchFamily="18" charset="0"/>
                <a:cs typeface="Times New Roman" panose="02020603050405020304" pitchFamily="18" charset="0"/>
              </a:rPr>
              <a:t>TUNG </a:t>
            </a:r>
            <a:r>
              <a:rPr lang="en-US" sz="2000" b="1" u="sng" dirty="0" err="1">
                <a:solidFill>
                  <a:srgbClr val="FF0000"/>
                </a:solidFill>
                <a:latin typeface="Times New Roman" panose="02020603050405020304" pitchFamily="18" charset="0"/>
                <a:cs typeface="Times New Roman" panose="02020603050405020304" pitchFamily="18" charset="0"/>
              </a:rPr>
              <a:t>HÔ</a:t>
            </a:r>
            <a:r>
              <a:rPr lang="en-US" sz="2000" b="1" u="sng" dirty="0">
                <a:solidFill>
                  <a:srgbClr val="FF0000"/>
                </a:solidFill>
                <a:latin typeface="Times New Roman" panose="02020603050405020304" pitchFamily="18" charset="0"/>
                <a:cs typeface="Times New Roman" panose="02020603050405020304" pitchFamily="18" charset="0"/>
              </a:rPr>
              <a:t> TIN </a:t>
            </a:r>
            <a:r>
              <a:rPr lang="en-US" sz="2000" b="1" u="sng" dirty="0" err="1">
                <a:solidFill>
                  <a:srgbClr val="FF0000"/>
                </a:solidFill>
                <a:latin typeface="Times New Roman" panose="02020603050405020304" pitchFamily="18" charset="0"/>
                <a:cs typeface="Times New Roman" panose="02020603050405020304" pitchFamily="18" charset="0"/>
              </a:rPr>
              <a:t>MỪNG</a:t>
            </a:r>
            <a:endParaRPr lang="vi-VN" sz="20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13118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6615-2E99-EA04-3BDE-BFE498487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5F701-1094-431D-AE6C-46FE2A0621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latin typeface="Times New Roman (Headings)"/>
                <a:cs typeface="Arial" panose="020B0604020202020204" pitchFamily="34" charset="0"/>
              </a:rPr>
              <a:t>đã mạc khải Nước Trời cho những người nhỏ bé.</a:t>
            </a:r>
            <a:br>
              <a:rPr lang="en-US" sz="8800" b="1" i="1" dirty="0">
                <a:latin typeface="Times New Roman (Headings)"/>
                <a:cs typeface="Arial" panose="020B0604020202020204" pitchFamily="34" charset="0"/>
              </a:rPr>
            </a:br>
            <a:r>
              <a:rPr lang="en-US" sz="8800" b="1" i="1" dirty="0">
                <a:latin typeface="Times New Roman (Headings)"/>
                <a:cs typeface="Arial" panose="020B0604020202020204" pitchFamily="34" charset="0"/>
              </a:rPr>
              <a:t>All…All…</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1575751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6D669-D657-B150-AE51-C51811950B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F77A6D-5B95-F7C1-AE41-40C9AE6CD0DF}"/>
              </a:ext>
            </a:extLst>
          </p:cNvPr>
          <p:cNvSpPr>
            <a:spLocks noGrp="1"/>
          </p:cNvSpPr>
          <p:nvPr>
            <p:ph idx="1"/>
          </p:nvPr>
        </p:nvSpPr>
        <p:spPr/>
        <p:txBody>
          <a:bodyPr/>
          <a:lstStyle/>
          <a:p>
            <a:endParaRPr lang="en-US"/>
          </a:p>
        </p:txBody>
      </p:sp>
      <p:pic>
        <p:nvPicPr>
          <p:cNvPr id="11266" name="Picture 2" descr="Có thể là hình ảnh về 6 người và văn bản cho biết '&quot;THẨY KHÔNG ĐẾN ĐỂ ĐEM BÌNH AN NHƯNG ĐEM SỰ CHIA RẼ&quot; (Lc (Lc12,49-53) 12, 49-53) CHÚANHẬTXXTHUÒNGNIÊN CHÚA NHẬT Xx THƯỜNG NIÊN NĂM c'">
            <a:extLst>
              <a:ext uri="{FF2B5EF4-FFF2-40B4-BE49-F238E27FC236}">
                <a16:creationId xmlns:a16="http://schemas.microsoft.com/office/drawing/2014/main" id="{974C29B0-CB2B-B59A-1E08-0FBA7CB84E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796358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Tôi</a:t>
            </a:r>
            <a:r>
              <a:rPr lang="en-US" sz="8200" b="1" dirty="0">
                <a:effectLst/>
                <a:latin typeface="Times New Roman (Headings)"/>
                <a:cs typeface="Arial" panose="020B0604020202020204" pitchFamily="34" charset="0"/>
              </a:rPr>
              <a:t> tin </a:t>
            </a:r>
            <a:r>
              <a:rPr lang="en-US" sz="8200" b="1" dirty="0" err="1">
                <a:effectLst/>
                <a:latin typeface="Times New Roman (Headings)"/>
                <a:cs typeface="Arial" panose="020B0604020202020204" pitchFamily="34" charset="0"/>
              </a:rPr>
              <a:t>kính</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một</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Cha </a:t>
            </a:r>
            <a:r>
              <a:rPr lang="en-US" sz="8200" b="1" dirty="0" err="1">
                <a:effectLst/>
                <a:latin typeface="Times New Roman (Headings)"/>
                <a:cs typeface="Arial" panose="020B0604020202020204" pitchFamily="34" charset="0"/>
              </a:rPr>
              <a:t>toàn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năng</a:t>
            </a:r>
            <a:r>
              <a:rPr lang="en-US" sz="82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83125"/>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hữu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vô</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sinh bởi Đức Chúa Cha từ trước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bởi</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nhờ Người mà muôn vật được tạo thành.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65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6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Phong-xi-ô</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lên trời, ngự bên hữu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Đức Chúa Thánh </a:t>
            </a:r>
            <a:r>
              <a:rPr lang="en-US" sz="8000" b="1" dirty="0" err="1">
                <a:effectLst/>
                <a:latin typeface="Times New Roman (Headings)"/>
                <a:cs typeface="Arial" panose="020B0604020202020204" pitchFamily="34" charset="0"/>
              </a:rPr>
              <a:t>Thần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được phụng thờ và tôn vinh cùng với Đức Chúa Cha và Đức Chúa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6B734-9018-C308-FB66-684703747658}"/>
            </a:ext>
          </a:extLst>
        </p:cNvPr>
        <p:cNvGrpSpPr/>
        <p:nvPr/>
      </p:nvGrpSpPr>
      <p:grpSpPr>
        <a:xfrm>
          <a:off x="0" y="0"/>
          <a:ext cx="0" cy="0"/>
          <a:chOff x="0" y="0"/>
          <a:chExt cx="0" cy="0"/>
        </a:xfrm>
      </p:grpSpPr>
      <p:pic>
        <p:nvPicPr>
          <p:cNvPr id="1026" name="Picture 2" descr="Có thể là hình ảnh về 8 người và văn bản cho biết '&quot;THẦY KHÔNG ĐẾN ĐỂ ĐEM BÌNH AN NHƯNG ĐEM SỰ CHIA RẼ&quot; (Lc 12, 49-53) CHÚA NHẬT XX THƯỜNG NIÊN NĂM c'">
            <a:extLst>
              <a:ext uri="{FF2B5EF4-FFF2-40B4-BE49-F238E27FC236}">
                <a16:creationId xmlns:a16="http://schemas.microsoft.com/office/drawing/2014/main" id="{6118248B-B0D4-8077-04C4-CDFC934AB5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677252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TIẾN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LÊN</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Phanxic</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ô)</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1. Tiến </a:t>
            </a:r>
            <a:r>
              <a:rPr lang="en-US" sz="9600" b="1" dirty="0" err="1">
                <a:effectLst/>
                <a:latin typeface="Times New Roman (Headings)"/>
                <a:cs typeface="Arial" panose="020B0604020202020204" pitchFamily="34" charset="0"/>
              </a:rPr>
              <a:t>dâng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lên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thiên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cung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này</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lễ</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vật</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6042738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Nguyện dâng Chúa bánh thơm với rượu nho,</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5939097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76059-E4E8-83D3-8690-F158BF154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FCAC94-C693-78AF-320E-3B9BF2DF34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và nước mắt tiếng hát trong cuộc đời.</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6304479"/>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FE5F6-5BCA-A68B-D3E3-8A4FC1F1D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5AC9D-B545-81F6-9238-38022E87867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Xin Chúa </a:t>
            </a:r>
            <a:r>
              <a:rPr lang="en-US" sz="9600" b="1" dirty="0" err="1">
                <a:effectLst/>
                <a:latin typeface="Times New Roman (Headings)"/>
                <a:cs typeface="Arial" panose="020B0604020202020204" pitchFamily="34" charset="0"/>
              </a:rPr>
              <a:t>nhận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đền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bù</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muôn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tội</a:t>
            </a:r>
            <a:r>
              <a:rPr lang="en-US" sz="96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298270157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B8850-82ED-DAC8-6401-A7359A628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4568B-10F0-C888-093E-5C1D2D36BC1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200" b="1" dirty="0" err="1">
                <a:effectLst/>
                <a:latin typeface="Times New Roman (Headings)"/>
                <a:cs typeface="Arial" panose="020B0604020202020204" pitchFamily="34" charset="0"/>
              </a:rPr>
              <a:t>ÐK</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Cùng</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dâng</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tiến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tiếng</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hát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trên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môi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nguyện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cầu</a:t>
            </a:r>
            <a:r>
              <a:rPr lang="en-US" sz="9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897542"/>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3FEBE-2431-9E16-5930-3FE73D7BB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2917F-FAC5-9CBC-FC00-27A36009E4B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bao </a:t>
            </a:r>
            <a:r>
              <a:rPr lang="en-US" sz="9600" b="1" dirty="0" err="1">
                <a:effectLst/>
                <a:latin typeface="Times New Roman (Headings)"/>
                <a:cs typeface="Arial" panose="020B0604020202020204" pitchFamily="34" charset="0"/>
              </a:rPr>
              <a:t>nỗi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sầu</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dâng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lên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cùng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với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niềm</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vui</a:t>
            </a:r>
            <a:r>
              <a:rPr lang="en-US" sz="9600" b="1" dirty="0">
                <a:latin typeface="Times New Roman (Headings)"/>
                <a:cs typeface="Arial" panose="020B0604020202020204" pitchFamily="34" charset="0"/>
              </a:rPr>
              <a:t>.</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1093943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A08A8-7CFD-F0FB-5812-83DAEA9099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6FA84-FE68-9384-2AD9-805FEEE6E69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latin typeface="Times New Roman (Headings)"/>
                <a:cs typeface="Arial" panose="020B0604020202020204" pitchFamily="34" charset="0"/>
              </a:rPr>
              <a:t>C</a:t>
            </a:r>
            <a:r>
              <a:rPr lang="en-US" sz="9600" b="1" dirty="0" err="1">
                <a:effectLst/>
                <a:latin typeface="Times New Roman (Headings)"/>
                <a:cs typeface="Arial" panose="020B0604020202020204" pitchFamily="34" charset="0"/>
              </a:rPr>
              <a:t>ùng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dâng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tiến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với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hết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tâm</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tình</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thiết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tha</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724692599"/>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56144-74B2-634A-298D-B5AC2C027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73B81-2AA5-97E8-F2CB-4EA907D03E2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10000" b="1" dirty="0">
                <a:effectLst/>
                <a:latin typeface="Times New Roman (Headings)"/>
                <a:cs typeface="Arial" panose="020B0604020202020204" pitchFamily="34" charset="0"/>
              </a:rPr>
              <a:t>tựa hương xa bay lên tòa Chúa bao la.</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84002520"/>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022B4-1A06-E36E-D00B-FAC2ACFBB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E84E06-8E59-F4AE-EDB3-48439A282FF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2. Tiến dâng lên thiên cung lời ước nguyện,</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5411740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5092E-573B-290B-1790-2D2E8E8175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C50CDD-EEB9-3929-FEA7-B0E3A8E1679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nguyện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xin</a:t>
            </a:r>
            <a:r>
              <a:rPr lang="en-US" sz="9600" b="1" dirty="0">
                <a:effectLst/>
                <a:latin typeface="Times New Roman (Headings)"/>
                <a:cs typeface="Arial" panose="020B0604020202020204" pitchFamily="34" charset="0"/>
              </a:rPr>
              <a:t> Chúa </a:t>
            </a:r>
            <a:r>
              <a:rPr lang="en-US" sz="9600" b="1" dirty="0" err="1">
                <a:effectLst/>
                <a:latin typeface="Times New Roman (Headings)"/>
                <a:cs typeface="Arial" panose="020B0604020202020204" pitchFamily="34" charset="0"/>
              </a:rPr>
              <a:t>khấng</a:t>
            </a:r>
            <a:r>
              <a:rPr lang="en-US" sz="9600" b="1" dirty="0">
                <a:effectLst/>
                <a:latin typeface="Times New Roman (Headings)"/>
                <a:cs typeface="Arial" panose="020B0604020202020204" pitchFamily="34" charset="0"/>
              </a:rPr>
              <a:t> ban </a:t>
            </a:r>
            <a:r>
              <a:rPr lang="en-US" sz="9600" b="1" dirty="0" err="1">
                <a:effectLst/>
                <a:latin typeface="Times New Roman (Headings)"/>
                <a:cs typeface="Arial" panose="020B0604020202020204" pitchFamily="34" charset="0"/>
              </a:rPr>
              <a:t>phúc</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bình</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yên</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6049132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4C120-4CFB-E7B8-04AB-9682CD2C0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8278C-97F0-D068-7630-B64A0358523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được như nước nối kết trong rượu nồng,</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2895452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FA8F1-00C8-F386-D635-49B7C52A3D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E03F9-2671-2DE8-2542-B19B304CA5F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bao </a:t>
            </a:r>
            <a:r>
              <a:rPr lang="en-US" sz="9600" b="1" dirty="0" err="1">
                <a:effectLst/>
                <a:latin typeface="Times New Roman (Headings)"/>
                <a:cs typeface="Arial" panose="020B0604020202020204" pitchFamily="34" charset="0"/>
              </a:rPr>
              <a:t>tấm</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lòng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hòa</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đồng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trong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tình</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yêu</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85241638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8BFE5-C4B4-C80D-0A58-5E93B75D6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7C08D-F914-4747-8BFA-2EFBAB6A8DC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200" b="1" dirty="0" err="1">
                <a:effectLst/>
                <a:latin typeface="Times New Roman (Headings)"/>
                <a:cs typeface="Arial" panose="020B0604020202020204" pitchFamily="34" charset="0"/>
              </a:rPr>
              <a:t>ÐK</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Cùng</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dâng</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tiến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tiếng</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hát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trên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môi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nguyện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cầu</a:t>
            </a:r>
            <a:r>
              <a:rPr lang="en-US" sz="9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3228820"/>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5C999-7EB2-3C84-BE17-3EA12742A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86CC6-27FA-C4FD-D946-F33D6150485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bao </a:t>
            </a:r>
            <a:r>
              <a:rPr lang="en-US" sz="9600" b="1" dirty="0" err="1">
                <a:effectLst/>
                <a:latin typeface="Times New Roman (Headings)"/>
                <a:cs typeface="Arial" panose="020B0604020202020204" pitchFamily="34" charset="0"/>
              </a:rPr>
              <a:t>nỗi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sầu</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dâng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lên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cùng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với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niềm</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vui</a:t>
            </a:r>
            <a:r>
              <a:rPr lang="en-US" sz="9600" b="1" dirty="0">
                <a:latin typeface="Times New Roman (Headings)"/>
                <a:cs typeface="Arial" panose="020B0604020202020204" pitchFamily="34" charset="0"/>
              </a:rPr>
              <a:t>.</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44733776"/>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3D3FE-A8D4-3789-1C26-11163B12F3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A89168-2AA5-2ABC-0AEA-22172E5D8D0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latin typeface="Times New Roman (Headings)"/>
                <a:cs typeface="Arial" panose="020B0604020202020204" pitchFamily="34" charset="0"/>
              </a:rPr>
              <a:t>C</a:t>
            </a:r>
            <a:r>
              <a:rPr lang="en-US" sz="9600" b="1" dirty="0" err="1">
                <a:effectLst/>
                <a:latin typeface="Times New Roman (Headings)"/>
                <a:cs typeface="Arial" panose="020B0604020202020204" pitchFamily="34" charset="0"/>
              </a:rPr>
              <a:t>ùng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dâng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tiến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với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hết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tâm</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tình</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thiết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tha</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37602228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15D6B-CECA-95BA-C5C7-8A26276980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C73376-E50E-446B-6D1B-5758246A28A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10000" b="1" dirty="0">
                <a:effectLst/>
                <a:latin typeface="Times New Roman (Headings)"/>
                <a:cs typeface="Arial" panose="020B0604020202020204" pitchFamily="34" charset="0"/>
              </a:rPr>
              <a:t>tựa hương xa bay lên tòa Chúa bao la.</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1099257"/>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621A-4BAF-C8E9-29CD-308FCD763DC9}"/>
            </a:ext>
          </a:extLst>
        </p:cNvPr>
        <p:cNvGrpSpPr/>
        <p:nvPr/>
      </p:nvGrpSpPr>
      <p:grpSpPr>
        <a:xfrm>
          <a:off x="0" y="0"/>
          <a:ext cx="0" cy="0"/>
          <a:chOff x="0" y="0"/>
          <a:chExt cx="0" cy="0"/>
        </a:xfrm>
      </p:grpSpPr>
      <p:pic>
        <p:nvPicPr>
          <p:cNvPr id="1026" name="Picture 2" descr="Có thể là hình ảnh về 8 người và văn bản cho biết '&quot;THẦY KHÔNG ĐẾN ĐỂ ĐEM BÌNH AN NHƯNG ĐEM SỰ CHIA RẼ&quot; (Lc 12, 49-53) CHÚA NHẬT XX THƯỜNG NIÊN NĂM c'">
            <a:extLst>
              <a:ext uri="{FF2B5EF4-FFF2-40B4-BE49-F238E27FC236}">
                <a16:creationId xmlns:a16="http://schemas.microsoft.com/office/drawing/2014/main" id="{8794D2B7-1AE6-593A-AEE7-FF01F55155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3758329"/>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5C7E0-AD08-9DB0-D243-A28F8F7A3746}"/>
              </a:ext>
            </a:extLst>
          </p:cNvPr>
          <p:cNvSpPr>
            <a:spLocks noGrp="1"/>
          </p:cNvSpPr>
          <p:nvPr>
            <p:ph type="ctrTitle"/>
          </p:nvPr>
        </p:nvSpPr>
        <p:spPr>
          <a:xfrm>
            <a:off x="736600" y="31750"/>
            <a:ext cx="7670800" cy="457761"/>
          </a:xfrm>
        </p:spPr>
        <p:txBody>
          <a:bodyPr lIns="91440" tIns="0" rIns="91440" bIns="0" anchor="b">
            <a:normAutofit/>
          </a:bodyPr>
          <a:lstStyle/>
          <a:p>
            <a:pPr>
              <a:lnSpc>
                <a:spcPct val="90000"/>
              </a:lnSpc>
            </a:pP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1800" b="1" u="sng"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13E845D-EBCB-EFA6-463C-B9644F5A6593}"/>
              </a:ext>
            </a:extLst>
          </p:cNvPr>
          <p:cNvSpPr txBox="1">
            <a:spLocks/>
          </p:cNvSpPr>
          <p:nvPr/>
        </p:nvSpPr>
        <p:spPr>
          <a:xfrm>
            <a:off x="0" y="470461"/>
            <a:ext cx="9144000" cy="4673039"/>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8800" b="1" dirty="0">
                <a:latin typeface="Times New Roman (Headings)"/>
                <a:cs typeface="Arial" panose="020B0604020202020204" pitchFamily="34" charset="0"/>
              </a:rPr>
              <a:t>Chúa rộng lượng từ bi, và Chúa rất giàu ơn cứu độ.</a:t>
            </a:r>
            <a:endParaRPr lang="en-US" sz="8800" b="1" dirty="0">
              <a:latin typeface="Times New Roman (Headings)"/>
              <a:cs typeface="Arial" panose="020B0604020202020204" pitchFamily="34" charset="0"/>
            </a:endParaRPr>
          </a:p>
        </p:txBody>
      </p:sp>
    </p:spTree>
    <p:extLst>
      <p:ext uri="{BB962C8B-B14F-4D97-AF65-F5344CB8AC3E}">
        <p14:creationId xmlns:p14="http://schemas.microsoft.com/office/powerpoint/2010/main" val="2157675428"/>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1" y="0"/>
            <a:ext cx="9144001"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NGỌN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LỬA</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TÌNH</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YÊU</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2FDD-E0FA-922E-237A-136619E81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10D9-2B5E-AF01-E40F-3F4370A6F96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Xin Chúa </a:t>
            </a:r>
            <a:r>
              <a:rPr lang="en-US" sz="8800" b="1" dirty="0" err="1">
                <a:effectLst/>
                <a:latin typeface="Times New Roman (Headings)"/>
                <a:cs typeface="Arial" panose="020B0604020202020204" pitchFamily="34" charset="0"/>
              </a:rPr>
              <a:t>biến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đổi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trở</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52153937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535B-4335-B11A-691B-D5ACBD6C2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B0CA9-2062-EB02-E68D-E6BEE66863F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Xin Chúa </a:t>
            </a:r>
            <a:r>
              <a:rPr lang="en-US" sz="8000" b="1" dirty="0" err="1">
                <a:effectLst/>
                <a:latin typeface="Times New Roman (Headings)"/>
                <a:cs typeface="Arial" panose="020B0604020202020204" pitchFamily="34" charset="0"/>
              </a:rPr>
              <a:t>đốt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cháy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lòng</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bằng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ngọn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lửa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của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648870366"/>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6E723-B84E-EB23-D26D-7F76CB1B7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C89ED-81D4-2942-3EDE-6F78BAA7D26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1. Tâm con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niềm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thao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thức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đến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suối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nguồn</a:t>
            </a:r>
            <a:r>
              <a:rPr lang="en-US" sz="8800" b="1" dirty="0">
                <a:effectLst/>
                <a:latin typeface="Times New Roman (Headings)"/>
                <a:cs typeface="Arial" panose="020B0604020202020204" pitchFamily="34" charset="0"/>
              </a:rPr>
              <a:t> an </a:t>
            </a:r>
            <a:r>
              <a:rPr lang="en-US" sz="8800" b="1" dirty="0" err="1">
                <a:effectLst/>
                <a:latin typeface="Times New Roman (Headings)"/>
                <a:cs typeface="Arial" panose="020B0604020202020204" pitchFamily="34" charset="0"/>
              </a:rPr>
              <a:t>bình</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641247277"/>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85B6-E2BD-648B-179B-895C1F67C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A26F9-B316-7B2A-47B9-4B324E79B26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thân con đói rách nghèo hèn, trơ trọi ở trước Thánh Nhan.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82993134"/>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B1215-13FE-50C1-7250-456C5BBF2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1F2C78-1E22-2631-2CE3-B447D9B9039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900" b="1" dirty="0">
                <a:effectLst/>
                <a:latin typeface="Times New Roman (Headings)"/>
                <a:cs typeface="Arial" panose="020B0604020202020204" pitchFamily="34" charset="0"/>
              </a:rPr>
              <a:t>Thiên Chúa như ngọn lửa Tình yêu thiêu đốt tim con hững hờ,</a:t>
            </a:r>
            <a:endParaRPr lang="en-US" sz="89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888555038"/>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87F25-F31A-4D7B-3684-BC6FCA65FD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311B3-53AD-4806-1ECD-5C412461B73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ngày tháng bơ vơ mong chờ, tìm đến Ngài là Đấng con hằng mơ.</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1903776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66DDB-41E3-28A4-5D5F-5CD2CDBA0D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3B9EB-A8DB-5755-AAB3-3765D03B115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Xin Chúa </a:t>
            </a:r>
            <a:r>
              <a:rPr lang="en-US" sz="8800" b="1" dirty="0" err="1">
                <a:effectLst/>
                <a:latin typeface="Times New Roman (Headings)"/>
                <a:cs typeface="Arial" panose="020B0604020202020204" pitchFamily="34" charset="0"/>
              </a:rPr>
              <a:t>biến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đổi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trở</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180154832"/>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6B921-B792-1866-A0C6-F1191D3DDC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4248FA-44A9-2D8D-A9DA-D7200AC7BB5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Xin Chúa </a:t>
            </a:r>
            <a:r>
              <a:rPr lang="en-US" sz="8000" b="1" dirty="0" err="1">
                <a:effectLst/>
                <a:latin typeface="Times New Roman (Headings)"/>
                <a:cs typeface="Arial" panose="020B0604020202020204" pitchFamily="34" charset="0"/>
              </a:rPr>
              <a:t>đốt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cháy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lòng</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bằng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ngọn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lửa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của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076586342"/>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D619D-C323-72DC-32BB-59A3DD7F53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46836-5DB2-4228-832B-5905016C289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2. Con mong luôn được bên Chúa, để chiêm ngưỡng ôi Tình yêu Ngài,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41592406"/>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CC602-6C26-0AF6-8BFD-DC6126B13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7F74A-FBA2-3A62-7389-15334CF887B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nơi con héo </a:t>
            </a:r>
            <a:r>
              <a:rPr lang="vi-VN" sz="8800" b="1" dirty="0" err="1">
                <a:effectLst/>
                <a:latin typeface="Times New Roman (Headings)"/>
                <a:cs typeface="Arial" panose="020B0604020202020204" pitchFamily="34" charset="0"/>
              </a:rPr>
              <a:t>úa</a:t>
            </a:r>
            <a:r>
              <a:rPr lang="vi-VN" sz="8800" b="1" dirty="0">
                <a:effectLst/>
                <a:latin typeface="Times New Roman (Headings)"/>
                <a:cs typeface="Arial" panose="020B0604020202020204" pitchFamily="34" charset="0"/>
              </a:rPr>
              <a:t> muộn màng, khô cằn Tình yêu thẳm sâu. </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90280661"/>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ECD73-F350-D850-70B3-27553DBAF3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17295-1906-7FDB-48FC-2B52A5FB3EF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900" b="1" dirty="0">
                <a:effectLst/>
                <a:latin typeface="Times New Roman (Headings)"/>
                <a:cs typeface="Arial" panose="020B0604020202020204" pitchFamily="34" charset="0"/>
              </a:rPr>
              <a:t>Con ước mong được nguồn tình thân, bên Chúa an tâm vững lòng,</a:t>
            </a:r>
            <a:endParaRPr lang="en-US" sz="89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61157464"/>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996F1-8727-C5C7-D301-ED77AC2BC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08FCAF-06C3-7D0F-8EE4-E005909BD2B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ngày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vui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trong</a:t>
            </a:r>
            <a:r>
              <a:rPr lang="en-US" sz="8000" b="1" dirty="0">
                <a:effectLst/>
                <a:latin typeface="Times New Roman (Headings)"/>
                <a:cs typeface="Arial" panose="020B0604020202020204" pitchFamily="34" charset="0"/>
              </a:rPr>
              <a:t> hy </a:t>
            </a:r>
            <a:r>
              <a:rPr lang="en-US" sz="8000" b="1" dirty="0" err="1">
                <a:effectLst/>
                <a:latin typeface="Times New Roman (Headings)"/>
                <a:cs typeface="Arial" panose="020B0604020202020204" pitchFamily="34" charset="0"/>
              </a:rPr>
              <a:t>vọng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thỏa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lòng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từng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phút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giây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hoài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mong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792149632"/>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6CAF7-6309-F96F-2DEE-EFCC360E73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09A4A8-D210-BBD3-CB58-900D18397DC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Xin Chúa </a:t>
            </a:r>
            <a:r>
              <a:rPr lang="en-US" sz="8800" b="1" dirty="0" err="1">
                <a:effectLst/>
                <a:latin typeface="Times New Roman (Headings)"/>
                <a:cs typeface="Arial" panose="020B0604020202020204" pitchFamily="34" charset="0"/>
              </a:rPr>
              <a:t>biến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đổi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trở</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06032157"/>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D8542-9731-2277-D5E0-54393DBEE0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BF89D-C41B-2DFD-7C82-D2E643284DA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Xin Chúa </a:t>
            </a:r>
            <a:r>
              <a:rPr lang="en-US" sz="8000" b="1" dirty="0" err="1">
                <a:effectLst/>
                <a:latin typeface="Times New Roman (Headings)"/>
                <a:cs typeface="Arial" panose="020B0604020202020204" pitchFamily="34" charset="0"/>
              </a:rPr>
              <a:t>đốt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cháy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lòng</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bằng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ngọn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lửa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của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855201821"/>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EFC5D-FF3E-CE33-542C-8A4F454BEFE3}"/>
            </a:ext>
          </a:extLst>
        </p:cNvPr>
        <p:cNvGrpSpPr/>
        <p:nvPr/>
      </p:nvGrpSpPr>
      <p:grpSpPr>
        <a:xfrm>
          <a:off x="0" y="0"/>
          <a:ext cx="0" cy="0"/>
          <a:chOff x="0" y="0"/>
          <a:chExt cx="0" cy="0"/>
        </a:xfrm>
      </p:grpSpPr>
      <p:pic>
        <p:nvPicPr>
          <p:cNvPr id="1026" name="Picture 2" descr="Có thể là hình ảnh về 8 người và văn bản cho biết '&quot;THẦY KHÔNG ĐẾN ĐỂ ĐEM BÌNH AN NHƯNG ĐEM SỰ CHIA RẼ&quot; (Lc 12, 49-53) CHÚA NHẬT XX THƯỜNG NIÊN NĂM c'">
            <a:extLst>
              <a:ext uri="{FF2B5EF4-FFF2-40B4-BE49-F238E27FC236}">
                <a16:creationId xmlns:a16="http://schemas.microsoft.com/office/drawing/2014/main" id="{7BF19C10-7018-9D00-C989-4900D13927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8827095"/>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CUNG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CHÚC</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TRINH VƯƠNG</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Hoài Đức</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600" b="1" dirty="0">
                <a:effectLst/>
                <a:latin typeface="Times New Roman (Headings)"/>
                <a:cs typeface="Arial" panose="020B0604020202020204" pitchFamily="34" charset="0"/>
              </a:rPr>
              <a:t>1. Cung chúc Trinh Vương không hề nhiễm tội truyền.</a:t>
            </a:r>
            <a:endParaRPr lang="en-US" sz="8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0854A-30FD-74BA-D760-3D98AFF08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86308-F178-7F8F-C4CD-1D711E0E4B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Mẹ</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Mẹ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khiết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trọn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2958446063"/>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C1574-C06A-40EA-48EF-0725EDD60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92300-D9B6-6647-9933-D1EB4916615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Cung chúc Trinh Vương là kho tích ơn thiêng. </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64301468"/>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15FC6-C4E7-49E7-E172-4A27B9716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8DA2A-DE2E-1901-7370-4F45EEC10B2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Mẹ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đã</a:t>
            </a:r>
            <a:r>
              <a:rPr lang="en-US" sz="8800" b="1" dirty="0">
                <a:effectLst/>
                <a:latin typeface="Times New Roman (Headings)"/>
                <a:cs typeface="Arial" panose="020B0604020202020204" pitchFamily="34" charset="0"/>
              </a:rPr>
              <a:t> hy </a:t>
            </a:r>
            <a:r>
              <a:rPr lang="en-US" sz="8800" b="1" dirty="0" err="1">
                <a:effectLst/>
                <a:latin typeface="Times New Roman (Headings)"/>
                <a:cs typeface="Arial" panose="020B0604020202020204" pitchFamily="34" charset="0"/>
              </a:rPr>
              <a:t>sinh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lập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để</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cứu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chuộc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loại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6763820"/>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F5904-4C78-A89E-F6A4-7477F6B93E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94D67D-7AC3-2678-74C7-5DC1B41A002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ÐK</a:t>
            </a:r>
            <a:r>
              <a:rPr lang="vi-VN" sz="8800" b="1" dirty="0">
                <a:effectLst/>
                <a:latin typeface="Times New Roman (Headings)"/>
                <a:cs typeface="Arial" panose="020B0604020202020204" pitchFamily="34" charset="0"/>
              </a:rPr>
              <a:t>. Mẹ </a:t>
            </a:r>
            <a:r>
              <a:rPr lang="vi-VN" sz="8800" b="1" dirty="0" err="1">
                <a:effectLst/>
                <a:latin typeface="Times New Roman (Headings)"/>
                <a:cs typeface="Arial" panose="020B0604020202020204" pitchFamily="34" charset="0"/>
              </a:rPr>
              <a:t>Maria</a:t>
            </a:r>
            <a:r>
              <a:rPr lang="vi-VN" sz="8800" b="1" dirty="0">
                <a:effectLst/>
                <a:latin typeface="Times New Roman (Headings)"/>
                <a:cs typeface="Arial" panose="020B0604020202020204" pitchFamily="34" charset="0"/>
              </a:rPr>
              <a:t> ai là không được Mẹ thương đến.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13178076"/>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6273E-12A7-7E56-6B31-B76DD35B63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91870-141F-F314-3905-46ED634F555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Khốn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thay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loại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mê</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đắm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lãng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quên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686708995"/>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879</TotalTime>
  <Words>3953</Words>
  <Application>Microsoft Office PowerPoint</Application>
  <PresentationFormat>On-screen Show (16:9)</PresentationFormat>
  <Paragraphs>393</Paragraphs>
  <Slides>238</Slides>
  <Notes>79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238</vt:i4>
      </vt:variant>
    </vt:vector>
  </HeadingPairs>
  <TitlesOfParts>
    <vt:vector size="245"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CHUNG LỜI TẠ ƠN (Nguyễn Duy)</vt:lpstr>
      <vt:lpstr>ĐK: Trong hân hoan chúng con về đây,</vt:lpstr>
      <vt:lpstr>mang tin yêu mơ ước nồng say, </vt:lpstr>
      <vt:lpstr>cùng hợp tiếng ca tạ ơn Chúa lời thiết tha.</vt:lpstr>
      <vt:lpstr>1. Bao năm tháng con hằng ước mơ về bên Chúa</vt:lpstr>
      <vt:lpstr>hát khúc tạ ơn. Ôi giây phút chan hòa thánh ân</vt:lpstr>
      <vt:lpstr>trong cõi lòng dâng trào ý thơ.</vt:lpstr>
      <vt:lpstr>ĐK: Trong hân hoan chúng con về đây,</vt:lpstr>
      <vt:lpstr>mang tin yêu mơ ước nồng say, </vt:lpstr>
      <vt:lpstr>cùng hợp tiếng ca tạ ơn Chúa lời thiết tha.</vt:lpstr>
      <vt:lpstr>PowerPoint Presentation</vt:lpstr>
      <vt:lpstr>KINH VINH DANH</vt:lpstr>
      <vt:lpstr>và bình an dưới thế cho người thiện tâm.</vt:lpstr>
      <vt:lpstr>Chúng con ca ngợi Chúa,</vt:lpstr>
      <vt:lpstr>chúng con chúc tụng Chúa,</vt:lpstr>
      <vt:lpstr>chúng   con  thờ lạy Chúa,</vt:lpstr>
      <vt:lpstr>chúng con tôn vinh Chúa,</vt:lpstr>
      <vt:lpstr>chúng con cảm tạ Chúa vì vinh quang cao cả Chúa,</vt:lpstr>
      <vt:lpstr>lạy Chúa là Thiên Chúa, là Vua trên trời, là Chúa Cha toàn năng.</vt:lpstr>
      <vt:lpstr>Lạy Con một Thiên Chúa, Chúa Giêsu Kitô.</vt:lpstr>
      <vt:lpstr>Lạy Chúa là Thiên Chúa, là Chiên Thiên Chúa, là Con Ðức Chúa Cha,</vt:lpstr>
      <vt:lpstr>Chúa xóa tội trần gian, xin thương xót chúng con,</vt:lpstr>
      <vt:lpstr>Chúa xóa tội trần gian, xin nhậm lời chúng con cầu khẩn.</vt:lpstr>
      <vt:lpstr>Chúa ngự bên hữu Ðức Chúa Cha, xin thương xót chúng con.</vt:lpstr>
      <vt:lpstr>Vì lạy Chúa Giêsu Kitô, chỉ có Chúa là Ðấng Thánh,</vt:lpstr>
      <vt:lpstr>chỉ có Chúa là Chúa, chỉ có Chúa là Ðấng Tối Cao,</vt:lpstr>
      <vt:lpstr>cùng Ðức Chúa Thánh Thần trong vinh quang Ðức Chúa Cha. Amen.</vt:lpstr>
      <vt:lpstr>PowerPoint Presentation</vt:lpstr>
      <vt:lpstr>PowerPoint Presentation</vt:lpstr>
      <vt:lpstr>ĐÁP CA THÁNH VỊNH 39 (Lm. Thái Nguyên)</vt:lpstr>
      <vt:lpstr>1. Con đã trông cậy ở Chúa, Ngài đã nghiêng mình về bên con,</vt:lpstr>
      <vt:lpstr>đây Ngài đã nghe con khẩn cầu.</vt:lpstr>
      <vt:lpstr>Ngài đặt trong miệng con một bài ca mới,</vt:lpstr>
      <vt:lpstr>một bài ca mừng Thiên Chúa ta.</vt:lpstr>
      <vt:lpstr>ĐK. Lạy Chúa, này con đây! Xin đến thực thi ý Ngài.</vt:lpstr>
      <vt:lpstr>2. Hy lễ trên bàn thờ đây, lễ phẩm dâng Ngài cũng không ưng,</vt:lpstr>
      <vt:lpstr>nhưng Ngài mở tai con hiểu rằng: Ngài chẳng muốn</vt:lpstr>
      <vt:lpstr>của lễ hay là hy tế, thì này con nguyện đến Chúa ơi!</vt:lpstr>
      <vt:lpstr>ĐK. Lạy Chúa, này con đây! Xin đến thực thi ý Ngài.</vt:lpstr>
      <vt:lpstr>3. Như sách đã thuật về con: Lạy Chúa! Con thực tình sung sướng</vt:lpstr>
      <vt:lpstr>sướng để được sống theo thánh ý Ngài.</vt:lpstr>
      <vt:lpstr>Lề luật Chúa được ghi trong tận lòng con, </vt:lpstr>
      <vt:lpstr>để đời con hằng dõi bước theo.</vt:lpstr>
      <vt:lpstr>ĐK. Lạy Chúa, này con đây! Xin đến thực thi ý Ngài.</vt:lpstr>
      <vt:lpstr>4. Con đã loan truyền về Chúa, về Chúa con thật là công minh,</vt:lpstr>
      <vt:lpstr>cho đời biết uy linh của Ngài.</vt:lpstr>
      <vt:lpstr>Và miệng con sẽ chẳng bao giờ im tiếng,</vt:lpstr>
      <vt:lpstr>lời ngợi ca mừng Danh Thánh Ngài.</vt:lpstr>
      <vt:lpstr>ĐK. Lạy Chúa, này con đây! Xin đến thực thi ý Ngài.</vt:lpstr>
      <vt:lpstr>PowerPoint Presentation</vt:lpstr>
      <vt:lpstr>PowerPoint Presentation</vt:lpstr>
      <vt:lpstr>All… All...   Lạy Chúa là Chúa cả trời đất, con xin ngợi khen Ngài</vt:lpstr>
      <vt:lpstr>đã mạc khải Nước Trời cho những người nhỏ bé. All…All…</vt:lpstr>
      <vt:lpstr>PowerPoint Presentation</vt:lpstr>
      <vt:lpstr>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TIẾN DÂNG LÊN  (Phanxic ô)</vt:lpstr>
      <vt:lpstr>1. Tiến dâng lên thiên cung này lễ vật.</vt:lpstr>
      <vt:lpstr>Nguyện dâng Chúa bánh thơm với rượu nho,</vt:lpstr>
      <vt:lpstr>và nước mắt tiếng hát trong cuộc đời.</vt:lpstr>
      <vt:lpstr>Xin Chúa nhận đền bù muôn tội con.</vt:lpstr>
      <vt:lpstr>ÐK: Cùng dâng tiến tiếng hát trên môi nguyện cầu,</vt:lpstr>
      <vt:lpstr>bao nỗi sầu dâng lên cùng với niềm vui.</vt:lpstr>
      <vt:lpstr>Cùng dâng tiến với hết tâm tình thiết tha,</vt:lpstr>
      <vt:lpstr>tựa hương xa bay lên tòa Chúa bao la.</vt:lpstr>
      <vt:lpstr>2. Tiến dâng lên thiên cung lời ước nguyện,</vt:lpstr>
      <vt:lpstr>nguyện xin Chúa khấng ban phúc bình yên,</vt:lpstr>
      <vt:lpstr>được như nước nối kết trong rượu nồng,</vt:lpstr>
      <vt:lpstr>bao tấm lòng hòa đồng trong tình yêu.</vt:lpstr>
      <vt:lpstr>ÐK: Cùng dâng tiến tiếng hát trên môi nguyện cầu,</vt:lpstr>
      <vt:lpstr>bao nỗi sầu dâng lên cùng với niềm vui.</vt:lpstr>
      <vt:lpstr>Cùng dâng tiến với hết tâm tình thiết tha,</vt:lpstr>
      <vt:lpstr>tựa hương xa bay lên tòa Chúa bao la.</vt:lpstr>
      <vt:lpstr>PowerPoint Presentation</vt:lpstr>
      <vt:lpstr>CA HIỆP LỄ</vt:lpstr>
      <vt:lpstr>HIỆP LỄ NGỌN LỬA TÌNH YÊU (Lm. Thái Nguyên)</vt:lpstr>
      <vt:lpstr>ĐK. Xin Chúa biến đổi đời con, trở nên làm một với Ngài.</vt:lpstr>
      <vt:lpstr>Xin Chúa đốt cháy lòng con bằng ngọn lửa Tình yêu của Ngài.</vt:lpstr>
      <vt:lpstr>1. Tâm con với niềm thao thức, tìm đến Chúa suối nguồn an bình,</vt:lpstr>
      <vt:lpstr>thân con đói rách nghèo hèn, trơ trọi ở trước Thánh Nhan.</vt:lpstr>
      <vt:lpstr>Thiên Chúa như ngọn lửa Tình yêu thiêu đốt tim con hững hờ,</vt:lpstr>
      <vt:lpstr>ngày tháng bơ vơ mong chờ, tìm đến Ngài là Đấng con hằng mơ.</vt:lpstr>
      <vt:lpstr>ĐK. Xin Chúa biến đổi đời con, trở nên làm một với Ngài.</vt:lpstr>
      <vt:lpstr>Xin Chúa đốt cháy lòng con bằng ngọn lửa Tình yêu của Ngài.</vt:lpstr>
      <vt:lpstr>2. Con mong luôn được bên Chúa, để chiêm ngưỡng ôi Tình yêu Ngài,</vt:lpstr>
      <vt:lpstr>nơi con héo úa muộn màng, khô cằn Tình yêu thẳm sâu. </vt:lpstr>
      <vt:lpstr>Con ước mong được nguồn tình thân, bên Chúa an tâm vững lòng,</vt:lpstr>
      <vt:lpstr>ngày tháng vui trong hy vọng và thỏa lòng từng phút giây hoài mong.</vt:lpstr>
      <vt:lpstr>ĐK. Xin Chúa biến đổi đời con, trở nên làm một với Ngài.</vt:lpstr>
      <vt:lpstr>Xin Chúa đốt cháy lòng con bằng ngọn lửa Tình yêu của Ngài.</vt:lpstr>
      <vt:lpstr>PowerPoint Presentation</vt:lpstr>
      <vt:lpstr>KẾT LỄ CUNG CHÚC TRINH VƯƠNG (Hoài Đức)</vt:lpstr>
      <vt:lpstr>1. Cung chúc Trinh Vương không hề nhiễm tội truyền.</vt:lpstr>
      <vt:lpstr>Thật Mẹ là Mẹ Thiên Chúa  Mẹ khiết trinh trọn đời. </vt:lpstr>
      <vt:lpstr>Cung chúc Trinh Vương là kho tích ơn thiêng. </vt:lpstr>
      <vt:lpstr>Mẹ đã hy sinh lập công để cứu chuộc nhân loại.</vt:lpstr>
      <vt:lpstr>ÐK. Mẹ Maria ai là không được Mẹ thương đến.</vt:lpstr>
      <vt:lpstr>Khốn thay nhân loại mê đắm nên lãng quên.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807</cp:revision>
  <cp:lastPrinted>2025-03-29T15:09:16Z</cp:lastPrinted>
  <dcterms:created xsi:type="dcterms:W3CDTF">2023-01-29T22:00:16Z</dcterms:created>
  <dcterms:modified xsi:type="dcterms:W3CDTF">2025-08-16T15:19:58Z</dcterms:modified>
</cp:coreProperties>
</file>