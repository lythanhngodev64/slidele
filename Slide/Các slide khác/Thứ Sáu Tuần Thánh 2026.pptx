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lKBpPew+yZcWW9uZlQimMgo4l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45bf4a458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d45bf4a458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ca01169ea_0_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ca01169ea_0_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ca01169ea_0_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dca01169ea_0_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ca01169ea_0_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dca01169ea_0_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45bf4a458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d45bf4a458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5bf4a458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d45bf4a458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a01169ea_0_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dca01169ea_0_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ca01169ea_0_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dca01169ea_0_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5bf4a458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45bf4a458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45bf4a458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d45bf4a458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73e4e587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173e4e587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d173e4e587_0_13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45bf4a458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d45bf4a458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d16a67f32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dd16a67f32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414e586d7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d414e586d7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414e586d7_0_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d414e586d7_0_1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414e586d7_0_1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414e586d7_0_1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45bf4a458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d45bf4a458_0_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414e586d7_0_1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d414e586d7_0_1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414e586d7_0_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d414e586d7_0_1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45bf4a458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d45bf4a458_0_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414e586d7_0_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d414e586d7_0_1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414e586d7_0_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d414e586d7_0_1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45bf4a458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d45bf4a458_0_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d16a67f32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dd16a67f32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9fda1346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d9fda13464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9fda13464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d9fda13464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9fda13464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d9fda13464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9fda13464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d9fda13464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5bf4a458_0_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d45bf4a458_0_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9fda1346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d9fda13464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9fda1346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d9fda13464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45bf4a458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d45bf4a458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45bf4a458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d45bf4a458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5bf4a458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d45bf4a458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45bf4a458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d45bf4a458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45bf4a458_0_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d45bf4a458_0_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45bf4a458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d45bf4a458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45bf4a458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d45bf4a458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45bf4a458_0_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3d45bf4a458_0_7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d16a67f32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dd16a67f32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45bf4a458_1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d45bf4a458_1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30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đoái nhìn con lạy Chúa Trời, đây con đến nương nhờ Ngài,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trông cậy Ngài ôi Đấng công minh. Chúa thương tình xin Ngài cứu chữa,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5bf4a458_0_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để muôn đời tủi hổ thân con, phó thác tâm hồn vào tay Chúa thôi.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a01169ea_0_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con xin phó thác tâm hồn con trong tay Cha.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ca01169ea_0_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đã trở nên đồ ô nhục trước bao ác nhân địch thù,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a01169ea_0_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trò cười cho khách lân bang, nỗi lo sợ cho người quen biết,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45bf4a458_0_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thấy con trên đường họ tránh xa con, giữa cơn khốn cùng mọi người lãng quên.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45bf4a458_0_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con xin phó thác tâm hồn con trong tay Cha.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ca01169ea_0_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Cuộc sống đời con còn có gì, tim con đớn đau bồi hồi,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ca01169ea_0_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 cậy Ngài Thiên Chúa yêu thương, Đấng trung thành với lời giao ước,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5bf4a458_0_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 bao quân thù hãy cứu nguy con, phó thác nơi Ngài mạng sống Chúa ơi.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45bf4a458_0_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con xin phó thác tâm hồn con trong tay Cha.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6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Ki-tô vì chúng ta đã vâng lời cho đến chết và chết trên thập hình.</a:t>
            </a:r>
            <a:endParaRPr b="1" sz="6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173e4e587_0_139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6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thế Thiên Chúa đã tôn vinh Người và ban cho Người một danh hiệu vượt trên các danh hiệu.</a:t>
            </a:r>
            <a:endParaRPr b="1" sz="6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d45bf4a45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dd16a67f3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414e586d7_0_1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HÔN CHÂN THÁNH GIÁ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TA ƠI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 Long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414e586d7_0_1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Ta di, dân Ta ơi, Ta đã làm gì cho ngươi, hay Ta đã làm phiền chi ngươi? Hãy trả lời Ta đi.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414e586d7_0_1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Phải chăng, vì Ta dẫn đưa ngươi ra khỏi đất Ai-cập, mà ngươi dọn thập tự cho Đấng đã cứu ngươi?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45bf4a458_0_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Ta di, dân Ta ơi, Ta đã làm gì cho ngươi, hay Ta đã làm phiền chi ngươi? Hãy trả lời Ta đi.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414e586d7_0_1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Phải chăng, vì Ta dẫn ngươi qua sa mạc bốn mươi năm trường, cho ngươi ăn man-na,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414e586d7_0_1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đưa ngươi vào Đất Hứa, mà ngươi dọn thập tự cho Đấng đã cứu ngươi?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45bf4a458_0_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Ta di, dân Ta ơi, Ta đã làm gì cho ngươi, hay Ta đã làm phiền chi ngươi? Hãy trả lời Ta đi.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414e586d7_0_1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chi phải làm ma Ta đã không làm cho ngươi? Ta trồng ngươi như vun trồng cây nho quý,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414e586d7_0_1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ngươi lấy đòng đâm thấu tim Ta, cùng dâng Ta của cay đắng với dấm chua.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45bf4a458_0_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Ta di, dân Ta ơi, Ta đã làm gì cho ngươi, hay Ta đã làm phiền chi ngươi? Hãy trả lời Ta đi.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3dd16a67f3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fda13464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</a:t>
            </a: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VỌNG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YÊU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Đỗ Vi Hạ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9fda13464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đồi cao, trong gió lao xao gọi mời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9fda13464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gục ngã, treo thân thập giá, giang cánh tay ôm tội đoạ đày.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9fda13464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tàn hơi Con Chúa Trời nghe hồn chợt đơn côi.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45bf4a458_0_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nhân loại hỡi, sao chưa hoài tới, mà nỡ quên ân tình biển khơi.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9fda1346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 vì tình yêu Chúa chịu nhục thân, chết cho trần gian.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9fda13464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Ngài chỉ đến, sống cho tình yêu, chết cho tình yêu: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45bf4a458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cứu muôn người lỗi tội, đưa về trời đẹp tươi.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45bf4a458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đồi cao, trong tiếng ngân chuông chiều vọng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45bf4a458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lặng lẽ môi khô bờ hé, tim nát tan gai nhọn bạo tàn.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45bf4a458_0_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Ân tình sâu ai có mau quay về nguồn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45bf4a458_0_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Cha Ngài hỡi, xin tha lầm lỗi những tháng năm theo đời biệt tăm.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45bf4a458_0_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 vì tình yêu Chúa chịu nhục thân, chết cho trần gian.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45bf4a458_0_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Ngài chỉ đến, sống cho tình yêu, chết cho tình yêu: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45bf4a458_0_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cứu muôn người lỗi tội, đưa về trời đẹp tươi.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dd16a67f32_0_29" title="chan dan thanh g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d45bf4a458_1_1" title="Gemini_Generated_Image_j681h5j681h5j68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