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2" roundtripDataSignature="AMtx7mjO4YL2rSX9a7UIVdcaNqEp43qb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220" Type="http://schemas.openxmlformats.org/officeDocument/2006/relationships/slide" Target="slides/slide215.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222" Type="http://customschemas.google.com/relationships/presentationmetadata" Target="metadata"/><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5a0c7ab5b_0_3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5a0c7ab5b_0_3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9ce9eb37a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9ce9eb37a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27e67361b_1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27e67361b_1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5a0c7ab5b_0_3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5a0c7ab5b_0_3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e5a0c7ab5b_0_3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e5a0c7ab5b_0_3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e5a0c7ab5b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e5a0c7ab5b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e26ec1f82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e26ec1f82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e5a0c7ab5b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e5a0c7ab5b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e9ce9eb37a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e9ce9eb37a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e5a0c7ab5b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e5a0c7ab5b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e5a0c7ab5b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e5a0c7ab5b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5a0c7ab5b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e5a0c7ab5b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e5a0c7ab5b_0_3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e5a0c7ab5b_0_3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e5a0c7ab5b_0_3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e5a0c7ab5b_0_3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e5a0c7ab5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e5a0c7ab5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e5a0c7ab5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e5a0c7ab5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e5a0c7ab5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e5a0c7ab5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e5a0c7ab5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e5a0c7ab5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e5a0c7ab5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e5a0c7ab5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e5a0c7ab5b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e5a0c7ab5b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e5a0c7ab5b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e5a0c7ab5b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e5a0c7ab5b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e5a0c7ab5b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e5a0c7ab5b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e5a0c7ab5b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e5a0c7ab5b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e5a0c7ab5b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e5a0c7ab5b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e5a0c7ab5b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e5a0c7ab5b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e5a0c7ab5b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e5a0c7ab5b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e5a0c7ab5b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e9ce9eb37a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e9ce9eb37a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e5a0c7ab5b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e5a0c7ab5b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e5a0c7ab5b_0_3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e5a0c7ab5b_0_3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e5a0c7ab5b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e5a0c7ab5b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e5a0c7ab5b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e5a0c7ab5b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e5a0c7ab5b_0_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e5a0c7ab5b_0_1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e5a0c7ab5b_0_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e5a0c7ab5b_0_1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e5a0c7ab5b_0_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e5a0c7ab5b_0_1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e5a0c7ab5b_0_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e5a0c7ab5b_0_1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e5a0c7ab5b_0_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e5a0c7ab5b_0_1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eb70c64d5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eb70c64d5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3.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4.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5.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5.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5.jp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5.jp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e5a0c7ab5b_0_348"/>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VINH QUANG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(Nam Hoa)</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Trời xanh ơi hỡi trời xanh, hãy thuật lại vinh quang của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Từng không vút cao muôn trùng, hãy loan truyền những việc Người làm.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Ngày và đêm hãy truyền nhau những kỳ công siêu việt bao la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9ce9eb37a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Chúa đã thương ban cho đời, làm bằng chứng tình yêu quang lâm.</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Vinh quang Chúa chói ngời, Vinh quang Chúa cao vời, con tin kính tôn thờ mình Ngài.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27e67361b_1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chemeClr val="lt1"/>
                </a:solidFill>
                <a:latin typeface="Times New Roman"/>
                <a:ea typeface="Times New Roman"/>
                <a:cs typeface="Times New Roman"/>
                <a:sym typeface="Times New Roman"/>
              </a:rPr>
              <a:t>Tôn vinh Chúa muôn loài, tri ân Chúa muôn đời. Có ai uy quyền bằng Thiên Chúa Ba Ngôi?</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e5a0c7ab5b_0_352"/>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g3e5a0c7ab5b_0_35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88" name="Google Shape;78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ĐANIEL 3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(Chúa Ba Ngôi A)</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(05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Chúc tụng Thiên Chúa của cha ông chúng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lời ca ngợi chúc vinh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Chúc tụng Danh Thánh ngàn vinh quang khắp nơi.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e5a0c7ab5b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lời ca ngợi chúc vinh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e26ec1f821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Chúc tụng Thiên Chúa ngàn thiên binh hiển vinh.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e5a0c7ab5b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lời ca ngợi chúc vinh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e9ce9eb37a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4. </a:t>
            </a:r>
            <a:r>
              <a:rPr b="1" lang="en-US" sz="7500">
                <a:solidFill>
                  <a:schemeClr val="lt1"/>
                </a:solidFill>
                <a:latin typeface="Times New Roman"/>
                <a:ea typeface="Times New Roman"/>
                <a:cs typeface="Times New Roman"/>
                <a:sym typeface="Times New Roman"/>
              </a:rPr>
              <a:t>Chúc tụng Đức Chúa là Thiên Chúa chí tôn.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e5a0c7ab5b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lời ca ngợi chúc vinh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e5a0c7ab5b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5</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Chúc tụng Thiên Chúa nguồn vinh quang chúng sinh.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e5a0c7ab5b_0_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lời ca ngợi chúc vinh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7" name="Shape 847"/>
        <p:cNvGrpSpPr/>
        <p:nvPr/>
      </p:nvGrpSpPr>
      <p:grpSpPr>
        <a:xfrm>
          <a:off x="0" y="0"/>
          <a:ext cx="0" cy="0"/>
          <a:chOff x="0" y="0"/>
          <a:chExt cx="0" cy="0"/>
        </a:xfrm>
      </p:grpSpPr>
      <p:sp>
        <p:nvSpPr>
          <p:cNvPr id="848" name="Google Shape;84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49" name="Google Shape;84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6300">
                <a:solidFill>
                  <a:schemeClr val="lt1"/>
                </a:solidFill>
                <a:latin typeface="Times New Roman"/>
                <a:ea typeface="Times New Roman"/>
                <a:cs typeface="Times New Roman"/>
                <a:sym typeface="Times New Roman"/>
              </a:rPr>
              <a:t>Sáng danh Đức Chúa Cha và Đức Chúa Con, và Đức Chúa Thánh Thần.</a:t>
            </a:r>
            <a:endParaRPr b="1" sz="6300">
              <a:solidFill>
                <a:schemeClr val="lt1"/>
              </a:solidFill>
              <a:latin typeface="Times New Roman"/>
              <a:ea typeface="Times New Roman"/>
              <a:cs typeface="Times New Roman"/>
              <a:sym typeface="Times New Roman"/>
            </a:endParaRPr>
          </a:p>
        </p:txBody>
      </p:sp>
      <p:sp>
        <p:nvSpPr>
          <p:cNvPr id="856" name="Google Shape;85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500">
                <a:solidFill>
                  <a:schemeClr val="lt1"/>
                </a:solidFill>
                <a:latin typeface="Times New Roman"/>
                <a:ea typeface="Times New Roman"/>
                <a:cs typeface="Times New Roman"/>
                <a:sym typeface="Times New Roman"/>
              </a:rPr>
              <a:t>Sáng danh Thiên Chúa Đấng hằng có từ ngàn xưa đến muôn ngàn đời.</a:t>
            </a:r>
            <a:r>
              <a:rPr b="1" lang="en-US" sz="6500">
                <a:solidFill>
                  <a:schemeClr val="lt1"/>
                </a:solidFill>
                <a:latin typeface="Times New Roman"/>
                <a:ea typeface="Times New Roman"/>
                <a:cs typeface="Times New Roman"/>
                <a:sym typeface="Times New Roman"/>
              </a:rPr>
              <a:t> </a:t>
            </a: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pic>
        <p:nvPicPr>
          <p:cNvPr id="866" name="Google Shape;866;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pic>
        <p:nvPicPr>
          <p:cNvPr id="871" name="Google Shape;871;g3e5a0c7ab5b_0_360"/>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77" name="Google Shape;87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g3e5a0c7ab5b_0_364"/>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e5a0c7ab5b_0_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CHÚA TRỜI</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e5a0c7ab5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Dâng dâng Chúa Trời lúa thơm, nho chín đỏ,</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e5a0c7ab5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Cây xanh, hoa đẹp, trái ngon, cả hương lòng đang thắm nồng.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3e5a0c7ab5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dâng lên Chúa đây nắng úa với đây mưa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e5a0c7ab5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dâng Ngài trót cuộc đời, ước mong hoài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e5a0c7ab5b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Dâng dâng tháng ngày thế gian luôn biến đổi,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e5a0c7ab5b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Hoa xuân, mưa hạ, gió thu, một năm buồn vui mấy mùa.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e5a0c7ab5b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dâng lên Chúa đây nắng úa với đây mưa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e5a0c7ab5b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dâng Ngài trót cuộc đời, ước mong hoài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e5a0c7ab5b_0_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Dâng dâng kiếp người ví như con suối nhỏ,</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e5a0c7ab5b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Lênh đênh trôi về biển khơi, nguyện mong sạch trong suốt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e5a0c7ab5b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dâng lên Chúa đây nắng úa với đây mưa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e5a0c7ab5b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dâng Ngài trót cuộc đời, ước mong hoài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pic>
        <p:nvPicPr>
          <p:cNvPr id="1047" name="Google Shape;104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pic>
        <p:nvPicPr>
          <p:cNvPr id="1067" name="Google Shape;106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pic>
        <p:nvPicPr>
          <p:cNvPr id="1087" name="Google Shape;108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Vì anh em được làm con cái, nên Thiên Chúa đã sai Thánh Thần của Con Chúa</a:t>
            </a:r>
            <a:endParaRPr b="1" sz="7000">
              <a:solidFill>
                <a:schemeClr val="lt1"/>
              </a:solidFill>
              <a:latin typeface="Times New Roman"/>
              <a:ea typeface="Times New Roman"/>
              <a:cs typeface="Times New Roman"/>
              <a:sym typeface="Times New Roman"/>
            </a:endParaRPr>
          </a:p>
        </p:txBody>
      </p:sp>
      <p:sp>
        <p:nvSpPr>
          <p:cNvPr id="1093" name="Google Shape;109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a42a8b53c1_2_27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vào tâm hồn chúng ta, mà kêu lên rằng: Abba, nghĩa là </a:t>
            </a:r>
            <a:br>
              <a:rPr b="1" lang="en-US" sz="7000">
                <a:solidFill>
                  <a:schemeClr val="lt1"/>
                </a:solidFill>
                <a:latin typeface="Times New Roman"/>
                <a:ea typeface="Times New Roman"/>
                <a:cs typeface="Times New Roman"/>
                <a:sym typeface="Times New Roman"/>
              </a:rPr>
            </a:br>
            <a:r>
              <a:rPr b="1" lang="en-US" sz="7000">
                <a:solidFill>
                  <a:schemeClr val="lt1"/>
                </a:solidFill>
                <a:latin typeface="Times New Roman"/>
                <a:ea typeface="Times New Roman"/>
                <a:cs typeface="Times New Roman"/>
                <a:sym typeface="Times New Roman"/>
              </a:rPr>
              <a:t>									“Lạy Cha”.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pic>
        <p:nvPicPr>
          <p:cNvPr id="1103" name="Google Shape;110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CÁT BIỂN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SAO TRỜI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Phanxicô</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Hãy đếm tinh tú trên trời mà biết ơn Người cho đời và xem cát biển để hiểu người thương ta.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Người thương ta muôn ngàn năm rất xa, thuở muôn loài chưa thành trong cõi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e9ce9eb37a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Chính Người mở cho ta, đất trời biển bao la.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Người thương ta tháng năm qua tình vẫn bao la, đến muôn đời tình chẳng phai nhòa,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Người thương ta như mùa xuân mãi ươm hoa. Nguyện dâng Cha trái tim con tình nghĩa phôi pha,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e5a0c7ab5b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muốn đáp đền nào có chi đền thì xin theo muôn lối mở tình yêu.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pic>
        <p:nvPicPr>
          <p:cNvPr id="1143" name="Google Shape;1143;g3e5a0c7ab5b_0_368"/>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e5a0c7ab5b_0_15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VỀ MẸ</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e5a0c7ab5b_0_1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Con dâng về Mẹ một niềm tin yêu bao la, Một lòng cậy trông vàng đá.</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e5a0c7ab5b_0_1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Mẹ lời kinh như áng hương trời. Diệu huyền tỏa bay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e5a0c7ab5b_0_1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1.</a:t>
            </a:r>
            <a:r>
              <a:rPr b="1" lang="en-US" sz="8000">
                <a:solidFill>
                  <a:schemeClr val="lt1"/>
                </a:solidFill>
                <a:latin typeface="Times New Roman"/>
                <a:ea typeface="Times New Roman"/>
                <a:cs typeface="Times New Roman"/>
                <a:sym typeface="Times New Roman"/>
              </a:rPr>
              <a:t> Con dâng về Mẹ: Trọn cuộc đời nơi khóc than,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e5a0c7ab5b_0_1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Đường đời nguy nan Mẹ nâng đỡ cho vẹn toàn.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e5a0c7ab5b_0_1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Con dâng về Mẹ một niềm tin yêu bao la, Một lòng cậy trông vàng đá.</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e5a0c7ab5b_0_1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Mẹ lời kinh như áng hương trời. Diệu huyền tỏa bay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pic>
        <p:nvPicPr>
          <p:cNvPr id="1183" name="Google Shape;1183;g3eb70c64d54_0_0" title="ChatGPT Image 13_43_18 24 thg 4,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