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5" roundtripDataSignature="AMtx7mgG9xKUq2VZEnJeLe8YzBs8K/6R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5" Type="http://customschemas.google.com/relationships/presentationmetadata" Target="metadata"/><Relationship Id="rId204" Type="http://schemas.openxmlformats.org/officeDocument/2006/relationships/slide" Target="slides/slide199.xml"/><Relationship Id="rId203" Type="http://schemas.openxmlformats.org/officeDocument/2006/relationships/slide" Target="slides/slide198.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bbf7d17f7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bbf7d17f7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b5c728cec8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b5c728cec8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b5c728cec8_0_1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b5c728cec8_0_1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bbbf7d17f7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bbbf7d17f7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bbbf7d17f7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bbbf7d17f7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bbbf7d17f7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bbbf7d17f7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3" name="Google Shape;56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5" name="Google Shape;57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1" name="Google Shape;58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7" name="Google Shape;58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9" name="Google Shape;59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bbbf7d17f7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bbbf7d17f7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4" name="Google Shape;654;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9" name="Google Shape;659;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4" name="Google Shape;664;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9" name="Google Shape;669;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bbbf7d17f7_0_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4" name="Google Shape;674;g3bbbf7d17f7_0_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b26357b4a1_0_3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g3b26357b4a1_0_3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b26357b4a1_0_3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4" name="Google Shape;684;g3b26357b4a1_0_3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b26357b4a1_0_3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9" name="Google Shape;689;g3b26357b4a1_0_3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bbbf7d17f7_0_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4" name="Google Shape;694;g3bbbf7d17f7_0_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bbbf7d17f7_0_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9" name="Google Shape;699;g3bbbf7d17f7_0_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b26357b4a1_0_3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4" name="Google Shape;704;g3b26357b4a1_0_3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b26357b4a1_0_3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9" name="Google Shape;709;g3b26357b4a1_0_3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b26357b4a1_0_3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4" name="Google Shape;714;g3b26357b4a1_0_3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bbbf7d17f7_0_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g3bbbf7d17f7_0_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bbbf7d17f7_0_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4" name="Google Shape;724;g3bbbf7d17f7_0_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 name="Google Shape;735;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2" name="Google Shape;742;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7" name="Google Shape;747;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bbbf7d17f7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2" name="Google Shape;752;g3bbbf7d17f7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7" name="Google Shape;757;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3" name="Google Shape;763;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8" name="Google Shape;768;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3" name="Google Shape;773;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8" name="Google Shape;778;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3" name="Google Shape;783;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8" name="Google Shape;788;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3" name="Google Shape;793;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8" name="Google Shape;798;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3" name="Google Shape;803;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8" name="Google Shape;808;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3" name="Google Shape;813;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8" name="Google Shape;818;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3" name="Google Shape;823;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8" name="Google Shape;828;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3" name="Google Shape;833;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8" name="Google Shape;838;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3" name="Google Shape;843;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8" name="Google Shape;848;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3" name="Google Shape;853;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bbbf7d17f7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8" name="Google Shape;858;g3bbbf7d17f7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3" name="Google Shape;863;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8" name="Google Shape;868;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3" name="Google Shape;873;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8" name="Google Shape;878;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3" name="Google Shape;883;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bbbf7d17f7_0_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8" name="Google Shape;888;g3bbbf7d17f7_0_5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bbbf7d17f7_0_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3" name="Google Shape;893;g3bbbf7d17f7_0_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bbbf7d17f7_0_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8" name="Google Shape;898;g3bbbf7d17f7_0_6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bbbf7d17f7_0_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3" name="Google Shape;903;g3bbbf7d17f7_0_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bbbf7d17f7_0_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8" name="Google Shape;908;g3bbbf7d17f7_0_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bbbf7d17f7_0_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3" name="Google Shape;913;g3bbbf7d17f7_0_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bbbf7d17f7_0_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g3bbbf7d17f7_0_7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bbbf7d17f7_0_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g3bbbf7d17f7_0_8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3" name="Google Shape;933;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3" name="Google Shape;943;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8" name="Google Shape;948;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3" name="Google Shape;963;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3" name="Google Shape;973;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9" name="Google Shape;979;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4" name="Google Shape;984;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9" name="Google Shape;989;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ab13fdb44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4" name="Google Shape;994;g3ab13fdb44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b5c728cec8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9" name="Google Shape;999;g3b5c728cec8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baa6357486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g3baa6357486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b26357b4a1_0_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9" name="Google Shape;1009;g3b26357b4a1_0_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b26357b4a1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4" name="Google Shape;1014;g3b26357b4a1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bbbf7d17f7_0_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9" name="Google Shape;1019;g3bbbf7d17f7_0_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bbbf7d17f7_0_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4" name="Google Shape;1024;g3bbbf7d17f7_0_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bbbf7d17f7_0_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9" name="Google Shape;1029;g3bbbf7d17f7_0_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bbbf7d17f7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4" name="Google Shape;1034;g3bbbf7d17f7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bbbf7d17f7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9" name="Google Shape;1039;g3bbbf7d17f7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bbbf7d17f7_0_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4" name="Google Shape;1044;g3bbbf7d17f7_0_1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3bbbf7d17f7_0_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9" name="Google Shape;1049;g3bbbf7d17f7_0_1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bbbf7d17f7_0_1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4" name="Google Shape;1054;g3bbbf7d17f7_0_1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3bbbf7d17f7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9" name="Google Shape;1059;g3bbbf7d17f7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bbbf7d17f7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4" name="Google Shape;1064;g3bbbf7d17f7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3bbbf7d17f7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9" name="Google Shape;1069;g3bbbf7d17f7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4" name="Google Shape;1074;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9" name="Google Shape;1079;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4" name="Google Shape;1084;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9" name="Google Shape;1089;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b26357b4a1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4" name="Google Shape;1094;g3b26357b4a1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3bbbf7d17f7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9" name="Google Shape;1099;g3bbbf7d17f7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8.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4.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 Id="rId3" Type="http://schemas.openxmlformats.org/officeDocument/2006/relationships/image" Target="../media/image4.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5.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5.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5.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4.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bbbf7d17f7_0_1"/>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TÔI MỪNG VUI</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Kim Long)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Tôi mừng vui mỗi khi nghe nhủ rằng: Nào ta tiến lên đền thờ Thiên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Ðây Gia-Liêm, ta dừng chân ngắm cửa tiền đường. Ôi thành thánh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b5c728cec8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Ðây Gia-Liêm thành đô luôn vững bền với tháng năm.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b5c728cec8_0_1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Người người cùng mừng vui, dâng lễ vật ca tụng Chúa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bbbf7d17f7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Tôi mừng vui mỗi khi nghe nhủ rằng: Nào ta tiến lên đền thờ Thiên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bbbf7d17f7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Ðây Gia-Liêm, ta dừng chân ngắm cửa tiền đường. Ôi thành thánh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3bbbf7d17f7_0_5"/>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59" name="Google Shape;55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 name="Shape 570"/>
        <p:cNvGrpSpPr/>
        <p:nvPr/>
      </p:nvGrpSpPr>
      <p:grpSpPr>
        <a:xfrm>
          <a:off x="0" y="0"/>
          <a:ext cx="0" cy="0"/>
          <a:chOff x="0" y="0"/>
          <a:chExt cx="0" cy="0"/>
        </a:xfrm>
      </p:grpSpPr>
      <p:sp>
        <p:nvSpPr>
          <p:cNvPr id="571" name="Google Shape;57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g3bbbf7d17f7_0_9"/>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48" name="Google Shape;648;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49" name="Google Shape;649;p133"/>
          <p:cNvSpPr/>
          <p:nvPr/>
        </p:nvSpPr>
        <p:spPr>
          <a:xfrm flipH="1" rot="10800000">
            <a:off x="-1733" y="0"/>
            <a:ext cx="6803134" cy="5143179"/>
          </a:xfrm>
          <a:prstGeom prst="rect">
            <a:avLst/>
          </a:prstGeom>
          <a:gradFill>
            <a:gsLst>
              <a:gs pos="0">
                <a:srgbClr val="000000">
                  <a:alpha val="48627"/>
                </a:srgbClr>
              </a:gs>
              <a:gs pos="8000">
                <a:srgbClr val="000000">
                  <a:alpha val="48627"/>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50" name="Google Shape;650;p133"/>
          <p:cNvSpPr/>
          <p:nvPr/>
        </p:nvSpPr>
        <p:spPr>
          <a:xfrm flipH="1" rot="-5400000">
            <a:off x="2737118" y="-1264380"/>
            <a:ext cx="3670923" cy="9145160"/>
          </a:xfrm>
          <a:prstGeom prst="rect">
            <a:avLst/>
          </a:prstGeom>
          <a:gradFill>
            <a:gsLst>
              <a:gs pos="0">
                <a:srgbClr val="9CC2E5">
                  <a:alpha val="0"/>
                </a:srgbClr>
              </a:gs>
              <a:gs pos="100000">
                <a:srgbClr val="000000">
                  <a:alpha val="42745"/>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51" name="Google Shape;651;p133"/>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26</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Chúa là triều thiên ánh sáng và là Đấng cứu độ tôi, tôi còn sợ ai trong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là Đấng hộ phù tôi, chở che tôi như thành luỹ, đời tôi đâu có sợ gì.</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Chúa là sự sáng, là Đấng cứu độ đời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g3bbbf7d17f7_0_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là tình yêu niềm vui của muôn tâm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g3b26357b4a1_0_3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Có một điều tôi xin Chúa, một điều tôi kiếm tìm luôn,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g3b26357b4a1_0_3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đó là được trong nhà Ngài, mến yêu Chúa trót đời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g3b26357b4a1_0_3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hầu hưởng sự êm đềm Chúa, và chiêm ngưỡng thánh nhan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g3bbbf7d17f7_0_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Chúa là sự sáng, là Đấng cứu độ đời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g3bbbf7d17f7_0_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là tình yêu niềm vui của muôn tâm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g3b26357b4a1_0_3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Với niềm thành tin kêu khấn, nguyện Ngài thương xót đời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g3b26357b4a1_0_3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nhận lời cầu xin thiết tha,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g3b26357b4a1_0_3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gói trọn tất cả tình yêu, và lòng tôi luôn tự nhủ: hãy luôn tìm kiếm nhan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g3bbbf7d17f7_0_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Chúa là sự sáng, là Đấng cứu độ đời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g3bbbf7d17f7_0_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là tình yêu niềm vui của muôn tâm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0" name="Shape 730"/>
        <p:cNvGrpSpPr/>
        <p:nvPr/>
      </p:nvGrpSpPr>
      <p:grpSpPr>
        <a:xfrm>
          <a:off x="0" y="0"/>
          <a:ext cx="0" cy="0"/>
          <a:chOff x="0" y="0"/>
          <a:chExt cx="0" cy="0"/>
        </a:xfrm>
      </p:grpSpPr>
      <p:sp>
        <p:nvSpPr>
          <p:cNvPr id="731" name="Google Shape;731;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32" name="Google Shape;732;p155"/>
          <p:cNvPicPr preferRelativeResize="0"/>
          <p:nvPr/>
        </p:nvPicPr>
        <p:blipFill rotWithShape="1">
          <a:blip r:embed="rId3">
            <a:alphaModFix/>
          </a:blip>
          <a:srcRect b="0" l="0" r="0" t="0"/>
          <a:stretch/>
        </p:blipFill>
        <p:spPr>
          <a:xfrm>
            <a:off x="0" y="0"/>
            <a:ext cx="9141701" cy="5142217"/>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8000">
                <a:solidFill>
                  <a:schemeClr val="lt1"/>
                </a:solidFill>
                <a:latin typeface="Times"/>
                <a:ea typeface="Times"/>
                <a:cs typeface="Times"/>
                <a:sym typeface="Times"/>
              </a:rPr>
              <a:t>Chúa Giê-su rao giảng Tin Mừng Nước Trời </a:t>
            </a:r>
            <a:endParaRPr b="1" sz="8000">
              <a:solidFill>
                <a:schemeClr val="lt1"/>
              </a:solidFill>
              <a:latin typeface="Times"/>
              <a:ea typeface="Times"/>
              <a:cs typeface="Times"/>
              <a:sym typeface="Times"/>
            </a:endParaRPr>
          </a:p>
        </p:txBody>
      </p:sp>
      <p:sp>
        <p:nvSpPr>
          <p:cNvPr id="739" name="Google Shape;739;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chữa lành mọi vết thương đem lại sự sống mới.</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pic>
        <p:nvPicPr>
          <p:cNvPr id="749" name="Google Shape;749;g3baa6357486_0_13"/>
          <p:cNvPicPr preferRelativeResize="0"/>
          <p:nvPr/>
        </p:nvPicPr>
        <p:blipFill rotWithShape="1">
          <a:blip r:embed="rId3">
            <a:alphaModFix/>
          </a:blip>
          <a:srcRect b="0" l="0" r="0" t="0"/>
          <a:stretch/>
        </p:blipFill>
        <p:spPr>
          <a:xfrm>
            <a:off x="0" y="0"/>
            <a:ext cx="9143990" cy="514350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pic>
        <p:nvPicPr>
          <p:cNvPr id="754" name="Google Shape;754;g3bbbf7d17f7_0_13"/>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60" name="Google Shape;760;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pic>
        <p:nvPicPr>
          <p:cNvPr id="860" name="Google Shape;860;g3bbbf7d17f7_0_17"/>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CHÚA TRỜI</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Dâng dâng Chúa Trời lúa thơm, nho chín đỏ,</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Cây xanh, hoa đẹp, trái ngon, cả hương lòng đang thắm nồng.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dâng lên Chúa đây nắng úa với đây mưa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dâng Ngài trót cuộc đời, ước mong hoài thắm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g3bbbf7d17f7_0_5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Dâng dâng tháng ngày thế gian luôn biến đổi,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g3bbbf7d17f7_0_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Hoa xuân, mưa hạ, gió thu, một năm buồn vui mấy mùa.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g3bbbf7d17f7_0_6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dâng lên Chúa đây nắng úa với đây mưa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g3bbbf7d17f7_0_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dâng Ngài trót cuộc đời, ước mong hoài thắm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g3bbbf7d17f7_0_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Dâng dâng kiếp người ví như con suối nhỏ,</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g3bbbf7d17f7_0_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Lênh đênh trôi về biển khơi, nguyện mong sạch trong suốt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g3bbbf7d17f7_0_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dâng lên Chúa đây nắng úa với đây mưa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g3bbbf7d17f7_0_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dâng Ngài trót cuộc đời, ước mong hoài thắm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pic>
        <p:nvPicPr>
          <p:cNvPr descr="A golden chalice and a cross next to a book&#10;&#10;AI-generated content may be incorrect." id="930" name="Google Shape;930;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pic>
        <p:nvPicPr>
          <p:cNvPr descr="A golden chalice and a cross next to a book&#10;&#10;AI-generated content may be incorrect." id="950" name="Google Shape;950;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pic>
        <p:nvPicPr>
          <p:cNvPr descr="A golden chalice and a cross next to a book&#10;&#10;AI-generated content may be incorrect." id="970" name="Google Shape;970;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Chúng ta đã biết, và tin vào tình yêu của Thiên Chúa đối với chúng ta.</a:t>
            </a:r>
            <a:endParaRPr b="1" sz="7200">
              <a:solidFill>
                <a:schemeClr val="lt1"/>
              </a:solidFill>
              <a:latin typeface="Times"/>
              <a:ea typeface="Times"/>
              <a:cs typeface="Times"/>
              <a:sym typeface="Times"/>
            </a:endParaRPr>
          </a:p>
        </p:txBody>
      </p:sp>
      <p:sp>
        <p:nvSpPr>
          <p:cNvPr id="976" name="Google Shape;976;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pic>
        <p:nvPicPr>
          <p:cNvPr descr="A gold chalice and two round objects on a plate&#10;&#10;AI-generated content may be incorrect." id="981" name="Google Shape;981;p212"/>
          <p:cNvPicPr preferRelativeResize="0"/>
          <p:nvPr/>
        </p:nvPicPr>
        <p:blipFill rotWithShape="1">
          <a:blip r:embed="rId3">
            <a:alphaModFix/>
          </a:blip>
          <a:srcRect b="0" l="0" r="0" t="0"/>
          <a:stretch/>
        </p:blipFill>
        <p:spPr>
          <a:xfrm>
            <a:off x="0" y="921"/>
            <a:ext cx="9143998" cy="5141657"/>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CHÍNH NHỜ NGÀI</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Nguyễn Duy)</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Chúa chấp nhận cuộc sống của con nên Ngài đã đến với con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g3ab13fdb44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sống kiếp con người giữa nơi cuộc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g3b5c728cec8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Những bước đường Ngài dắt dìu con cho hạnh phúc</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g3baa6357486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không tan biến đâu Chúa đã gọi mời giết chết đơn côi.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g3b26357b4a1_0_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muốn nhận cuộc sống của con nâng tay con Ngài dìu từng bước</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g3b26357b4a1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luôn đợi chờ đổi trao thương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g3bbbf7d17f7_0_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Phút cảm động lệ vỡ tràn mi ôi thân con diệu huyền như thế</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g3bbbf7d17f7_0_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chính con không hiểu vì Ngài thương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g3bbbf7d17f7_0_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Chúa muốn chọn cuộc sống của con để đời con dõi bước theo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g3bbbf7d17f7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sống chết cho Ngài hiến dâng trọn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g3bbbf7d17f7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Thánh giá Ngài đường hướng đời con những lần con đau thương đắng cay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g3bbbf7d17f7_0_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thánh giá của Ngài thắp sáng tâm tư.</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g3bbbf7d17f7_0_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muốn nhận cuộc sống của con nâng tay con Ngài dìu từng bước</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g3bbbf7d17f7_0_1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luôn đợi chờ đổi trao thương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g3bbbf7d17f7_0_1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Phút cảm động lệ vỡ tràn mi ôi thân con diệu huyền như thế</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g3bbbf7d17f7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chính con không hiểu vì Ngài thương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pic>
        <p:nvPicPr>
          <p:cNvPr id="1071" name="Google Shape;1071;g3bbbf7d17f7_0_25"/>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LẠY CHA</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HÃY CHO</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(Bài ca hiệp nhất)</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FF"/>
                </a:solidFill>
                <a:latin typeface="Times New Roman"/>
                <a:ea typeface="Times New Roman"/>
                <a:cs typeface="Times New Roman"/>
                <a:sym typeface="Times New Roman"/>
              </a:rPr>
              <a:t>Lạy Cha xin hãy cho mọi người hiệp nhất nên một,</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như Cha ở trong con và như con ở trong Cha.</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Xin Cha cho mọi người nên một trong chúng ta,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g3b26357b4a1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hầu cho thế gian tin rằng Cha đã sai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pic>
        <p:nvPicPr>
          <p:cNvPr id="1101" name="Google Shape;1101;g3bbbf7d17f7_0_21"/>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