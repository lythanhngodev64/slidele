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222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230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4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3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229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3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225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213.xml"/>
  <Override ContentType="application/vnd.openxmlformats-officedocument.presentationml.notesSlide+xml" PartName="/ppt/notesSlides/notesSlide223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231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217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35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228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218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224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239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23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16.xml"/>
  <Override ContentType="application/vnd.openxmlformats-officedocument.presentationml.notesSlide+xml" PartName="/ppt/notesSlides/notesSlide227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21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36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21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233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221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26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37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237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217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233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229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214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225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23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216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221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215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22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232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26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227.xml"/>
  <Override ContentType="application/vnd.openxmlformats-officedocument.presentationml.slide+xml" PartName="/ppt/slides/slide33.xml"/>
  <Override ContentType="application/vnd.openxmlformats-officedocument.presentationml.slide+xml" PartName="/ppt/slides/slide219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220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235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3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231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238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228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218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234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224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213.xml"/>
  <Override ContentType="application/vnd.openxmlformats-officedocument.presentationml.slide+xml" PartName="/ppt/slides/slide58.xml"/>
  <Override ContentType="application/vnd.openxmlformats-officedocument.presentationml.slide+xml" PartName="/ppt/slides/slide239.xml"/>
  <Override ContentType="application/vnd.openxmlformats-officedocument.presentationml.slide+xml" PartName="/ppt/slides/slide15.xml"/>
  <Override ContentType="application/vnd.openxmlformats-officedocument.presentationml.slide+xml" PartName="/ppt/slides/slide230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  <p:sldId id="393" r:id="rId143"/>
    <p:sldId id="394" r:id="rId144"/>
    <p:sldId id="395" r:id="rId145"/>
    <p:sldId id="396" r:id="rId146"/>
    <p:sldId id="397" r:id="rId147"/>
    <p:sldId id="398" r:id="rId148"/>
    <p:sldId id="399" r:id="rId149"/>
    <p:sldId id="400" r:id="rId150"/>
    <p:sldId id="401" r:id="rId151"/>
    <p:sldId id="402" r:id="rId152"/>
    <p:sldId id="403" r:id="rId153"/>
    <p:sldId id="404" r:id="rId154"/>
    <p:sldId id="405" r:id="rId155"/>
    <p:sldId id="406" r:id="rId156"/>
    <p:sldId id="407" r:id="rId157"/>
    <p:sldId id="408" r:id="rId158"/>
    <p:sldId id="409" r:id="rId159"/>
    <p:sldId id="410" r:id="rId160"/>
    <p:sldId id="411" r:id="rId161"/>
    <p:sldId id="412" r:id="rId162"/>
    <p:sldId id="413" r:id="rId163"/>
    <p:sldId id="414" r:id="rId164"/>
    <p:sldId id="415" r:id="rId165"/>
    <p:sldId id="416" r:id="rId166"/>
    <p:sldId id="417" r:id="rId167"/>
    <p:sldId id="418" r:id="rId168"/>
    <p:sldId id="419" r:id="rId169"/>
    <p:sldId id="420" r:id="rId170"/>
    <p:sldId id="421" r:id="rId171"/>
    <p:sldId id="422" r:id="rId172"/>
    <p:sldId id="423" r:id="rId173"/>
    <p:sldId id="424" r:id="rId174"/>
    <p:sldId id="425" r:id="rId175"/>
    <p:sldId id="426" r:id="rId176"/>
    <p:sldId id="427" r:id="rId177"/>
    <p:sldId id="428" r:id="rId178"/>
    <p:sldId id="429" r:id="rId179"/>
    <p:sldId id="430" r:id="rId180"/>
    <p:sldId id="431" r:id="rId181"/>
    <p:sldId id="432" r:id="rId182"/>
    <p:sldId id="433" r:id="rId183"/>
    <p:sldId id="434" r:id="rId184"/>
    <p:sldId id="435" r:id="rId185"/>
    <p:sldId id="436" r:id="rId186"/>
    <p:sldId id="437" r:id="rId187"/>
    <p:sldId id="438" r:id="rId188"/>
    <p:sldId id="439" r:id="rId189"/>
    <p:sldId id="440" r:id="rId190"/>
    <p:sldId id="441" r:id="rId191"/>
    <p:sldId id="442" r:id="rId192"/>
    <p:sldId id="443" r:id="rId193"/>
    <p:sldId id="444" r:id="rId194"/>
    <p:sldId id="445" r:id="rId195"/>
    <p:sldId id="446" r:id="rId196"/>
    <p:sldId id="447" r:id="rId197"/>
    <p:sldId id="448" r:id="rId198"/>
    <p:sldId id="449" r:id="rId199"/>
    <p:sldId id="450" r:id="rId200"/>
    <p:sldId id="451" r:id="rId201"/>
    <p:sldId id="452" r:id="rId202"/>
    <p:sldId id="453" r:id="rId203"/>
    <p:sldId id="454" r:id="rId204"/>
    <p:sldId id="455" r:id="rId205"/>
    <p:sldId id="456" r:id="rId206"/>
    <p:sldId id="457" r:id="rId207"/>
    <p:sldId id="458" r:id="rId208"/>
    <p:sldId id="459" r:id="rId209"/>
    <p:sldId id="460" r:id="rId210"/>
    <p:sldId id="461" r:id="rId211"/>
    <p:sldId id="462" r:id="rId212"/>
    <p:sldId id="463" r:id="rId213"/>
    <p:sldId id="464" r:id="rId214"/>
    <p:sldId id="465" r:id="rId215"/>
    <p:sldId id="466" r:id="rId216"/>
    <p:sldId id="467" r:id="rId217"/>
    <p:sldId id="468" r:id="rId218"/>
    <p:sldId id="469" r:id="rId219"/>
    <p:sldId id="470" r:id="rId220"/>
    <p:sldId id="471" r:id="rId221"/>
    <p:sldId id="472" r:id="rId222"/>
    <p:sldId id="473" r:id="rId223"/>
    <p:sldId id="474" r:id="rId224"/>
    <p:sldId id="475" r:id="rId225"/>
    <p:sldId id="476" r:id="rId226"/>
    <p:sldId id="477" r:id="rId227"/>
    <p:sldId id="478" r:id="rId228"/>
    <p:sldId id="479" r:id="rId229"/>
    <p:sldId id="480" r:id="rId230"/>
    <p:sldId id="481" r:id="rId231"/>
    <p:sldId id="482" r:id="rId232"/>
    <p:sldId id="483" r:id="rId233"/>
    <p:sldId id="484" r:id="rId234"/>
    <p:sldId id="485" r:id="rId235"/>
    <p:sldId id="486" r:id="rId236"/>
    <p:sldId id="487" r:id="rId237"/>
    <p:sldId id="488" r:id="rId238"/>
    <p:sldId id="489" r:id="rId239"/>
    <p:sldId id="490" r:id="rId240"/>
    <p:sldId id="491" r:id="rId241"/>
    <p:sldId id="492" r:id="rId242"/>
    <p:sldId id="493" r:id="rId243"/>
    <p:sldId id="494" r:id="rId244"/>
  </p:sldIdLst>
  <p:sldSz cy="5143500" cx="91440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45" roundtripDataSignature="AMtx7mhramuF72tMY+02ohGKrJhFToe3r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190" Type="http://schemas.openxmlformats.org/officeDocument/2006/relationships/slide" Target="slides/slide18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194" Type="http://schemas.openxmlformats.org/officeDocument/2006/relationships/slide" Target="slides/slide189.xml"/><Relationship Id="rId43" Type="http://schemas.openxmlformats.org/officeDocument/2006/relationships/slide" Target="slides/slide38.xml"/><Relationship Id="rId193" Type="http://schemas.openxmlformats.org/officeDocument/2006/relationships/slide" Target="slides/slide188.xml"/><Relationship Id="rId46" Type="http://schemas.openxmlformats.org/officeDocument/2006/relationships/slide" Target="slides/slide41.xml"/><Relationship Id="rId192" Type="http://schemas.openxmlformats.org/officeDocument/2006/relationships/slide" Target="slides/slide187.xml"/><Relationship Id="rId45" Type="http://schemas.openxmlformats.org/officeDocument/2006/relationships/slide" Target="slides/slide40.xml"/><Relationship Id="rId191" Type="http://schemas.openxmlformats.org/officeDocument/2006/relationships/slide" Target="slides/slide186.xml"/><Relationship Id="rId48" Type="http://schemas.openxmlformats.org/officeDocument/2006/relationships/slide" Target="slides/slide43.xml"/><Relationship Id="rId187" Type="http://schemas.openxmlformats.org/officeDocument/2006/relationships/slide" Target="slides/slide182.xml"/><Relationship Id="rId47" Type="http://schemas.openxmlformats.org/officeDocument/2006/relationships/slide" Target="slides/slide42.xml"/><Relationship Id="rId186" Type="http://schemas.openxmlformats.org/officeDocument/2006/relationships/slide" Target="slides/slide181.xml"/><Relationship Id="rId185" Type="http://schemas.openxmlformats.org/officeDocument/2006/relationships/slide" Target="slides/slide180.xml"/><Relationship Id="rId49" Type="http://schemas.openxmlformats.org/officeDocument/2006/relationships/slide" Target="slides/slide44.xml"/><Relationship Id="rId184" Type="http://schemas.openxmlformats.org/officeDocument/2006/relationships/slide" Target="slides/slide179.xml"/><Relationship Id="rId189" Type="http://schemas.openxmlformats.org/officeDocument/2006/relationships/slide" Target="slides/slide184.xml"/><Relationship Id="rId188" Type="http://schemas.openxmlformats.org/officeDocument/2006/relationships/slide" Target="slides/slide18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183" Type="http://schemas.openxmlformats.org/officeDocument/2006/relationships/slide" Target="slides/slide178.xml"/><Relationship Id="rId32" Type="http://schemas.openxmlformats.org/officeDocument/2006/relationships/slide" Target="slides/slide27.xml"/><Relationship Id="rId182" Type="http://schemas.openxmlformats.org/officeDocument/2006/relationships/slide" Target="slides/slide177.xml"/><Relationship Id="rId35" Type="http://schemas.openxmlformats.org/officeDocument/2006/relationships/slide" Target="slides/slide30.xml"/><Relationship Id="rId181" Type="http://schemas.openxmlformats.org/officeDocument/2006/relationships/slide" Target="slides/slide176.xml"/><Relationship Id="rId34" Type="http://schemas.openxmlformats.org/officeDocument/2006/relationships/slide" Target="slides/slide29.xml"/><Relationship Id="rId180" Type="http://schemas.openxmlformats.org/officeDocument/2006/relationships/slide" Target="slides/slide175.xml"/><Relationship Id="rId37" Type="http://schemas.openxmlformats.org/officeDocument/2006/relationships/slide" Target="slides/slide32.xml"/><Relationship Id="rId176" Type="http://schemas.openxmlformats.org/officeDocument/2006/relationships/slide" Target="slides/slide171.xml"/><Relationship Id="rId36" Type="http://schemas.openxmlformats.org/officeDocument/2006/relationships/slide" Target="slides/slide31.xml"/><Relationship Id="rId175" Type="http://schemas.openxmlformats.org/officeDocument/2006/relationships/slide" Target="slides/slide170.xml"/><Relationship Id="rId39" Type="http://schemas.openxmlformats.org/officeDocument/2006/relationships/slide" Target="slides/slide34.xml"/><Relationship Id="rId174" Type="http://schemas.openxmlformats.org/officeDocument/2006/relationships/slide" Target="slides/slide169.xml"/><Relationship Id="rId38" Type="http://schemas.openxmlformats.org/officeDocument/2006/relationships/slide" Target="slides/slide33.xml"/><Relationship Id="rId173" Type="http://schemas.openxmlformats.org/officeDocument/2006/relationships/slide" Target="slides/slide168.xml"/><Relationship Id="rId179" Type="http://schemas.openxmlformats.org/officeDocument/2006/relationships/slide" Target="slides/slide174.xml"/><Relationship Id="rId178" Type="http://schemas.openxmlformats.org/officeDocument/2006/relationships/slide" Target="slides/slide173.xml"/><Relationship Id="rId177" Type="http://schemas.openxmlformats.org/officeDocument/2006/relationships/slide" Target="slides/slide172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98" Type="http://schemas.openxmlformats.org/officeDocument/2006/relationships/slide" Target="slides/slide193.xml"/><Relationship Id="rId14" Type="http://schemas.openxmlformats.org/officeDocument/2006/relationships/slide" Target="slides/slide9.xml"/><Relationship Id="rId197" Type="http://schemas.openxmlformats.org/officeDocument/2006/relationships/slide" Target="slides/slide192.xml"/><Relationship Id="rId17" Type="http://schemas.openxmlformats.org/officeDocument/2006/relationships/slide" Target="slides/slide12.xml"/><Relationship Id="rId196" Type="http://schemas.openxmlformats.org/officeDocument/2006/relationships/slide" Target="slides/slide191.xml"/><Relationship Id="rId16" Type="http://schemas.openxmlformats.org/officeDocument/2006/relationships/slide" Target="slides/slide11.xml"/><Relationship Id="rId195" Type="http://schemas.openxmlformats.org/officeDocument/2006/relationships/slide" Target="slides/slide190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99" Type="http://schemas.openxmlformats.org/officeDocument/2006/relationships/slide" Target="slides/slide194.xml"/><Relationship Id="rId84" Type="http://schemas.openxmlformats.org/officeDocument/2006/relationships/slide" Target="slides/slide79.xml"/><Relationship Id="rId83" Type="http://schemas.openxmlformats.org/officeDocument/2006/relationships/slide" Target="slides/slide78.xml"/><Relationship Id="rId86" Type="http://schemas.openxmlformats.org/officeDocument/2006/relationships/slide" Target="slides/slide81.xml"/><Relationship Id="rId85" Type="http://schemas.openxmlformats.org/officeDocument/2006/relationships/slide" Target="slides/slide80.xml"/><Relationship Id="rId88" Type="http://schemas.openxmlformats.org/officeDocument/2006/relationships/slide" Target="slides/slide83.xml"/><Relationship Id="rId150" Type="http://schemas.openxmlformats.org/officeDocument/2006/relationships/slide" Target="slides/slide145.xml"/><Relationship Id="rId87" Type="http://schemas.openxmlformats.org/officeDocument/2006/relationships/slide" Target="slides/slide82.xml"/><Relationship Id="rId89" Type="http://schemas.openxmlformats.org/officeDocument/2006/relationships/slide" Target="slides/slide84.xml"/><Relationship Id="rId80" Type="http://schemas.openxmlformats.org/officeDocument/2006/relationships/slide" Target="slides/slide75.xml"/><Relationship Id="rId82" Type="http://schemas.openxmlformats.org/officeDocument/2006/relationships/slide" Target="slides/slide77.xml"/><Relationship Id="rId81" Type="http://schemas.openxmlformats.org/officeDocument/2006/relationships/slide" Target="slides/slide7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4.xml"/><Relationship Id="rId4" Type="http://schemas.openxmlformats.org/officeDocument/2006/relationships/slideMaster" Target="slideMasters/slideMaster1.xml"/><Relationship Id="rId148" Type="http://schemas.openxmlformats.org/officeDocument/2006/relationships/slide" Target="slides/slide143.xml"/><Relationship Id="rId9" Type="http://schemas.openxmlformats.org/officeDocument/2006/relationships/slide" Target="slides/slide4.xml"/><Relationship Id="rId143" Type="http://schemas.openxmlformats.org/officeDocument/2006/relationships/slide" Target="slides/slide138.xml"/><Relationship Id="rId142" Type="http://schemas.openxmlformats.org/officeDocument/2006/relationships/slide" Target="slides/slide137.xml"/><Relationship Id="rId141" Type="http://schemas.openxmlformats.org/officeDocument/2006/relationships/slide" Target="slides/slide136.xml"/><Relationship Id="rId140" Type="http://schemas.openxmlformats.org/officeDocument/2006/relationships/slide" Target="slides/slide135.xml"/><Relationship Id="rId5" Type="http://schemas.openxmlformats.org/officeDocument/2006/relationships/notesMaster" Target="notesMasters/notesMaster1.xml"/><Relationship Id="rId147" Type="http://schemas.openxmlformats.org/officeDocument/2006/relationships/slide" Target="slides/slide142.xml"/><Relationship Id="rId6" Type="http://schemas.openxmlformats.org/officeDocument/2006/relationships/slide" Target="slides/slide1.xml"/><Relationship Id="rId146" Type="http://schemas.openxmlformats.org/officeDocument/2006/relationships/slide" Target="slides/slide141.xml"/><Relationship Id="rId7" Type="http://schemas.openxmlformats.org/officeDocument/2006/relationships/slide" Target="slides/slide2.xml"/><Relationship Id="rId145" Type="http://schemas.openxmlformats.org/officeDocument/2006/relationships/slide" Target="slides/slide140.xml"/><Relationship Id="rId8" Type="http://schemas.openxmlformats.org/officeDocument/2006/relationships/slide" Target="slides/slide3.xml"/><Relationship Id="rId144" Type="http://schemas.openxmlformats.org/officeDocument/2006/relationships/slide" Target="slides/slide139.xml"/><Relationship Id="rId73" Type="http://schemas.openxmlformats.org/officeDocument/2006/relationships/slide" Target="slides/slide68.xml"/><Relationship Id="rId72" Type="http://schemas.openxmlformats.org/officeDocument/2006/relationships/slide" Target="slides/slide67.xml"/><Relationship Id="rId75" Type="http://schemas.openxmlformats.org/officeDocument/2006/relationships/slide" Target="slides/slide70.xml"/><Relationship Id="rId74" Type="http://schemas.openxmlformats.org/officeDocument/2006/relationships/slide" Target="slides/slide69.xml"/><Relationship Id="rId77" Type="http://schemas.openxmlformats.org/officeDocument/2006/relationships/slide" Target="slides/slide72.xml"/><Relationship Id="rId76" Type="http://schemas.openxmlformats.org/officeDocument/2006/relationships/slide" Target="slides/slide71.xml"/><Relationship Id="rId79" Type="http://schemas.openxmlformats.org/officeDocument/2006/relationships/slide" Target="slides/slide74.xml"/><Relationship Id="rId78" Type="http://schemas.openxmlformats.org/officeDocument/2006/relationships/slide" Target="slides/slide73.xml"/><Relationship Id="rId71" Type="http://schemas.openxmlformats.org/officeDocument/2006/relationships/slide" Target="slides/slide66.xml"/><Relationship Id="rId70" Type="http://schemas.openxmlformats.org/officeDocument/2006/relationships/slide" Target="slides/slide65.xml"/><Relationship Id="rId139" Type="http://schemas.openxmlformats.org/officeDocument/2006/relationships/slide" Target="slides/slide134.xml"/><Relationship Id="rId138" Type="http://schemas.openxmlformats.org/officeDocument/2006/relationships/slide" Target="slides/slide133.xml"/><Relationship Id="rId137" Type="http://schemas.openxmlformats.org/officeDocument/2006/relationships/slide" Target="slides/slide132.xml"/><Relationship Id="rId132" Type="http://schemas.openxmlformats.org/officeDocument/2006/relationships/slide" Target="slides/slide127.xml"/><Relationship Id="rId131" Type="http://schemas.openxmlformats.org/officeDocument/2006/relationships/slide" Target="slides/slide126.xml"/><Relationship Id="rId130" Type="http://schemas.openxmlformats.org/officeDocument/2006/relationships/slide" Target="slides/slide125.xml"/><Relationship Id="rId136" Type="http://schemas.openxmlformats.org/officeDocument/2006/relationships/slide" Target="slides/slide131.xml"/><Relationship Id="rId135" Type="http://schemas.openxmlformats.org/officeDocument/2006/relationships/slide" Target="slides/slide130.xml"/><Relationship Id="rId134" Type="http://schemas.openxmlformats.org/officeDocument/2006/relationships/slide" Target="slides/slide129.xml"/><Relationship Id="rId133" Type="http://schemas.openxmlformats.org/officeDocument/2006/relationships/slide" Target="slides/slide128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66" Type="http://schemas.openxmlformats.org/officeDocument/2006/relationships/slide" Target="slides/slide61.xml"/><Relationship Id="rId172" Type="http://schemas.openxmlformats.org/officeDocument/2006/relationships/slide" Target="slides/slide167.xml"/><Relationship Id="rId65" Type="http://schemas.openxmlformats.org/officeDocument/2006/relationships/slide" Target="slides/slide60.xml"/><Relationship Id="rId171" Type="http://schemas.openxmlformats.org/officeDocument/2006/relationships/slide" Target="slides/slide166.xml"/><Relationship Id="rId68" Type="http://schemas.openxmlformats.org/officeDocument/2006/relationships/slide" Target="slides/slide63.xml"/><Relationship Id="rId170" Type="http://schemas.openxmlformats.org/officeDocument/2006/relationships/slide" Target="slides/slide165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165" Type="http://schemas.openxmlformats.org/officeDocument/2006/relationships/slide" Target="slides/slide160.xml"/><Relationship Id="rId69" Type="http://schemas.openxmlformats.org/officeDocument/2006/relationships/slide" Target="slides/slide64.xml"/><Relationship Id="rId164" Type="http://schemas.openxmlformats.org/officeDocument/2006/relationships/slide" Target="slides/slide159.xml"/><Relationship Id="rId163" Type="http://schemas.openxmlformats.org/officeDocument/2006/relationships/slide" Target="slides/slide158.xml"/><Relationship Id="rId162" Type="http://schemas.openxmlformats.org/officeDocument/2006/relationships/slide" Target="slides/slide157.xml"/><Relationship Id="rId169" Type="http://schemas.openxmlformats.org/officeDocument/2006/relationships/slide" Target="slides/slide164.xml"/><Relationship Id="rId168" Type="http://schemas.openxmlformats.org/officeDocument/2006/relationships/slide" Target="slides/slide163.xml"/><Relationship Id="rId167" Type="http://schemas.openxmlformats.org/officeDocument/2006/relationships/slide" Target="slides/slide162.xml"/><Relationship Id="rId166" Type="http://schemas.openxmlformats.org/officeDocument/2006/relationships/slide" Target="slides/slide161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55" Type="http://schemas.openxmlformats.org/officeDocument/2006/relationships/slide" Target="slides/slide50.xml"/><Relationship Id="rId161" Type="http://schemas.openxmlformats.org/officeDocument/2006/relationships/slide" Target="slides/slide156.xml"/><Relationship Id="rId54" Type="http://schemas.openxmlformats.org/officeDocument/2006/relationships/slide" Target="slides/slide49.xml"/><Relationship Id="rId160" Type="http://schemas.openxmlformats.org/officeDocument/2006/relationships/slide" Target="slides/slide155.xml"/><Relationship Id="rId57" Type="http://schemas.openxmlformats.org/officeDocument/2006/relationships/slide" Target="slides/slide52.xml"/><Relationship Id="rId56" Type="http://schemas.openxmlformats.org/officeDocument/2006/relationships/slide" Target="slides/slide51.xml"/><Relationship Id="rId159" Type="http://schemas.openxmlformats.org/officeDocument/2006/relationships/slide" Target="slides/slide154.xml"/><Relationship Id="rId59" Type="http://schemas.openxmlformats.org/officeDocument/2006/relationships/slide" Target="slides/slide54.xml"/><Relationship Id="rId154" Type="http://schemas.openxmlformats.org/officeDocument/2006/relationships/slide" Target="slides/slide149.xml"/><Relationship Id="rId58" Type="http://schemas.openxmlformats.org/officeDocument/2006/relationships/slide" Target="slides/slide53.xml"/><Relationship Id="rId153" Type="http://schemas.openxmlformats.org/officeDocument/2006/relationships/slide" Target="slides/slide148.xml"/><Relationship Id="rId152" Type="http://schemas.openxmlformats.org/officeDocument/2006/relationships/slide" Target="slides/slide147.xml"/><Relationship Id="rId151" Type="http://schemas.openxmlformats.org/officeDocument/2006/relationships/slide" Target="slides/slide146.xml"/><Relationship Id="rId158" Type="http://schemas.openxmlformats.org/officeDocument/2006/relationships/slide" Target="slides/slide153.xml"/><Relationship Id="rId157" Type="http://schemas.openxmlformats.org/officeDocument/2006/relationships/slide" Target="slides/slide152.xml"/><Relationship Id="rId156" Type="http://schemas.openxmlformats.org/officeDocument/2006/relationships/slide" Target="slides/slide151.xml"/><Relationship Id="rId155" Type="http://schemas.openxmlformats.org/officeDocument/2006/relationships/slide" Target="slides/slide150.xml"/><Relationship Id="rId107" Type="http://schemas.openxmlformats.org/officeDocument/2006/relationships/slide" Target="slides/slide102.xml"/><Relationship Id="rId228" Type="http://schemas.openxmlformats.org/officeDocument/2006/relationships/slide" Target="slides/slide223.xml"/><Relationship Id="rId106" Type="http://schemas.openxmlformats.org/officeDocument/2006/relationships/slide" Target="slides/slide101.xml"/><Relationship Id="rId227" Type="http://schemas.openxmlformats.org/officeDocument/2006/relationships/slide" Target="slides/slide222.xml"/><Relationship Id="rId105" Type="http://schemas.openxmlformats.org/officeDocument/2006/relationships/slide" Target="slides/slide100.xml"/><Relationship Id="rId226" Type="http://schemas.openxmlformats.org/officeDocument/2006/relationships/slide" Target="slides/slide221.xml"/><Relationship Id="rId104" Type="http://schemas.openxmlformats.org/officeDocument/2006/relationships/slide" Target="slides/slide99.xml"/><Relationship Id="rId225" Type="http://schemas.openxmlformats.org/officeDocument/2006/relationships/slide" Target="slides/slide220.xml"/><Relationship Id="rId109" Type="http://schemas.openxmlformats.org/officeDocument/2006/relationships/slide" Target="slides/slide104.xml"/><Relationship Id="rId108" Type="http://schemas.openxmlformats.org/officeDocument/2006/relationships/slide" Target="slides/slide103.xml"/><Relationship Id="rId229" Type="http://schemas.openxmlformats.org/officeDocument/2006/relationships/slide" Target="slides/slide224.xml"/><Relationship Id="rId220" Type="http://schemas.openxmlformats.org/officeDocument/2006/relationships/slide" Target="slides/slide215.xml"/><Relationship Id="rId103" Type="http://schemas.openxmlformats.org/officeDocument/2006/relationships/slide" Target="slides/slide98.xml"/><Relationship Id="rId224" Type="http://schemas.openxmlformats.org/officeDocument/2006/relationships/slide" Target="slides/slide219.xml"/><Relationship Id="rId102" Type="http://schemas.openxmlformats.org/officeDocument/2006/relationships/slide" Target="slides/slide97.xml"/><Relationship Id="rId223" Type="http://schemas.openxmlformats.org/officeDocument/2006/relationships/slide" Target="slides/slide218.xml"/><Relationship Id="rId101" Type="http://schemas.openxmlformats.org/officeDocument/2006/relationships/slide" Target="slides/slide96.xml"/><Relationship Id="rId222" Type="http://schemas.openxmlformats.org/officeDocument/2006/relationships/slide" Target="slides/slide217.xml"/><Relationship Id="rId100" Type="http://schemas.openxmlformats.org/officeDocument/2006/relationships/slide" Target="slides/slide95.xml"/><Relationship Id="rId221" Type="http://schemas.openxmlformats.org/officeDocument/2006/relationships/slide" Target="slides/slide216.xml"/><Relationship Id="rId217" Type="http://schemas.openxmlformats.org/officeDocument/2006/relationships/slide" Target="slides/slide212.xml"/><Relationship Id="rId216" Type="http://schemas.openxmlformats.org/officeDocument/2006/relationships/slide" Target="slides/slide211.xml"/><Relationship Id="rId215" Type="http://schemas.openxmlformats.org/officeDocument/2006/relationships/slide" Target="slides/slide210.xml"/><Relationship Id="rId214" Type="http://schemas.openxmlformats.org/officeDocument/2006/relationships/slide" Target="slides/slide209.xml"/><Relationship Id="rId219" Type="http://schemas.openxmlformats.org/officeDocument/2006/relationships/slide" Target="slides/slide214.xml"/><Relationship Id="rId218" Type="http://schemas.openxmlformats.org/officeDocument/2006/relationships/slide" Target="slides/slide213.xml"/><Relationship Id="rId213" Type="http://schemas.openxmlformats.org/officeDocument/2006/relationships/slide" Target="slides/slide208.xml"/><Relationship Id="rId212" Type="http://schemas.openxmlformats.org/officeDocument/2006/relationships/slide" Target="slides/slide207.xml"/><Relationship Id="rId211" Type="http://schemas.openxmlformats.org/officeDocument/2006/relationships/slide" Target="slides/slide206.xml"/><Relationship Id="rId210" Type="http://schemas.openxmlformats.org/officeDocument/2006/relationships/slide" Target="slides/slide205.xml"/><Relationship Id="rId129" Type="http://schemas.openxmlformats.org/officeDocument/2006/relationships/slide" Target="slides/slide124.xml"/><Relationship Id="rId128" Type="http://schemas.openxmlformats.org/officeDocument/2006/relationships/slide" Target="slides/slide123.xml"/><Relationship Id="rId127" Type="http://schemas.openxmlformats.org/officeDocument/2006/relationships/slide" Target="slides/slide122.xml"/><Relationship Id="rId126" Type="http://schemas.openxmlformats.org/officeDocument/2006/relationships/slide" Target="slides/slide121.xml"/><Relationship Id="rId121" Type="http://schemas.openxmlformats.org/officeDocument/2006/relationships/slide" Target="slides/slide116.xml"/><Relationship Id="rId242" Type="http://schemas.openxmlformats.org/officeDocument/2006/relationships/slide" Target="slides/slide237.xml"/><Relationship Id="rId120" Type="http://schemas.openxmlformats.org/officeDocument/2006/relationships/slide" Target="slides/slide115.xml"/><Relationship Id="rId241" Type="http://schemas.openxmlformats.org/officeDocument/2006/relationships/slide" Target="slides/slide236.xml"/><Relationship Id="rId240" Type="http://schemas.openxmlformats.org/officeDocument/2006/relationships/slide" Target="slides/slide235.xml"/><Relationship Id="rId125" Type="http://schemas.openxmlformats.org/officeDocument/2006/relationships/slide" Target="slides/slide120.xml"/><Relationship Id="rId124" Type="http://schemas.openxmlformats.org/officeDocument/2006/relationships/slide" Target="slides/slide119.xml"/><Relationship Id="rId245" Type="http://customschemas.google.com/relationships/presentationmetadata" Target="metadata"/><Relationship Id="rId123" Type="http://schemas.openxmlformats.org/officeDocument/2006/relationships/slide" Target="slides/slide118.xml"/><Relationship Id="rId244" Type="http://schemas.openxmlformats.org/officeDocument/2006/relationships/slide" Target="slides/slide239.xml"/><Relationship Id="rId122" Type="http://schemas.openxmlformats.org/officeDocument/2006/relationships/slide" Target="slides/slide117.xml"/><Relationship Id="rId243" Type="http://schemas.openxmlformats.org/officeDocument/2006/relationships/slide" Target="slides/slide238.xml"/><Relationship Id="rId95" Type="http://schemas.openxmlformats.org/officeDocument/2006/relationships/slide" Target="slides/slide90.xml"/><Relationship Id="rId94" Type="http://schemas.openxmlformats.org/officeDocument/2006/relationships/slide" Target="slides/slide89.xml"/><Relationship Id="rId97" Type="http://schemas.openxmlformats.org/officeDocument/2006/relationships/slide" Target="slides/slide92.xml"/><Relationship Id="rId96" Type="http://schemas.openxmlformats.org/officeDocument/2006/relationships/slide" Target="slides/slide91.xml"/><Relationship Id="rId99" Type="http://schemas.openxmlformats.org/officeDocument/2006/relationships/slide" Target="slides/slide94.xml"/><Relationship Id="rId98" Type="http://schemas.openxmlformats.org/officeDocument/2006/relationships/slide" Target="slides/slide93.xml"/><Relationship Id="rId91" Type="http://schemas.openxmlformats.org/officeDocument/2006/relationships/slide" Target="slides/slide86.xml"/><Relationship Id="rId90" Type="http://schemas.openxmlformats.org/officeDocument/2006/relationships/slide" Target="slides/slide85.xml"/><Relationship Id="rId93" Type="http://schemas.openxmlformats.org/officeDocument/2006/relationships/slide" Target="slides/slide88.xml"/><Relationship Id="rId92" Type="http://schemas.openxmlformats.org/officeDocument/2006/relationships/slide" Target="slides/slide87.xml"/><Relationship Id="rId118" Type="http://schemas.openxmlformats.org/officeDocument/2006/relationships/slide" Target="slides/slide113.xml"/><Relationship Id="rId239" Type="http://schemas.openxmlformats.org/officeDocument/2006/relationships/slide" Target="slides/slide234.xml"/><Relationship Id="rId117" Type="http://schemas.openxmlformats.org/officeDocument/2006/relationships/slide" Target="slides/slide112.xml"/><Relationship Id="rId238" Type="http://schemas.openxmlformats.org/officeDocument/2006/relationships/slide" Target="slides/slide233.xml"/><Relationship Id="rId116" Type="http://schemas.openxmlformats.org/officeDocument/2006/relationships/slide" Target="slides/slide111.xml"/><Relationship Id="rId237" Type="http://schemas.openxmlformats.org/officeDocument/2006/relationships/slide" Target="slides/slide232.xml"/><Relationship Id="rId115" Type="http://schemas.openxmlformats.org/officeDocument/2006/relationships/slide" Target="slides/slide110.xml"/><Relationship Id="rId236" Type="http://schemas.openxmlformats.org/officeDocument/2006/relationships/slide" Target="slides/slide231.xml"/><Relationship Id="rId119" Type="http://schemas.openxmlformats.org/officeDocument/2006/relationships/slide" Target="slides/slide114.xml"/><Relationship Id="rId110" Type="http://schemas.openxmlformats.org/officeDocument/2006/relationships/slide" Target="slides/slide105.xml"/><Relationship Id="rId231" Type="http://schemas.openxmlformats.org/officeDocument/2006/relationships/slide" Target="slides/slide226.xml"/><Relationship Id="rId230" Type="http://schemas.openxmlformats.org/officeDocument/2006/relationships/slide" Target="slides/slide225.xml"/><Relationship Id="rId114" Type="http://schemas.openxmlformats.org/officeDocument/2006/relationships/slide" Target="slides/slide109.xml"/><Relationship Id="rId235" Type="http://schemas.openxmlformats.org/officeDocument/2006/relationships/slide" Target="slides/slide230.xml"/><Relationship Id="rId113" Type="http://schemas.openxmlformats.org/officeDocument/2006/relationships/slide" Target="slides/slide108.xml"/><Relationship Id="rId234" Type="http://schemas.openxmlformats.org/officeDocument/2006/relationships/slide" Target="slides/slide229.xml"/><Relationship Id="rId112" Type="http://schemas.openxmlformats.org/officeDocument/2006/relationships/slide" Target="slides/slide107.xml"/><Relationship Id="rId233" Type="http://schemas.openxmlformats.org/officeDocument/2006/relationships/slide" Target="slides/slide228.xml"/><Relationship Id="rId111" Type="http://schemas.openxmlformats.org/officeDocument/2006/relationships/slide" Target="slides/slide106.xml"/><Relationship Id="rId232" Type="http://schemas.openxmlformats.org/officeDocument/2006/relationships/slide" Target="slides/slide227.xml"/><Relationship Id="rId206" Type="http://schemas.openxmlformats.org/officeDocument/2006/relationships/slide" Target="slides/slide201.xml"/><Relationship Id="rId205" Type="http://schemas.openxmlformats.org/officeDocument/2006/relationships/slide" Target="slides/slide200.xml"/><Relationship Id="rId204" Type="http://schemas.openxmlformats.org/officeDocument/2006/relationships/slide" Target="slides/slide199.xml"/><Relationship Id="rId203" Type="http://schemas.openxmlformats.org/officeDocument/2006/relationships/slide" Target="slides/slide198.xml"/><Relationship Id="rId209" Type="http://schemas.openxmlformats.org/officeDocument/2006/relationships/slide" Target="slides/slide204.xml"/><Relationship Id="rId208" Type="http://schemas.openxmlformats.org/officeDocument/2006/relationships/slide" Target="slides/slide203.xml"/><Relationship Id="rId207" Type="http://schemas.openxmlformats.org/officeDocument/2006/relationships/slide" Target="slides/slide202.xml"/><Relationship Id="rId202" Type="http://schemas.openxmlformats.org/officeDocument/2006/relationships/slide" Target="slides/slide197.xml"/><Relationship Id="rId201" Type="http://schemas.openxmlformats.org/officeDocument/2006/relationships/slide" Target="slides/slide196.xml"/><Relationship Id="rId200" Type="http://schemas.openxmlformats.org/officeDocument/2006/relationships/slide" Target="slides/slide195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a5c12958b4_0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a5c12958b4_0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" name="Google Shape;121;p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" name="Google Shape;126;p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p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p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1" name="Google Shape;161;p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6" name="Google Shape;166;p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1" name="Google Shape;171;p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6" name="Google Shape;186;p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1" name="Google Shape;191;p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6" name="Google Shape;196;p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p2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1" name="Google Shape;211;p2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6" name="Google Shape;216;p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1" name="Google Shape;221;p2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2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p3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6" name="Google Shape;236;p3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p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6" name="Google Shape;246;p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3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1" name="Google Shape;251;p3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6" name="Google Shape;256;p3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p3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p3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3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6" name="Google Shape;276;p3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1" name="Google Shape;281;p4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6" name="Google Shape;286;p4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4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p4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4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6" name="Google Shape;296;p4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6" name="Google Shape;306;p4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1" name="Google Shape;311;p4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4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6" name="Google Shape;316;p4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4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4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6" name="Google Shape;326;p4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5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5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6" name="Google Shape;336;p5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1" name="Google Shape;341;p5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6" name="Google Shape;346;p5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1" name="Google Shape;351;p5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6" name="Google Shape;356;p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1" name="Google Shape;361;p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5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1" name="Google Shape;371;p5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76" name="Google Shape;376;p5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p6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6" name="Google Shape;386;p6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1" name="Google Shape;391;p6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96" name="Google Shape;396;p6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1" name="Google Shape;401;p6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6" name="Google Shape;406;p6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1" name="Google Shape;411;p6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16" name="Google Shape;416;p6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1" name="Google Shape;421;p6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6" name="Google Shape;426;p6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1" name="Google Shape;431;p7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6" name="Google Shape;436;p7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1" name="Google Shape;441;p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6" name="Google Shape;446;p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1" name="Google Shape;451;p7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56" name="Google Shape;456;p7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1" name="Google Shape;461;p7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66" name="Google Shape;466;p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1" name="Google Shape;471;p7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76" name="Google Shape;476;p7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1" name="Google Shape;481;p8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6" name="Google Shape;486;p8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p8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1" name="Google Shape;491;p8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6" name="Google Shape;496;p8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8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1" name="Google Shape;501;p8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06" name="Google Shape;506;p8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8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1" name="Google Shape;511;p8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16" name="Google Shape;516;p8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1" name="Google Shape;521;p8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8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6" name="Google Shape;526;p8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9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1" name="Google Shape;531;p9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36" name="Google Shape;536;p9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9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1" name="Google Shape;541;p9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46" name="Google Shape;546;p9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1" name="Google Shape;551;p9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56" name="Google Shape;556;p9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9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1" name="Google Shape;561;p9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6" name="Google Shape;566;p9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1" name="Google Shape;571;p9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6" name="Google Shape;576;p9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0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1" name="Google Shape;581;p10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1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86" name="Google Shape;586;p1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1" name="Google Shape;591;p1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96" name="Google Shape;596;p1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9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1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1" name="Google Shape;601;p1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1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06" name="Google Shape;606;p1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1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1" name="Google Shape;611;p10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1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16" name="Google Shape;616;p1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1" name="Google Shape;621;p1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1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6" name="Google Shape;626;p1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1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1" name="Google Shape;631;p11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1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36" name="Google Shape;636;p11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p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1" name="Google Shape;641;p1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11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46" name="Google Shape;646;p11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11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1" name="Google Shape;651;p11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1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56" name="Google Shape;656;p11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1" name="Google Shape;661;p11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1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66" name="Google Shape;666;p11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11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1" name="Google Shape;671;p11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4" name="Shape 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Google Shape;675;p11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76" name="Google Shape;676;p11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1" name="Google Shape;681;p12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1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86" name="Google Shape;686;p12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p1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1" name="Google Shape;691;p12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12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6" name="Google Shape;696;p12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9" name="Shape 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Google Shape;700;p12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1" name="Google Shape;701;p12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12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06" name="Google Shape;706;p12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3a42a8b53c1_2_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1" name="Google Shape;711;g3a42a8b53c1_2_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a42a8b53c1_2_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16" name="Google Shape;716;g3a42a8b53c1_2_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g3a42a8b53c1_2_1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1" name="Google Shape;721;g3a42a8b53c1_2_1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4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3a42a8b53c1_2_2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26" name="Google Shape;726;g3a42a8b53c1_2_2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9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" name="Google Shape;730;g3a42a8b53c1_2_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1" name="Google Shape;731;g3a42a8b53c1_2_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g3a5c12958b4_0_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36" name="Google Shape;736;g3a5c12958b4_0_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9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3a5c12958b4_0_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1" name="Google Shape;741;g3a5c12958b4_0_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1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46" name="Google Shape;746;p1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1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1" name="Google Shape;751;p13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Google Shape;759;g3a42a8b53c1_2_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0" name="Google Shape;760;g3a42a8b53c1_2_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3a42a8b53c1_2_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65" name="Google Shape;765;g3a42a8b53c1_2_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a42a8b53c1_2_8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0" name="Google Shape;770;g3a42a8b53c1_2_8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3a42a8b53c1_2_8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75" name="Google Shape;775;g3a42a8b53c1_2_8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3a42a8b53c1_2_9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0" name="Google Shape;780;g3a42a8b53c1_2_9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g3a42a8b53c1_2_9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85" name="Google Shape;785;g3a42a8b53c1_2_9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a42a8b53c1_2_1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0" name="Google Shape;790;g3a42a8b53c1_2_10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3a42a8b53c1_2_1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95" name="Google Shape;795;g3a42a8b53c1_2_10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8" name="Shape 7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9" name="Google Shape;799;g3a42a8b53c1_2_1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0" name="Google Shape;800;g3a42a8b53c1_2_1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3" name="Shape 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4" name="Google Shape;804;g3a42a8b53c1_2_1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05" name="Google Shape;805;g3a42a8b53c1_2_1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g3a42a8b53c1_2_1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0" name="Google Shape;810;g3a42a8b53c1_2_1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a42a8b53c1_2_1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15" name="Google Shape;815;g3a42a8b53c1_2_1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g3a42a8b53c1_2_1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0" name="Google Shape;820;g3a42a8b53c1_2_1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3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3a42a8b53c1_2_1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25" name="Google Shape;825;g3a42a8b53c1_2_1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8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" name="Google Shape;829;g3a42a8b53c1_2_1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0" name="Google Shape;830;g3a42a8b53c1_2_1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3" name="Shape 8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Google Shape;834;g3a42a8b53c1_2_1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35" name="Google Shape;835;g3a42a8b53c1_2_1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8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g3a42a8b53c1_2_1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0" name="Google Shape;840;g3a42a8b53c1_2_1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g3a42a8b53c1_2_1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45" name="Google Shape;845;g3a42a8b53c1_2_1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8" name="Shape 8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" name="Google Shape;849;g3a42a8b53c1_2_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0" name="Google Shape;850;g3a42a8b53c1_2_1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g3a42a8b53c1_2_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55" name="Google Shape;855;g3a42a8b53c1_2_16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8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g3a42a8b53c1_2_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0" name="Google Shape;860;g3a42a8b53c1_2_16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g3a42a8b53c1_2_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5" name="Google Shape;865;g3a42a8b53c1_2_173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g3a42a8b53c1_2_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0" name="Google Shape;870;g3a42a8b53c1_2_17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g3a42a8b53c1_2_18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5" name="Google Shape;875;g3a42a8b53c1_2_18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3a42a8b53c1_2_18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0" name="Google Shape;880;g3a42a8b53c1_2_18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15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85" name="Google Shape;885;p15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15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1" name="Google Shape;891;p1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2" name="Google Shape;892;p156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6" name="Shape 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Google Shape;897;p15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8" name="Google Shape;898;p15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1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3" name="Google Shape;903;p15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6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g3a5c12958b4_0_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08" name="Google Shape;908;g3a5c12958b4_0_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15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3" name="Google Shape;913;p15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1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9" name="Google Shape;919;p16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16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4" name="Google Shape;924;p16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1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29" name="Google Shape;929;p16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16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4" name="Google Shape;934;p16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16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9" name="Google Shape;939;p16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16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4" name="Google Shape;944;p16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7" name="Shape 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8" name="Google Shape;948;p16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9" name="Google Shape;949;p16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16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4" name="Google Shape;954;p16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7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p1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59" name="Google Shape;959;p16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16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4" name="Google Shape;964;p16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17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9" name="Google Shape;969;p170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17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4" name="Google Shape;974;p17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1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79" name="Google Shape;979;p17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17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4" name="Google Shape;984;p17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17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9" name="Google Shape;989;p17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17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4" name="Google Shape;994;p17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17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99" name="Google Shape;999;p176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17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4" name="Google Shape;1004;p17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p17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9" name="Google Shape;1009;p17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Google Shape;1013;p17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4" name="Google Shape;1014;p17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g3a42a8b53c1_2_19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19" name="Google Shape;1019;g3a42a8b53c1_2_19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g3a42a8b53c1_2_19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4" name="Google Shape;1024;g3a42a8b53c1_2_199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7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3a42a8b53c1_2_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29" name="Google Shape;1029;g3a42a8b53c1_2_20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2" name="Shape 10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Google Shape;1033;g3a42a8b53c1_2_2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4" name="Google Shape;1034;g3a42a8b53c1_2_2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3a42a8b53c1_2_21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39" name="Google Shape;1039;g3a42a8b53c1_2_215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g3a42a8b53c1_2_2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4" name="Google Shape;1044;g3a42a8b53c1_2_2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g3a42a8b53c1_2_2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49" name="Google Shape;1049;g3a42a8b53c1_2_2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3a42a8b53c1_2_2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4" name="Google Shape;1054;g3a42a8b53c1_2_2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3a42a8b53c1_2_2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9" name="Google Shape;1059;g3a42a8b53c1_2_2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3a42a8b53c1_2_2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4" name="Google Shape;1064;g3a42a8b53c1_2_2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g3a42a8b53c1_2_2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9" name="Google Shape;1069;g3a42a8b53c1_2_2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g3a42a8b53c1_2_24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4" name="Google Shape;1074;g3a42a8b53c1_2_24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3a42a8b53c1_2_25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79" name="Google Shape;1079;g3a42a8b53c1_2_25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g3a42a8b53c1_2_25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4" name="Google Shape;1084;g3a42a8b53c1_2_25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g3a42a8b53c1_2_25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9" name="Google Shape;1089;g3a42a8b53c1_2_25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g3a42a8b53c1_2_26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4" name="Google Shape;1094;g3a42a8b53c1_2_26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7" name="Shape 10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8" name="Google Shape;1098;p20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99" name="Google Shape;1099;p201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2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4" name="Google Shape;1104;p20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7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09" name="Google Shape;1109;p203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20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4" name="Google Shape;1114;p20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205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19" name="Google Shape;1119;p205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g3a42a8b53c1_2_26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4" name="Google Shape;1124;g3a42a8b53c1_2_26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7" name="Shape 1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8" name="Google Shape;1128;p20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9" name="Google Shape;1129;p207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20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4" name="Google Shape;1134;p208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7" name="Shape 1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8" name="Google Shape;1138;p209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39" name="Google Shape;1139;p209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2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g3a42a8b53c1_2_27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44" name="Google Shape;1144;g3a42a8b53c1_2_27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8" name="Shape 1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" name="Google Shape;1149;g3a42a8b53c1_2_28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0" name="Google Shape;1150;g3a42a8b53c1_2_28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2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5" name="Google Shape;1155;p21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g3a42a8b53c1_2_28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0" name="Google Shape;1160;g3a42a8b53c1_2_28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g3a42a8b53c1_2_29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5" name="Google Shape;1165;g3a42a8b53c1_2_29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3a42a8b53c1_2_29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0" name="Google Shape;1170;g3a42a8b53c1_2_29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3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g3a42a8b53c1_2_30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75" name="Google Shape;1175;g3a42a8b53c1_2_30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3a42a8b53c1_2_31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0" name="Google Shape;1180;g3a42a8b53c1_2_31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3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4" name="Google Shape;1184;g3a42a8b53c1_2_317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5" name="Google Shape;1185;g3a42a8b53c1_2_317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g3a5c12958b4_0_2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0" name="Google Shape;1190;g3a5c12958b4_0_2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3" name="Shape 1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4" name="Google Shape;1194;g3a5c12958b4_0_2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95" name="Google Shape;1195;g3a5c12958b4_0_2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g3a5c12958b4_0_2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0" name="Google Shape;1200;g3a5c12958b4_0_2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3a42a8b53c1_2_32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5" name="Google Shape;1205;g3a42a8b53c1_2_32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g3a42a8b53c1_2_3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0" name="Google Shape;1210;g3a42a8b53c1_2_3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3a5c12958b4_0_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15" name="Google Shape;1215;g3a5c12958b4_0_3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8" name="Shape 1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9" name="Google Shape;1219;g3a5c12958b4_0_3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0" name="Google Shape;1220;g3a5c12958b4_0_3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g3a5c12958b4_0_4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25" name="Google Shape;1225;g3a5c12958b4_0_4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3a5c12958b4_0_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0" name="Google Shape;1230;g3a5c12958b4_0_44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g3a5c12958b4_0_48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5" name="Google Shape;1235;g3a5c12958b4_0_48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3a5c12958b4_0_5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0" name="Google Shape;1240;g3a5c12958b4_0_52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232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45" name="Google Shape;1245;p232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3a42a8b53c1_2_40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0" name="Google Shape;1250;g3a42a8b53c1_2_40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3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g3a42a8b53c1_2_41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5" name="Google Shape;1255;g3a42a8b53c1_2_41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g3a42a8b53c1_2_41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0" name="Google Shape;1260;g3a42a8b53c1_2_41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3a42a8b53c1_2_42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65" name="Google Shape;1265;g3a42a8b53c1_2_42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g3a42a8b53c1_2_431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0" name="Google Shape;1270;g3a42a8b53c1_2_431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3" name="Shape 1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4" name="Google Shape;1274;g3a5c12958b4_0_56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75" name="Google Shape;1275;g3a5c12958b4_0_56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8" name="Shape 1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9" name="Google Shape;1279;g3a5c12958b4_0_60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0" name="Google Shape;1280;g3a5c12958b4_0_60:notes"/>
          <p:cNvSpPr/>
          <p:nvPr>
            <p:ph idx="2" type="sldImg"/>
          </p:nvPr>
        </p:nvSpPr>
        <p:spPr>
          <a:xfrm>
            <a:off x="2286000" y="514350"/>
            <a:ext cx="45720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244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5" name="Google Shape;1285;p244:notes"/>
          <p:cNvSpPr/>
          <p:nvPr>
            <p:ph idx="2" type="sldImg"/>
          </p:nvPr>
        </p:nvSpPr>
        <p:spPr>
          <a:xfrm>
            <a:off x="2286000" y="514350"/>
            <a:ext cx="4572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47"/>
          <p:cNvSpPr txBox="1"/>
          <p:nvPr>
            <p:ph type="ctrTitle"/>
          </p:nvPr>
        </p:nvSpPr>
        <p:spPr>
          <a:xfrm>
            <a:off x="685800" y="1597822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47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47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47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7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4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6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4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4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8"/>
          <p:cNvSpPr txBox="1"/>
          <p:nvPr>
            <p:ph type="title"/>
          </p:nvPr>
        </p:nvSpPr>
        <p:spPr>
          <a:xfrm>
            <a:off x="722313" y="3305178"/>
            <a:ext cx="7772400" cy="1021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8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8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8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8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4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9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49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49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49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9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0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0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50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50"/>
          <p:cNvSpPr txBox="1"/>
          <p:nvPr>
            <p:ph idx="3" type="body"/>
          </p:nvPr>
        </p:nvSpPr>
        <p:spPr>
          <a:xfrm>
            <a:off x="4645031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50"/>
          <p:cNvSpPr txBox="1"/>
          <p:nvPr>
            <p:ph idx="4" type="body"/>
          </p:nvPr>
        </p:nvSpPr>
        <p:spPr>
          <a:xfrm>
            <a:off x="4645031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50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50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0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5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51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51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51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52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2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2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53"/>
          <p:cNvSpPr txBox="1"/>
          <p:nvPr>
            <p:ph type="title"/>
          </p:nvPr>
        </p:nvSpPr>
        <p:spPr>
          <a:xfrm>
            <a:off x="457206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3"/>
          <p:cNvSpPr txBox="1"/>
          <p:nvPr>
            <p:ph idx="1" type="body"/>
          </p:nvPr>
        </p:nvSpPr>
        <p:spPr>
          <a:xfrm>
            <a:off x="3575050" y="204789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53"/>
          <p:cNvSpPr txBox="1"/>
          <p:nvPr>
            <p:ph idx="2" type="body"/>
          </p:nvPr>
        </p:nvSpPr>
        <p:spPr>
          <a:xfrm>
            <a:off x="457206" y="1076328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53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53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53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54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54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54"/>
          <p:cNvSpPr txBox="1"/>
          <p:nvPr>
            <p:ph idx="1" type="body"/>
          </p:nvPr>
        </p:nvSpPr>
        <p:spPr>
          <a:xfrm>
            <a:off x="1792288" y="4025504"/>
            <a:ext cx="5486400" cy="6036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54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4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54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55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5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5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56"/>
          <p:cNvSpPr txBox="1"/>
          <p:nvPr>
            <p:ph type="title"/>
          </p:nvPr>
        </p:nvSpPr>
        <p:spPr>
          <a:xfrm rot="5400000">
            <a:off x="5463778" y="1371603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56"/>
          <p:cNvSpPr txBox="1"/>
          <p:nvPr>
            <p:ph idx="1" type="body"/>
          </p:nvPr>
        </p:nvSpPr>
        <p:spPr>
          <a:xfrm rot="5400000">
            <a:off x="1272778" y="-609597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56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6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6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4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45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45"/>
          <p:cNvSpPr txBox="1"/>
          <p:nvPr>
            <p:ph idx="10" type="dt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45"/>
          <p:cNvSpPr txBox="1"/>
          <p:nvPr>
            <p:ph idx="11" type="ftr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45"/>
          <p:cNvSpPr txBox="1"/>
          <p:nvPr>
            <p:ph idx="12" type="sldNum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1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1.jp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3" Type="http://schemas.openxmlformats.org/officeDocument/2006/relationships/image" Target="../media/image2.jpg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3" Type="http://schemas.openxmlformats.org/officeDocument/2006/relationships/image" Target="../media/image4.jpg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3.jp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Relationship Id="rId3" Type="http://schemas.openxmlformats.org/officeDocument/2006/relationships/image" Target="../media/image1.jpg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Relationship Id="rId3" Type="http://schemas.openxmlformats.org/officeDocument/2006/relationships/image" Target="../media/image1.jpg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2.xml"/><Relationship Id="rId3" Type="http://schemas.openxmlformats.org/officeDocument/2006/relationships/image" Target="../media/image8.png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6.xml"/><Relationship Id="rId3" Type="http://schemas.openxmlformats.org/officeDocument/2006/relationships/image" Target="../media/image8.png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8.png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/Relationships>
</file>

<file path=ppt/slides/_rels/slide2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3.xml"/><Relationship Id="rId3" Type="http://schemas.openxmlformats.org/officeDocument/2006/relationships/image" Target="../media/image7.jpg"/></Relationships>
</file>

<file path=ppt/slides/_rels/slide2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/Relationships>
</file>

<file path=ppt/slides/_rels/slide2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/Relationships>
</file>

<file path=ppt/slides/_rels/slide2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/Relationships>
</file>

<file path=ppt/slides/_rels/slide2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/Relationships>
</file>

<file path=ppt/slides/_rels/slide2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/Relationships>
</file>

<file path=ppt/slides/_rels/slide2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/Relationships>
</file>

<file path=ppt/slides/_rels/slide2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/Relationships>
</file>

<file path=ppt/slides/_rels/slide2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/Relationships>
</file>

<file path=ppt/slides/_rels/slide2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/Relationships>
</file>

<file path=ppt/slides/_rels/slide2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/Relationships>
</file>

<file path=ppt/slides/_rels/slide2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/Relationships>
</file>

<file path=ppt/slides/_rels/slide2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/Relationships>
</file>

<file path=ppt/slides/_rels/slide2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/Relationships>
</file>

<file path=ppt/slides/_rels/slide2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/Relationships>
</file>

<file path=ppt/slides/_rels/slide2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/Relationships>
</file>

<file path=ppt/slides/_rels/slide2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/Relationships>
</file>

<file path=ppt/slides/_rels/slide2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/Relationships>
</file>

<file path=ppt/slides/_rels/slide2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1.xml"/><Relationship Id="rId3" Type="http://schemas.openxmlformats.org/officeDocument/2006/relationships/image" Target="../media/image1.jpg"/></Relationships>
</file>

<file path=ppt/slides/_rels/slide2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/Relationships>
</file>

<file path=ppt/slides/_rels/slide2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/Relationships>
</file>

<file path=ppt/slides/_rels/slide2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/Relationships>
</file>

<file path=ppt/slides/_rels/slide2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/Relationships>
</file>

<file path=ppt/slides/_rels/slide2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/Relationships>
</file>

<file path=ppt/slides/_rels/slide2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/Relationships>
</file>

<file path=ppt/slides/_rels/slide2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/Relationships>
</file>

<file path=ppt/slides/_rels/slide2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9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88" name="Google Shape;88;g3a5c12958b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 cap="flat" cmpd="sng" w="9525">
            <a:solidFill>
              <a:srgbClr val="002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None/>
            </a:pP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CHÚA THÁNH THẦN</a:t>
            </a:r>
            <a:endParaRPr b="1" sz="4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lạy ơn Đức Chúa Thánh Thần, thiêng liêng sáng láng vô cùng. 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Thánh Thần xuống đầy lòng chúng con, là kẻ tin cậy Đức Chúa Trời,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đốt lửa kính mến Đức Chúa Trời trong lòng chúng con;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xin Đức Chúa Trời cho Đức Chúa Thánh Thần xuống,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sửa lại mọi sự trong ngoài chúng con. Chúng con cầu cùng Đức Chúa Trời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8287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xưa đã cho Đức Chúa Thánh Thần xuống soi lòng dạy dỗ các Thánh Tông Đồ,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rày chúng con cũng xin Đức Chúa Trời cho Đức Chúa Thánh Thần lại xuống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0"/>
          <p:cNvSpPr txBox="1"/>
          <p:nvPr>
            <p:ph idx="1" type="subTitle"/>
          </p:nvPr>
        </p:nvSpPr>
        <p:spPr>
          <a:xfrm>
            <a:off x="1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ủi dạy dỗ chúng con làm những việc lành,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công nghiệp vô cùng Đức Chúa Giêsu Kitô là Chúa chúng con. Amen.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250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17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TRUYỀN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i="1" lang="en-US" sz="192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26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28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Đức Chúa Trời sai Thánh Thiên Thần truyền tin cho Rất Thánh Đức Bà Maria.</a:t>
            </a:r>
            <a:endParaRPr/>
          </a:p>
          <a:p>
            <a:pPr indent="0" lvl="0" marL="0" rtl="0" algn="ctr">
              <a:lnSpc>
                <a:spcPct val="120000"/>
              </a:lnSpc>
              <a:spcBef>
                <a:spcPts val="64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Rất Thánh Đức Bà chịu thai bởi phép Đức Chúa Thánh Thần. </a:t>
            </a: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6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60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i="1" sz="72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tôi là tôi tá Đức Chúa Trời.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Tôi xin vâng như lời Thánh Thiên Thần truyền.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 u="sng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Chốc ấy Ngôi Thứ Hai xuống thế làm người.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800"/>
              <a:buNone/>
            </a:pPr>
            <a:br>
              <a:rPr b="1" i="1" lang="en-US" sz="4800" u="sng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ở cùng </a:t>
            </a:r>
            <a:b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con.</a:t>
            </a:r>
            <a:endParaRPr b="1" sz="6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mừng….. </a:t>
            </a:r>
            <a:br>
              <a:rPr b="1" i="1" lang="en-US" sz="4800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b="1" i="1" sz="4800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000"/>
              <a:buNone/>
            </a:pPr>
            <a:r>
              <a:t/>
            </a:r>
            <a:endParaRPr b="1" i="1" sz="4000" u="sng">
              <a:solidFill>
                <a:schemeClr val="accen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Xướng:</a:t>
            </a: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Rất Thánh Đức Mẹ Chúa Trời, xin cầu cho chúng con.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400"/>
              <a:buNone/>
            </a:pPr>
            <a:r>
              <a:t/>
            </a:r>
            <a:endParaRPr b="1" i="1" sz="4400"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accent4"/>
              </a:buClr>
              <a:buSzPts val="4800"/>
              <a:buNone/>
            </a:pPr>
            <a:r>
              <a:rPr b="1" i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Đáp:</a:t>
            </a:r>
            <a:r>
              <a:rPr b="1" i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Đáng chịu lấy những sự Chúa Kitô đã hứa.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LỜI NGUYỆN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572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chúng con xin Chúa ban ơn Chúa xuống trong linh hồn chúng con,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kẻ đã nhờ lời Thánh Thiên Thần truyền, mà biết thật Chúa Kitô là Con Chúa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 txBox="1"/>
          <p:nvPr>
            <p:ph idx="1" type="subTitle"/>
          </p:nvPr>
        </p:nvSpPr>
        <p:spPr>
          <a:xfrm>
            <a:off x="0" y="647272"/>
            <a:ext cx="9144000" cy="449622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xuống thế làm người, thì xin vì công ơn Con Chúa chịu nạn 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chết trên cây Thánh Giá, cho chúng con ngày sau khi sống lại,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</a:pPr>
            <a:r>
              <a:t/>
            </a:r>
            <a:endParaRPr b="1" sz="1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được đến nơi vinh hiển, cũng vì công nghiệp Chúa Kitô là Chúa chúng con. Amen.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tin thật có một Đức Chúa Trời là Đấng thưởng phạt vô cùng.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lại tin thật Đức Chúa Trời có Ba Ngôi, mà Ngôi Thứ Hai đã xuống thế làm người,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chịu nạn chịu chết mà chuộc tội cho thiên hạ.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idx="1" type="subTitle"/>
          </p:nvPr>
        </p:nvSpPr>
        <p:spPr>
          <a:xfrm>
            <a:off x="0" y="421240"/>
            <a:ext cx="9144000" cy="47222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Bấy nhiêu điều ấy cùng các điều Hội Thánh dạy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con tin vững vàng, vì Chúa là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thông minh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0"/>
          <p:cNvSpPr txBox="1"/>
          <p:nvPr>
            <p:ph idx="1" type="subTitle"/>
          </p:nvPr>
        </p:nvSpPr>
        <p:spPr>
          <a:xfrm>
            <a:off x="0" y="719191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chân thật vô cùng đã phán truyền cho Hội Thánh. Amen.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CẬY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80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trông cậy vững vàng, vì công nghiệp Đức Chúa Giêsu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2"/>
          <p:cNvSpPr txBox="1"/>
          <p:nvPr>
            <p:ph idx="1" type="subTitle"/>
          </p:nvPr>
        </p:nvSpPr>
        <p:spPr>
          <a:xfrm>
            <a:off x="0" y="626724"/>
            <a:ext cx="9144000" cy="451677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Chúa sẽ ban ơn cho con giữ đạo nên ở đời này,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ngày sau được lên thiên đàng xem thấy mặt Đức Chúa Trời hưởng phước đời đời,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34"/>
          <p:cNvSpPr txBox="1"/>
          <p:nvPr>
            <p:ph idx="1" type="subTitle"/>
          </p:nvPr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Chúa là Đấng phép tắc và lòng lành vô cùng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đã phán hứa sự ấy chẳng có lẽ nào sai đặng.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13715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MẾN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kính mến Chúa hết lòng hết sức trên hết mọi sự,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vì Chúa là Đấng trọn tốt trọn lành vô cùng,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lại vì Chúa thì con thương yêu người ta như mình con vậy.  Amen.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SẤP MÌNH</a:t>
            </a:r>
            <a:endParaRPr b="1" sz="4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Chúa con, con sấp mình xuống trước mặt Chúa con. Con tin thật Chúa ở khắp mọi nơi,</a:t>
            </a:r>
            <a:endParaRPr b="1" sz="8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thông biết mọi sự, hằng xem thấy con, hằng nghe lời con cầu nguyện.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4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Chúa rất nhân từ  hãy đoái xem sự nghèo ngặt con và nhậm lời con nguyện.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4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Chúa, xin hãy mở miệng lưỡi con ra, thì con sẽ cao rao những lời ngợi khen Chúa.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4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Chúa chúng con! Vì dấu † Thánh giá, xin chữa † chúng con, cho khỏi † kẻ thù.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4"/>
          <p:cNvSpPr txBox="1"/>
          <p:nvPr>
            <p:ph idx="1" type="subTitle"/>
          </p:nvPr>
        </p:nvSpPr>
        <p:spPr>
          <a:xfrm>
            <a:off x="0" y="1"/>
            <a:ext cx="9030984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br>
              <a:rPr b="1" lang="en-US" sz="4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danh Cha †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Con † và Thánh Thần †. Amen.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LẠY NỮ VƯƠNG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Nữ Vương, Mẹ nhân lành làm cho chúng con đặng sống, đặng vui, đặng cậy.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Mẹ! chúng con, con cháu Evà ở chốn khách đày kêu đến cùng Bà,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ở nơi khóc lóc than thở kêu khẩn Bà thương. Hỡi Ôi! Bà là chủ bầu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ghé mắt thương xem chúng con. Đến sau khỏi đày, </a:t>
            </a:r>
            <a:endParaRPr b="1" sz="75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4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cho chúng con được thấy Đức Chúa Giêsu con lòng Bà gồm phúc lạ.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Ôi khoan thay! nhân thay! dịu thay! Thánh Maria trọn đời đồng trinh. 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NGHĨA ĐỨC TIN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3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Ngày Chúa Nhật hôm nay, chúng con hợp nhau kính lạy thờ phượng Chúa, </a:t>
            </a:r>
            <a:endParaRPr b="1" sz="7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khong khen cảm tạ ơn Chúa về mọi ơn lành Chúa đã ban cho chúng con,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5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phạt tạ Chúa vì những tội lỗi chúng con đã phạm mất lòng Chúa: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4"/>
          <p:cNvSpPr txBox="1"/>
          <p:nvPr>
            <p:ph idx="1" type="subTitle"/>
          </p:nvPr>
        </p:nvSpPr>
        <p:spPr>
          <a:xfrm>
            <a:off x="92467" y="-205483"/>
            <a:ext cx="9051533" cy="5348983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chúng con dám xin Chúa hãy khứng ban những ơn cần kíp cho chúng con được rỗi linh hồn.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5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Nên chúng con cả lòng tin vững vàng mọi điều đạo thánh Chúa dạy, 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nhất là những điều cần kíp này là có một Đức Chúa Trời phép tắc vô cùng dựng nên trời đất, 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7"/>
          <p:cNvSpPr txBox="1"/>
          <p:nvPr>
            <p:ph idx="1" type="subTitle"/>
          </p:nvPr>
        </p:nvSpPr>
        <p:spPr>
          <a:xfrm>
            <a:off x="0" y="-308225"/>
            <a:ext cx="9144000" cy="5451725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Người có Ba Ngôi. Ngôi Thứ Nhất là Cha, Ngôi Thứ Hai là Con, Ngôi Thứ Ba là Thánh Thần; 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 Ngôi cũng một tính một phép, cho nên Ba Ngôi cũng một Chúa mà thôi.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5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Chúng con tin Ngôi Thứ Hai ra đời làm người, sinh bởi Bà Maria Đồng Trinh,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đặt tên là Giêsu, ở thế gian ba mươi ba năm, đoạn chịu chết trên cây Thánh giá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t/>
            </a:r>
            <a:endParaRPr b="1" sz="4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chuộc tội cho thiên hạ, đến ngày thứ ba Người sống lại; 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62"/>
          <p:cNvSpPr txBox="1"/>
          <p:nvPr>
            <p:ph idx="1" type="subTitle"/>
          </p:nvPr>
        </p:nvSpPr>
        <p:spPr>
          <a:xfrm>
            <a:off x="0" y="-164387"/>
            <a:ext cx="9144000" cy="5307887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khỏi bốn mươi ngày lên trời; đủ mười ngày lại cho Đức Chúa Thánh Thần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63"/>
          <p:cNvSpPr txBox="1"/>
          <p:nvPr>
            <p:ph idx="1" type="subTitle"/>
          </p:nvPr>
        </p:nvSpPr>
        <p:spPr>
          <a:xfrm>
            <a:off x="0" y="0"/>
            <a:ext cx="9226193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xuống trên các thánh Tông đồ và Hội Thánh mới lập;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6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chẳng thông công cùng Hội Thánh ấy thì chẳng đặng rỗi linh hồn;</a:t>
            </a:r>
            <a:endParaRPr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65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linh hồn là giống thiêng liêng chẳng hề chết đặng; và đến ngày tận thế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6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xác loài người ta sẽ sống lại mà chịu phán xét;</a:t>
            </a:r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6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kẻ lành lên thiên đàng hưởng phước đời đời; kẻ dữ sa hỏa ngục chịu phạt vô cùng.</a:t>
            </a:r>
            <a:endParaRPr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6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Mà chúng con tin các sự ấy mà thôi thì chưa đủ cho đặng lên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đàng;</a:t>
            </a:r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song phải giữ Mười điều răn Đức Chúa Trời cùng Năm luật điều Hội Thánh,</a:t>
            </a:r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7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làm những việc lành phước đức.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Nhân vì sự ấy, chúng con hằng phải sợ hãi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7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trốn tránh các tội lỗi, nhất là bảy mối tội đầu, là căn nguyên mọi tội lỗi khác.</a:t>
            </a:r>
            <a:endParaRPr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72"/>
          <p:cNvSpPr txBox="1"/>
          <p:nvPr>
            <p:ph idx="1" type="subTitle"/>
          </p:nvPr>
        </p:nvSpPr>
        <p:spPr>
          <a:xfrm>
            <a:off x="0" y="-246580"/>
            <a:ext cx="9144000" cy="539008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Vậy chúng con phải ân cần lo lắng mà năng chịu các phép bí tích Đức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</a:t>
            </a:r>
            <a:r>
              <a:rPr b="1" lang="en-US" sz="6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Giêsu đã truyền,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những phương linh nghiệm cho chúng con đặng nên thánh.</a:t>
            </a:r>
            <a:endParaRPr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7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Có bảy phép bí tích mà thôi, song phép Rửa tội, phép Mình Thánh Chúa,</a:t>
            </a:r>
            <a:endParaRPr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7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phép Giải tội, là ba phép cần kíp hơn cho chúng con đặng rỗi. </a:t>
            </a:r>
            <a:endParaRPr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7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Ấy vậy chúng con hằng phải ra sức lo lắng thể nào mà chịu các phép trọng ấy cho nên, </a:t>
            </a:r>
            <a:endParaRPr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cùng tin thật vững vàng mà giữ cẩn thận các điều trước này,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7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thì mới đặng hưởng  phúc thanh nhàn đời đời kiếp kiếp. Amen.</a:t>
            </a:r>
            <a:endParaRPr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79"/>
          <p:cNvSpPr txBox="1"/>
          <p:nvPr>
            <p:ph idx="1" type="subTitle"/>
          </p:nvPr>
        </p:nvSpPr>
        <p:spPr>
          <a:xfrm>
            <a:off x="0" y="-143838"/>
            <a:ext cx="9144000" cy="528733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400"/>
              <a:buNone/>
            </a:pP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Đức Chúa Trời có 10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Thờ phượng một Đức Chúa Trời và kính mến người trên hết mọi sự.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8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kêu tên Đức Chúa Trời vô cớ.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ngày Chúa Nhật.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Thảo kính cha mẹ.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giết người.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8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sự dâm dục.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lấy của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làm chứng dối.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chín: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Chớ muốn vợ chồng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8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mười: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Chớ tham </a:t>
            </a:r>
            <a:b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của người. 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Mười điều răn ấy tóm về hai này mà chớ:</a:t>
            </a:r>
            <a:endParaRPr b="1" i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5"/>
          <p:cNvSpPr txBox="1"/>
          <p:nvPr>
            <p:ph idx="1" type="subTitle"/>
          </p:nvPr>
        </p:nvSpPr>
        <p:spPr>
          <a:xfrm>
            <a:off x="0" y="-226031"/>
            <a:ext cx="9144000" cy="5369531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trước kính mến một Đức Chúa Trời trên hết mọi sự; sau lại yêu người như mình ta vậy. </a:t>
            </a:r>
            <a:r>
              <a:rPr b="1" i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i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8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5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Hội Thánh có 5 điều răn: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dự lễ và kiêng việc xác ngày Chúa Nhật cùng các ngày lễ buộc;</a:t>
            </a:r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87"/>
          <p:cNvSpPr txBox="1"/>
          <p:nvPr>
            <p:ph idx="1" type="subTitle"/>
          </p:nvPr>
        </p:nvSpPr>
        <p:spPr>
          <a:xfrm>
            <a:off x="0" y="-236306"/>
            <a:ext cx="9144000" cy="537980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xưng tội trong một năm ít là một lần;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360"/>
              </a:spcBef>
              <a:spcAft>
                <a:spcPts val="0"/>
              </a:spcAft>
              <a:buClr>
                <a:schemeClr val="accent4"/>
              </a:buClr>
              <a:buSzPts val="6800"/>
              <a:buNone/>
            </a:pPr>
            <a:r>
              <a:rPr b="1" lang="en-US" sz="6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rước Mình Thánh Chúa trong mùa Phục Sinh;</a:t>
            </a:r>
            <a:endParaRPr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88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chay và kiêng thịt những ngày Hội Thánh buộc;</a:t>
            </a:r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8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góp công góp của xây dựng Hội Thánh, tùy theo khả năng của mình.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9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8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Đạo Đức Chúa Trời có 7 phép Bí tích: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nhất: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Rửa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hai: </a:t>
            </a:r>
            <a:r>
              <a:rPr b="1" lang="en-US" sz="8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Thêm sức.</a:t>
            </a:r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Mình Thánh Chúa.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bốn: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Giải tội.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Xức dầu thánh.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sáu: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Truyền chức thánh.</a:t>
            </a:r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Thứ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phép Hôn phối.</a:t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9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</a:pPr>
            <a:r>
              <a:t/>
            </a:r>
            <a:endParaRPr b="1" sz="1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người có mười bốn mối</a:t>
            </a:r>
            <a:endParaRPr b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99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i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Thương xác bảy mối:</a:t>
            </a:r>
            <a:endParaRPr b="1" i="1" sz="49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đói ăn.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9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khát uống.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kẻ rách rưới ăn mặc.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9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Viếng kẻ liệt cùng kẻ tù rạc.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 khách đỗ nhà.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Chuộc kẻ làm tôi.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Chôn xác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825"/>
              <a:buNone/>
            </a:pPr>
            <a:r>
              <a:t/>
            </a:r>
            <a:endParaRPr b="1" sz="82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080"/>
              </a:spcBef>
              <a:spcAft>
                <a:spcPts val="0"/>
              </a:spcAft>
              <a:buClr>
                <a:schemeClr val="accent4"/>
              </a:buClr>
              <a:buSzPts val="5400"/>
              <a:buNone/>
            </a:pPr>
            <a:r>
              <a:rPr b="1" i="1" lang="en-US" sz="5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Thương linh hồn bảy mối:</a:t>
            </a:r>
            <a:endParaRPr b="1" i="1" sz="540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Lấy lời lành khuyên người.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Mở dạy kẻ mê muội.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ủi kẻ âu lo.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10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Răn bảo kẻ có tội.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 kẻ dể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10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Nhịn kẻ mất lòng ta.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Cầu cho kẻ sống và kẻ chết.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1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95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</a:t>
            </a:r>
            <a:r>
              <a:rPr b="1" lang="en-US" sz="4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CẢI TỘI BẢY MỐI CÓ BẢY ĐỨC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Khiêm nhượng, chớ kiêu ngạo.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1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Rộng rãi, chớ hà tiện.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Giữ mình sạch sẽ, chớ mê dâm dục.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rgbClr val="888888"/>
              </a:buClr>
              <a:buSzPts val="7000"/>
              <a:buNone/>
            </a:pPr>
            <a:r>
              <a:t/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10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Hay nhịn, Chớ hờn giận.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Kiêng bớt, chớ mê ăn uống.</a:t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b="1"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>
                <a:srgbClr val="888888"/>
              </a:buClr>
              <a:buSzPts val="7200"/>
              <a:buNone/>
            </a:pPr>
            <a:r>
              <a:t/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1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Yêu người, chớ ghen ghét.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>
                <a:schemeClr val="accent4"/>
              </a:buClr>
              <a:buSzPts val="7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 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Siêng năng việc Đức Chúa Trời, chớ làm biếng.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0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95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	</a:t>
            </a:r>
            <a:r>
              <a:rPr b="1" lang="en-US" sz="44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PHƯỚC THẬT TÁM MỐI</a:t>
            </a:r>
            <a:endParaRPr/>
          </a:p>
          <a:p>
            <a:pPr indent="0" lvl="0" marL="0" rtl="0" algn="just">
              <a:lnSpc>
                <a:spcPct val="100000"/>
              </a:lnSpc>
              <a:spcBef>
                <a:spcPts val="1295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7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nhất:</a:t>
            </a: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có lòng khó khăn, ấy là phước thật, vì chưng nước Đức Chúa Trời là của mình vậy.</a:t>
            </a:r>
            <a:endParaRPr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10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hai: 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hiền lành, ấy là phước thật, vì chưng sẽ được đất Đức Chúa Trời làm của mình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ba: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khóc lóc, ấy là phước thật, vì chưng sẽ được an ủi vậy.</a:t>
            </a:r>
            <a:endParaRPr sz="7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7" name="Shape 6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Google Shape;628;p10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bốn: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khao khát nhân đức trọn lành, ấy là phước thật, vì chưng sẽ được no đủ vậy.</a:t>
            </a:r>
            <a:endParaRPr sz="16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2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p1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80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năm: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thương xót người, ấy là phước thật, vì chưng mình sẽ được thương xót vậy.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1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None/>
            </a:pPr>
            <a:r>
              <a:rPr b="1" lang="en-US" sz="72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sáu:</a:t>
            </a: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giữ lòng sạch sẽ, ấy là phước thật, vì chưng sẽ được thấy mặt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55"/>
              </a:spcBef>
              <a:spcAft>
                <a:spcPts val="0"/>
              </a:spcAft>
              <a:buClr>
                <a:srgbClr val="888888"/>
              </a:buClr>
              <a:buSzPts val="1275"/>
              <a:buNone/>
            </a:pPr>
            <a:r>
              <a:t/>
            </a:r>
            <a:endParaRPr sz="1275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bảy: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làm cho người hòa thuận, ấy là phước thật, vì chưng sẽ được gọi là con Đức Chúa Trời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11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6600"/>
              <a:buNone/>
            </a:pPr>
            <a:r>
              <a:rPr b="1" lang="en-US" sz="66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Thứ tám:</a:t>
            </a: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	Ai chịu khốn nạn vì đạo ngay, ấy là phước thật, vì chưng nước Đức Chúa Trời là của mình vậy.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1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ct val="100000"/>
              <a:buNone/>
            </a:pPr>
            <a:r>
              <a:rPr b="1" lang="en-US" sz="4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NĂM THÁNH 2025</a:t>
            </a:r>
            <a:endParaRPr b="1" sz="1650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1406"/>
              </a:spcBef>
              <a:spcAft>
                <a:spcPts val="0"/>
              </a:spcAft>
              <a:buClr>
                <a:schemeClr val="lt1"/>
              </a:buClr>
              <a:buSzPct val="100000"/>
              <a:buNone/>
            </a:pPr>
            <a:r>
              <a:rPr b="1" lang="en-US" sz="7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Cha trên trời, Xin cho ơn đức tin mà Cha ban tặng chúng con/ trong Chúa Giêsu Kitô,</a:t>
            </a:r>
            <a:endParaRPr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1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Cha và Anh của chúng con, cùng ngọn lửa đức ái được thắp lên trong tâm hồn chúng con/</a:t>
            </a:r>
            <a:endParaRPr b="1" sz="6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None/>
            </a:pPr>
            <a:r>
              <a:rPr b="1" lang="en-US" sz="7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bởi Chúa Thánh Thần, khơi dậy trong chúng con/ niềm hy vọng hồng phúc hướng về Nước Cha trị đến.</a:t>
            </a:r>
            <a:endParaRPr b="1" sz="7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1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800"/>
              <a:buNone/>
            </a:pPr>
            <a:r>
              <a:rPr b="1" lang="en-US" sz="6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ân sủng Cha biến đổi chúng con/ thành những người miệt mài vun trồng hạt giống Tin Mừng.</a:t>
            </a:r>
            <a:endParaRPr b="1" sz="6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118"/>
          <p:cNvSpPr txBox="1"/>
          <p:nvPr>
            <p:ph idx="1" type="sub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300"/>
              <a:buNone/>
            </a:pPr>
            <a:r>
              <a:rPr b="1" lang="en-US" sz="73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Ước gì những hạt giống ấy/ biến đổi từ bên trong nhân loại và toàn thể vũ trụ này,</a:t>
            </a:r>
            <a:endParaRPr b="1" sz="73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11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khi vững lòng mong đợi trời mới đất mới, lúc mà quyền lực Sự Dữ sẽ bị đánh bại,</a:t>
            </a:r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1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</a:pPr>
            <a:r>
              <a:rPr b="1" lang="en-US" sz="72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và vinh quang Cha sẽ chiếu sáng muôn đời. Xin cho ân sủng của Năm Thánh này/ khơi dậy trong chúng con,</a:t>
            </a:r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1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500"/>
              <a:buNone/>
            </a:pP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là </a:t>
            </a:r>
            <a:r>
              <a:rPr b="1" lang="en-US" sz="75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Người Lữ Hành Hy Vọng</a:t>
            </a:r>
            <a:r>
              <a:rPr b="1" lang="en-US" sz="75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niềm khao khát kho tàng ở trên trời.</a:t>
            </a:r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1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Đồng thời cũng làm lan tỏa trên khắp thế giới/ niềm vui và sự bình an của Đấng Cứu Chuộc chúng con.</a:t>
            </a:r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12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None/>
            </a:pPr>
            <a:r>
              <a:rPr b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tôn vinh và ngợi khen Cha là Thiên Chúa chúng con, Cha đáng chúc tụng mãi muôn đời. </a:t>
            </a:r>
            <a:r>
              <a:rPr b="1" i="1" lang="en-US" sz="6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Amen.</a:t>
            </a:r>
            <a:endParaRPr/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2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703" name="Google Shape;703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12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NHẬP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</a:t>
            </a: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ỜI CAO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Duy Tân</a:t>
            </a:r>
            <a:r>
              <a:rPr b="1" i="1" lang="en-US" sz="4700">
                <a:solidFill>
                  <a:srgbClr val="FFD96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FD966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3a42a8b53c1_2_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Trời cao, hãy đổ sương xuống. Và ngàn mây, hãy mưa Đấng chuộc tội.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3a42a8b53c1_2_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 cao, hãy đổ sương xuống. Và ngàn mây, hãy mưa Đấng cứu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3a42a8b53c1_2_1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Trong đêm u tối, chúng con mong ngày mau tới: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g3a42a8b53c1_2_2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38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Như nai đang khát, ước mong mau tìm thấy suối.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2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3a42a8b53c1_2_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ôi, dừng cơn giận Chúa lại thôi. Chúa ôi, đoàn con đã hối tội rồi.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8" name="Google Shape;738;g3a5c12958b4_0_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ÐK: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Trời cao, hãy đổ sương xuống. Và ngàn mây, hãy mưa Đấng chuộc tội.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2" name="Shape 7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Google Shape;743;g3a5c12958b4_0_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Trời cao, hãy đổ sương xuống. Và ngàn mây, hãy mưa Đấng cứu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748" name="Google Shape;748;p1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13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4" name="Google Shape;754;p133"/>
          <p:cNvSpPr/>
          <p:nvPr/>
        </p:nvSpPr>
        <p:spPr>
          <a:xfrm flipH="1" rot="-5400000">
            <a:off x="1999963" y="-1999641"/>
            <a:ext cx="5143500" cy="9143425"/>
          </a:xfrm>
          <a:prstGeom prst="rect">
            <a:avLst/>
          </a:prstGeom>
          <a:gradFill>
            <a:gsLst>
              <a:gs pos="0">
                <a:schemeClr val="accent1"/>
              </a:gs>
              <a:gs pos="8000">
                <a:schemeClr val="accent1"/>
              </a:gs>
              <a:gs pos="100000">
                <a:srgbClr val="1F3864"/>
              </a:gs>
            </a:gsLst>
            <a:lin ang="12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5" name="Google Shape;755;p133"/>
          <p:cNvSpPr/>
          <p:nvPr/>
        </p:nvSpPr>
        <p:spPr>
          <a:xfrm flipH="1" rot="10800000">
            <a:off x="-1733" y="0"/>
            <a:ext cx="6803134" cy="5143179"/>
          </a:xfrm>
          <a:prstGeom prst="rect">
            <a:avLst/>
          </a:prstGeom>
          <a:gradFill>
            <a:gsLst>
              <a:gs pos="0">
                <a:srgbClr val="000000">
                  <a:alpha val="51372"/>
                </a:srgbClr>
              </a:gs>
              <a:gs pos="8000">
                <a:srgbClr val="000000">
                  <a:alpha val="51372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6" name="Google Shape;756;p133"/>
          <p:cNvSpPr/>
          <p:nvPr/>
        </p:nvSpPr>
        <p:spPr>
          <a:xfrm flipH="1" rot="-5400000">
            <a:off x="2737118" y="-1264380"/>
            <a:ext cx="3670923" cy="9145160"/>
          </a:xfrm>
          <a:prstGeom prst="rect">
            <a:avLst/>
          </a:prstGeom>
          <a:gradFill>
            <a:gsLst>
              <a:gs pos="0">
                <a:srgbClr val="9CC2E5">
                  <a:alpha val="0"/>
                </a:srgbClr>
              </a:gs>
              <a:gs pos="100000">
                <a:srgbClr val="000000">
                  <a:alpha val="45490"/>
                </a:srgbClr>
              </a:gs>
            </a:gsLst>
            <a:lin ang="1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ó thể là hình ảnh về văn bản cho biết 'BÀI ĐỌC 1 Bài itrichsách trích NGÔN SỨ I-SAIA &quot;Người xết XỬ công minh cho ngưỡi thấp CỔ bé miệng, và phán quyết VO tu bênh Kέ nghèo trong XỨ SỞ.&quot; (ร 11, (IS11,110) 110]'" id="757" name="Google Shape;757;p1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734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3a42a8b53c1_2_73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ĐÁP CA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THÁNH VỊNH 71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Thái Nguyên)</a:t>
            </a:r>
            <a:b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(04 câu)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3a42a8b53c1_2_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Thân lạy Chúa, xin ban quyền bính cho Tân Vương,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g3a42a8b53c1_2_8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trao công lý trong tay Hoàng Tử.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3a42a8b53c1_2_8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Để Tân Vương theo công lý xét xử dân riêng,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3a42a8b53c1_2_9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bênh vực quyền lợi kẻ khó nghèo.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6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g3a42a8b53c1_2_9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a42a8b53c1_2_10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g3a42a8b53c1_2_10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Vương triều sẽ luôn đua nở thắm hoa công minh,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g3a42a8b53c1_2_1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thu mãi an ninh thịnh trị.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6" name="Shape 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7" name="Google Shape;807;g3a42a8b53c1_2_1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Ngài trông coi từ biển đây qua biển bên kia,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g3a42a8b53c1_2_1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khắp sông rộng và cả vũ hoàn.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3a42a8b53c1_2_1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g3a42a8b53c1_2_1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g3a42a8b53c1_2_1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nghèo khó khấn xin Ngài sẽ luôn thương nghe,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3a42a8b53c1_2_1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 tay cứu con dân cùng khổ.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a42a8b53c1_2_1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Chạnh lòng thương ai nguy khốn, bé nhỏ đơn côi,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3a42a8b53c1_2_1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ai cơ cùng Ngài giải thoát cho.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6" name="Shape 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7" name="Google Shape;847;g3a42a8b53c1_2_1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g3a42a8b53c1_2_1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3a42a8b53c1_2_16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Danh Ngài sẽ chói sáng cùng thái dương lan xa,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1" name="Shape 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Google Shape;862;g3a42a8b53c1_2_16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 muôn kiếp muôn năm trường cửu.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g3a42a8b53c1_2_173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Nhờ Danh Chúa muôn dân nước sẽ được chúc phúc,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g3a42a8b53c1_2_17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thiên hạ cùng ngợi khen chúc tụng.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6" name="Shape 8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Google Shape;877;g3a42a8b53c1_2_18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Triều đại người nở hoa công chính, thái bình luôn thịnh trị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g3a42a8b53c1_2_18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tới ngày nào tuế nguyệt chẳng còn.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155"/>
          <p:cNvSpPr/>
          <p:nvPr/>
        </p:nvSpPr>
        <p:spPr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ó thể là hình ảnh về văn bản cho biết 'BAI ĐOC BÀIĐOC2 2 Bàitrichthu Bài trích thư của thánh Phaolo tông đồ gửi tín ทนั้น RÔ-ma បាន &quot;VI thế giữa muôn dân con cất lời cảm tạ, dang điệu hat cung đần CA MỪNG DANH THÂNH CHÚA.&quot; [RM 15, 4-9]'" id="888" name="Google Shape;888;p1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156"/>
          <p:cNvSpPr txBox="1"/>
          <p:nvPr>
            <p:ph type="ctrTitle"/>
          </p:nvPr>
        </p:nvSpPr>
        <p:spPr>
          <a:xfrm>
            <a:off x="0" y="584200"/>
            <a:ext cx="9144000" cy="4559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0000"/>
              </a:buClr>
              <a:buSzPts val="8000"/>
              <a:buFont typeface="Times"/>
              <a:buNone/>
            </a:pPr>
            <a:r>
              <a:rPr b="1" i="1" lang="en-US" sz="700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All… All…</a:t>
            </a:r>
            <a:r>
              <a:rPr b="1" i="1" lang="en-US" sz="700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  <a:t> </a:t>
            </a:r>
            <a:br>
              <a:rPr b="1" i="1" lang="en-US" sz="7200">
                <a:solidFill>
                  <a:srgbClr val="EE0000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Hãy dọn đường Chúa, san bằng cho phẳng ngay. </a:t>
            </a:r>
            <a:endParaRPr b="1" i="1" sz="75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895" name="Google Shape;895;p156"/>
          <p:cNvSpPr txBox="1"/>
          <p:nvPr/>
        </p:nvSpPr>
        <p:spPr>
          <a:xfrm>
            <a:off x="0" y="-50800"/>
            <a:ext cx="9144000" cy="635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TUNG HÔ TIN MỪNG</a:t>
            </a:r>
            <a:endParaRPr b="1" i="0" sz="3200" u="none" cap="none" strike="noStrike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9" name="Shape 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0" name="Google Shape;900;p15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"/>
              <a:buNone/>
            </a:pP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Và mọi người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sẽ thấy ơn cứu độ </a:t>
            </a:r>
            <a:b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5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của Thiên Chúa.</a:t>
            </a:r>
            <a:br>
              <a:rPr b="1" i="1" lang="en-US" sz="7500">
                <a:latin typeface="Times"/>
                <a:ea typeface="Times"/>
                <a:cs typeface="Times"/>
                <a:sym typeface="Times"/>
              </a:rPr>
            </a:br>
            <a:r>
              <a:rPr b="1" i="1" lang="en-US" sz="7500">
                <a:solidFill>
                  <a:srgbClr val="FFFF00"/>
                </a:solidFill>
                <a:latin typeface="Times"/>
                <a:ea typeface="Times"/>
                <a:cs typeface="Times"/>
                <a:sym typeface="Times"/>
              </a:rPr>
              <a:t>All.. All..</a:t>
            </a:r>
            <a:endParaRPr b="1" sz="7500">
              <a:solidFill>
                <a:srgbClr val="FFFF00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4" name="Shape 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TIN MỪNG CHÚA GIÊSU KITO Theo Thanh Matthêu &quot;Anh em hãy sám hối, VÌ NƯỚC Trời đà đến gần.&quot; (Mt 3, 112]'" id="905" name="Google Shape;905;p1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9" name="Shape 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910" name="Google Shape;910;g3a5c12958b4_0_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3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4" name="Shape 9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5" name="Google Shape;915;p159"/>
          <p:cNvSpPr txBox="1"/>
          <p:nvPr>
            <p:ph type="ctrTitle"/>
          </p:nvPr>
        </p:nvSpPr>
        <p:spPr>
          <a:xfrm>
            <a:off x="0" y="514351"/>
            <a:ext cx="9144000" cy="4629148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CT: </a:t>
            </a: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Thiên Chúa là Cha toàn năng.</a:t>
            </a:r>
            <a:endParaRPr/>
          </a:p>
        </p:txBody>
      </p:sp>
      <p:sp>
        <p:nvSpPr>
          <p:cNvPr id="916" name="Google Shape;916;p159"/>
          <p:cNvSpPr txBox="1"/>
          <p:nvPr/>
        </p:nvSpPr>
        <p:spPr>
          <a:xfrm>
            <a:off x="0" y="0"/>
            <a:ext cx="9144000" cy="738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Times New Roman"/>
              <a:buNone/>
            </a:pPr>
            <a:r>
              <a:rPr b="1" i="0" lang="en-US" sz="3600" u="none" cap="none" strike="noStrike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KINH TIN KÍNH</a:t>
            </a:r>
            <a:endParaRPr b="1" i="0" sz="3600" u="none" cap="none" strike="noStrike">
              <a:solidFill>
                <a:schemeClr val="accent4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160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Đấng tạo thành trời đất muôn vật hữu hình và vô hình.</a:t>
            </a:r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161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kính một Chúa Giê-su Ki-tô Con Một Thiên Chúa,</a:t>
            </a:r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162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sinh bởi Đức Chúa Cha từ trước muôn đời.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16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là Thiên Chúa bởi Thiên Chúa, Ánh Sáng bởi Ánh Sáng,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16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Thiên Chúa thật bởi Thiên Chúa Thật Được sinh ra mà không phải được tạo thành,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165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đồng bản thể với Đức Chúa Cha:nhờ Người mà muôn vật được tạo thành.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0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166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Vì loài người chúng ta và để cứu độ chúng ta, Người đã từ trời xuống thế.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16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Bởi phép Đức Chúa Thánh Thần Người đã nhập thể trong long Trinh Nữ Maria, và đã làm người.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0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16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đóng đinh vào thập giá vì chúng ta, Thời quan Phong-xi-ô Phi-la-tô; 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169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chịu khổ hình và mai táng, ngày thứ ba Người sống lại như lời Thánh Kinh.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170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lên trời, ngự bên hữu Đức Chúa Cha, và Người sẽ lại đến trong vinh quang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6" name="Google Shape;976;p171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phán xét kẻ sống và kẻ chết, Nước Người sẽ không bao giờ cùng.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172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tinh kính Đức Chúa Thánh Thần là Thiên Chúa, và là Đấng ban sự sống,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bởi Đức Chúa Cha và Đức Chúa Con mà ra.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0" name="Shape 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1" name="Google Shape;991;p17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được phụng thờ và tôn vinh cùng với Đức Chúa Cha và Đức Chúa Con.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175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Người đã dùng các Tiên tri mà phán dạy.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176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tin Hội Thánh duy nhất, thánh thiện, công giáo và tông truyền.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17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tuyên xưng có một Phép Rửa 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để tha tội.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17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Tôi trông đợi kẻ chết sống lại và sự sống đời sau. Amen.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5" name="Shape 10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1016" name="Google Shape;1016;p1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0" name="Shape 10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1" name="Google Shape;1021;g3a42a8b53c1_2_195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LỄ GIAO HOÀ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(Nguyên Kha)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5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3a42a8b53c1_2_199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tiến  lên Cha nhân từ trọn niềm vui bao ước mơ.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0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g3a42a8b53c1_2_20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Đây lễ hy sinh toàn thiêu, đẹp như lễ dâng ban chiều.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g3a42a8b53c1_2_2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giao hoà, này lễ vật vô giá đoàn con dâng Chúa từ nhân.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g3a42a8b53c1_2_215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toàn thiêu, tha thiết con nguyện cầu,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g3a42a8b53c1_2_2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Thiên Chúa thứ tha lỗi lầm.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0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3a42a8b53c1_2_2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Kính tiến lên Cha cuộc đời nhiều gian lao bao đắng cay.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g3a42a8b53c1_2_2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Nước mắt tuôn rơi tràn mi, nguyện nâng đỡ con đêm ngày.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g3a42a8b53c1_2_2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giao hoà, này lễ vật vô giá đoàn con dâng Chúa từ nhân.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g3a42a8b53c1_2_2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toàn thiêu, tha thiết con nguyện cầu,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0" name="Shape 10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1" name="Google Shape;1071;g3a42a8b53c1_2_2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Thiên Chúa thứ tha lỗi lầm.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g3a42a8b53c1_2_24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Tiếng hát con dâng cao vời tựa làn hương thơm ngát bay.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0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1" name="Google Shape;1081;g3a42a8b53c1_2_25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Dâng tiến lên Cha cực linh, nguyện ban xuống ơn an bình.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g3a42a8b53c1_2_25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giao hoà, này lễ vật vô giá đoàn con dâng Chúa từ nhân. 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3a42a8b53c1_2_25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Này lễ vật toàn thiêu, tha thiết con nguyện cầu,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g3a42a8b53c1_2_26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xin Thiên Chúa thứ tha lỗi lầm.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0" name="Shape 1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101" name="Google Shape;1101;p201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202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KINH THÁNH, THÁNH</a:t>
            </a: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Thánh, Thánh, Thánh. Chúa là Thiên Chúa các đạo binh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0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203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Trời đất đầy vinh quang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p204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Times"/>
              <a:buNone/>
            </a:pPr>
            <a: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Chúc tụng Đấng ngự đến nhân danh Chúa. Hoan hô Chúa trên các tầng trời.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121" name="Google Shape;1121;p205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g3a42a8b53c1_2_268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b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</a:br>
            <a:r>
              <a:rPr b="1" lang="en-US" sz="4000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CHIÊN THIÊN CHÚA</a:t>
            </a:r>
            <a:endParaRPr b="1" sz="4000">
              <a:solidFill>
                <a:schemeClr val="accent4"/>
              </a:solidFill>
              <a:latin typeface="Times"/>
              <a:ea typeface="Times"/>
              <a:cs typeface="Times"/>
              <a:sym typeface="Times"/>
            </a:endParaRPr>
          </a:p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66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gian, xin thương xót chúng con.</a:t>
            </a:r>
            <a:br>
              <a:rPr b="1" lang="en-US" sz="72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</a:b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207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thương xót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208"/>
          <p:cNvSpPr txBox="1"/>
          <p:nvPr>
            <p:ph type="ctrTitle"/>
          </p:nvPr>
        </p:nvSpPr>
        <p:spPr>
          <a:xfrm>
            <a:off x="0" y="0"/>
            <a:ext cx="9144000" cy="5143499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7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Lạy Chiên Thiên Chúa, Đấng xóa tội trần gian: xin ban bình an cho chúng con.</a:t>
            </a:r>
            <a:endParaRPr b="1" sz="7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0" name="Shape 1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en chalice and a cross next to a book&#10;&#10;AI-generated content may be incorrect." id="1141" name="Google Shape;1141;p209"/>
          <p:cNvPicPr preferRelativeResize="0"/>
          <p:nvPr/>
        </p:nvPicPr>
        <p:blipFill rotWithShape="1">
          <a:blip r:embed="rId3">
            <a:alphaModFix/>
          </a:blip>
          <a:srcRect b="9844" l="0" r="0" t="5782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5" name="Shape 1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" name="Google Shape;1146;g3a42a8b53c1_2_272"/>
          <p:cNvSpPr txBox="1"/>
          <p:nvPr>
            <p:ph type="ctrTitle"/>
          </p:nvPr>
        </p:nvSpPr>
        <p:spPr>
          <a:xfrm>
            <a:off x="0" y="680400"/>
            <a:ext cx="9144000" cy="44631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4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Vùng lên, Giê-ru-sa-lem hỡi!</a:t>
            </a:r>
            <a:endParaRPr b="1" sz="72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sp>
        <p:nvSpPr>
          <p:cNvPr id="1147" name="Google Shape;1147;g3a42a8b53c1_2_272"/>
          <p:cNvSpPr txBox="1"/>
          <p:nvPr/>
        </p:nvSpPr>
        <p:spPr>
          <a:xfrm>
            <a:off x="0" y="0"/>
            <a:ext cx="9144000" cy="8004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chemeClr val="accent4"/>
                </a:solidFill>
                <a:latin typeface="Times"/>
                <a:ea typeface="Times"/>
                <a:cs typeface="Times"/>
                <a:sym typeface="Times"/>
              </a:rPr>
              <a:t>CA HIỆP LỄ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3a42a8b53c1_2_280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Times"/>
              <a:buNone/>
            </a:pPr>
            <a:r>
              <a:rPr b="1" lang="en-US" sz="8000">
                <a:solidFill>
                  <a:schemeClr val="lt1"/>
                </a:solidFill>
                <a:latin typeface="Times"/>
                <a:ea typeface="Times"/>
                <a:cs typeface="Times"/>
                <a:sym typeface="Times"/>
              </a:rPr>
              <a:t>Đứng trên nơi cao mà nhìn: Kìa Thiên Chúa đem hoan lạc đến cho ngươi.</a:t>
            </a:r>
            <a:endParaRPr b="1" sz="8000">
              <a:solidFill>
                <a:schemeClr val="lt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gold chalice and two round objects on a plate&#10;&#10;AI-generated content may be incorrect." id="1157" name="Google Shape;1157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21"/>
            <a:ext cx="9144000" cy="51416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3a42a8b53c1_2_287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HIỆP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MÂY ƠI,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MƯA XUỐNG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Nguyễn Duy</a:t>
            </a: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g3a42a8b53c1_2_29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Ngàn mây ơi, xin cùng mưa xuống. Từ cao xanh, xin đổ nguồn thánh ân.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3a42a8b53c1_2_29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Những tháng năm, từng giây ngóng chờ.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g3a42a8b53c1_2_30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Gieo mưa đi, mây mây ơi, trần đời khấn xin.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g3a42a8b53c1_2_31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Trời thương đoái, mưa xuống cho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3a42a8b53c1_2_317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Trời thương xót, mưa xuống cho con người,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1" name="Shape 1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2" name="Google Shape;1192;g3a5c12958b4_0_2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cứu tinh, Ngài hãy giáng sinh, xuống ơn an bình, ngàn dân tôn kính.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g3a5c12958b4_0_2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Đừng trì hoãn nữa, xin đến cứu độ, mõi mòn trông Chúa, đôi mắt hoen lệ mờ,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3a5c12958b4_0_2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Chúa ơi, tình con thiết tha, vững tin nơi Ngài, ngàn năm chăng phai.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Google Shape;1207;g3a42a8b53c1_2_32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Đường thương đau rã rời chân bước, lần trong đêm,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g3a42a8b53c1_2_3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mong ngày bừng sáng lên. Chúa Chúa ơi, tội con ngất trời.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g3a5c12958b4_0_3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 Cha ơi, xin thương yêu, một lần thứ tha.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1" name="Shape 1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Google Shape;1222;g3a5c12958b4_0_3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ĐK.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Trời thương đoái, mưa xuống cho đời.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6" name="Shape 1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Google Shape;1227;g3a5c12958b4_0_4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Lạy Trời thương xót, mưa xuống cho con người,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3a5c12958b4_0_44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Đấng cứu tinh, Ngài hãy giáng sinh, xuống ơn an bình, ngàn dân tôn kính.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6" name="Shape 1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7" name="Google Shape;1237;g3a5c12958b4_0_48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Đừng trì hoãn nữa, xin đến cứu độ, mõi mòn trông Chúa, đôi mắt hoen lệ mờ,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g3a5c12958b4_0_52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Chúa ơi, tình con thiết tha, vững tin nơi Ngài, ngàn năm chăng phai.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1247" name="Google Shape;1247;p2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g3a42a8b53c1_2_406"/>
          <p:cNvSpPr txBox="1"/>
          <p:nvPr>
            <p:ph type="ctr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0" lIns="91425" spcFirstLastPara="1" rIns="91425" wrap="square" tIns="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Times New Roman"/>
              <a:buNone/>
            </a:pPr>
            <a:r>
              <a:rPr b="1" lang="en-US" sz="4700">
                <a:solidFill>
                  <a:schemeClr val="accent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KẾT LỄ</a:t>
            </a:r>
            <a:br>
              <a:rPr b="1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</a:t>
            </a:r>
            <a:b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67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DÂN XI-ON</a:t>
            </a:r>
            <a:br>
              <a:rPr b="1" i="0" lang="en-US" sz="47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1" lang="en-US" sz="4700">
                <a:solidFill>
                  <a:srgbClr val="F3F3F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(Lm. Mi Trầm)</a:t>
            </a:r>
            <a:endParaRPr b="1" sz="4700">
              <a:solidFill>
                <a:srgbClr val="F3F3F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3a42a8b53c1_2_41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</a:t>
            </a: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dân Xi-on, nầy Chúa sắp đến rồi, mau mau ra đón Người: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1" name="Shape 1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2" name="Google Shape;1262;g3a42a8b53c1_2_41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Chúa đến, nầy Chúa đến cứu thoát dân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g3a42a8b53c1_2_42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1.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là Đấng chăn dắt Is-ra-en, xin Người lắng tai nghe.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1" name="Shape 1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2" name="Google Shape;1272;g3a42a8b53c1_2_431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Chúa là Đấng dẫn đưa Giu-se, như mục tử chăn dắt đoàn chiên.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g3a5c12958b4_0_56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ĐK: </a:t>
            </a: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Nào hỡi dân Xi-on, nầy Chúa sắp đến rồi, mau mau ra đón Người: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1" name="Shape 1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2" name="Google Shape;1282;g3a5c12958b4_0_60"/>
          <p:cNvSpPr txBox="1"/>
          <p:nvPr>
            <p:ph idx="1" type="subTitle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b="1" lang="en-US" sz="8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Nầy Chúa đến, nầy Chúa đến cứu thoát dân Người.</a:t>
            </a:r>
            <a:endParaRPr b="1" sz="80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ó thể là hình ảnh về văn bản cho biết 'CHÚA NHẬT Il MÙA VỌNG NĂM A HÃY SÁM HỐI vì Nước Trời đã đến gần &quot;CÕ tiếng người hô trong hoang địa: Hãy dọn sãn con đưỡng cho ĐỰC Chúa, sửa lỗi cho thảng để Người di.&quot; [Mt3,112]'" id="1287" name="Google Shape;1287;p2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2013 - 20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2023-01-29T22:00:16Z</dcterms:created>
</cp:coreProperties>
</file>