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60.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33.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7" roundtripDataSignature="AMtx7mjF3R/d+FXuPEO1a9R3iDLMkj793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120" Type="http://schemas.openxmlformats.org/officeDocument/2006/relationships/slide" Target="slides/slide11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10" Type="http://schemas.openxmlformats.org/officeDocument/2006/relationships/slide" Target="slides/slide105.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7" Type="http://customschemas.google.com/relationships/presentationmetadata" Target="metadata"/><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e5a0c7ab5b_0_3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g3e5a0c7ab5b_0_3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5a0c7ab5b_0_3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e5a0c7ab5b_0_3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5a0c7ab5b_0_3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g3e5a0c7ab5b_0_38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e5a0c7ab5b_0_3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g3e5a0c7ab5b_0_39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5a0c7ab5b_0_3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e5a0c7ab5b_0_3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a0c7ab5b_0_3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g3e5a0c7ab5b_0_39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e5a0c7ab5b_0_4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g3e5a0c7ab5b_0_40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5a0c7ab5b_0_4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g3e5a0c7ab5b_0_4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5a0c7ab5b_0_4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g3e5a0c7ab5b_0_4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e5a0c7ab5b_0_4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g3e5a0c7ab5b_0_4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5a0c7ab5b_0_4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e5a0c7ab5b_0_4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a0c7ab5b_0_4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g3e5a0c7ab5b_0_4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e5a0c7ab5b_0_4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e5a0c7ab5b_0_42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e8a8273fd3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g3e8a8273fd3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27e67361b_1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e27e67361b_1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e27e67361b_1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g3e27e67361b_1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e8a8273fd3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e8a8273fd3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e8a8273fd3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g3e8a8273fd3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e8a8273fd3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g3e8a8273fd3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e8a8273fd3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g3e8a8273fd3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3d90891dc36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g3d90891dc36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68" name="Google Shape;56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74" name="Google Shape;57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0" name="Google Shape;58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5" name="Google Shape;58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86" name="Google Shape;58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2" name="Google Shape;59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598" name="Google Shape;59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3" name="Google Shape;60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04" name="Google Shape;60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0" name="Google Shape;61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16" name="Google Shape;61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1" name="Google Shape;62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2" name="Google Shape;62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28" name="Google Shape;62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3" name="Google Shape;63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34" name="Google Shape;63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640" name="Google Shape;64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e8a8273fd3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g3e8a8273fd3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e6e2da66e2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e6e2da66e2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6e2da66e2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e6e2da66e2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e8a8273fd3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e8a8273fd3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8a8273fd3_0_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e8a8273fd3_0_9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e8a8273fd3_0_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e8a8273fd3_0_9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e26ec1f821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e26ec1f821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6e2da66e2_0_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e6e2da66e2_0_8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e8a8273fd3_0_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e8a8273fd3_0_1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e8a8273fd3_0_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e8a8273fd3_0_10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e8a8273fd3_0_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e8a8273fd3_0_10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e8a8273fd3_0_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e8a8273fd3_0_1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e26ec1f821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e26ec1f821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e8a8273fd3_0_1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e8a8273fd3_0_1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e8a8273fd3_0_1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e8a8273fd3_0_1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8a8273fd3_0_1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e8a8273fd3_0_1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8a8273fd3_0_1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e8a8273fd3_0_1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d89366497e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6" name="Google Shape;736;g3d89366497e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2" name="Google Shape;742;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3" name="Google Shape;743;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49" name="Google Shape;749;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4" name="Google Shape;754;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e8a8273fd3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9" name="Google Shape;759;g3e8a8273fd3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4" name="Google Shape;764;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0" name="Google Shape;770;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75" name="Google Shape;775;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5" name="Google Shape;785;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0" name="Google Shape;790;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5" name="Google Shape;795;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0" name="Google Shape;800;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5" name="Google Shape;805;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0" name="Google Shape;810;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5" name="Google Shape;825;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5" name="Google Shape;835;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0" name="Google Shape;840;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5" name="Google Shape;845;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0" name="Google Shape;850;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5" name="Google Shape;855;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e8a8273fd3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5" name="Google Shape;865;g3e8a8273fd3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3e5a0c7ab5b_0_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0" name="Google Shape;870;g3e5a0c7ab5b_0_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g3e5a0c7ab5b_0_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5" name="Google Shape;875;g3e5a0c7ab5b_0_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g3e5a0c7ab5b_0_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0" name="Google Shape;880;g3e5a0c7ab5b_0_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e5a0c7ab5b_0_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5" name="Google Shape;885;g3e5a0c7ab5b_0_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5a0c7ab5b_0_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e5a0c7ab5b_0_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e8a8273fd3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5" name="Google Shape;895;g3e8a8273fd3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8a8273fd3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0" name="Google Shape;900;g3e8a8273fd3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3e8a8273fd3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5" name="Google Shape;905;g3e8a8273fd3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e8a8273fd3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0" name="Google Shape;910;g3e8a8273fd3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e8a8273fd3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5" name="Google Shape;915;g3e8a8273fd3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e8a8273fd3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0" name="Google Shape;920;g3e8a8273fd3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g3e8a8273fd3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g3e8a8273fd3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e8a8273fd3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e8a8273fd3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5a0c7ab5b_0_2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g3e5a0c7ab5b_0_2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e5a0c7ab5b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g3e5a0c7ab5b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5a0c7ab5b_0_3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g3e5a0c7ab5b_0_33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3e9ce9eb37a_0_1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g3e9ce9eb37a_0_18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e5a0c7ab5b_0_3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6" name="Google Shape;986;g3e5a0c7ab5b_0_34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1" name="Google Shape;991;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1" name="Google Shape;1001;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d89366497e_0_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6" name="Google Shape;1006;g3d89366497e_0_9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g3d89366497e_0_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1" name="Google Shape;1011;g3d89366497e_0_10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e5a0c7ab5b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6" name="Google Shape;1016;g3e5a0c7ab5b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e8a8273fd3_0_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1" name="Google Shape;1021;g3e8a8273fd3_0_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e8a8273fd3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6" name="Google Shape;1026;g3e8a8273fd3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3e8a8273fd3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1" name="Google Shape;1031;g3e8a8273fd3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g3e8a8273fd3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6" name="Google Shape;1036;g3e8a8273fd3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9" name="Shape 1039"/>
        <p:cNvGrpSpPr/>
        <p:nvPr/>
      </p:nvGrpSpPr>
      <p:grpSpPr>
        <a:xfrm>
          <a:off x="0" y="0"/>
          <a:ext cx="0" cy="0"/>
          <a:chOff x="0" y="0"/>
          <a:chExt cx="0" cy="0"/>
        </a:xfrm>
      </p:grpSpPr>
      <p:sp>
        <p:nvSpPr>
          <p:cNvPr id="1040" name="Google Shape;1040;g3e8a8273fd3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1" name="Google Shape;1041;g3e8a8273fd3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e8a8273fd3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g3e8a8273fd3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g3e8a8273fd3_0_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1" name="Google Shape;1051;g3e8a8273fd3_0_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g3e8a8273fd3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g3e8a8273fd3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3e5a0c7ab5b_0_1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1" name="Google Shape;1061;g3e5a0c7ab5b_0_15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e5a0c7ab5b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6" name="Google Shape;1066;g3e5a0c7ab5b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3e5a0c7ab5b_0_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1" name="Google Shape;1071;g3e5a0c7ab5b_0_16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g3e8a8273fd3_0_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6" name="Google Shape;1076;g3e8a8273fd3_0_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9" name="Shape 1079"/>
        <p:cNvGrpSpPr/>
        <p:nvPr/>
      </p:nvGrpSpPr>
      <p:grpSpPr>
        <a:xfrm>
          <a:off x="0" y="0"/>
          <a:ext cx="0" cy="0"/>
          <a:chOff x="0" y="0"/>
          <a:chExt cx="0" cy="0"/>
        </a:xfrm>
      </p:grpSpPr>
      <p:sp>
        <p:nvSpPr>
          <p:cNvPr id="1080" name="Google Shape;1080;g3e8a8273fd3_0_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1" name="Google Shape;1081;g3e8a8273fd3_0_7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g3e5a0c7ab5b_0_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6" name="Google Shape;1086;g3e5a0c7ab5b_0_17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3e5a0c7ab5b_0_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1" name="Google Shape;1091;g3e5a0c7ab5b_0_17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e8a8273fd3_0_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6" name="Google Shape;1096;g3e8a8273fd3_0_8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e8a8273fd3_0_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1" name="Google Shape;1101;g3e8a8273fd3_0_8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4" name="Shape 1104"/>
        <p:cNvGrpSpPr/>
        <p:nvPr/>
      </p:nvGrpSpPr>
      <p:grpSpPr>
        <a:xfrm>
          <a:off x="0" y="0"/>
          <a:ext cx="0" cy="0"/>
          <a:chOff x="0" y="0"/>
          <a:chExt cx="0" cy="0"/>
        </a:xfrm>
      </p:grpSpPr>
      <p:sp>
        <p:nvSpPr>
          <p:cNvPr id="1105" name="Google Shape;1105;g3e8a8273fd3_0_1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6" name="Google Shape;1106;g3e8a8273fd3_0_15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 Id="rId3" Type="http://schemas.openxmlformats.org/officeDocument/2006/relationships/image" Target="../media/image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4.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jp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jp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jpg"/></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1.jp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2.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e5a0c7ab5b_0_3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lnSpcReduction="10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KINH TRUYỀN TIN</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Đức Chúa Trời sai Thánh Thiên Thần truyền tin cho Rất Thánh Đức Bà Maria.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e5a0c7ab5b_0_3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Và Rất Thánh Đức Bà chịu thai bởi phép Đức Chúa Thánh Thần. </a:t>
            </a:r>
            <a:r>
              <a:rPr b="1" i="1" lang="en-US" sz="4800">
                <a:solidFill>
                  <a:schemeClr val="accent4"/>
                </a:solidFill>
                <a:latin typeface="Times New Roman"/>
                <a:ea typeface="Times New Roman"/>
                <a:cs typeface="Times New Roman"/>
                <a:sym typeface="Times New Roman"/>
              </a:rPr>
              <a:t>Kính mừng….. </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e5a0c7ab5b_0_38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7200"/>
              <a:buNone/>
            </a:pPr>
            <a:r>
              <a:t/>
            </a:r>
            <a:endParaRPr b="1" i="1" sz="72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Này tôi là tôi tá Đức Chúa Trời.</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e5a0c7ab5b_0_3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Tôi xin vâng như lời Thánh Thiên Thần truyền.</a:t>
            </a:r>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e5a0c7ab5b_0_3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Chốc ấy Ngôi Thứ Hai xuống thế làm người.</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g3e5a0c7ab5b_0_3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br>
              <a:rPr b="1" i="1" lang="en-US" sz="4800" u="sng">
                <a:solidFill>
                  <a:schemeClr val="accent1"/>
                </a:solidFill>
                <a:latin typeface="Times New Roman"/>
                <a:ea typeface="Times New Roman"/>
                <a:cs typeface="Times New Roman"/>
                <a:sym typeface="Times New Roman"/>
              </a:rPr>
            </a:b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Và ở cùng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chúng con.</a:t>
            </a:r>
            <a:endParaRPr b="1" sz="6600">
              <a:solidFill>
                <a:schemeClr val="lt1"/>
              </a:solidFill>
              <a:latin typeface="Times New Roman"/>
              <a:ea typeface="Times New Roman"/>
              <a:cs typeface="Times New Roman"/>
              <a:sym typeface="Times New Roman"/>
            </a:endParaRPr>
          </a:p>
          <a:p>
            <a:pPr indent="0" lvl="0" marL="0" rtl="0" algn="ctr">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Kính mừng….. </a:t>
            </a:r>
            <a:br>
              <a:rPr b="1" i="1" lang="en-US" sz="4800">
                <a:solidFill>
                  <a:schemeClr val="accent1"/>
                </a:solidFill>
                <a:latin typeface="Times New Roman"/>
                <a:ea typeface="Times New Roman"/>
                <a:cs typeface="Times New Roman"/>
                <a:sym typeface="Times New Roman"/>
              </a:rPr>
            </a:b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e5a0c7ab5b_0_4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000"/>
              <a:buNone/>
            </a:pPr>
            <a:r>
              <a:t/>
            </a:r>
            <a:endParaRPr b="1" i="1" sz="4000" u="sng">
              <a:solidFill>
                <a:schemeClr val="accen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7200">
                <a:solidFill>
                  <a:schemeClr val="lt1"/>
                </a:solidFill>
                <a:latin typeface="Times New Roman"/>
                <a:ea typeface="Times New Roman"/>
                <a:cs typeface="Times New Roman"/>
                <a:sym typeface="Times New Roman"/>
              </a:rPr>
              <a:t>Lạy Rất Thánh Đức Mẹ Chúa Trời, xin cầu cho chúng con.</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e5a0c7ab5b_0_4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4400"/>
              <a:buNone/>
            </a:pPr>
            <a:r>
              <a:t/>
            </a:r>
            <a:endParaRPr b="1" i="1" sz="4400" u="sng">
              <a:solidFill>
                <a:schemeClr val="lt1"/>
              </a:solidFill>
              <a:latin typeface="Times New Roman"/>
              <a:ea typeface="Times New Roman"/>
              <a:cs typeface="Times New Roman"/>
              <a:sym typeface="Times New Roman"/>
            </a:endParaRPr>
          </a:p>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a:t>
            </a:r>
            <a:r>
              <a:rPr b="1" i="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Đáng chịu lấy những sự Chúa Kitô đã hứa.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e5a0c7ab5b_0_4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ct val="100000"/>
              <a:buNone/>
            </a:pPr>
            <a:r>
              <a:rPr b="1" lang="en-US" sz="8500">
                <a:solidFill>
                  <a:schemeClr val="lt1"/>
                </a:solidFill>
                <a:latin typeface="Times New Roman"/>
                <a:ea typeface="Times New Roman"/>
                <a:cs typeface="Times New Roman"/>
                <a:sym typeface="Times New Roman"/>
              </a:rPr>
              <a:t>Lạy Chúa, chúng con xin Chúa ban ơn Chúa xuống trong linh hồn chúng con,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g3e5a0c7ab5b_0_4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kẻ đã nhờ lời Thánh Thiên Thần truyền, mà biết thật Chúa Kitô là Con Chúa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e5a0c7ab5b_0_4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xuống thế làm người, thì xin vì công ơn Con Chúa chịu nạn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e5a0c7ab5b_0_4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chết trên cây Thánh Giá, cho chúng con ngày sau khi sống lại,</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3e5a0c7ab5b_0_4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888888"/>
              </a:buClr>
              <a:buSzPts val="1800"/>
              <a:buNone/>
            </a:pPr>
            <a:r>
              <a:t/>
            </a:r>
            <a:endParaRPr b="1" sz="18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được đến nơi vinh hiển, cũng vì công nghiệp Chúa Kitô là Chúa chúng con. Amen.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pic>
        <p:nvPicPr>
          <p:cNvPr id="513" name="Google Shape;513;g3e8a8273fd3_0_133"/>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VỀ BÊN CHÚA</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(Nguyễn Duy)</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vui mừng tiến bước về nhà Cha. Gieo cung đàn thắm thiết lời ngợi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27e67361b_1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bao lần lòng này luôn mong ước: Xin nương mình vào lòng Chúa khoan nhân,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cho ân tình còn đẹp mãi màu hoa, như cung đàn tìm được những vần thơ.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3e27e67361b_1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1. </a:t>
            </a:r>
            <a:r>
              <a:rPr b="1" lang="en-US" sz="6800">
                <a:solidFill>
                  <a:schemeClr val="lt1"/>
                </a:solidFill>
                <a:latin typeface="Times New Roman"/>
                <a:ea typeface="Times New Roman"/>
                <a:cs typeface="Times New Roman"/>
                <a:sym typeface="Times New Roman"/>
              </a:rPr>
              <a:t>Chúa kêu mời con bước lên đường, về với Chúa suối nguồn tình thương.</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e8a8273fd3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Tôi vui mừng tiến bước về nhà Cha. Gieo cung đàn thắm thiết lời ngợi ca.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3e8a8273fd3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Ôi bao lần lòng này luôn mong ước: Xin nương mình vào lòng Chúa khoan nhân,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e8a8273fd3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200">
                <a:solidFill>
                  <a:schemeClr val="lt1"/>
                </a:solidFill>
                <a:latin typeface="Times New Roman"/>
                <a:ea typeface="Times New Roman"/>
                <a:cs typeface="Times New Roman"/>
                <a:sym typeface="Times New Roman"/>
              </a:rPr>
              <a:t>cho ân tình còn đẹp mãi màu hoa, như cung đàn tìm được những vần thơ.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g3e8a8273fd3_0_137"/>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3d90891dc36_0_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564" name="Google Shape;564;g3d90891dc36_0_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5" name="Shape 575"/>
        <p:cNvGrpSpPr/>
        <p:nvPr/>
      </p:nvGrpSpPr>
      <p:grpSpPr>
        <a:xfrm>
          <a:off x="0" y="0"/>
          <a:ext cx="0" cy="0"/>
          <a:chOff x="0" y="0"/>
          <a:chExt cx="0" cy="0"/>
        </a:xfrm>
      </p:grpSpPr>
      <p:sp>
        <p:nvSpPr>
          <p:cNvPr id="576" name="Google Shape;57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g3e8a8273fd3_0_141"/>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1" name="Shape 651"/>
        <p:cNvGrpSpPr/>
        <p:nvPr/>
      </p:nvGrpSpPr>
      <p:grpSpPr>
        <a:xfrm>
          <a:off x="0" y="0"/>
          <a:ext cx="0" cy="0"/>
          <a:chOff x="0" y="0"/>
          <a:chExt cx="0" cy="0"/>
        </a:xfrm>
      </p:grpSpPr>
      <p:sp>
        <p:nvSpPr>
          <p:cNvPr id="652" name="Google Shape;65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653" name="Google Shape;653;g3d48ab63a6f_0_9"/>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e6e2da66e2_0_60"/>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147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e6e2da66e2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Hãy ca mừng Thiên Chúa này Gia-liêm hỡi.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e8a8273fd3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Ca ngợi Chúa ngươi thờ nào hỡi Si-on.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e8a8273fd3_0_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làm cho thêm vững then cửa nhà ngươi.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e8a8273fd3_0_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Bao con cái trong thành Ngài ban ngàn phúc.</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e26ec1f821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Ai ăn bánh (í) này thì được sống (í)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6e2da66e2_0_8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Chúa ban lệnh truyền xuống mọi nơi dương thế.</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g3e8a8273fd3_0_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Đây Lời Chúa tỏ bày chạy rảo lanh chai.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e8a8273fd3_0_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Tuyết Ngài cho rơi xuống như những lông chiên.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e8a8273fd3_0_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Gieo sương móc lan tràn tựa tro bụi trắng.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e8a8273fd3_0_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Ai ăn bánh (í) này thì được sống (í)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e26ec1f821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Chúa tỏ bày Lời Chúa cùng nhà Gia-cóp.</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e8a8273fd3_0_1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Ban luật pháp chỉ thị cùng Is-ra-el.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e8a8273fd3_0_1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nào xử như thế với những lân bang.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e8a8273fd3_0_1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Không cho chúng hay được luật pháp của Chúa.</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e8a8273fd3_0_1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Ai ăn bánh (í) này thì được sống (í) muôn đời.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7" name="Shape 737"/>
        <p:cNvGrpSpPr/>
        <p:nvPr/>
      </p:nvGrpSpPr>
      <p:grpSpPr>
        <a:xfrm>
          <a:off x="0" y="0"/>
          <a:ext cx="0" cy="0"/>
          <a:chOff x="0" y="0"/>
          <a:chExt cx="0" cy="0"/>
        </a:xfrm>
      </p:grpSpPr>
      <p:sp>
        <p:nvSpPr>
          <p:cNvPr id="738" name="Google Shape;738;g3d89366497e_0_44"/>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739" name="Google Shape;739;g3d89366497e_0_44"/>
          <p:cNvPicPr preferRelativeResize="0"/>
          <p:nvPr/>
        </p:nvPicPr>
        <p:blipFill rotWithShape="1">
          <a:blip r:embed="rId3">
            <a:alphaModFix/>
          </a:blip>
          <a:srcRect b="0" l="0" r="0" t="0"/>
          <a:stretch/>
        </p:blipFill>
        <p:spPr>
          <a:xfrm>
            <a:off x="0" y="0"/>
            <a:ext cx="9144000" cy="5143500"/>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sp>
        <p:nvSpPr>
          <p:cNvPr id="745" name="Google Shape;745;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New Roman"/>
                <a:ea typeface="Times New Roman"/>
                <a:cs typeface="Times New Roman"/>
                <a:sym typeface="Times New Roman"/>
              </a:rPr>
              <a:t>All… All…</a:t>
            </a:r>
            <a:r>
              <a:rPr b="1" i="1" lang="en-US" sz="7500">
                <a:solidFill>
                  <a:srgbClr val="EE0000"/>
                </a:solidFill>
                <a:latin typeface="Times New Roman"/>
                <a:ea typeface="Times New Roman"/>
                <a:cs typeface="Times New Roman"/>
                <a:sym typeface="Times New Roman"/>
              </a:rPr>
              <a:t> </a:t>
            </a:r>
            <a:br>
              <a:rPr b="1" i="1" lang="en-US" sz="7700">
                <a:solidFill>
                  <a:srgbClr val="EE0000"/>
                </a:solidFill>
                <a:latin typeface="Times New Roman"/>
                <a:ea typeface="Times New Roman"/>
                <a:cs typeface="Times New Roman"/>
                <a:sym typeface="Times New Roman"/>
              </a:rPr>
            </a:br>
            <a:r>
              <a:rPr b="1" lang="en-US" sz="7000">
                <a:solidFill>
                  <a:schemeClr val="lt1"/>
                </a:solidFill>
                <a:latin typeface="Times New Roman"/>
                <a:ea typeface="Times New Roman"/>
                <a:cs typeface="Times New Roman"/>
                <a:sym typeface="Times New Roman"/>
              </a:rPr>
              <a:t>Chúa phán: </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rgbClr val="EE0000"/>
              </a:buClr>
              <a:buSzPts val="8000"/>
              <a:buFont typeface="Times"/>
              <a:buNone/>
            </a:pPr>
            <a:r>
              <a:rPr b="1" lang="en-US" sz="7000">
                <a:solidFill>
                  <a:schemeClr val="lt1"/>
                </a:solidFill>
                <a:latin typeface="Times New Roman"/>
                <a:ea typeface="Times New Roman"/>
                <a:cs typeface="Times New Roman"/>
                <a:sym typeface="Times New Roman"/>
              </a:rPr>
              <a:t>“Ta là Bánh hằng sống.</a:t>
            </a:r>
            <a:r>
              <a:rPr b="1" lang="en-US" sz="6300">
                <a:solidFill>
                  <a:schemeClr val="lt1"/>
                </a:solidFill>
                <a:latin typeface="Times New Roman"/>
                <a:ea typeface="Times New Roman"/>
                <a:cs typeface="Times New Roman"/>
                <a:sym typeface="Times New Roman"/>
              </a:rPr>
              <a:t> </a:t>
            </a:r>
            <a:endParaRPr b="1" sz="6300">
              <a:solidFill>
                <a:schemeClr val="lt1"/>
              </a:solidFill>
              <a:latin typeface="Times New Roman"/>
              <a:ea typeface="Times New Roman"/>
              <a:cs typeface="Times New Roman"/>
              <a:sym typeface="Times New Roman"/>
            </a:endParaRPr>
          </a:p>
        </p:txBody>
      </p:sp>
      <p:sp>
        <p:nvSpPr>
          <p:cNvPr id="746" name="Google Shape;746;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7000">
                <a:solidFill>
                  <a:schemeClr val="lt1"/>
                </a:solidFill>
                <a:latin typeface="Times New Roman"/>
                <a:ea typeface="Times New Roman"/>
                <a:cs typeface="Times New Roman"/>
                <a:sym typeface="Times New Roman"/>
              </a:rPr>
              <a:t>Ai ăn Bánh này thì sẽ được sống muôn đời.”</a:t>
            </a:r>
            <a:r>
              <a:rPr b="1" lang="en-US" sz="6500">
                <a:solidFill>
                  <a:schemeClr val="lt1"/>
                </a:solidFill>
                <a:latin typeface="Times New Roman"/>
                <a:ea typeface="Times New Roman"/>
                <a:cs typeface="Times New Roman"/>
                <a:sym typeface="Times New Roman"/>
              </a:rPr>
              <a:t> </a:t>
            </a:r>
            <a:r>
              <a:rPr b="1" i="1" lang="en-US" sz="6500">
                <a:solidFill>
                  <a:srgbClr val="FFFF00"/>
                </a:solidFill>
                <a:latin typeface="Times New Roman"/>
                <a:ea typeface="Times New Roman"/>
                <a:cs typeface="Times New Roman"/>
                <a:sym typeface="Times New Roman"/>
              </a:rPr>
              <a:t>All.. All..</a:t>
            </a:r>
            <a:endParaRPr b="1" sz="6500">
              <a:solidFill>
                <a:srgbClr val="FFFF00"/>
              </a:solidFill>
              <a:latin typeface="Times New Roman"/>
              <a:ea typeface="Times New Roman"/>
              <a:cs typeface="Times New Roman"/>
              <a:sym typeface="Times New Roman"/>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pic>
        <p:nvPicPr>
          <p:cNvPr id="756" name="Google Shape;756;g3baa6357486_0_13"/>
          <p:cNvPicPr preferRelativeResize="0"/>
          <p:nvPr/>
        </p:nvPicPr>
        <p:blipFill rotWithShape="1">
          <a:blip r:embed="rId3">
            <a:alphaModFix/>
          </a:blip>
          <a:srcRect b="0" l="0" r="0" t="0"/>
          <a:stretch/>
        </p:blipFill>
        <p:spPr>
          <a:xfrm>
            <a:off x="0" y="0"/>
            <a:ext cx="9144000" cy="5143505"/>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pic>
        <p:nvPicPr>
          <p:cNvPr id="761" name="Google Shape;761;g3e8a8273fd3_0_145"/>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767" name="Google Shape;767;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sinh bởi Đức Chúa Cha từ trước muôn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là Thiên Chúa bởi Thiên Chúa, Ánh Sáng bởi Ánh Sáng,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đồng bản thể với Đức Chúa Cha: nhờ Người mà muôn vật được tạo thành.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đóng đinh vào thập giá vì chúng ta, Thời quan Phong-xi-ô Phi-la-tô;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để phán xét kẻ sống và kẻ chết, Nước Người sẽ không bao giờ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tinh kính Đức Chúa Thánh Thần là Thiên Chúa, và là Đấng ban sự sống,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6" name="Shape 836"/>
        <p:cNvGrpSpPr/>
        <p:nvPr/>
      </p:nvGrpSpPr>
      <p:grpSpPr>
        <a:xfrm>
          <a:off x="0" y="0"/>
          <a:ext cx="0" cy="0"/>
          <a:chOff x="0" y="0"/>
          <a:chExt cx="0" cy="0"/>
        </a:xfrm>
      </p:grpSpPr>
      <p:sp>
        <p:nvSpPr>
          <p:cNvPr id="837" name="Google Shape;837;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bởi Đức Chúa Cha và Đức Chúa Con mà ra.</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được phụng thờ và tôn vinh cùng với Đức Chúa Cha và Đức Chúa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Người đã dùng các Tiên tri mà phán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tin Hội Thánh duy nhất, thánh thiện, công giáo và tông truyền.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6" name="Shape 856"/>
        <p:cNvGrpSpPr/>
        <p:nvPr/>
      </p:nvGrpSpPr>
      <p:grpSpPr>
        <a:xfrm>
          <a:off x="0" y="0"/>
          <a:ext cx="0" cy="0"/>
          <a:chOff x="0" y="0"/>
          <a:chExt cx="0" cy="0"/>
        </a:xfrm>
      </p:grpSpPr>
      <p:sp>
        <p:nvSpPr>
          <p:cNvPr id="857" name="Google Shape;857;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tuyên xưng có một Phép Rửa để tha tội.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New Roman"/>
                <a:ea typeface="Times New Roman"/>
                <a:cs typeface="Times New Roman"/>
                <a:sym typeface="Times New Roman"/>
              </a:rPr>
              <a:t>Tôi trông đợi kẻ chết sống lại và sự sống đời sau.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pic>
        <p:nvPicPr>
          <p:cNvPr id="867" name="Google Shape;867;g3e8a8273fd3_0_149"/>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e5a0c7ab5b_0_21"/>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LỄ VẬT</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HUYỀN SIÊU</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(Văn Chi)</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6" name="Shape 876"/>
        <p:cNvGrpSpPr/>
        <p:nvPr/>
      </p:nvGrpSpPr>
      <p:grpSpPr>
        <a:xfrm>
          <a:off x="0" y="0"/>
          <a:ext cx="0" cy="0"/>
          <a:chOff x="0" y="0"/>
          <a:chExt cx="0" cy="0"/>
        </a:xfrm>
      </p:grpSpPr>
      <p:sp>
        <p:nvSpPr>
          <p:cNvPr id="877" name="Google Shape;877;g3e5a0c7ab5b_0_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là dâng lên bài ca, bài ca tình yêu.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1" name="Shape 881"/>
        <p:cNvGrpSpPr/>
        <p:nvPr/>
      </p:nvGrpSpPr>
      <p:grpSpPr>
        <a:xfrm>
          <a:off x="0" y="0"/>
          <a:ext cx="0" cy="0"/>
          <a:chOff x="0" y="0"/>
          <a:chExt cx="0" cy="0"/>
        </a:xfrm>
      </p:grpSpPr>
      <p:sp>
        <p:nvSpPr>
          <p:cNvPr id="882" name="Google Shape;882;g3e5a0c7ab5b_0_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là dâng lên lễ vật, lễ vật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g3e5a0c7ab5b_0_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của lễ trinh nguyên chiều hôm, dâng về Chúa dịu huyền nhân 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e5a0c7ab5b_0_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Bài ca tụng ngày đêm âm vang, xin dâng lên ngai Chúa toàn năng.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g3e8a8273fd3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là dâng lên bài ca, bài ca tình yêu.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g3e8a8273fd3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là dâng lên lễ vật, lễ vật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g3e8a8273fd3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Dâng đời sống con dâng tình yêu, như là áng hương lòng cháy sáng.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e8a8273fd3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Bài ca tụng ngày đêm âm vang, xin dâng lên ngai Chúa toàn năng.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e8a8273fd3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Dâng là dâng lên bài ca, bài ca tình yêu.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g3e8a8273fd3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Dâng là dâng lên lễ vật, lễ vật huyền siêu.</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g3e8a8273fd3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Dâng của lễ trinh nguyên chiều hôm, dâng về Chúa dịu huyền nhân 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e8a8273fd3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Bài ca tụng ngày đêm âm vang, xin dâng lên ngai Chúa toàn năng.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pic>
        <p:nvPicPr>
          <p:cNvPr id="937" name="Google Shape;937;g3e5a0c7ab5b_0_25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pic>
        <p:nvPicPr>
          <p:cNvPr id="957" name="Google Shape;957;g3e5a0c7ab5b_0_335"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New Roman"/>
                <a:ea typeface="Times New Roman"/>
                <a:cs typeface="Times New Roman"/>
                <a:sym typeface="Times New Roman"/>
              </a:rPr>
            </a:br>
            <a:r>
              <a:rPr b="1" lang="en-US" sz="4000">
                <a:solidFill>
                  <a:schemeClr val="accent4"/>
                </a:solidFill>
                <a:latin typeface="Times New Roman"/>
                <a:ea typeface="Times New Roman"/>
                <a:cs typeface="Times New Roman"/>
                <a:sym typeface="Times New Roman"/>
              </a:rPr>
              <a:t>CHIÊN THIÊN CHÚA</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New Roman"/>
                <a:ea typeface="Times New Roman"/>
                <a:cs typeface="Times New Roman"/>
                <a:sym typeface="Times New Roman"/>
              </a:rPr>
              <a:t>Lạy Chiên Thiên Chúa, Đấng xóa tội trần gian, xin thương xót chúng con.</a:t>
            </a:r>
            <a:br>
              <a:rPr b="1" lang="en-US" sz="7200">
                <a:solidFill>
                  <a:schemeClr val="lt1"/>
                </a:solidFill>
                <a:latin typeface="Times New Roman"/>
                <a:ea typeface="Times New Roman"/>
                <a:cs typeface="Times New Roman"/>
                <a:sym typeface="Times New Roman"/>
              </a:rPr>
            </a:b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thương xót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New Roman"/>
                <a:ea typeface="Times New Roman"/>
                <a:cs typeface="Times New Roman"/>
                <a:sym typeface="Times New Roman"/>
              </a:rPr>
              <a:t>Lạy Chiên Thiên Chúa, Đấng xóa tội trần gian: xin ban bình an cho chúng con.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pic>
        <p:nvPicPr>
          <p:cNvPr id="977" name="Google Shape;977;g3e5a0c7ab5b_0_339"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g3e9ce9eb37a_0_183"/>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000">
                <a:solidFill>
                  <a:schemeClr val="lt1"/>
                </a:solidFill>
                <a:latin typeface="Times New Roman"/>
                <a:ea typeface="Times New Roman"/>
                <a:cs typeface="Times New Roman"/>
                <a:sym typeface="Times New Roman"/>
              </a:rPr>
              <a:t>Chúa phán:” Ai ăn thịt Ta và uống máu Ta, thì ở trong Ta và Ta ở trong kẻ ấy”.</a:t>
            </a:r>
            <a:endParaRPr b="1" sz="7000">
              <a:solidFill>
                <a:schemeClr val="lt1"/>
              </a:solidFill>
              <a:latin typeface="Times New Roman"/>
              <a:ea typeface="Times New Roman"/>
              <a:cs typeface="Times New Roman"/>
              <a:sym typeface="Times New Roman"/>
            </a:endParaRPr>
          </a:p>
        </p:txBody>
      </p:sp>
      <p:sp>
        <p:nvSpPr>
          <p:cNvPr id="983" name="Google Shape;983;g3e9ce9eb37a_0_183"/>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pic>
        <p:nvPicPr>
          <p:cNvPr id="988" name="Google Shape;988;g3e5a0c7ab5b_0_343"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2" name="Shape 992"/>
        <p:cNvGrpSpPr/>
        <p:nvPr/>
      </p:nvGrpSpPr>
      <p:grpSpPr>
        <a:xfrm>
          <a:off x="0" y="0"/>
          <a:ext cx="0" cy="0"/>
          <a:chOff x="0" y="0"/>
          <a:chExt cx="0" cy="0"/>
        </a:xfrm>
      </p:grpSpPr>
      <p:sp>
        <p:nvSpPr>
          <p:cNvPr id="993" name="Google Shape;993;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ÔI THẦN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LINH CHÚA</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(Vinh Hạnh)</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Ôi thần linh Chúa, êm dịu khôn xiết! Chúa muốn yêu thương con cái nơi trần gian: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Ban bánh thơm ngon, ban bánh thiên thần, người giàu đói nghèo, kẻ đói no giàu.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g3d89366497e_0_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Chúa nuôi đoàn con, nay đầy bánh miến no lòng.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sp>
        <p:nvSpPr>
          <p:cNvPr id="1013" name="Google Shape;1013;g3d89366497e_0_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Chúa cho đoàn con luôn luôn hưởng nếm mật ong.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g3e5a0c7ab5b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Ngợi khen cảm mến Thiên Chúa cứu tinh muôn người, tung hô vua trời tổ phụ Is-ra-en.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g3e8a8273fd3_0_4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Ôi thần linh Chúa, êm dịu khôn xiết! Chúa muốn yêu thương con cái nơi trần gian: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g3e8a8273fd3_0_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Ban bánh thơm ngon, ban bánh thiên thần, người giàu đói nghèo, kẻ đói no giàu.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g3e8a8273fd3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Nhớ trong rừng xưa, đoàn người Hy bá trở về,</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g3e8a8273fd3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uống ăn thỏa thuê Man-na nuôi sống toàn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g3e8a8273fd3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Giờ đây đoàn con khao khát Thánh Thể Vua Trời, tung hô muôn đời lòng Chúa khoan nhân.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7" name="Shape 1047"/>
        <p:cNvGrpSpPr/>
        <p:nvPr/>
      </p:nvGrpSpPr>
      <p:grpSpPr>
        <a:xfrm>
          <a:off x="0" y="0"/>
          <a:ext cx="0" cy="0"/>
          <a:chOff x="0" y="0"/>
          <a:chExt cx="0" cy="0"/>
        </a:xfrm>
      </p:grpSpPr>
      <p:sp>
        <p:nvSpPr>
          <p:cNvPr id="1048" name="Google Shape;1048;g3e8a8273fd3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rgbClr val="FFFF00"/>
                </a:solidFill>
                <a:latin typeface="Times New Roman"/>
                <a:ea typeface="Times New Roman"/>
                <a:cs typeface="Times New Roman"/>
                <a:sym typeface="Times New Roman"/>
              </a:rPr>
              <a:t>ĐK: </a:t>
            </a:r>
            <a:r>
              <a:rPr b="1" lang="en-US" sz="6800">
                <a:solidFill>
                  <a:schemeClr val="lt1"/>
                </a:solidFill>
                <a:latin typeface="Times New Roman"/>
                <a:ea typeface="Times New Roman"/>
                <a:cs typeface="Times New Roman"/>
                <a:sym typeface="Times New Roman"/>
              </a:rPr>
              <a:t>Ôi thần linh Chúa, êm dịu khôn xiết! Chúa muốn yêu thương con cái nơi trần gian: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sp>
        <p:nvSpPr>
          <p:cNvPr id="1053" name="Google Shape;1053;g3e8a8273fd3_0_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Ban bánh thơm ngon, ban bánh thiên thần, người giàu đói nghèo, kẻ đói no giàu.</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pic>
        <p:nvPicPr>
          <p:cNvPr id="1058" name="Google Shape;1058;g3e8a8273fd3_0_153"/>
          <p:cNvPicPr preferRelativeResize="0"/>
          <p:nvPr/>
        </p:nvPicPr>
        <p:blipFill rotWithShape="1">
          <a:blip r:embed="rId3">
            <a:alphaModFix/>
          </a:blip>
          <a:srcRect b="0" l="0" r="0" t="0"/>
          <a:stretch/>
        </p:blipFill>
        <p:spPr>
          <a:xfrm>
            <a:off x="0" y="0"/>
            <a:ext cx="9143997" cy="5143490"/>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g3e5a0c7ab5b_0_15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TRONG TRÁI</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TIM CHÚA</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(Phanxicô)</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g3e5a0c7ab5b_0_15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1.</a:t>
            </a:r>
            <a:r>
              <a:rPr b="1" lang="en-US" sz="8000">
                <a:solidFill>
                  <a:srgbClr val="FFFFFF"/>
                </a:solidFill>
                <a:latin typeface="Times New Roman"/>
                <a:ea typeface="Times New Roman"/>
                <a:cs typeface="Times New Roman"/>
                <a:sym typeface="Times New Roman"/>
              </a:rPr>
              <a:t> Trong Trái tim Chúa yêu muôn đời, con xin được một chỗ nghỉ ngơi:</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g3e5a0c7ab5b_0_1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như nước mưa tan trong biển khơi.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7" name="Shape 1077"/>
        <p:cNvGrpSpPr/>
        <p:nvPr/>
      </p:nvGrpSpPr>
      <p:grpSpPr>
        <a:xfrm>
          <a:off x="0" y="0"/>
          <a:ext cx="0" cy="0"/>
          <a:chOff x="0" y="0"/>
          <a:chExt cx="0" cy="0"/>
        </a:xfrm>
      </p:grpSpPr>
      <p:sp>
        <p:nvSpPr>
          <p:cNvPr id="1078" name="Google Shape;1078;g3e8a8273fd3_0_7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trái tim con trong Trái Tim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2" name="Shape 1082"/>
        <p:cNvGrpSpPr/>
        <p:nvPr/>
      </p:nvGrpSpPr>
      <p:grpSpPr>
        <a:xfrm>
          <a:off x="0" y="0"/>
          <a:ext cx="0" cy="0"/>
          <a:chOff x="0" y="0"/>
          <a:chExt cx="0" cy="0"/>
        </a:xfrm>
      </p:grpSpPr>
      <p:sp>
        <p:nvSpPr>
          <p:cNvPr id="1083" name="Google Shape;1083;g3e8a8273fd3_0_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nhỏ bé thôi, nhỏ bé thôi là tình con trong khối tình Người.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g3e5a0c7ab5b_0_1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SzPts val="3200"/>
              <a:buNone/>
            </a:pPr>
            <a:r>
              <a:rPr b="1" lang="en-US" sz="8000">
                <a:solidFill>
                  <a:srgbClr val="FFFF00"/>
                </a:solidFill>
                <a:latin typeface="Times New Roman"/>
                <a:ea typeface="Times New Roman"/>
                <a:cs typeface="Times New Roman"/>
                <a:sym typeface="Times New Roman"/>
              </a:rPr>
              <a:t>ĐK.</a:t>
            </a:r>
            <a:r>
              <a:rPr b="1" lang="en-US" sz="8000">
                <a:solidFill>
                  <a:srgbClr val="FFFFFF"/>
                </a:solidFill>
                <a:latin typeface="Times New Roman"/>
                <a:ea typeface="Times New Roman"/>
                <a:cs typeface="Times New Roman"/>
                <a:sym typeface="Times New Roman"/>
              </a:rPr>
              <a:t> Trái tim hồng Thiên Chúa trái tim người Cha, </a:t>
            </a:r>
            <a:endParaRPr b="1" sz="8000">
              <a:solidFill>
                <a:srgbClr val="FFFFFF"/>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sp>
        <p:nvSpPr>
          <p:cNvPr id="1093" name="Google Shape;1093;g3e5a0c7ab5b_0_1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mãi muôn đời yêu dấu chúng con gần xa.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g3e8a8273fd3_0_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Tháng năm đời con sống chứa chan lời ca,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g3e8a8273fd3_0_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có ân tình Thiên Chúa trái tim nở hoa.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7" name="Shape 1107"/>
        <p:cNvGrpSpPr/>
        <p:nvPr/>
      </p:nvGrpSpPr>
      <p:grpSpPr>
        <a:xfrm>
          <a:off x="0" y="0"/>
          <a:ext cx="0" cy="0"/>
          <a:chOff x="0" y="0"/>
          <a:chExt cx="0" cy="0"/>
        </a:xfrm>
      </p:grpSpPr>
      <p:pic>
        <p:nvPicPr>
          <p:cNvPr id="1108" name="Google Shape;1108;g3e8a8273fd3_0_157"/>
          <p:cNvPicPr preferRelativeResize="0"/>
          <p:nvPr/>
        </p:nvPicPr>
        <p:blipFill>
          <a:blip r:embed="rId3">
            <a:alphaModFix/>
          </a:blip>
          <a:stretch>
            <a:fillRect/>
          </a:stretch>
        </p:blipFill>
        <p:spPr>
          <a:xfrm>
            <a:off x="0" y="0"/>
            <a:ext cx="9144001" cy="514624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