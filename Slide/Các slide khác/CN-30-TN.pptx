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9"/>
  </p:notesMasterIdLst>
  <p:sldIdLst>
    <p:sldId id="11455" r:id="rId2"/>
    <p:sldId id="11503" r:id="rId3"/>
    <p:sldId id="321" r:id="rId4"/>
    <p:sldId id="371" r:id="rId5"/>
    <p:sldId id="322" r:id="rId6"/>
    <p:sldId id="372" r:id="rId7"/>
    <p:sldId id="323" r:id="rId8"/>
    <p:sldId id="9865" r:id="rId9"/>
    <p:sldId id="324" r:id="rId10"/>
    <p:sldId id="9866" r:id="rId11"/>
    <p:sldId id="9867" r:id="rId12"/>
    <p:sldId id="10719" r:id="rId13"/>
    <p:sldId id="10720" r:id="rId14"/>
    <p:sldId id="9869" r:id="rId15"/>
    <p:sldId id="9870" r:id="rId16"/>
    <p:sldId id="9871" r:id="rId17"/>
    <p:sldId id="9872" r:id="rId18"/>
    <p:sldId id="9873" r:id="rId19"/>
    <p:sldId id="9874" r:id="rId20"/>
    <p:sldId id="10721" r:id="rId21"/>
    <p:sldId id="10722" r:id="rId22"/>
    <p:sldId id="10723" r:id="rId23"/>
    <p:sldId id="10724" r:id="rId24"/>
    <p:sldId id="10725" r:id="rId25"/>
    <p:sldId id="304" r:id="rId26"/>
    <p:sldId id="9879" r:id="rId27"/>
    <p:sldId id="9880" r:id="rId28"/>
    <p:sldId id="9881" r:id="rId29"/>
    <p:sldId id="9882" r:id="rId30"/>
    <p:sldId id="9883" r:id="rId31"/>
    <p:sldId id="9884" r:id="rId32"/>
    <p:sldId id="9885" r:id="rId33"/>
    <p:sldId id="9886" r:id="rId34"/>
    <p:sldId id="9887" r:id="rId35"/>
    <p:sldId id="9889" r:id="rId36"/>
    <p:sldId id="9890" r:id="rId37"/>
    <p:sldId id="9891" r:id="rId38"/>
    <p:sldId id="9892" r:id="rId39"/>
    <p:sldId id="9893" r:id="rId40"/>
    <p:sldId id="9895" r:id="rId41"/>
    <p:sldId id="9897" r:id="rId42"/>
    <p:sldId id="9898" r:id="rId43"/>
    <p:sldId id="9899" r:id="rId44"/>
    <p:sldId id="9900" r:id="rId45"/>
    <p:sldId id="9901" r:id="rId46"/>
    <p:sldId id="9902" r:id="rId47"/>
    <p:sldId id="9904" r:id="rId48"/>
    <p:sldId id="9905" r:id="rId49"/>
    <p:sldId id="9906" r:id="rId50"/>
    <p:sldId id="9907" r:id="rId51"/>
    <p:sldId id="9908" r:id="rId52"/>
    <p:sldId id="9909" r:id="rId53"/>
    <p:sldId id="9910" r:id="rId54"/>
    <p:sldId id="9911" r:id="rId55"/>
    <p:sldId id="9912" r:id="rId56"/>
    <p:sldId id="9913" r:id="rId57"/>
    <p:sldId id="9914" r:id="rId58"/>
    <p:sldId id="9915" r:id="rId59"/>
    <p:sldId id="9916" r:id="rId60"/>
    <p:sldId id="9917" r:id="rId61"/>
    <p:sldId id="9918" r:id="rId62"/>
    <p:sldId id="9919" r:id="rId63"/>
    <p:sldId id="9920" r:id="rId64"/>
    <p:sldId id="9921" r:id="rId65"/>
    <p:sldId id="9922" r:id="rId66"/>
    <p:sldId id="9923" r:id="rId67"/>
    <p:sldId id="9924" r:id="rId68"/>
    <p:sldId id="9925" r:id="rId69"/>
    <p:sldId id="9926" r:id="rId70"/>
    <p:sldId id="9927" r:id="rId71"/>
    <p:sldId id="9928" r:id="rId72"/>
    <p:sldId id="9929" r:id="rId73"/>
    <p:sldId id="9930" r:id="rId74"/>
    <p:sldId id="9931" r:id="rId75"/>
    <p:sldId id="9932" r:id="rId76"/>
    <p:sldId id="9933" r:id="rId77"/>
    <p:sldId id="9934" r:id="rId78"/>
    <p:sldId id="9935" r:id="rId79"/>
    <p:sldId id="341" r:id="rId80"/>
    <p:sldId id="409" r:id="rId81"/>
    <p:sldId id="342" r:id="rId82"/>
    <p:sldId id="417" r:id="rId83"/>
    <p:sldId id="343" r:id="rId84"/>
    <p:sldId id="344" r:id="rId85"/>
    <p:sldId id="9936" r:id="rId86"/>
    <p:sldId id="345" r:id="rId87"/>
    <p:sldId id="418" r:id="rId88"/>
    <p:sldId id="346" r:id="rId89"/>
    <p:sldId id="347" r:id="rId90"/>
    <p:sldId id="412" r:id="rId91"/>
    <p:sldId id="348" r:id="rId92"/>
    <p:sldId id="349" r:id="rId93"/>
    <p:sldId id="350" r:id="rId94"/>
    <p:sldId id="419" r:id="rId95"/>
    <p:sldId id="351" r:id="rId96"/>
    <p:sldId id="413" r:id="rId97"/>
    <p:sldId id="352" r:id="rId98"/>
    <p:sldId id="353" r:id="rId99"/>
    <p:sldId id="415" r:id="rId100"/>
    <p:sldId id="354" r:id="rId101"/>
    <p:sldId id="355" r:id="rId102"/>
    <p:sldId id="401" r:id="rId103"/>
    <p:sldId id="356" r:id="rId104"/>
    <p:sldId id="402" r:id="rId105"/>
    <p:sldId id="357" r:id="rId106"/>
    <p:sldId id="403" r:id="rId107"/>
    <p:sldId id="358" r:id="rId108"/>
    <p:sldId id="359" r:id="rId109"/>
    <p:sldId id="405" r:id="rId110"/>
    <p:sldId id="9984" r:id="rId111"/>
    <p:sldId id="406" r:id="rId112"/>
    <p:sldId id="408" r:id="rId113"/>
    <p:sldId id="365" r:id="rId114"/>
    <p:sldId id="9985" r:id="rId115"/>
    <p:sldId id="366" r:id="rId116"/>
    <p:sldId id="9961" r:id="rId117"/>
    <p:sldId id="423" r:id="rId118"/>
    <p:sldId id="424" r:id="rId119"/>
    <p:sldId id="11641" r:id="rId120"/>
    <p:sldId id="10283" r:id="rId121"/>
    <p:sldId id="10284" r:id="rId122"/>
    <p:sldId id="10790" r:id="rId123"/>
    <p:sldId id="11110" r:id="rId124"/>
    <p:sldId id="10417" r:id="rId125"/>
    <p:sldId id="11565" r:id="rId126"/>
    <p:sldId id="11566" r:id="rId127"/>
    <p:sldId id="11642" r:id="rId128"/>
    <p:sldId id="10180" r:id="rId129"/>
    <p:sldId id="10181" r:id="rId130"/>
    <p:sldId id="10258" r:id="rId131"/>
    <p:sldId id="10260" r:id="rId132"/>
    <p:sldId id="10262" r:id="rId133"/>
    <p:sldId id="10264" r:id="rId134"/>
    <p:sldId id="10265" r:id="rId135"/>
    <p:sldId id="10266" r:id="rId136"/>
    <p:sldId id="10267" r:id="rId137"/>
    <p:sldId id="10268" r:id="rId138"/>
    <p:sldId id="10269" r:id="rId139"/>
    <p:sldId id="10270" r:id="rId140"/>
    <p:sldId id="10271" r:id="rId141"/>
    <p:sldId id="10272" r:id="rId142"/>
    <p:sldId id="11643" r:id="rId143"/>
    <p:sldId id="385" r:id="rId144"/>
    <p:sldId id="10256" r:id="rId145"/>
    <p:sldId id="10142" r:id="rId146"/>
    <p:sldId id="11226" r:id="rId147"/>
    <p:sldId id="11467" r:id="rId148"/>
    <p:sldId id="11417" r:id="rId149"/>
    <p:sldId id="11418" r:id="rId150"/>
    <p:sldId id="11614" r:id="rId151"/>
    <p:sldId id="11615" r:id="rId152"/>
    <p:sldId id="11419" r:id="rId153"/>
    <p:sldId id="11420" r:id="rId154"/>
    <p:sldId id="11575" r:id="rId155"/>
    <p:sldId id="11616" r:id="rId156"/>
    <p:sldId id="11617" r:id="rId157"/>
    <p:sldId id="11618" r:id="rId158"/>
    <p:sldId id="11619" r:id="rId159"/>
    <p:sldId id="11470" r:id="rId160"/>
    <p:sldId id="11471" r:id="rId161"/>
    <p:sldId id="11579" r:id="rId162"/>
    <p:sldId id="11580" r:id="rId163"/>
    <p:sldId id="11620" r:id="rId164"/>
    <p:sldId id="11621" r:id="rId165"/>
    <p:sldId id="11622" r:id="rId166"/>
    <p:sldId id="11623" r:id="rId167"/>
    <p:sldId id="11307" r:id="rId168"/>
    <p:sldId id="11644" r:id="rId169"/>
    <p:sldId id="10280" r:id="rId170"/>
    <p:sldId id="11168" r:id="rId171"/>
    <p:sldId id="11555" r:id="rId172"/>
    <p:sldId id="9864" r:id="rId173"/>
    <p:sldId id="10316" r:id="rId174"/>
    <p:sldId id="10317" r:id="rId175"/>
    <p:sldId id="10318" r:id="rId176"/>
    <p:sldId id="10319" r:id="rId177"/>
    <p:sldId id="10320" r:id="rId178"/>
    <p:sldId id="10321" r:id="rId179"/>
    <p:sldId id="10322" r:id="rId180"/>
    <p:sldId id="10323" r:id="rId181"/>
    <p:sldId id="10324" r:id="rId182"/>
    <p:sldId id="10325" r:id="rId183"/>
    <p:sldId id="10337" r:id="rId184"/>
    <p:sldId id="10326" r:id="rId185"/>
    <p:sldId id="10327" r:id="rId186"/>
    <p:sldId id="10328" r:id="rId187"/>
    <p:sldId id="10336" r:id="rId188"/>
    <p:sldId id="10329" r:id="rId189"/>
    <p:sldId id="10330" r:id="rId190"/>
    <p:sldId id="10331" r:id="rId191"/>
    <p:sldId id="10332" r:id="rId192"/>
    <p:sldId id="10333" r:id="rId193"/>
    <p:sldId id="10334" r:id="rId194"/>
    <p:sldId id="10335" r:id="rId195"/>
    <p:sldId id="11645" r:id="rId196"/>
    <p:sldId id="10651" r:id="rId197"/>
    <p:sldId id="10652" r:id="rId198"/>
    <p:sldId id="10653" r:id="rId199"/>
    <p:sldId id="11169" r:id="rId200"/>
    <p:sldId id="11624" r:id="rId201"/>
    <p:sldId id="11275" r:id="rId202"/>
    <p:sldId id="11366" r:id="rId203"/>
    <p:sldId id="11625" r:id="rId204"/>
    <p:sldId id="11626" r:id="rId205"/>
    <p:sldId id="11627" r:id="rId206"/>
    <p:sldId id="11628" r:id="rId207"/>
    <p:sldId id="11629" r:id="rId208"/>
    <p:sldId id="11630" r:id="rId209"/>
    <p:sldId id="11631" r:id="rId210"/>
    <p:sldId id="11632" r:id="rId211"/>
    <p:sldId id="11221" r:id="rId212"/>
    <p:sldId id="11649" r:id="rId213"/>
    <p:sldId id="11655" r:id="rId214"/>
    <p:sldId id="11656" r:id="rId215"/>
    <p:sldId id="11657" r:id="rId216"/>
    <p:sldId id="11658" r:id="rId217"/>
    <p:sldId id="11659" r:id="rId218"/>
    <p:sldId id="11648" r:id="rId219"/>
    <p:sldId id="11660" r:id="rId220"/>
    <p:sldId id="11661" r:id="rId221"/>
    <p:sldId id="11662" r:id="rId222"/>
    <p:sldId id="11663" r:id="rId223"/>
    <p:sldId id="11664" r:id="rId224"/>
    <p:sldId id="11665" r:id="rId225"/>
    <p:sldId id="11666" r:id="rId226"/>
    <p:sldId id="11667" r:id="rId227"/>
    <p:sldId id="11668" r:id="rId228"/>
    <p:sldId id="10212" r:id="rId229"/>
    <p:sldId id="10823" r:id="rId230"/>
    <p:sldId id="10931" r:id="rId231"/>
    <p:sldId id="10932" r:id="rId232"/>
    <p:sldId id="10824" r:id="rId233"/>
    <p:sldId id="10933" r:id="rId234"/>
    <p:sldId id="10995" r:id="rId235"/>
    <p:sldId id="10996" r:id="rId236"/>
    <p:sldId id="10997" r:id="rId237"/>
    <p:sldId id="11060" r:id="rId238"/>
    <p:sldId id="11061" r:id="rId239"/>
    <p:sldId id="11062" r:id="rId240"/>
    <p:sldId id="11063" r:id="rId241"/>
    <p:sldId id="11633" r:id="rId242"/>
    <p:sldId id="11634" r:id="rId243"/>
    <p:sldId id="11635" r:id="rId244"/>
    <p:sldId id="11636" r:id="rId245"/>
    <p:sldId id="11646" r:id="rId246"/>
    <p:sldId id="10769" r:id="rId247"/>
    <p:sldId id="10253" r:id="rId248"/>
    <p:sldId id="11006" r:id="rId249"/>
    <p:sldId id="11595" r:id="rId250"/>
    <p:sldId id="11596" r:id="rId251"/>
    <p:sldId id="11597" r:id="rId252"/>
    <p:sldId id="11598" r:id="rId253"/>
    <p:sldId id="11637" r:id="rId254"/>
    <p:sldId id="11638" r:id="rId255"/>
    <p:sldId id="11639" r:id="rId256"/>
    <p:sldId id="11640" r:id="rId257"/>
    <p:sldId id="11647" r:id="rId258"/>
  </p:sldIdLst>
  <p:sldSz cx="9144000" cy="5143500" type="screen16x9"/>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37" autoAdjust="0"/>
    <p:restoredTop sz="94660"/>
  </p:normalViewPr>
  <p:slideViewPr>
    <p:cSldViewPr snapToGrid="0">
      <p:cViewPr varScale="1">
        <p:scale>
          <a:sx n="130" d="100"/>
          <a:sy n="130" d="100"/>
        </p:scale>
        <p:origin x="132" y="372"/>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54144"/>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notesMaster" Target="notesMasters/notesMaster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presProps" Target="presProps.xml"/><Relationship Id="rId265" Type="http://schemas.microsoft.com/office/2015/10/relationships/revisionInfo" Target="revisionInfo.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viewProps" Target="viewProps.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tableStyles" Target="tableStyle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microsoft.com/office/2016/11/relationships/changesInfo" Target="changesInfos/changesInfo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1701FF8C-FB8E-45AF-B0FA-95B6560BE94A}" type="datetimeFigureOut">
              <a:rPr lang="en-US" smtClean="0"/>
              <a:t>10/25/2025</a:t>
            </a:fld>
            <a:endParaRPr lang="en-US"/>
          </a:p>
        </p:txBody>
      </p:sp>
      <p:sp>
        <p:nvSpPr>
          <p:cNvPr id="4" name="Slide Image Placeholder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2C5BE-6CBE-5290-25FF-ADD0BBE69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2AEDA-CBC4-9D00-6C7B-304902630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42A7FA-269C-6651-E484-7DE31886A8C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E56FFFE-B3F2-F244-29A2-F731B20CEFA2}"/>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3026331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7354B-604E-3ACA-EB3A-07691D129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0E899-9D8A-383C-10BF-8F8774CAD9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81B31-88B2-D104-17BC-26C42AC5CC6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B76A6C3-6534-7942-1665-CD29EBACA5CA}"/>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959847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1714D-D932-869A-D691-7E4511814D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7062D-C6A7-FB2B-57A7-50FD4FC015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356CA4-D876-722E-7DAC-208C4F229BD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AA5F330-30F8-EC25-F451-1BD988D32EA9}"/>
              </a:ext>
            </a:extLst>
          </p:cNvPr>
          <p:cNvSpPr>
            <a:spLocks noGrp="1"/>
          </p:cNvSpPr>
          <p:nvPr>
            <p:ph type="sldNum" sz="quarter" idx="5"/>
          </p:nvPr>
        </p:nvSpPr>
        <p:spPr/>
        <p:txBody>
          <a:bodyPr/>
          <a:lstStyle/>
          <a:p>
            <a:fld id="{648246CF-7178-41AD-B6F8-BACEEA28FBE0}" type="slidenum">
              <a:rPr lang="en-US" smtClean="0"/>
              <a:t>126</a:t>
            </a:fld>
            <a:endParaRPr lang="en-US"/>
          </a:p>
        </p:txBody>
      </p:sp>
    </p:spTree>
    <p:extLst>
      <p:ext uri="{BB962C8B-B14F-4D97-AF65-F5344CB8AC3E}">
        <p14:creationId xmlns:p14="http://schemas.microsoft.com/office/powerpoint/2010/main" val="2679439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145</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1E8A0-004E-DDA7-49D9-F2EC44F52A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B0661C-3AD4-E70C-EA96-CF8C8BC6E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58666-30B4-DA9F-3C54-7020567EF12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BC42151-60BF-C984-F34D-4829022F1D91}"/>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16711890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E3FC8-BBB5-0C0F-B9C4-5C62950B29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4E95DD-CB82-590E-06FF-1F490E2F86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E6B28-FFB3-C8E2-DB11-0C916ACB9415}"/>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7662333-D2D5-1C0D-F9C7-7FDCB6DAE398}"/>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17407140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8C67B-3F4B-519E-BC56-9FF94831D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89CBB2-C731-BBDF-FEB1-503C672471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BAFB3-3B0D-4D9C-248E-D9AFA5FC27D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FCB0C5-5922-BFD8-AA00-12F72F67C866}"/>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11507171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F606-9241-0142-E999-E1D2AF7856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7A097-712C-428B-74A5-7FFD1AC78B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DF978-838D-274E-8AE6-7C82ED6C929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B34CB3E-88EC-778D-731D-200E3E9C0E2F}"/>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4063834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5FA9-28A2-8CB8-E89A-DAE94CE342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3C24D-0405-D3B5-0BCC-C661EED6B5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367C4-7407-5D45-A6B9-E559962CA39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7C5F24B-8AD2-F993-A8DD-677F842FE9E0}"/>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855437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30A54-BC2E-27E9-4B7E-1597693F3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78C4C-41F5-5B25-E837-6DD9C22A55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9E222-563B-E33A-3650-A1E805408F2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2263675-4647-96E5-C04F-74DC559AB2DE}"/>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26671130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78F1F-1931-1D33-AD8A-7651B5FB4D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D20F6F-BE63-773D-D2B5-71F179D12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074857-C1F5-7C85-A420-B36913697D6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C006ED9-CCD4-EB76-4AF7-8D1A632A5BBD}"/>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23509366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601B3-7A58-8D75-B616-BEF97446C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BC49AE-EAD6-7842-1C90-3B679E28F4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1461B0-22EB-146E-D60C-AD028CC9008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1CBCCDB-A7EF-F7EA-C492-C59B0293D32F}"/>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5871855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5FA19-DB8A-39A7-A170-B66B23C86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C50DA-BE0D-BF11-5CD5-EA95CB65D8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CFC0C5-58EF-F3A7-8B40-60BB364E29B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ECE74DF-DAB1-1CAA-DBBF-010E1B829DDC}"/>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16133362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96211-40D5-F8CD-08D3-3297EFBE9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E548D-28B8-D3B4-E58C-A4C8255108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B150BD-3A31-DFEC-84E1-9F4E65E0C80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EE1C7A0-D33C-17CB-4194-96A34DC45553}"/>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5282306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068E8-48F3-81ED-F4D8-DBED9AE662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0C932-23F7-0A62-74F8-2838AC1C97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D7B0A5-0C62-76AD-64E5-A910325729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15D42E6-1B43-8CDC-6E9D-69393F9114D7}"/>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27238452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E6F59-3DC6-7E5F-1A30-73FD3F394B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4BB67-4819-9819-7D6A-BEDCC52E49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45283-A62B-7219-0726-F66419E99C3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B185684-AE34-2D4E-ACF0-708B60F2B900}"/>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365736347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4ACDF-79DB-599A-B763-73F88C8294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466DBF-8B3F-BF98-6ACA-5DF76DB13F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75ADF0-FA63-A984-0777-E8116AC263F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B9DB603-DA0A-4845-5F48-0E0B484DDE24}"/>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33768886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5A7C3-1784-EFD9-13A3-6823E7F7A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F1C4A-7D82-AFD7-2A02-D46353E72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E7217-0C9E-4371-7A9B-6E0BF716954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CB9DD85-8756-F8B5-DA57-FF05B87BD23A}"/>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24398236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C1ED8-6A94-D311-530B-E7FBD9A3F9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9E8460-C36A-DBDA-E5B7-C7E9930F62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F54C7-0A7B-F330-0E9B-7A9FB5BE1EA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EDFD78D-19B7-D9F5-6B3E-58D94FBF03B7}"/>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36800594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67AE-62BB-A873-39A6-232C50B7D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C722E-5940-2C0F-E07C-4F9CE02DB3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3AEC7F-00C2-9673-89FE-7DBB014FB01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C0A3356-C16F-A738-038F-2776991E3605}"/>
              </a:ext>
            </a:extLst>
          </p:cNvPr>
          <p:cNvSpPr>
            <a:spLocks noGrp="1"/>
          </p:cNvSpPr>
          <p:nvPr>
            <p:ph type="sldNum" sz="quarter" idx="5"/>
          </p:nvPr>
        </p:nvSpPr>
        <p:spPr/>
        <p:txBody>
          <a:bodyPr/>
          <a:lstStyle/>
          <a:p>
            <a:fld id="{648246CF-7178-41AD-B6F8-BACEEA28FBE0}" type="slidenum">
              <a:rPr lang="en-US" smtClean="0"/>
              <a:t>161</a:t>
            </a:fld>
            <a:endParaRPr lang="en-US"/>
          </a:p>
        </p:txBody>
      </p:sp>
    </p:spTree>
    <p:extLst>
      <p:ext uri="{BB962C8B-B14F-4D97-AF65-F5344CB8AC3E}">
        <p14:creationId xmlns:p14="http://schemas.microsoft.com/office/powerpoint/2010/main" val="106644588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BA3F0-87BE-81A0-CF72-824CA42D6E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B27A71-1836-B9C2-EB39-E6CB08BB6E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86ADC-3F1E-F7FC-D844-39C5CFF75DF0}"/>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ACB99E6-F76D-EC3F-B2D3-C98E59480062}"/>
              </a:ext>
            </a:extLst>
          </p:cNvPr>
          <p:cNvSpPr>
            <a:spLocks noGrp="1"/>
          </p:cNvSpPr>
          <p:nvPr>
            <p:ph type="sldNum" sz="quarter" idx="5"/>
          </p:nvPr>
        </p:nvSpPr>
        <p:spPr/>
        <p:txBody>
          <a:bodyPr/>
          <a:lstStyle/>
          <a:p>
            <a:fld id="{648246CF-7178-41AD-B6F8-BACEEA28FBE0}" type="slidenum">
              <a:rPr lang="en-US" smtClean="0"/>
              <a:t>162</a:t>
            </a:fld>
            <a:endParaRPr lang="en-US"/>
          </a:p>
        </p:txBody>
      </p:sp>
    </p:spTree>
    <p:extLst>
      <p:ext uri="{BB962C8B-B14F-4D97-AF65-F5344CB8AC3E}">
        <p14:creationId xmlns:p14="http://schemas.microsoft.com/office/powerpoint/2010/main" val="25290028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1830A-3385-F86A-29CF-8B0AA05C5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85166E-E356-1572-F5EF-B6F6100323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107FD8-5536-ED57-C73A-937E683E615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76ED8B8-BE07-62F7-C3C0-DEF5AB96D9C7}"/>
              </a:ext>
            </a:extLst>
          </p:cNvPr>
          <p:cNvSpPr>
            <a:spLocks noGrp="1"/>
          </p:cNvSpPr>
          <p:nvPr>
            <p:ph type="sldNum" sz="quarter" idx="5"/>
          </p:nvPr>
        </p:nvSpPr>
        <p:spPr/>
        <p:txBody>
          <a:bodyPr/>
          <a:lstStyle/>
          <a:p>
            <a:fld id="{648246CF-7178-41AD-B6F8-BACEEA28FBE0}" type="slidenum">
              <a:rPr lang="en-US" smtClean="0"/>
              <a:t>163</a:t>
            </a:fld>
            <a:endParaRPr lang="en-US"/>
          </a:p>
        </p:txBody>
      </p:sp>
    </p:spTree>
    <p:extLst>
      <p:ext uri="{BB962C8B-B14F-4D97-AF65-F5344CB8AC3E}">
        <p14:creationId xmlns:p14="http://schemas.microsoft.com/office/powerpoint/2010/main" val="35197306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DBF94-3D23-8244-6D09-D7FDE44309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A292A1-FCAA-3F2E-4CD8-BBB3C3FA78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512C6B-AF0C-4DDA-B7A6-7F2D5FD11C1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8768283-B5A8-F86B-28C8-61E7708E6026}"/>
              </a:ext>
            </a:extLst>
          </p:cNvPr>
          <p:cNvSpPr>
            <a:spLocks noGrp="1"/>
          </p:cNvSpPr>
          <p:nvPr>
            <p:ph type="sldNum" sz="quarter" idx="5"/>
          </p:nvPr>
        </p:nvSpPr>
        <p:spPr/>
        <p:txBody>
          <a:bodyPr/>
          <a:lstStyle/>
          <a:p>
            <a:fld id="{648246CF-7178-41AD-B6F8-BACEEA28FBE0}" type="slidenum">
              <a:rPr lang="en-US" smtClean="0"/>
              <a:t>164</a:t>
            </a:fld>
            <a:endParaRPr lang="en-US"/>
          </a:p>
        </p:txBody>
      </p:sp>
    </p:spTree>
    <p:extLst>
      <p:ext uri="{BB962C8B-B14F-4D97-AF65-F5344CB8AC3E}">
        <p14:creationId xmlns:p14="http://schemas.microsoft.com/office/powerpoint/2010/main" val="15989853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22E5E-C3A9-301E-1C95-10D22DFBAC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543465-D6C9-7ADD-9623-9900F7020F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1A07B7-DE33-81C6-7301-703A666CE38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0D00524-DC5B-30C0-3231-4B44D899516E}"/>
              </a:ext>
            </a:extLst>
          </p:cNvPr>
          <p:cNvSpPr>
            <a:spLocks noGrp="1"/>
          </p:cNvSpPr>
          <p:nvPr>
            <p:ph type="sldNum" sz="quarter" idx="5"/>
          </p:nvPr>
        </p:nvSpPr>
        <p:spPr/>
        <p:txBody>
          <a:bodyPr/>
          <a:lstStyle/>
          <a:p>
            <a:fld id="{648246CF-7178-41AD-B6F8-BACEEA28FBE0}" type="slidenum">
              <a:rPr lang="en-US" smtClean="0"/>
              <a:t>165</a:t>
            </a:fld>
            <a:endParaRPr lang="en-US"/>
          </a:p>
        </p:txBody>
      </p:sp>
    </p:spTree>
    <p:extLst>
      <p:ext uri="{BB962C8B-B14F-4D97-AF65-F5344CB8AC3E}">
        <p14:creationId xmlns:p14="http://schemas.microsoft.com/office/powerpoint/2010/main" val="25804162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8E82E-6964-BA05-E12F-6E909E40BB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59C59E-52C9-DCE8-0C47-75EB8BD7ED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23081C-5D75-B93C-18B2-A80BB5A29AB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D76D3DD-C204-A128-C9E0-A378D14629BA}"/>
              </a:ext>
            </a:extLst>
          </p:cNvPr>
          <p:cNvSpPr>
            <a:spLocks noGrp="1"/>
          </p:cNvSpPr>
          <p:nvPr>
            <p:ph type="sldNum" sz="quarter" idx="5"/>
          </p:nvPr>
        </p:nvSpPr>
        <p:spPr/>
        <p:txBody>
          <a:bodyPr/>
          <a:lstStyle/>
          <a:p>
            <a:fld id="{648246CF-7178-41AD-B6F8-BACEEA28FBE0}" type="slidenum">
              <a:rPr lang="en-US" smtClean="0"/>
              <a:t>166</a:t>
            </a:fld>
            <a:endParaRPr lang="en-US"/>
          </a:p>
        </p:txBody>
      </p:sp>
    </p:spTree>
    <p:extLst>
      <p:ext uri="{BB962C8B-B14F-4D97-AF65-F5344CB8AC3E}">
        <p14:creationId xmlns:p14="http://schemas.microsoft.com/office/powerpoint/2010/main" val="12726713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26320-73AF-EDC3-624C-D215A9F3BD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0C8461-07FD-5985-BFD9-09DC99FC4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5395F-9C49-D307-299B-7EE2E8BB1B7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6DC2865-5F25-2A43-563B-7C12DB555A53}"/>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6474012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41676-CC52-4E3F-D386-69B5ABDBC2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C63ECF-7530-7D50-2C3B-C1E8C4C430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28CF17-AA27-12F6-4108-1DA644148F8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3E577CC-0B0A-9F29-516E-65CEB8A945C8}"/>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31192324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DFE45-19CA-6CCC-87F0-4DA3EF96B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297295-0605-C6B9-E260-77E88F8BE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9E36D-3AE5-B137-3144-B7129000F71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3B4CB7C-B8C2-BE08-8250-B389282D24E9}"/>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20591547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629D2-8BB8-436D-85BC-90E6CBE54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573AF-6EAD-9B48-5FF2-1AD92EEE0A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AC04F-8364-9DF1-B53A-2D084F538D2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E85B83-0FDB-C960-F987-E5F9ADE7E276}"/>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29788996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7BA35-818D-D57A-0ED5-73FC003EB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BB91E-8E8E-7C5A-0F18-DFD4E892AA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7758D3-4F34-F2B1-D2D0-E7433A8C4DB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5BACDE8-CC72-BC02-DD15-CBD8AF1BF90A}"/>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10611656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653D1-DC02-BF06-3CBD-719833C443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34B073-34F3-B33E-6726-732F64B5B2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044C5E-7756-1592-3F73-54DB134214F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9C0B2FF-04EE-4388-C1DD-7BA3D4BFFEF2}"/>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31481203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F82F8-51C3-BA31-9BCD-6C115BCB7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437C59-4A12-B534-0CA4-74F6A83CAF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2E589E-7F22-2D03-9D55-7288F35F1E0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85D5CAA-67E6-E6EC-53B5-785D76A5DBD4}"/>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12213052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AC10B-0F33-EF70-BDAA-67B262596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AECFD3-A456-B0C4-BB21-D33D67D35D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87ACC-40E2-5709-B342-0AC46C51023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EB3A6E5-F8F3-23EA-A351-DEDF5E82A041}"/>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24331299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7F5A0-8EE4-B9E4-8054-D19AF87F3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0742FC-E792-96FE-2FBA-02ADD9E483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05F985-DCDB-F3F7-2DD7-FE05C997749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B106F9A-47EB-087E-29BD-BCFC37A34568}"/>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22100839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563EF-EBDB-399A-A7A8-0A000CC5BD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0F3DC-E928-E7F0-FA4F-9E6512D98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F315AC-AC63-508D-D6E1-9F22ACF6738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B863FA7-1584-3CEC-8B2E-F21BA04A2F42}"/>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31990512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6F5D9-0B15-E5BF-4B34-F16840234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3E11C3-4353-8BA2-C4F3-52BADF3905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0B3825-D979-FDC7-3F70-4E650FD97D1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59D96C8-C12F-A0FB-8C41-69CAF9D93A73}"/>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22876569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CB1F-BDAD-3784-3241-FE28CB6189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9CF4D-CB71-F9D1-0E9A-5F0BBDD3E9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B01C9-E090-7059-13C4-9528468483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A25BA44-077D-896F-8E2E-D4262330F86E}"/>
              </a:ext>
            </a:extLst>
          </p:cNvPr>
          <p:cNvSpPr>
            <a:spLocks noGrp="1"/>
          </p:cNvSpPr>
          <p:nvPr>
            <p:ph type="sldNum" sz="quarter" idx="5"/>
          </p:nvPr>
        </p:nvSpPr>
        <p:spPr/>
        <p:txBody>
          <a:bodyPr/>
          <a:lstStyle/>
          <a:p>
            <a:fld id="{648246CF-7178-41AD-B6F8-BACEEA28FBE0}" type="slidenum">
              <a:rPr lang="en-US" smtClean="0"/>
              <a:t>210</a:t>
            </a:fld>
            <a:endParaRPr lang="en-US"/>
          </a:p>
        </p:txBody>
      </p:sp>
    </p:spTree>
    <p:extLst>
      <p:ext uri="{BB962C8B-B14F-4D97-AF65-F5344CB8AC3E}">
        <p14:creationId xmlns:p14="http://schemas.microsoft.com/office/powerpoint/2010/main" val="24020944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965E6-B8FD-7540-A23E-BF0A7D36CF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4A9541-C0F3-A359-106C-FB029DC1C8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0BDF8-F23B-0A8D-418D-1E7B692E967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4FDFCBD-479E-B8E2-DE82-F089934DFA50}"/>
              </a:ext>
            </a:extLst>
          </p:cNvPr>
          <p:cNvSpPr>
            <a:spLocks noGrp="1"/>
          </p:cNvSpPr>
          <p:nvPr>
            <p:ph type="sldNum" sz="quarter" idx="5"/>
          </p:nvPr>
        </p:nvSpPr>
        <p:spPr/>
        <p:txBody>
          <a:bodyPr/>
          <a:lstStyle/>
          <a:p>
            <a:fld id="{648246CF-7178-41AD-B6F8-BACEEA28FBE0}" type="slidenum">
              <a:rPr lang="en-US" smtClean="0"/>
              <a:t>212</a:t>
            </a:fld>
            <a:endParaRPr lang="en-US"/>
          </a:p>
        </p:txBody>
      </p:sp>
    </p:spTree>
    <p:extLst>
      <p:ext uri="{BB962C8B-B14F-4D97-AF65-F5344CB8AC3E}">
        <p14:creationId xmlns:p14="http://schemas.microsoft.com/office/powerpoint/2010/main" val="35450680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DB3E5-348A-4CB5-08D6-932A8FB9F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F8439-50AD-6824-7547-3277BC7759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5C9839-59F8-195E-2401-7A635F3F1F6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0122BE1-68AC-A4DF-4559-CAD1493743AD}"/>
              </a:ext>
            </a:extLst>
          </p:cNvPr>
          <p:cNvSpPr>
            <a:spLocks noGrp="1"/>
          </p:cNvSpPr>
          <p:nvPr>
            <p:ph type="sldNum" sz="quarter" idx="5"/>
          </p:nvPr>
        </p:nvSpPr>
        <p:spPr/>
        <p:txBody>
          <a:bodyPr/>
          <a:lstStyle/>
          <a:p>
            <a:fld id="{648246CF-7178-41AD-B6F8-BACEEA28FBE0}" type="slidenum">
              <a:rPr lang="en-US" smtClean="0"/>
              <a:t>213</a:t>
            </a:fld>
            <a:endParaRPr lang="en-US"/>
          </a:p>
        </p:txBody>
      </p:sp>
    </p:spTree>
    <p:extLst>
      <p:ext uri="{BB962C8B-B14F-4D97-AF65-F5344CB8AC3E}">
        <p14:creationId xmlns:p14="http://schemas.microsoft.com/office/powerpoint/2010/main" val="41111823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6DCAA-3469-B7AF-AB12-DE11B102E3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7032F-6684-9A12-3A88-59A9C1B736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24DB1-7513-8B07-6E86-1B7991832C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0483A13-CC8A-5F3B-D809-7E9D3F6FE745}"/>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84557678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93592-80F6-404B-0909-90EF9C9DBD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D4276D-76A0-C4B0-E3AA-BA6224B05E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14820-03F6-4EE9-1542-C2779EB6684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4C10622-EEC7-16B2-E4FC-28DEF0535BC9}"/>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21476419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583E2-DFF7-AD29-8C8A-BF774817A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61383-73E8-E686-9D0F-E23E6C9FA4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59E09-85F0-8BAE-E3B8-5091633F633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9D30FC-B1B4-2C7F-31A6-A481985820ED}"/>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130439610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49797-D9AA-19C7-EC13-14F81AD0B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3AE69-2B83-0AC8-4907-9D3051137B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CE40AC-85AD-383B-CE29-7B13B08B3A1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FD2914B-CE4F-855F-1E5B-905899452F5F}"/>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83303407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EA54C-D991-597F-798F-FE717BA4E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AD815-27A6-B8AB-7638-95909D2A7E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C249A-FA83-459B-D3D2-0D9DAF06E6F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9837351-A627-C281-0A09-BD4CEF34C70B}"/>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156052649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08A6B-9700-8FD6-7BE9-CD3E9724DC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5069E-EDE4-53B5-6488-D6C44F268C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497F4A-18F0-03BE-E988-38ED3F5B3E0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5FE98B9-8F4F-0DAE-A4A7-B3F85B045EDD}"/>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32676254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92206-3BAB-B653-28D3-F2E37CC692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E806A-3A3A-5624-742E-DA0FE4FEDB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DB63D4-F5D0-F8F7-8372-CC3E7812B4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2DB5118-3E43-16B4-6230-CDECC56FDA05}"/>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293525858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BB39C-4246-919D-84B1-4485834209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167E40-0D61-A584-2F84-B0D84D60A4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B856B4-7FFD-AED9-4CB6-A9C82C45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FF10AA1-B893-AE1E-EC2D-11D5BABA4FCB}"/>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215796972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92BE4-6D0B-30DC-D2DC-B0AB0B8C0C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84AA05-F7B2-B8A8-2D9E-33096EB002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98F724-D5C0-AC01-5831-A4F3136363C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E5FE58D-7EE3-1CE6-A56F-1700B5EE41D0}"/>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287692435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7A4B9-1137-6C2F-EB37-C8F1339AA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968494-18C8-1EDB-7DFD-59ECCBE36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C3F3E1-719A-28FD-68CE-0E3CBF43005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7E17E6-FCFB-930E-1A8F-C5CA6AAE242E}"/>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295558712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EA778-65F3-6BDB-06D3-132E38EA98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3C7CD-B497-1773-A465-24E73BC3EC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43315-2D5E-4D98-45D3-097C8E92ABF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C5FD45-F99A-0934-FD75-A9F7911F09B2}"/>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425701520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C588D-8DBE-642A-0629-F15970015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0057C8-07E2-72EE-51CE-61B19E59F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E76B35-BC4E-A913-1C7D-019F83A56EE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6CAF9DE-CDCF-E165-E066-46A793D3F66F}"/>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92002340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DC5BD-E517-3F1B-714A-4A200A028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F6C5E-790F-7E13-27B5-7BF266E123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B5ADFB-A6CE-0B81-3E20-53EED9D34C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88C4DA5-7ECF-B49B-22F2-D9E92A970AA7}"/>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30179554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88B50-8A46-FED4-0C0B-04103144D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AD05F1-E087-4269-DAF6-5A91DEEC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8D5828-5C4F-6956-8CB1-8687A46A9B2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78CF825-E80C-3189-05BB-6D0AE496FC8A}"/>
              </a:ext>
            </a:extLst>
          </p:cNvPr>
          <p:cNvSpPr>
            <a:spLocks noGrp="1"/>
          </p:cNvSpPr>
          <p:nvPr>
            <p:ph type="sldNum" sz="quarter" idx="5"/>
          </p:nvPr>
        </p:nvSpPr>
        <p:spPr/>
        <p:txBody>
          <a:bodyPr/>
          <a:lstStyle/>
          <a:p>
            <a:fld id="{648246CF-7178-41AD-B6F8-BACEEA28FBE0}" type="slidenum">
              <a:rPr lang="en-US" smtClean="0"/>
              <a:t>231</a:t>
            </a:fld>
            <a:endParaRPr lang="en-US"/>
          </a:p>
        </p:txBody>
      </p:sp>
    </p:spTree>
    <p:extLst>
      <p:ext uri="{BB962C8B-B14F-4D97-AF65-F5344CB8AC3E}">
        <p14:creationId xmlns:p14="http://schemas.microsoft.com/office/powerpoint/2010/main" val="337753635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5BD22-FE34-959C-3E32-666F9973D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0AC0F-CCC3-C486-6EC8-CE6167D5D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40C7D-4E8F-0196-72F6-C9A382F288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334D948-C34F-1FEF-714C-AFE92CAB0F79}"/>
              </a:ext>
            </a:extLst>
          </p:cNvPr>
          <p:cNvSpPr>
            <a:spLocks noGrp="1"/>
          </p:cNvSpPr>
          <p:nvPr>
            <p:ph type="sldNum" sz="quarter" idx="5"/>
          </p:nvPr>
        </p:nvSpPr>
        <p:spPr/>
        <p:txBody>
          <a:bodyPr/>
          <a:lstStyle/>
          <a:p>
            <a:fld id="{648246CF-7178-41AD-B6F8-BACEEA28FBE0}" type="slidenum">
              <a:rPr lang="en-US" smtClean="0"/>
              <a:t>232</a:t>
            </a:fld>
            <a:endParaRPr lang="en-US"/>
          </a:p>
        </p:txBody>
      </p:sp>
    </p:spTree>
    <p:extLst>
      <p:ext uri="{BB962C8B-B14F-4D97-AF65-F5344CB8AC3E}">
        <p14:creationId xmlns:p14="http://schemas.microsoft.com/office/powerpoint/2010/main" val="285146008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916D3-3E86-97E0-E26A-78524E9857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0F229-020C-67D4-EA5A-50560063C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70951-4AF8-02C6-8CCB-1D18B451FD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8EF2192-B782-6A3B-3472-F261256A8570}"/>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309643073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56733-8F78-9704-343F-A1B1CE24E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D42DE-23D0-E09C-CBD4-24A537B52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067691-D4BC-371A-D4C9-5807F67F7AE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0125C09-A38F-8EF5-645E-1D57E1EC2F68}"/>
              </a:ext>
            </a:extLst>
          </p:cNvPr>
          <p:cNvSpPr>
            <a:spLocks noGrp="1"/>
          </p:cNvSpPr>
          <p:nvPr>
            <p:ph type="sldNum" sz="quarter" idx="5"/>
          </p:nvPr>
        </p:nvSpPr>
        <p:spPr/>
        <p:txBody>
          <a:bodyPr/>
          <a:lstStyle/>
          <a:p>
            <a:fld id="{648246CF-7178-41AD-B6F8-BACEEA28FBE0}" type="slidenum">
              <a:rPr lang="en-US" smtClean="0"/>
              <a:t>234</a:t>
            </a:fld>
            <a:endParaRPr lang="en-US"/>
          </a:p>
        </p:txBody>
      </p:sp>
    </p:spTree>
    <p:extLst>
      <p:ext uri="{BB962C8B-B14F-4D97-AF65-F5344CB8AC3E}">
        <p14:creationId xmlns:p14="http://schemas.microsoft.com/office/powerpoint/2010/main" val="185178666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4D863-06C7-85DF-0AF3-375B0F192F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64FF5D-0F0A-C501-EAD2-2B5B37904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EB591-18AF-DD1E-FD0C-DEEDC6B1AA6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9D9C4DE-F5A8-E060-B76D-C7E94EA2AD49}"/>
              </a:ext>
            </a:extLst>
          </p:cNvPr>
          <p:cNvSpPr>
            <a:spLocks noGrp="1"/>
          </p:cNvSpPr>
          <p:nvPr>
            <p:ph type="sldNum" sz="quarter" idx="5"/>
          </p:nvPr>
        </p:nvSpPr>
        <p:spPr/>
        <p:txBody>
          <a:bodyPr/>
          <a:lstStyle/>
          <a:p>
            <a:fld id="{648246CF-7178-41AD-B6F8-BACEEA28FBE0}" type="slidenum">
              <a:rPr lang="en-US" smtClean="0"/>
              <a:t>235</a:t>
            </a:fld>
            <a:endParaRPr lang="en-US"/>
          </a:p>
        </p:txBody>
      </p:sp>
    </p:spTree>
    <p:extLst>
      <p:ext uri="{BB962C8B-B14F-4D97-AF65-F5344CB8AC3E}">
        <p14:creationId xmlns:p14="http://schemas.microsoft.com/office/powerpoint/2010/main" val="34060777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1C58F-7BD8-A2D9-9516-0F6EA4DF8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FD245-9080-37E3-6480-407B947C43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7F0F82-9B32-A8E5-DE85-95E83B26666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8B7AF88-659B-3C11-E2D7-E9CABC057A94}"/>
              </a:ext>
            </a:extLst>
          </p:cNvPr>
          <p:cNvSpPr>
            <a:spLocks noGrp="1"/>
          </p:cNvSpPr>
          <p:nvPr>
            <p:ph type="sldNum" sz="quarter" idx="5"/>
          </p:nvPr>
        </p:nvSpPr>
        <p:spPr/>
        <p:txBody>
          <a:bodyPr/>
          <a:lstStyle/>
          <a:p>
            <a:fld id="{648246CF-7178-41AD-B6F8-BACEEA28FBE0}" type="slidenum">
              <a:rPr lang="en-US" smtClean="0"/>
              <a:t>236</a:t>
            </a:fld>
            <a:endParaRPr lang="en-US"/>
          </a:p>
        </p:txBody>
      </p:sp>
    </p:spTree>
    <p:extLst>
      <p:ext uri="{BB962C8B-B14F-4D97-AF65-F5344CB8AC3E}">
        <p14:creationId xmlns:p14="http://schemas.microsoft.com/office/powerpoint/2010/main" val="398513987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AFEB4-4C88-B992-8C39-B61B589243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031B72-D292-540C-3693-18C4BBF5D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C7F4EA-C333-49C2-04A8-ECA4167F8EB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CE15702-150E-0917-119B-2E048EB0AC92}"/>
              </a:ext>
            </a:extLst>
          </p:cNvPr>
          <p:cNvSpPr>
            <a:spLocks noGrp="1"/>
          </p:cNvSpPr>
          <p:nvPr>
            <p:ph type="sldNum" sz="quarter" idx="5"/>
          </p:nvPr>
        </p:nvSpPr>
        <p:spPr/>
        <p:txBody>
          <a:bodyPr/>
          <a:lstStyle/>
          <a:p>
            <a:fld id="{648246CF-7178-41AD-B6F8-BACEEA28FBE0}" type="slidenum">
              <a:rPr lang="en-US" smtClean="0"/>
              <a:t>237</a:t>
            </a:fld>
            <a:endParaRPr lang="en-US"/>
          </a:p>
        </p:txBody>
      </p:sp>
    </p:spTree>
    <p:extLst>
      <p:ext uri="{BB962C8B-B14F-4D97-AF65-F5344CB8AC3E}">
        <p14:creationId xmlns:p14="http://schemas.microsoft.com/office/powerpoint/2010/main" val="325988472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2F0C7-D473-23D0-85BF-E30B7D917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C4F0F9-D0A4-04D9-4B7A-888D55D3EC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C1C968-8833-C979-EF60-DA820C04A9F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54B2BA4-F8CF-2C51-CED9-F31E4A4F8CCF}"/>
              </a:ext>
            </a:extLst>
          </p:cNvPr>
          <p:cNvSpPr>
            <a:spLocks noGrp="1"/>
          </p:cNvSpPr>
          <p:nvPr>
            <p:ph type="sldNum" sz="quarter" idx="5"/>
          </p:nvPr>
        </p:nvSpPr>
        <p:spPr/>
        <p:txBody>
          <a:bodyPr/>
          <a:lstStyle/>
          <a:p>
            <a:fld id="{648246CF-7178-41AD-B6F8-BACEEA28FBE0}" type="slidenum">
              <a:rPr lang="en-US" smtClean="0"/>
              <a:t>238</a:t>
            </a:fld>
            <a:endParaRPr lang="en-US"/>
          </a:p>
        </p:txBody>
      </p:sp>
    </p:spTree>
    <p:extLst>
      <p:ext uri="{BB962C8B-B14F-4D97-AF65-F5344CB8AC3E}">
        <p14:creationId xmlns:p14="http://schemas.microsoft.com/office/powerpoint/2010/main" val="361378055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010FA-6EF3-15FC-DD1A-3DACE3A35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AAAC68-7406-BA88-D4BC-C76D906CFB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6D9D9D-C365-D592-4932-17537987650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E79369-1A92-D909-D63B-84784B5EE266}"/>
              </a:ext>
            </a:extLst>
          </p:cNvPr>
          <p:cNvSpPr>
            <a:spLocks noGrp="1"/>
          </p:cNvSpPr>
          <p:nvPr>
            <p:ph type="sldNum" sz="quarter" idx="5"/>
          </p:nvPr>
        </p:nvSpPr>
        <p:spPr/>
        <p:txBody>
          <a:bodyPr/>
          <a:lstStyle/>
          <a:p>
            <a:fld id="{648246CF-7178-41AD-B6F8-BACEEA28FBE0}" type="slidenum">
              <a:rPr lang="en-US" smtClean="0"/>
              <a:t>239</a:t>
            </a:fld>
            <a:endParaRPr lang="en-US"/>
          </a:p>
        </p:txBody>
      </p:sp>
    </p:spTree>
    <p:extLst>
      <p:ext uri="{BB962C8B-B14F-4D97-AF65-F5344CB8AC3E}">
        <p14:creationId xmlns:p14="http://schemas.microsoft.com/office/powerpoint/2010/main" val="48579689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EC0C0-3D1E-4B75-9196-87D43DA0AC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2F252-FB18-4EE0-C6EA-482CD573C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6E8C54-232C-7AF5-1366-905DEBCE9B5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5A4E218-0E6E-83FC-ECD9-071D961FF486}"/>
              </a:ext>
            </a:extLst>
          </p:cNvPr>
          <p:cNvSpPr>
            <a:spLocks noGrp="1"/>
          </p:cNvSpPr>
          <p:nvPr>
            <p:ph type="sldNum" sz="quarter" idx="5"/>
          </p:nvPr>
        </p:nvSpPr>
        <p:spPr/>
        <p:txBody>
          <a:bodyPr/>
          <a:lstStyle/>
          <a:p>
            <a:fld id="{648246CF-7178-41AD-B6F8-BACEEA28FBE0}" type="slidenum">
              <a:rPr lang="en-US" smtClean="0"/>
              <a:t>240</a:t>
            </a:fld>
            <a:endParaRPr lang="en-US"/>
          </a:p>
        </p:txBody>
      </p:sp>
    </p:spTree>
    <p:extLst>
      <p:ext uri="{BB962C8B-B14F-4D97-AF65-F5344CB8AC3E}">
        <p14:creationId xmlns:p14="http://schemas.microsoft.com/office/powerpoint/2010/main" val="193823357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81A80-1A8F-0C94-DC9F-E3FFD89A4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208E0D-D10C-1AD8-A1D8-53879BE314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54DE5-8315-543A-6D20-899BBC3ECD8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0113F8B-297C-A2B6-4196-1D0C4B61FB43}"/>
              </a:ext>
            </a:extLst>
          </p:cNvPr>
          <p:cNvSpPr>
            <a:spLocks noGrp="1"/>
          </p:cNvSpPr>
          <p:nvPr>
            <p:ph type="sldNum" sz="quarter" idx="5"/>
          </p:nvPr>
        </p:nvSpPr>
        <p:spPr/>
        <p:txBody>
          <a:bodyPr/>
          <a:lstStyle/>
          <a:p>
            <a:fld id="{648246CF-7178-41AD-B6F8-BACEEA28FBE0}" type="slidenum">
              <a:rPr lang="en-US" smtClean="0"/>
              <a:t>241</a:t>
            </a:fld>
            <a:endParaRPr lang="en-US"/>
          </a:p>
        </p:txBody>
      </p:sp>
    </p:spTree>
    <p:extLst>
      <p:ext uri="{BB962C8B-B14F-4D97-AF65-F5344CB8AC3E}">
        <p14:creationId xmlns:p14="http://schemas.microsoft.com/office/powerpoint/2010/main" val="139230247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F282C-29CE-5A41-C499-17BC846C5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7FD5F8-4D93-FE4D-6F1D-8E05B41BB9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D6A4BF-A150-4D5F-D3FC-53D4F819728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157365-A05D-170A-1FDC-73E06C5D8B2A}"/>
              </a:ext>
            </a:extLst>
          </p:cNvPr>
          <p:cNvSpPr>
            <a:spLocks noGrp="1"/>
          </p:cNvSpPr>
          <p:nvPr>
            <p:ph type="sldNum" sz="quarter" idx="5"/>
          </p:nvPr>
        </p:nvSpPr>
        <p:spPr/>
        <p:txBody>
          <a:bodyPr/>
          <a:lstStyle/>
          <a:p>
            <a:fld id="{648246CF-7178-41AD-B6F8-BACEEA28FBE0}" type="slidenum">
              <a:rPr lang="en-US" smtClean="0"/>
              <a:t>242</a:t>
            </a:fld>
            <a:endParaRPr lang="en-US"/>
          </a:p>
        </p:txBody>
      </p:sp>
    </p:spTree>
    <p:extLst>
      <p:ext uri="{BB962C8B-B14F-4D97-AF65-F5344CB8AC3E}">
        <p14:creationId xmlns:p14="http://schemas.microsoft.com/office/powerpoint/2010/main" val="85335149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8B054-5F77-A7A2-82BF-2EBBA19525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C60A2E-F971-4549-CB16-26C1BCD29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43A2DB-9D8A-0CB8-62D0-9C28E4B9611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581BB0E-C359-A123-ADBF-30ACF4E6C2A7}"/>
              </a:ext>
            </a:extLst>
          </p:cNvPr>
          <p:cNvSpPr>
            <a:spLocks noGrp="1"/>
          </p:cNvSpPr>
          <p:nvPr>
            <p:ph type="sldNum" sz="quarter" idx="5"/>
          </p:nvPr>
        </p:nvSpPr>
        <p:spPr/>
        <p:txBody>
          <a:bodyPr/>
          <a:lstStyle/>
          <a:p>
            <a:fld id="{648246CF-7178-41AD-B6F8-BACEEA28FBE0}" type="slidenum">
              <a:rPr lang="en-US" smtClean="0"/>
              <a:t>243</a:t>
            </a:fld>
            <a:endParaRPr lang="en-US"/>
          </a:p>
        </p:txBody>
      </p:sp>
    </p:spTree>
    <p:extLst>
      <p:ext uri="{BB962C8B-B14F-4D97-AF65-F5344CB8AC3E}">
        <p14:creationId xmlns:p14="http://schemas.microsoft.com/office/powerpoint/2010/main" val="14242960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3A984-9E2B-7B93-F294-7FCBBC80D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EBF8B-4244-AEF4-C2F2-2A4375ACF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7B2165-0B41-27A1-186D-DC2463D4069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2EBF5AC-B30B-C2A3-6E88-E997884ECDD4}"/>
              </a:ext>
            </a:extLst>
          </p:cNvPr>
          <p:cNvSpPr>
            <a:spLocks noGrp="1"/>
          </p:cNvSpPr>
          <p:nvPr>
            <p:ph type="sldNum" sz="quarter" idx="5"/>
          </p:nvPr>
        </p:nvSpPr>
        <p:spPr/>
        <p:txBody>
          <a:bodyPr/>
          <a:lstStyle/>
          <a:p>
            <a:fld id="{648246CF-7178-41AD-B6F8-BACEEA28FBE0}" type="slidenum">
              <a:rPr lang="en-US" smtClean="0"/>
              <a:t>244</a:t>
            </a:fld>
            <a:endParaRPr lang="en-US"/>
          </a:p>
        </p:txBody>
      </p:sp>
    </p:spTree>
    <p:extLst>
      <p:ext uri="{BB962C8B-B14F-4D97-AF65-F5344CB8AC3E}">
        <p14:creationId xmlns:p14="http://schemas.microsoft.com/office/powerpoint/2010/main" val="410749835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247</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8D2AC-2B43-7450-2BCE-E410FD9BB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1BDBB-0560-434C-94E3-B05A9D6E8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E6F3F4-FFE2-DBA7-1F93-65E278A774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E61E129-E2CB-F118-E870-705786410384}"/>
              </a:ext>
            </a:extLst>
          </p:cNvPr>
          <p:cNvSpPr>
            <a:spLocks noGrp="1"/>
          </p:cNvSpPr>
          <p:nvPr>
            <p:ph type="sldNum" sz="quarter" idx="5"/>
          </p:nvPr>
        </p:nvSpPr>
        <p:spPr/>
        <p:txBody>
          <a:bodyPr/>
          <a:lstStyle/>
          <a:p>
            <a:fld id="{648246CF-7178-41AD-B6F8-BACEEA28FBE0}" type="slidenum">
              <a:rPr lang="en-US" smtClean="0"/>
              <a:t>248</a:t>
            </a:fld>
            <a:endParaRPr lang="en-US"/>
          </a:p>
        </p:txBody>
      </p:sp>
    </p:spTree>
    <p:extLst>
      <p:ext uri="{BB962C8B-B14F-4D97-AF65-F5344CB8AC3E}">
        <p14:creationId xmlns:p14="http://schemas.microsoft.com/office/powerpoint/2010/main" val="254269956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29240-6C50-7C67-5F2F-212DDC0AF0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42849-E26C-0C4E-99DD-761FF6412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0DD3E9-04F3-3A4A-FF32-A8C98EF3E1C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CC346750-B071-B0B1-E8DA-BCDD8F1A27C2}"/>
              </a:ext>
            </a:extLst>
          </p:cNvPr>
          <p:cNvSpPr>
            <a:spLocks noGrp="1"/>
          </p:cNvSpPr>
          <p:nvPr>
            <p:ph type="sldNum" sz="quarter" idx="5"/>
          </p:nvPr>
        </p:nvSpPr>
        <p:spPr/>
        <p:txBody>
          <a:bodyPr/>
          <a:lstStyle/>
          <a:p>
            <a:fld id="{648246CF-7178-41AD-B6F8-BACEEA28FBE0}" type="slidenum">
              <a:rPr lang="en-US" smtClean="0"/>
              <a:t>249</a:t>
            </a:fld>
            <a:endParaRPr lang="en-US"/>
          </a:p>
        </p:txBody>
      </p:sp>
    </p:spTree>
    <p:extLst>
      <p:ext uri="{BB962C8B-B14F-4D97-AF65-F5344CB8AC3E}">
        <p14:creationId xmlns:p14="http://schemas.microsoft.com/office/powerpoint/2010/main" val="208657773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783D7-AB86-B99A-BBE1-F87AA181E5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8D626-9E81-2BF3-9210-42C7AACBA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713DFE-CBF8-55EB-9A27-A9CAE4383BE3}"/>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583CFE7A-D0FF-7F5D-C03E-4F17B56B57EB}"/>
              </a:ext>
            </a:extLst>
          </p:cNvPr>
          <p:cNvSpPr>
            <a:spLocks noGrp="1"/>
          </p:cNvSpPr>
          <p:nvPr>
            <p:ph type="sldNum" sz="quarter" idx="5"/>
          </p:nvPr>
        </p:nvSpPr>
        <p:spPr/>
        <p:txBody>
          <a:bodyPr/>
          <a:lstStyle/>
          <a:p>
            <a:fld id="{648246CF-7178-41AD-B6F8-BACEEA28FBE0}" type="slidenum">
              <a:rPr lang="en-US" smtClean="0"/>
              <a:t>250</a:t>
            </a:fld>
            <a:endParaRPr lang="en-US"/>
          </a:p>
        </p:txBody>
      </p:sp>
    </p:spTree>
    <p:extLst>
      <p:ext uri="{BB962C8B-B14F-4D97-AF65-F5344CB8AC3E}">
        <p14:creationId xmlns:p14="http://schemas.microsoft.com/office/powerpoint/2010/main" val="56880623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17008-92AA-39A4-8D8B-5DCB974B66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C4DA83-F6D3-211C-D83D-9846FD1DBC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DF766A-01A0-B48D-CAC8-26351E6C645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6430289E-6EF2-6654-CB63-E281295917B4}"/>
              </a:ext>
            </a:extLst>
          </p:cNvPr>
          <p:cNvSpPr>
            <a:spLocks noGrp="1"/>
          </p:cNvSpPr>
          <p:nvPr>
            <p:ph type="sldNum" sz="quarter" idx="5"/>
          </p:nvPr>
        </p:nvSpPr>
        <p:spPr/>
        <p:txBody>
          <a:bodyPr/>
          <a:lstStyle/>
          <a:p>
            <a:fld id="{648246CF-7178-41AD-B6F8-BACEEA28FBE0}" type="slidenum">
              <a:rPr lang="en-US" smtClean="0"/>
              <a:t>251</a:t>
            </a:fld>
            <a:endParaRPr lang="en-US"/>
          </a:p>
        </p:txBody>
      </p:sp>
    </p:spTree>
    <p:extLst>
      <p:ext uri="{BB962C8B-B14F-4D97-AF65-F5344CB8AC3E}">
        <p14:creationId xmlns:p14="http://schemas.microsoft.com/office/powerpoint/2010/main" val="14939911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53FD2-4E13-3DA6-6B18-D4020316F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DFEAD3-7939-C460-05CF-4734A4C615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3DAA36-10BE-38CB-4077-4E1FD8600628}"/>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84A17BF1-2944-3F26-020F-20365664C569}"/>
              </a:ext>
            </a:extLst>
          </p:cNvPr>
          <p:cNvSpPr>
            <a:spLocks noGrp="1"/>
          </p:cNvSpPr>
          <p:nvPr>
            <p:ph type="sldNum" sz="quarter" idx="5"/>
          </p:nvPr>
        </p:nvSpPr>
        <p:spPr/>
        <p:txBody>
          <a:bodyPr/>
          <a:lstStyle/>
          <a:p>
            <a:fld id="{648246CF-7178-41AD-B6F8-BACEEA28FBE0}" type="slidenum">
              <a:rPr lang="en-US" smtClean="0"/>
              <a:t>252</a:t>
            </a:fld>
            <a:endParaRPr lang="en-US"/>
          </a:p>
        </p:txBody>
      </p:sp>
    </p:spTree>
    <p:extLst>
      <p:ext uri="{BB962C8B-B14F-4D97-AF65-F5344CB8AC3E}">
        <p14:creationId xmlns:p14="http://schemas.microsoft.com/office/powerpoint/2010/main" val="122718242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AE78B-D6AC-4517-DE0F-2BD5CE7408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A6402-3BB3-F290-B040-461E770FA7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345E51-4FB4-4479-E3A3-6B57844D04E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94308C9C-83FF-8A3F-0C19-15AFC75BB2B2}"/>
              </a:ext>
            </a:extLst>
          </p:cNvPr>
          <p:cNvSpPr>
            <a:spLocks noGrp="1"/>
          </p:cNvSpPr>
          <p:nvPr>
            <p:ph type="sldNum" sz="quarter" idx="5"/>
          </p:nvPr>
        </p:nvSpPr>
        <p:spPr/>
        <p:txBody>
          <a:bodyPr/>
          <a:lstStyle/>
          <a:p>
            <a:fld id="{648246CF-7178-41AD-B6F8-BACEEA28FBE0}" type="slidenum">
              <a:rPr lang="en-US" smtClean="0"/>
              <a:t>253</a:t>
            </a:fld>
            <a:endParaRPr lang="en-US"/>
          </a:p>
        </p:txBody>
      </p:sp>
    </p:spTree>
    <p:extLst>
      <p:ext uri="{BB962C8B-B14F-4D97-AF65-F5344CB8AC3E}">
        <p14:creationId xmlns:p14="http://schemas.microsoft.com/office/powerpoint/2010/main" val="312423051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9545C-D090-7A58-4E5A-0EB775E3D5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C66CE-6890-2DF9-7134-45A58546F2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6803D5-7AFB-2709-AC85-D0D34CFADFA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280083E3-8F48-29FF-6F95-8B9AC696C582}"/>
              </a:ext>
            </a:extLst>
          </p:cNvPr>
          <p:cNvSpPr>
            <a:spLocks noGrp="1"/>
          </p:cNvSpPr>
          <p:nvPr>
            <p:ph type="sldNum" sz="quarter" idx="5"/>
          </p:nvPr>
        </p:nvSpPr>
        <p:spPr/>
        <p:txBody>
          <a:bodyPr/>
          <a:lstStyle/>
          <a:p>
            <a:fld id="{648246CF-7178-41AD-B6F8-BACEEA28FBE0}" type="slidenum">
              <a:rPr lang="en-US" smtClean="0"/>
              <a:t>254</a:t>
            </a:fld>
            <a:endParaRPr lang="en-US"/>
          </a:p>
        </p:txBody>
      </p:sp>
    </p:spTree>
    <p:extLst>
      <p:ext uri="{BB962C8B-B14F-4D97-AF65-F5344CB8AC3E}">
        <p14:creationId xmlns:p14="http://schemas.microsoft.com/office/powerpoint/2010/main" val="254005883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85FC7-6A53-FEC4-0F56-6AEFDB6DF6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E443E9-59FF-CCB3-BC9F-04181C4B8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01A54D-8975-085C-35BF-DEB3869D136B}"/>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72A3F3F1-97D3-D39F-A889-56B952434DDE}"/>
              </a:ext>
            </a:extLst>
          </p:cNvPr>
          <p:cNvSpPr>
            <a:spLocks noGrp="1"/>
          </p:cNvSpPr>
          <p:nvPr>
            <p:ph type="sldNum" sz="quarter" idx="5"/>
          </p:nvPr>
        </p:nvSpPr>
        <p:spPr/>
        <p:txBody>
          <a:bodyPr/>
          <a:lstStyle/>
          <a:p>
            <a:fld id="{648246CF-7178-41AD-B6F8-BACEEA28FBE0}" type="slidenum">
              <a:rPr lang="en-US" smtClean="0"/>
              <a:t>255</a:t>
            </a:fld>
            <a:endParaRPr lang="en-US"/>
          </a:p>
        </p:txBody>
      </p:sp>
    </p:spTree>
    <p:extLst>
      <p:ext uri="{BB962C8B-B14F-4D97-AF65-F5344CB8AC3E}">
        <p14:creationId xmlns:p14="http://schemas.microsoft.com/office/powerpoint/2010/main" val="208884084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708E1-4AEF-E12F-8CD2-F24CDF89E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DE29C5-3515-5725-1962-C988D74DE5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166D2E-B06C-DFB3-A704-7C25B9C79209}"/>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F3FD811-5103-4F26-A70C-705C275BD061}"/>
              </a:ext>
            </a:extLst>
          </p:cNvPr>
          <p:cNvSpPr>
            <a:spLocks noGrp="1"/>
          </p:cNvSpPr>
          <p:nvPr>
            <p:ph type="sldNum" sz="quarter" idx="5"/>
          </p:nvPr>
        </p:nvSpPr>
        <p:spPr/>
        <p:txBody>
          <a:bodyPr/>
          <a:lstStyle/>
          <a:p>
            <a:fld id="{648246CF-7178-41AD-B6F8-BACEEA28FBE0}" type="slidenum">
              <a:rPr lang="en-US" smtClean="0"/>
              <a:t>256</a:t>
            </a:fld>
            <a:endParaRPr lang="en-US"/>
          </a:p>
        </p:txBody>
      </p:sp>
    </p:spTree>
    <p:extLst>
      <p:ext uri="{BB962C8B-B14F-4D97-AF65-F5344CB8AC3E}">
        <p14:creationId xmlns:p14="http://schemas.microsoft.com/office/powerpoint/2010/main" val="2888794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10/25/2025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10/25/2025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10/25/2025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10/25/2025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10/25/2025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10/25/2025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2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25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2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B274B-5586-CDBC-BCF1-4C7EA471983E}"/>
            </a:ext>
          </a:extLst>
        </p:cNvPr>
        <p:cNvGrpSpPr/>
        <p:nvPr/>
      </p:nvGrpSpPr>
      <p:grpSpPr>
        <a:xfrm>
          <a:off x="0" y="0"/>
          <a:ext cx="0" cy="0"/>
          <a:chOff x="0" y="0"/>
          <a:chExt cx="0" cy="0"/>
        </a:xfrm>
      </p:grpSpPr>
      <p:pic>
        <p:nvPicPr>
          <p:cNvPr id="2" name="Picture 2" descr="Có thể là hình ảnh về ‎văn bản cho biết '‎CHỦA NHẬT HИK THƯỪNG NIÊN NĂM C DỤ NGÔN NGƯỜI PHARISÊU UÀ NGƯỜI THU THUẾ Người โทน thuế khi IrỬ Kuống mà đuợc nên công chính chính;còn Còn اوn Pha-ri-sêu Pha- thì không. ai còn ai hạ mình Kuống sẽ ĐUỢC lôn lên. LC18,9-14‎'‎">
            <a:extLst>
              <a:ext uri="{FF2B5EF4-FFF2-40B4-BE49-F238E27FC236}">
                <a16:creationId xmlns:a16="http://schemas.microsoft.com/office/drawing/2014/main" id="{4B58BC1B-84DA-D168-057E-D17F473DD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9703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F0876-BC6E-5B0A-0E57-FD5621B869E3}"/>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4F523B7-FB31-951F-2F8C-B97E8BA6BC2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54600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endParaRPr lang="en-US" altLang="en-US" sz="4950" b="1" dirty="0">
              <a:solidFill>
                <a:srgbClr val="FF0000"/>
              </a:solidFill>
              <a:latin typeface="Times New Roman" panose="02020603050405020304" pitchFamily="18" charset="0"/>
              <a:cs typeface="Times New Roman" pitchFamily="18" charset="0"/>
            </a:endParaRP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o</a:t>
            </a:r>
            <a:r>
              <a:rPr lang="vi-VN" altLang="en-US" sz="8000" b="1">
                <a:solidFill>
                  <a:schemeClr val="tx1"/>
                </a:solidFill>
                <a:latin typeface="Times New Roman" panose="02020603050405020304" pitchFamily="18" charset="0"/>
                <a:cs typeface="Times New Roman" panose="02020603050405020304" pitchFamily="18" charset="0"/>
              </a:rPr>
              <a:t>ng </a:t>
            </a:r>
            <a:r>
              <a:rPr lang="vi-VN" altLang="en-US" sz="8000" b="1" dirty="0">
                <a:solidFill>
                  <a:schemeClr val="tx1"/>
                </a:solidFill>
                <a:latin typeface="Times New Roman" panose="02020603050405020304" pitchFamily="18" charset="0"/>
                <a:cs typeface="Times New Roman" panose="02020603050405020304" pitchFamily="18" charset="0"/>
              </a:rPr>
              <a:t>khen c</a:t>
            </a:r>
            <a:r>
              <a:rPr lang="en-US" altLang="en-US" sz="8000" b="1" dirty="0">
                <a:solidFill>
                  <a:schemeClr val="tx1"/>
                </a:solidFill>
                <a:latin typeface="Times New Roman" panose="02020603050405020304" pitchFamily="18" charset="0"/>
                <a:cs typeface="Times New Roman" panose="02020603050405020304" pitchFamily="18" charset="0"/>
              </a:rPr>
              <a:t>ả</a:t>
            </a:r>
            <a:r>
              <a:rPr lang="vi-VN" altLang="en-US" sz="8000" b="1" dirty="0">
                <a:solidFill>
                  <a:schemeClr val="tx1"/>
                </a:solidFill>
                <a:latin typeface="Times New Roman" panose="02020603050405020304" pitchFamily="18" charset="0"/>
                <a:cs typeface="Times New Roman" panose="02020603050405020304" pitchFamily="18" charset="0"/>
              </a:rPr>
              <a:t>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7800" b="1" dirty="0">
                <a:solidFill>
                  <a:srgbClr val="FF0000"/>
                </a:solidFill>
                <a:latin typeface="Times New Roman" panose="02020603050405020304" pitchFamily="18" charset="0"/>
                <a:cs typeface="Times New Roman" panose="02020603050405020304" pitchFamily="18" charset="0"/>
              </a:rPr>
              <a:t>Thứ nhất: </a:t>
            </a:r>
            <a:r>
              <a:rPr lang="vi-VN" altLang="en-US" sz="7800" b="1" dirty="0">
                <a:solidFill>
                  <a:schemeClr val="tx1"/>
                </a:solidFill>
                <a:latin typeface="Times New Roman" panose="02020603050405020304" pitchFamily="18" charset="0"/>
                <a:cs typeface="Times New Roman" panose="02020603050405020304" pitchFamily="18" charset="0"/>
              </a:rPr>
              <a:t>Khiêm như</a:t>
            </a:r>
            <a:r>
              <a:rPr lang="en-US" altLang="en-US" sz="7800" b="1" dirty="0">
                <a:solidFill>
                  <a:schemeClr val="tx1"/>
                </a:solidFill>
                <a:latin typeface="Times New Roman" panose="02020603050405020304" pitchFamily="18" charset="0"/>
                <a:cs typeface="Times New Roman" panose="02020603050405020304" pitchFamily="18" charset="0"/>
              </a:rPr>
              <a:t>ợ</a:t>
            </a:r>
            <a:r>
              <a:rPr lang="vi-VN" altLang="en-US" sz="7800" b="1" dirty="0" err="1">
                <a:solidFill>
                  <a:schemeClr val="tx1"/>
                </a:solidFill>
                <a:latin typeface="Times New Roman" panose="02020603050405020304" pitchFamily="18" charset="0"/>
                <a:cs typeface="Times New Roman" panose="02020603050405020304" pitchFamily="18" charset="0"/>
              </a:rPr>
              <a:t>ng</a:t>
            </a:r>
            <a:r>
              <a:rPr lang="vi-VN" altLang="en-US" sz="78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7800" b="1" dirty="0">
                <a:solidFill>
                  <a:srgbClr val="FF0000"/>
                </a:solidFill>
                <a:latin typeface="Times New Roman" panose="02020603050405020304" pitchFamily="18" charset="0"/>
                <a:cs typeface="Times New Roman" panose="02020603050405020304" pitchFamily="18" charset="0"/>
              </a:rPr>
              <a:t>Thứ hai: </a:t>
            </a:r>
            <a:r>
              <a:rPr lang="vi-VN" altLang="en-US" sz="78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ba: </a:t>
            </a:r>
            <a:r>
              <a:rPr lang="vi-VN" altLang="en-US" sz="70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7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bốn: </a:t>
            </a:r>
            <a:r>
              <a:rPr lang="vi-VN" altLang="en-US" sz="70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7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sáu: </a:t>
            </a:r>
            <a:r>
              <a:rPr lang="vi-VN" altLang="en-US" sz="70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7000" b="1" dirty="0">
                <a:solidFill>
                  <a:srgbClr val="FF0000"/>
                </a:solidFill>
                <a:latin typeface="Times New Roman" panose="02020603050405020304" pitchFamily="18" charset="0"/>
                <a:cs typeface="Times New Roman" panose="02020603050405020304" pitchFamily="18" charset="0"/>
              </a:rPr>
              <a:t>Thứ bảy: </a:t>
            </a:r>
            <a:r>
              <a:rPr lang="vi-VN" altLang="en-US" sz="70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83E17-2C68-9CAB-9A9B-847120ABE081}"/>
            </a:ext>
          </a:extLst>
        </p:cNvPr>
        <p:cNvGrpSpPr/>
        <p:nvPr/>
      </p:nvGrpSpPr>
      <p:grpSpPr>
        <a:xfrm>
          <a:off x="0" y="0"/>
          <a:ext cx="0" cy="0"/>
          <a:chOff x="0" y="0"/>
          <a:chExt cx="0" cy="0"/>
        </a:xfrm>
      </p:grpSpPr>
      <p:pic>
        <p:nvPicPr>
          <p:cNvPr id="2" name="Picture 2" descr="Có thể là hình ảnh về ‎văn bản cho biết '‎CHỦA NHẬT HИK THƯỪNG NIÊN NĂM C DỤ NGÔN NGƯỜI PHARISÊU UÀ NGƯỜI THU THUẾ Người โทน thuế khi IrỬ Kuống mà đuợc nên công chính chính;còn Còn اوn Pha-ri-sêu Pha- thì không. ai còn ai hạ mình Kuống sẽ ĐUỢC lôn lên. LC18,9-14‎'‎">
            <a:extLst>
              <a:ext uri="{FF2B5EF4-FFF2-40B4-BE49-F238E27FC236}">
                <a16:creationId xmlns:a16="http://schemas.microsoft.com/office/drawing/2014/main" id="{0FF07AD0-0111-7B26-81CD-E0E8862A5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823498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KHÚC</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HỒNG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ÂN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1</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solidFill>
                  <a:srgbClr val="FF0000"/>
                </a:solidFill>
                <a:effectLst/>
                <a:latin typeface="Times New Roman" panose="02020603050405020304" pitchFamily="18" charset="0"/>
                <a:cs typeface="Times New Roman" panose="02020603050405020304" pitchFamily="18" charset="0"/>
              </a:rPr>
              <a:t>1.</a:t>
            </a:r>
            <a:r>
              <a:rPr lang="vi-VN" sz="8000" b="1" dirty="0">
                <a:effectLst/>
                <a:latin typeface="Times New Roman" panose="02020603050405020304" pitchFamily="18" charset="0"/>
                <a:cs typeface="Times New Roman" panose="02020603050405020304" pitchFamily="18" charset="0"/>
              </a:rPr>
              <a:t> Hân hoan lời tụng ca dâng Chúa khúc nhạc huyền mơ.</a:t>
            </a:r>
            <a:endParaRPr lang="en-US" sz="80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44081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000" b="1" dirty="0">
                <a:effectLst/>
                <a:latin typeface="Times New Roman (Headings)"/>
                <a:cs typeface="Arial" panose="020B0604020202020204" pitchFamily="34" charset="0"/>
              </a:rPr>
              <a:t>Một bài thơ trìu mến ân tình đượm nét đơn sơ.</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9067651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BDDD4-265E-1267-330E-884E78221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7D284-9CF1-0786-9E95-D8499D9A65E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800" b="1" dirty="0" err="1">
                <a:solidFill>
                  <a:srgbClr val="FF0000"/>
                </a:solidFill>
                <a:effectLst/>
                <a:latin typeface="Times New Roman (Headings)"/>
                <a:cs typeface="Arial" panose="020B0604020202020204" pitchFamily="34" charset="0"/>
              </a:rPr>
              <a:t>ÐK</a:t>
            </a:r>
            <a:r>
              <a:rPr lang="en-US" sz="8800" b="1" dirty="0">
                <a:solidFill>
                  <a:srgbClr val="FF0000"/>
                </a:solidFill>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hoan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tụng</a:t>
            </a:r>
            <a:r>
              <a:rPr lang="en-US" sz="8800" b="1" dirty="0">
                <a:effectLst/>
                <a:latin typeface="Times New Roman (Headings)"/>
                <a:cs typeface="Arial" panose="020B0604020202020204" pitchFamily="34" charset="0"/>
              </a:rPr>
              <a:t> ca </a:t>
            </a:r>
            <a:r>
              <a:rPr lang="en-US" sz="8800" b="1" dirty="0" err="1">
                <a:effectLst/>
                <a:latin typeface="Times New Roman (Headings)"/>
                <a:cs typeface="Arial" panose="020B0604020202020204" pitchFamily="34" charset="0"/>
              </a:rPr>
              <a:t>đoàn</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a:effectLst/>
                <a:latin typeface="Times New Roman (Headings)"/>
                <a:cs typeface="Arial" panose="020B0604020202020204" pitchFamily="34" charset="0"/>
              </a:rPr>
              <a:t>con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Chúa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đêm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ngày</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97565619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Hát cho muôn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thế hệ hãy ngợi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ca hồng ân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Thiên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4F512-3A5F-C087-0AEF-BA2689912B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94420A-15ED-6C28-842F-B72E4BF2ACC9}"/>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Muôn đời Chúa thương con người ôi tình Chúa chẳng nhạt phai.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4626318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7094E-984C-5014-68A9-0CCE4A0DA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F6EFD-2D19-26A2-A4A8-CEDCE3787391}"/>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vi-VN" sz="8800" b="1" dirty="0">
                <a:effectLst/>
                <a:latin typeface="Times New Roman (Headings)"/>
                <a:cs typeface="Arial" panose="020B0604020202020204" pitchFamily="34" charset="0"/>
              </a:rPr>
              <a:t>Trái tim thơ trả lại tình ca mến yêu muôn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8369455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B92C9-BEB7-73BE-4BB8-464F2808A205}"/>
            </a:ext>
          </a:extLst>
        </p:cNvPr>
        <p:cNvGrpSpPr/>
        <p:nvPr/>
      </p:nvGrpSpPr>
      <p:grpSpPr>
        <a:xfrm>
          <a:off x="0" y="0"/>
          <a:ext cx="0" cy="0"/>
          <a:chOff x="0" y="0"/>
          <a:chExt cx="0" cy="0"/>
        </a:xfrm>
      </p:grpSpPr>
      <p:pic>
        <p:nvPicPr>
          <p:cNvPr id="2" name="Picture 2" descr="Có thể là hình ảnh về ‎văn bản cho biết '‎CHỦA NHẬT HИK THƯỪNG NIÊN NĂM C DỤ NGÔN NGƯỜI PHARISÊU UÀ NGƯỜI THU THUẾ Người โทน thuế khi IrỬ Kuống mà đuợc nên công chính chính;còn Còn اوn Pha-ri-sêu Pha- thì không. ai còn ai hạ mình Kuống sẽ ĐUỢC lôn lên. LC18,9-14‎'‎">
            <a:extLst>
              <a:ext uri="{FF2B5EF4-FFF2-40B4-BE49-F238E27FC236}">
                <a16:creationId xmlns:a16="http://schemas.microsoft.com/office/drawing/2014/main" id="{BDE0D842-3166-EF30-D659-358FC390F8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780417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9600" b="1" dirty="0">
                <a:solidFill>
                  <a:srgbClr val="EE0000"/>
                </a:solidFill>
                <a:latin typeface="Times New Roman (Headings)"/>
                <a:cs typeface="Arial" panose="020B0604020202020204" pitchFamily="34" charset="0"/>
              </a:rPr>
              <a:t>CT:</a:t>
            </a:r>
            <a:r>
              <a:rPr lang="en-US" sz="9600" b="1" i="1" dirty="0">
                <a:solidFill>
                  <a:srgbClr val="C00000"/>
                </a:solidFill>
                <a:latin typeface="Times New Roman (Headings)"/>
                <a:cs typeface="Arial" panose="020B0604020202020204" pitchFamily="34" charset="0"/>
              </a:rPr>
              <a:t> </a:t>
            </a:r>
            <a:r>
              <a:rPr lang="en-US" sz="9600" b="1" dirty="0">
                <a:latin typeface="Times New Roman (Headings)"/>
                <a:cs typeface="Arial" panose="020B0604020202020204" pitchFamily="34" charset="0"/>
              </a:rPr>
              <a:t>Vinh </a:t>
            </a:r>
            <a:r>
              <a:rPr lang="en-US" sz="9600" b="1" dirty="0" err="1">
                <a:latin typeface="Times New Roman (Headings)"/>
                <a:cs typeface="Arial" panose="020B0604020202020204" pitchFamily="34" charset="0"/>
              </a:rPr>
              <a:t>danh</a:t>
            </a:r>
            <a:r>
              <a:rPr lang="en-US" sz="9600" b="1" dirty="0">
                <a:latin typeface="Times New Roman (Headings)"/>
                <a:cs typeface="Arial" panose="020B0604020202020204" pitchFamily="34" charset="0"/>
              </a:rPr>
              <a:t> Thiên Chúa </a:t>
            </a:r>
            <a:r>
              <a:rPr lang="en-US" sz="9600" b="1" dirty="0" err="1">
                <a:latin typeface="Times New Roman (Headings)"/>
                <a:cs typeface="Arial" panose="020B0604020202020204" pitchFamily="34" charset="0"/>
              </a:rPr>
              <a:t>trên</a:t>
            </a:r>
            <a:r>
              <a:rPr lang="en-US" sz="9600" b="1" dirty="0">
                <a:latin typeface="Times New Roman (Headings)"/>
                <a:cs typeface="Arial" panose="020B0604020202020204" pitchFamily="34" charset="0"/>
              </a:rPr>
              <a:t> các </a:t>
            </a:r>
            <a:r>
              <a:rPr lang="en-US" sz="9600" b="1" dirty="0" err="1">
                <a:latin typeface="Times New Roman (Headings)"/>
                <a:cs typeface="Arial" panose="020B0604020202020204" pitchFamily="34" charset="0"/>
              </a:rPr>
              <a:t>tầng</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trời</a:t>
            </a:r>
            <a:endParaRPr lang="en-US" sz="9600" b="1" dirty="0">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r>
              <a:rPr lang="en-US" sz="9600" b="1" dirty="0" err="1">
                <a:solidFill>
                  <a:srgbClr val="FF3399"/>
                </a:solidFill>
                <a:effectLst/>
                <a:latin typeface="Times New Roman (Headings)"/>
                <a:cs typeface="Arial" panose="020B0604020202020204" pitchFamily="34" charset="0"/>
              </a:rPr>
              <a:t>A</a:t>
            </a:r>
            <a:r>
              <a:rPr lang="en-US" sz="8800" b="1" dirty="0" err="1">
                <a:solidFill>
                  <a:srgbClr val="FF3399"/>
                </a:solidFill>
                <a:effectLst/>
                <a:latin typeface="Times New Roman (Headings)"/>
                <a:cs typeface="Arial" panose="020B0604020202020204" pitchFamily="34" charset="0"/>
              </a:rPr>
              <a:t>+</a:t>
            </a:r>
            <a:r>
              <a:rPr lang="en-US" sz="9600" b="1" dirty="0" err="1">
                <a:solidFill>
                  <a:srgbClr val="FF3399"/>
                </a:solidFill>
                <a:effectLst/>
                <a:latin typeface="Times New Roman (Headings)"/>
                <a:cs typeface="Arial" panose="020B0604020202020204" pitchFamily="34" charset="0"/>
              </a:rPr>
              <a:t>B</a:t>
            </a:r>
            <a:r>
              <a:rPr lang="en-US" sz="9600" b="1" dirty="0">
                <a:solidFill>
                  <a:srgbClr val="FF3399"/>
                </a:solidFill>
                <a:latin typeface="Times New Roman (Headings)"/>
                <a:cs typeface="Arial" panose="020B0604020202020204" pitchFamily="34" charset="0"/>
              </a:rPr>
              <a:t>:</a:t>
            </a:r>
            <a:r>
              <a:rPr lang="en-US" sz="9600" b="1" dirty="0">
                <a:solidFill>
                  <a:srgbClr val="FF3399"/>
                </a:solidFill>
                <a:effectLst/>
                <a:latin typeface="Times New Roman (Headings)"/>
                <a:cs typeface="Arial" panose="020B0604020202020204" pitchFamily="34" charset="0"/>
              </a:rPr>
              <a:t> </a:t>
            </a:r>
            <a:r>
              <a:rPr lang="vi-VN" sz="9600" b="1" dirty="0">
                <a:effectLst/>
                <a:latin typeface="Times New Roman (Headings)"/>
                <a:cs typeface="Arial" panose="020B0604020202020204" pitchFamily="34" charset="0"/>
              </a:rPr>
              <a:t>và bình an dưới thế cho người thiện tâm.</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it-IT" sz="8800" b="1" dirty="0">
                <a:solidFill>
                  <a:srgbClr val="EE0000"/>
                </a:solidFill>
                <a:effectLst/>
                <a:latin typeface="Times New Roman (Headings)"/>
                <a:cs typeface="Arial" panose="020B0604020202020204" pitchFamily="34" charset="0"/>
              </a:rPr>
              <a:t>A: </a:t>
            </a:r>
            <a:r>
              <a:rPr lang="it-IT" sz="8800" b="1" dirty="0">
                <a:effectLst/>
                <a:latin typeface="Times New Roman (Headings)"/>
                <a:cs typeface="Arial" panose="020B0604020202020204" pitchFamily="34" charset="0"/>
              </a:rPr>
              <a:t>Chúng con ca ngợi Chúa,</a:t>
            </a:r>
            <a:br>
              <a:rPr lang="it-IT" sz="8800" b="1" dirty="0">
                <a:effectLst/>
                <a:latin typeface="Times New Roman (Headings)"/>
                <a:cs typeface="Arial" panose="020B0604020202020204" pitchFamily="34" charset="0"/>
              </a:rPr>
            </a:br>
            <a:r>
              <a:rPr lang="en-US" sz="8800" b="1" dirty="0">
                <a:solidFill>
                  <a:schemeClr val="accent1"/>
                </a:solidFill>
                <a:latin typeface="Times New Roman (Headings)"/>
                <a:cs typeface="Arial" panose="020B0604020202020204" pitchFamily="34" charset="0"/>
              </a:rPr>
              <a:t>B:</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chúng</a:t>
            </a:r>
            <a:r>
              <a:rPr lang="en-US" sz="8800" b="1" dirty="0">
                <a:latin typeface="Times New Roman (Headings)"/>
                <a:cs typeface="Arial" panose="020B0604020202020204" pitchFamily="34" charset="0"/>
              </a:rPr>
              <a:t> con </a:t>
            </a:r>
            <a:r>
              <a:rPr lang="en-US" sz="8800" b="1" dirty="0" err="1">
                <a:latin typeface="Times New Roman (Headings)"/>
                <a:cs typeface="Arial" panose="020B0604020202020204" pitchFamily="34" charset="0"/>
              </a:rPr>
              <a:t>chúc</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tụng</a:t>
            </a:r>
            <a:r>
              <a:rPr lang="en-US" sz="8800" b="1" dirty="0">
                <a:latin typeface="Times New Roman (Headings)"/>
                <a:cs typeface="Arial" panose="020B0604020202020204" pitchFamily="34" charset="0"/>
              </a:rPr>
              <a:t>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r>
              <a:rPr lang="en-US" sz="8800" b="1" dirty="0">
                <a:solidFill>
                  <a:srgbClr val="EE0000"/>
                </a:solidFill>
                <a:effectLst/>
                <a:latin typeface="Times New Roman (Headings)"/>
                <a:cs typeface="Arial" panose="020B0604020202020204" pitchFamily="34" charset="0"/>
              </a:rPr>
              <a:t>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chúng</a:t>
            </a:r>
            <a:r>
              <a:rPr lang="en-US" sz="8800" b="1" dirty="0">
                <a:effectLst/>
                <a:latin typeface="Times New Roman (Headings)"/>
                <a:cs typeface="Arial" panose="020B0604020202020204" pitchFamily="34" charset="0"/>
              </a:rPr>
              <a:t>   con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thờ</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a:t>
            </a:r>
            <a:br>
              <a:rPr lang="en-US" sz="8800" b="1" dirty="0">
                <a:effectLst/>
                <a:latin typeface="Times New Roman (Headings)"/>
                <a:cs typeface="Arial" panose="020B0604020202020204" pitchFamily="34" charset="0"/>
              </a:rPr>
            </a:br>
            <a:r>
              <a:rPr lang="en-US" sz="8800" b="1" dirty="0">
                <a:solidFill>
                  <a:schemeClr val="accent1"/>
                </a:solidFill>
                <a:latin typeface="Times New Roman (Headings)"/>
                <a:cs typeface="Arial" panose="020B0604020202020204" pitchFamily="34" charset="0"/>
              </a:rPr>
              <a:t>B: </a:t>
            </a:r>
            <a:r>
              <a:rPr lang="en-US" sz="8800" b="1" dirty="0" err="1">
                <a:latin typeface="Times New Roman (Headings)"/>
                <a:cs typeface="Arial" panose="020B0604020202020204" pitchFamily="34" charset="0"/>
              </a:rPr>
              <a:t>chúng</a:t>
            </a:r>
            <a:r>
              <a:rPr lang="en-US" sz="8800" b="1" dirty="0">
                <a:latin typeface="Times New Roman (Headings)"/>
                <a:cs typeface="Arial" panose="020B0604020202020204" pitchFamily="34" charset="0"/>
              </a:rPr>
              <a:t> con </a:t>
            </a:r>
            <a:r>
              <a:rPr lang="en-US" sz="8800" b="1" dirty="0" err="1">
                <a:latin typeface="Times New Roman (Headings)"/>
                <a:cs typeface="Arial" panose="020B0604020202020204" pitchFamily="34" charset="0"/>
              </a:rPr>
              <a:t>tôn</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vinh</a:t>
            </a:r>
            <a:r>
              <a:rPr lang="en-US" sz="8800" b="1" dirty="0">
                <a:latin typeface="Times New Roman (Headings)"/>
                <a:cs typeface="Arial" panose="020B0604020202020204" pitchFamily="34" charset="0"/>
              </a:rPr>
              <a:t>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8480686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550400" cy="5143500"/>
          </a:xfrm>
          <a:solidFill>
            <a:schemeClr val="bg1"/>
          </a:solidFill>
        </p:spPr>
        <p:txBody>
          <a:bodyPr lIns="91440" tIns="0" rIns="91440" bIns="0">
            <a:noAutofit/>
          </a:bodyPr>
          <a:lstStyle/>
          <a:p>
            <a:r>
              <a:rPr lang="en-US" sz="8800" b="1" spc="100" dirty="0">
                <a:solidFill>
                  <a:srgbClr val="EE0000"/>
                </a:solidFill>
                <a:effectLst/>
                <a:latin typeface="Times New Roman (Headings)"/>
                <a:cs typeface="Arial" panose="020B0604020202020204" pitchFamily="34" charset="0"/>
              </a:rPr>
              <a:t>A:</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chúng</a:t>
            </a:r>
            <a:r>
              <a:rPr lang="en-US" sz="8800" b="1" spc="100" dirty="0">
                <a:effectLst/>
                <a:latin typeface="Times New Roman (Headings)"/>
                <a:cs typeface="Arial" panose="020B0604020202020204" pitchFamily="34" charset="0"/>
              </a:rPr>
              <a:t> con </a:t>
            </a:r>
            <a:r>
              <a:rPr lang="en-US" sz="8800" b="1" spc="100" dirty="0" err="1">
                <a:effectLst/>
                <a:latin typeface="Times New Roman (Headings)"/>
                <a:cs typeface="Arial" panose="020B0604020202020204" pitchFamily="34" charset="0"/>
              </a:rPr>
              <a:t>cảm</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tạ</a:t>
            </a:r>
            <a:r>
              <a:rPr lang="en-US" sz="8800" b="1" spc="100" dirty="0">
                <a:effectLst/>
                <a:latin typeface="Times New Roman (Headings)"/>
                <a:cs typeface="Arial" panose="020B0604020202020204" pitchFamily="34" charset="0"/>
              </a:rPr>
              <a:t> Chúa </a:t>
            </a:r>
            <a:r>
              <a:rPr lang="en-US" sz="8800" b="1" spc="100" dirty="0" err="1">
                <a:effectLst/>
                <a:latin typeface="Times New Roman (Headings)"/>
                <a:cs typeface="Arial" panose="020B0604020202020204" pitchFamily="34" charset="0"/>
              </a:rPr>
              <a:t>vì</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vinh</a:t>
            </a:r>
            <a:r>
              <a:rPr lang="en-US" sz="88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quang</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cao</a:t>
            </a:r>
            <a:r>
              <a:rPr lang="en-US" sz="6600" b="1" spc="100" dirty="0">
                <a:effectLst/>
                <a:latin typeface="Times New Roman (Headings)"/>
                <a:cs typeface="Arial" panose="020B0604020202020204" pitchFamily="34" charset="0"/>
              </a:rPr>
              <a:t> </a:t>
            </a:r>
            <a:r>
              <a:rPr lang="en-US" sz="8800" b="1" spc="100" dirty="0" err="1">
                <a:effectLst/>
                <a:latin typeface="Times New Roman (Headings)"/>
                <a:cs typeface="Arial" panose="020B0604020202020204" pitchFamily="34" charset="0"/>
              </a:rPr>
              <a:t>c</a:t>
            </a:r>
            <a:r>
              <a:rPr lang="en-US" sz="8800" b="1" spc="100" dirty="0" err="1">
                <a:latin typeface="Times New Roman (Headings)"/>
                <a:cs typeface="Arial" panose="020B0604020202020204" pitchFamily="34" charset="0"/>
              </a:rPr>
              <a:t>ả</a:t>
            </a:r>
            <a:r>
              <a:rPr lang="en-US" b="1" spc="100" dirty="0">
                <a:latin typeface="Times New Roman (Headings)"/>
                <a:cs typeface="Arial" panose="020B0604020202020204" pitchFamily="34" charset="0"/>
              </a:rPr>
              <a:t> </a:t>
            </a:r>
            <a:r>
              <a:rPr lang="en-US" sz="8800" b="1" spc="100" dirty="0">
                <a:effectLst/>
                <a:latin typeface="Times New Roman (Headings)"/>
                <a:cs typeface="Arial" panose="020B0604020202020204" pitchFamily="34" charset="0"/>
              </a:rPr>
              <a:t>Chúa.</a:t>
            </a:r>
          </a:p>
        </p:txBody>
      </p:sp>
    </p:spTree>
    <p:extLst>
      <p:ext uri="{BB962C8B-B14F-4D97-AF65-F5344CB8AC3E}">
        <p14:creationId xmlns:p14="http://schemas.microsoft.com/office/powerpoint/2010/main" val="105028514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200" b="1" dirty="0">
                <a:solidFill>
                  <a:schemeClr val="accent1"/>
                </a:solidFill>
                <a:effectLst/>
                <a:latin typeface="Times New Roman (Headings)"/>
                <a:cs typeface="Arial" panose="020B0604020202020204" pitchFamily="34" charset="0"/>
              </a:rPr>
              <a:t>B:</a:t>
            </a:r>
            <a:r>
              <a:rPr lang="en-US" sz="8200" b="1" dirty="0">
                <a:effectLst/>
                <a:latin typeface="Times New Roman (Headings)"/>
                <a:cs typeface="Arial" panose="020B0604020202020204" pitchFamily="34" charset="0"/>
              </a:rPr>
              <a:t> </a:t>
            </a:r>
            <a:r>
              <a:rPr lang="en-US" sz="8200" b="1" dirty="0" err="1">
                <a:latin typeface="Times New Roman (Headings)"/>
                <a:cs typeface="Arial" panose="020B0604020202020204" pitchFamily="34" charset="0"/>
              </a:rPr>
              <a:t>L</a:t>
            </a:r>
            <a:r>
              <a:rPr lang="en-US" sz="8200" b="1" dirty="0" err="1">
                <a:effectLst/>
                <a:latin typeface="Times New Roman (Headings)"/>
                <a:cs typeface="Arial" panose="020B0604020202020204" pitchFamily="34" charset="0"/>
              </a:rPr>
              <a:t>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en-US" sz="8000" b="1" dirty="0" err="1">
                <a:effectLst/>
                <a:latin typeface="Times New Roman (Headings)"/>
                <a:cs typeface="Arial" panose="020B0604020202020204" pitchFamily="34" charset="0"/>
              </a:rPr>
              <a:t>Lạy</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Kitô</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a:solidFill>
                  <a:schemeClr val="accent1"/>
                </a:solidFill>
                <a:effectLst/>
                <a:latin typeface="Times New Roman (Headings)"/>
                <a:cs typeface="Arial" panose="020B0604020202020204" pitchFamily="34" charset="0"/>
              </a:rPr>
              <a:t>B: </a:t>
            </a:r>
            <a:r>
              <a:rPr lang="en-US" sz="7200" b="1" dirty="0" err="1">
                <a:effectLst/>
                <a:latin typeface="Times New Roman (Headings)"/>
                <a:cs typeface="Arial" panose="020B0604020202020204" pitchFamily="34" charset="0"/>
              </a:rPr>
              <a:t>Lạy</a:t>
            </a:r>
            <a:r>
              <a:rPr lang="en-US" sz="7200" b="1" dirty="0">
                <a:effectLst/>
                <a:latin typeface="Times New Roman (Headings)"/>
                <a:cs typeface="Arial" panose="020B0604020202020204" pitchFamily="34" charset="0"/>
              </a:rPr>
              <a:t>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Chiên</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vi-VN" sz="8000" b="1" dirty="0">
                <a:effectLst/>
                <a:latin typeface="Times New Roman (Headings)"/>
                <a:cs typeface="Arial" panose="020B0604020202020204" pitchFamily="34" charset="0"/>
              </a:rPr>
              <a:t>Chúa xóa tội trần gian,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xin thương xót chúng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chemeClr val="accent1"/>
                </a:solidFill>
                <a:effectLst/>
                <a:latin typeface="Times New Roman (Headings)"/>
                <a:cs typeface="Arial" panose="020B0604020202020204" pitchFamily="34" charset="0"/>
              </a:rPr>
              <a:t>B: </a:t>
            </a:r>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xóa</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tội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gian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nhậm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chúng</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cầu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khẩn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EE0000"/>
                </a:solidFill>
                <a:effectLst/>
                <a:latin typeface="Times New Roman (Headings)"/>
                <a:cs typeface="Arial" panose="020B0604020202020204" pitchFamily="34" charset="0"/>
              </a:rPr>
              <a:t>A: </a:t>
            </a:r>
            <a:r>
              <a:rPr lang="vi-VN" sz="8000" b="1" dirty="0">
                <a:effectLst/>
                <a:latin typeface="Times New Roman (Headings)"/>
                <a:cs typeface="Arial" panose="020B0604020202020204" pitchFamily="34" charset="0"/>
              </a:rPr>
              <a:t>Chúa ngự bên hữu </a:t>
            </a:r>
            <a:r>
              <a:rPr lang="vi-VN" sz="8000" b="1" dirty="0" err="1">
                <a:effectLst/>
                <a:latin typeface="Times New Roman (Headings)"/>
                <a:cs typeface="Arial" panose="020B0604020202020204" pitchFamily="34" charset="0"/>
              </a:rPr>
              <a:t>Ðức</a:t>
            </a:r>
            <a:r>
              <a:rPr lang="vi-VN" sz="8000" b="1" dirty="0">
                <a:effectLst/>
                <a:latin typeface="Times New Roman (Headings)"/>
                <a:cs typeface="Arial" panose="020B0604020202020204" pitchFamily="34" charset="0"/>
              </a:rPr>
              <a:t> Chúa Cha, xin thương xót chúng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chemeClr val="accent1"/>
                </a:solidFill>
                <a:latin typeface="Times New Roman (Headings)"/>
                <a:cs typeface="Arial" panose="020B0604020202020204" pitchFamily="34" charset="0"/>
              </a:rPr>
              <a:t>B:</a:t>
            </a:r>
            <a:r>
              <a:rPr lang="en-US" sz="8800" b="1" dirty="0">
                <a:solidFill>
                  <a:schemeClr val="accent1"/>
                </a:solidFill>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Kitô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chỉ</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có</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Ðấng</a:t>
            </a:r>
            <a:r>
              <a:rPr lang="en-US" sz="8800" b="1" dirty="0">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chỉ</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Ðấng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Tối</a:t>
            </a:r>
            <a:r>
              <a:rPr lang="en-US" sz="8000" b="1" dirty="0">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7200" b="1" dirty="0" err="1">
                <a:solidFill>
                  <a:srgbClr val="FF3399"/>
                </a:solidFill>
                <a:latin typeface="Times New Roman (Headings)"/>
                <a:cs typeface="Arial" panose="020B0604020202020204" pitchFamily="34" charset="0"/>
              </a:rPr>
              <a:t>A+B</a:t>
            </a:r>
            <a:r>
              <a:rPr lang="en-US" sz="7200" b="1" dirty="0">
                <a:solidFill>
                  <a:srgbClr val="FF3399"/>
                </a:solidFill>
                <a:latin typeface="Times New Roman (Headings)"/>
                <a:cs typeface="Arial" panose="020B0604020202020204" pitchFamily="34" charset="0"/>
              </a:rPr>
              <a:t>: </a:t>
            </a:r>
            <a:r>
              <a:rPr lang="en-US" sz="7200" b="1" dirty="0" err="1">
                <a:latin typeface="Times New Roman (Headings)"/>
                <a:cs typeface="Arial" panose="020B0604020202020204" pitchFamily="34" charset="0"/>
              </a:rPr>
              <a:t>C</a:t>
            </a:r>
            <a:r>
              <a:rPr lang="en-US" sz="7200" b="1" dirty="0" err="1">
                <a:effectLst/>
                <a:latin typeface="Times New Roman (Headings)"/>
                <a:cs typeface="Arial" panose="020B0604020202020204" pitchFamily="34" charset="0"/>
              </a:rPr>
              <a:t>ùng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trong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quang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Ðức</a:t>
            </a:r>
            <a:r>
              <a:rPr lang="en-US" sz="7200" b="1" dirty="0">
                <a:effectLst/>
                <a:latin typeface="Times New Roman (Headings)"/>
                <a:cs typeface="Arial" panose="020B0604020202020204" pitchFamily="34" charset="0"/>
              </a:rPr>
              <a:t> Chúa Cha. </a:t>
            </a:r>
            <a:r>
              <a:rPr lang="en-US" sz="7200" b="1" dirty="0">
                <a:solidFill>
                  <a:srgbClr val="FF0000"/>
                </a:solidFill>
                <a:effectLst/>
                <a:latin typeface="Times New Roman (Headings)"/>
                <a:cs typeface="Arial" panose="020B0604020202020204" pitchFamily="34" charset="0"/>
              </a:rPr>
              <a:t>Amen</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9E123-16DF-699B-30A8-17121A11BEC5}"/>
            </a:ext>
          </a:extLst>
        </p:cNvPr>
        <p:cNvGrpSpPr/>
        <p:nvPr/>
      </p:nvGrpSpPr>
      <p:grpSpPr>
        <a:xfrm>
          <a:off x="0" y="0"/>
          <a:ext cx="0" cy="0"/>
          <a:chOff x="0" y="0"/>
          <a:chExt cx="0" cy="0"/>
        </a:xfrm>
      </p:grpSpPr>
      <p:pic>
        <p:nvPicPr>
          <p:cNvPr id="2" name="Picture 2" descr="Có thể là hình ảnh về ‎văn bản cho biết '‎CHỦA NHẬT HИK THƯỪNG NIÊN NĂM C DỤ NGÔN NGƯỜI PHARISÊU UÀ NGƯỜI THU THUẾ Người โทน thuế khi IrỬ Kuống mà đuợc nên công chính chính;còn Còn اوn Pha-ri-sêu Pha- thì không. ai còn ai hạ mình Kuống sẽ ĐUỢC lôn lên. LC18,9-14‎'‎">
            <a:extLst>
              <a:ext uri="{FF2B5EF4-FFF2-40B4-BE49-F238E27FC236}">
                <a16:creationId xmlns:a16="http://schemas.microsoft.com/office/drawing/2014/main" id="{3E496019-7129-FA4D-C36C-115F51B5B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776771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999963" y="-1999641"/>
            <a:ext cx="5143500" cy="9143425"/>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733" y="0"/>
            <a:ext cx="6803134" cy="5143179"/>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737118" y="-1264380"/>
            <a:ext cx="3670923" cy="9145160"/>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Có thể là hình ảnh về văn bản cho biết 'BÀI ĐOC 1 Bài trichsách HUẦN CA &quot;Kẻ phục vụ ĐỨC Chúa theo y Ngưỡi sẽ được Ngưỡi chấp nhận, lời họ kêu xin sẽ vọng tổi cấc tầng mây.&quot; HC 35, 12-14. 16- 16-18]'">
            <a:extLst>
              <a:ext uri="{FF2B5EF4-FFF2-40B4-BE49-F238E27FC236}">
                <a16:creationId xmlns:a16="http://schemas.microsoft.com/office/drawing/2014/main" id="{A72955BE-4926-8095-4722-DA163E5491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50202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33</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5400" b="1" i="1" dirty="0" err="1">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5400" b="1" i="1" dirty="0">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t>)</a:t>
            </a:r>
            <a:br>
              <a:rPr lang="en-US" sz="5400" b="1" i="1" dirty="0">
                <a:effectLst/>
                <a:latin typeface="Times New Roman" panose="02020603050405020304" pitchFamily="18" charset="0"/>
                <a:ea typeface="Sans Serif Collection" panose="020B0502040504020204" pitchFamily="34" charset="0"/>
                <a:cs typeface="Times New Roman" panose="02020603050405020304" pitchFamily="18" charset="0"/>
              </a:rPr>
            </a:br>
            <a:br>
              <a:rPr lang="en-US" sz="1050" b="1" i="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(03 </a:t>
            </a:r>
            <a:r>
              <a:rPr lang="en-US" sz="5400" b="1" dirty="0" err="1">
                <a:latin typeface="Times New Roman" panose="02020603050405020304" pitchFamily="18" charset="0"/>
                <a:ea typeface="Sans Serif Collection" panose="020B0502040504020204" pitchFamily="34" charset="0"/>
                <a:cs typeface="Times New Roman" panose="02020603050405020304" pitchFamily="18" charset="0"/>
              </a:rPr>
              <a:t>câu</a:t>
            </a:r>
            <a:r>
              <a:rPr lang="en-US" sz="5400" b="1" dirty="0">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8000" b="1" dirty="0">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200" b="1" dirty="0">
                <a:solidFill>
                  <a:srgbClr val="FF0000"/>
                </a:solidFill>
                <a:effectLst/>
                <a:latin typeface="Times New Roman (Headings)"/>
                <a:cs typeface="Arial" panose="020B0604020202020204" pitchFamily="34" charset="0"/>
              </a:rPr>
              <a:t>1</a:t>
            </a:r>
            <a:r>
              <a:rPr lang="en-US" sz="8200" b="1" dirty="0">
                <a:solidFill>
                  <a:srgbClr val="FF0000"/>
                </a:solidFill>
                <a:effectLst/>
                <a:latin typeface="Times New Roman (Headings)"/>
                <a:cs typeface="Arial" panose="020B0604020202020204" pitchFamily="34" charset="0"/>
              </a:rPr>
              <a:t>/3</a:t>
            </a:r>
            <a:r>
              <a:rPr lang="vi-VN" sz="8200" b="1" dirty="0">
                <a:solidFill>
                  <a:srgbClr val="FF0000"/>
                </a:solidFill>
                <a:effectLst/>
                <a:latin typeface="Times New Roman (Headings)"/>
                <a:cs typeface="Arial" panose="020B0604020202020204" pitchFamily="34" charset="0"/>
              </a:rPr>
              <a:t>. </a:t>
            </a:r>
            <a:r>
              <a:rPr lang="vi-VN" sz="8200" b="1" dirty="0">
                <a:effectLst/>
                <a:latin typeface="Times New Roman (Headings)"/>
                <a:cs typeface="Arial" panose="020B0604020202020204" pitchFamily="34" charset="0"/>
              </a:rPr>
              <a:t>Tôi chúc tụng Chúa trong mọi lúc, miệng lưỡi tôi luôn ngợi khen Ngài.</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F1325-B1E9-6C1E-F9F0-0221F7960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1E4449-DFB9-553F-F199-DD3FEBC15BFD}"/>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 Ở trong Chúa linh hồn tôi hãnh diện người 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79197022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02BA-2970-68B0-E2EF-11F1811CC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E35DD-1F39-C33F-E743-2FC59715FAF3}"/>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Bạn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nghèo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nghe</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cùng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mừng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vui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26159823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0AE46-6C22-4414-D215-3D85C3EE8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A2E23B-6730-4879-7FA1-0E693CECF955}"/>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 Kìa người đau khổ cầu cứu Chúa đã nghe.</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648262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D51EC-E09C-DFD4-2CBA-87D20950C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EC527C-223D-F0D5-0AAC-8D0FE9BF0DC4}"/>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Ngài cứu thoát họ khỏi những người gian ác.</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2518436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3E3BE-5F9E-3D99-EA2D-C9F9C9B15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FAC4B-06F6-5871-ED03-048096CFE05E}"/>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Kìa người khốn khó cầu Chúa thương giữ gìn.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348288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219E9-95B5-5219-09C1-01D391AAF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690D8-3CDF-8242-B10A-673721690DB0}"/>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Ngài đã ra tay phúc ân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ban an bình.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8763181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4D98F-E5C0-DC29-3E5D-C6CCD6F192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F1D06-5BA7-D0A3-545E-B0958507FF5C}"/>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a:solidFill>
                  <a:srgbClr val="FF0000"/>
                </a:solidFill>
                <a:latin typeface="Times New Roman (Headings)"/>
                <a:cs typeface="Arial" panose="020B0604020202020204" pitchFamily="34" charset="0"/>
              </a:rPr>
              <a:t>2</a:t>
            </a:r>
            <a:r>
              <a:rPr lang="en-US" sz="8800" b="1" dirty="0">
                <a:solidFill>
                  <a:srgbClr val="FF0000"/>
                </a:solidFill>
                <a:effectLst/>
                <a:latin typeface="Times New Roman (Headings)"/>
                <a:cs typeface="Arial" panose="020B0604020202020204" pitchFamily="34" charset="0"/>
              </a:rPr>
              <a:t>/3</a:t>
            </a:r>
            <a:r>
              <a:rPr lang="vi-VN" sz="8800" b="1" dirty="0">
                <a:solidFill>
                  <a:srgbClr val="FF0000"/>
                </a:solidFill>
                <a:effectLst/>
                <a:latin typeface="Times New Roman (Headings)"/>
                <a:cs typeface="Arial" panose="020B0604020202020204" pitchFamily="34" charset="0"/>
              </a:rPr>
              <a:t>. </a:t>
            </a:r>
            <a:r>
              <a:rPr lang="vi-VN" sz="8800" b="1" dirty="0">
                <a:effectLst/>
                <a:latin typeface="Times New Roman (Headings)"/>
                <a:cs typeface="Arial" panose="020B0604020202020204" pitchFamily="34" charset="0"/>
              </a:rPr>
              <a:t>Thiên Chúa thẳng tay chống bọn ác và xoá tan chúng trên cõi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929448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964B2-1A38-6E06-0AAC-70748D0764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EA4F3-2702-AE6F-9AD5-5742494593CE}"/>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Người hiền đức kêu cầu và Chúa đã nghe thấu.</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91983576"/>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263C1-08DF-A29F-823A-5DECBDF571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50013-99D7-126D-5F6F-8561A23E4FD8}"/>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Chúa đã cứu thoát khỏi mọi sầu lo.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7118249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B123A-AF96-D627-7DFB-D3022F4714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5191B-61FD-A79F-1286-ABDCB7FBD39D}"/>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 Kìa người đau khổ cầu cứu Chúa đã nghe.</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96275554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B6585-D400-6862-D69D-F7FFDCD160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FE9A6-29FE-7426-575E-4E02B71FAA2D}"/>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Ngài cứu thoát họ khỏi những người gian ác.</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89401497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671EE-C00D-A537-098F-326B61ED88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7042AD-9934-B2A1-5ACC-731979452F22}"/>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Kìa người khốn khó cầu Chúa thương giữ gìn.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8013782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2F952-F994-1608-7332-A1CB6990FA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0DD28C-AD0F-6BD1-BFF2-26CEF311828B}"/>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Ngài đã ra tay phúc ân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ban an bình.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1162374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C7FF9-A847-B310-C74B-E8946DEA7D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33520-231B-09C7-5067-5234CA0CAC63}"/>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3/3</a:t>
            </a:r>
            <a:r>
              <a:rPr lang="vi-VN" sz="8000" b="1" dirty="0">
                <a:solidFill>
                  <a:srgbClr val="FF0000"/>
                </a:solidFill>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Thiên Chúa kề bên ai đoạn trường và cứu chữa tâm hồn đau buồn.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8325391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91BE3-FDC4-A8EC-9784-E4319BC3D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7CB28-CD2C-D075-5D1B-CE1B37E780A7}"/>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Ngài cứu chữa tâm hồn ai nương tựa nơi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3360911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B52DD-A2E6-E7C8-DDDF-0847897C7D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47C8D-1ADA-45E8-6305-6DA555AE567B}"/>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cậy</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trông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a:t>
            </a:r>
            <a:br>
              <a:rPr lang="en-US" sz="8800" b="1" dirty="0">
                <a:effectLst/>
                <a:latin typeface="Times New Roman (Headings)"/>
                <a:cs typeface="Arial" panose="020B0604020202020204" pitchFamily="34" charset="0"/>
              </a:rPr>
            </a:br>
            <a:r>
              <a:rPr lang="en-US" sz="8800" b="1" dirty="0" err="1">
                <a:effectLst/>
                <a:latin typeface="Times New Roman (Headings)"/>
                <a:cs typeface="Arial" panose="020B0604020202020204" pitchFamily="34" charset="0"/>
              </a:rPr>
              <a:t>nhân</a:t>
            </a:r>
            <a:r>
              <a:rPr lang="en-US" sz="88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211279430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9A978-365D-FF6D-B199-704F4577B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E7A8D-B3E6-C516-36EB-3A6AB604DC50}"/>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hiển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trị</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ngàn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thờ</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39615276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88D86-4058-39FE-04EF-8BB8C9D82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E45E1-ACDF-299E-4D38-D0E049787CE3}"/>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ĐK: </a:t>
            </a:r>
            <a:r>
              <a:rPr lang="vi-VN" sz="8800" b="1" dirty="0">
                <a:effectLst/>
                <a:latin typeface="Times New Roman (Headings)"/>
                <a:cs typeface="Arial" panose="020B0604020202020204" pitchFamily="34" charset="0"/>
              </a:rPr>
              <a:t> Kìa người đau khổ cầu cứu Chúa đã nghe.</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5767211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34F59-BBCE-6B2E-E1D3-AF4B9A10A6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0D6D90-EBA4-0E58-4735-908905088ED9}"/>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Ngài cứu thoát họ khỏi những người gian ác.</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5381605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F8ED6-0BE4-4B15-B065-A24D0B611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32A47-8CFB-5F2E-B06A-7C2EEE7BC311}"/>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Kìa người khốn khó cầu Chúa thương giữ gìn.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4144773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28165-8B1A-B102-E4D9-365ED43888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26D96-C69F-C626-4458-8369F5FF487B}"/>
              </a:ext>
            </a:extLst>
          </p:cNvPr>
          <p:cNvSpPr>
            <a:spLocks noGrp="1"/>
          </p:cNvSpPr>
          <p:nvPr>
            <p:ph type="ctrTitle"/>
          </p:nvPr>
        </p:nvSpPr>
        <p:spPr>
          <a:xfrm>
            <a:off x="0" y="-130630"/>
            <a:ext cx="9144000" cy="5274129"/>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Ngài đã ra tay phúc ân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ban an bình.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35638332"/>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D4D90E-D9BC-D436-41A3-FAC25A17F207}"/>
            </a:ext>
          </a:extLst>
        </p:cNvPr>
        <p:cNvGrpSpPr/>
        <p:nvPr/>
      </p:nvGrpSpPr>
      <p:grpSpPr>
        <a:xfrm>
          <a:off x="0" y="0"/>
          <a:ext cx="0" cy="0"/>
          <a:chOff x="0" y="0"/>
          <a:chExt cx="0" cy="0"/>
        </a:xfrm>
      </p:grpSpPr>
      <p:sp>
        <p:nvSpPr>
          <p:cNvPr id="11273" name="Rectangle 1127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266" name="Picture 2" descr="Có thể là hình ảnh về văn bản cho biết 'BÀI ĐOC BÀIĐỌC2 2 Bài thích thư thứ hai của thánh Phaolo tông đồ gửi ong Timo-thê &quot;Giờ dây tôi chỉ côn đợi vong hoa dành cho người công chính.&quot; [2 Tm 2Tm4,68.1618 4, 68. 16-18)'">
            <a:extLst>
              <a:ext uri="{FF2B5EF4-FFF2-40B4-BE49-F238E27FC236}">
                <a16:creationId xmlns:a16="http://schemas.microsoft.com/office/drawing/2014/main" id="{3632D0D2-744C-8006-E533-99F73E3D4D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56756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39F69-37F4-568C-CDD5-84A47C67CE8E}"/>
            </a:ext>
          </a:extLst>
        </p:cNvPr>
        <p:cNvGrpSpPr/>
        <p:nvPr/>
      </p:nvGrpSpPr>
      <p:grpSpPr>
        <a:xfrm>
          <a:off x="0" y="0"/>
          <a:ext cx="0" cy="0"/>
          <a:chOff x="0" y="0"/>
          <a:chExt cx="0" cy="0"/>
        </a:xfrm>
      </p:grpSpPr>
      <p:pic>
        <p:nvPicPr>
          <p:cNvPr id="2" name="Picture 2" descr="Có thể là hình ảnh về ‎văn bản cho biết '‎CHỦA NHẬT HИK THƯỪNG NIÊN NĂM C DỤ NGÔN NGƯỜI PHARISÊU UÀ NGƯỜI THU THUẾ Người โทน thuế khi IrỬ Kuống mà đuợc nên công chính chính;còn Còn اوn Pha-ri-sêu Pha- thì không. ai còn ai hạ mình Kuống sẽ ĐUỢC lôn lên. LC18,9-14‎'‎">
            <a:extLst>
              <a:ext uri="{FF2B5EF4-FFF2-40B4-BE49-F238E27FC236}">
                <a16:creationId xmlns:a16="http://schemas.microsoft.com/office/drawing/2014/main" id="{7799DF1C-B5AD-A781-D124-05B2FF17A5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700072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330199"/>
            <a:ext cx="9144000" cy="4813301"/>
          </a:xfrm>
          <a:solidFill>
            <a:schemeClr val="bg1"/>
          </a:solidFill>
        </p:spPr>
        <p:txBody>
          <a:bodyPr lIns="91440" tIns="0" rIns="91440" bIns="0">
            <a:noAutofit/>
          </a:bodyPr>
          <a:lstStyle/>
          <a:p>
            <a:r>
              <a:rPr lang="en-US" sz="8000" b="1" i="1" dirty="0">
                <a:solidFill>
                  <a:srgbClr val="EE0000"/>
                </a:solidFill>
                <a:effectLst/>
                <a:latin typeface="Times New Roman (Headings)"/>
                <a:cs typeface="Arial" panose="020B0604020202020204" pitchFamily="34" charset="0"/>
              </a:rPr>
              <a:t>All… All...</a:t>
            </a:r>
            <a:r>
              <a:rPr lang="en-US" sz="8000" b="1" dirty="0">
                <a:solidFill>
                  <a:srgbClr val="EE0000"/>
                </a:solidFill>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phán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Thầy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đường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endParaRPr lang="en-US" sz="8000" b="1" i="1" dirty="0">
              <a:effectLst/>
              <a:latin typeface="Times New Roman (Headings)"/>
              <a:cs typeface="Arial" panose="020B0604020202020204" pitchFamily="34" charset="0"/>
            </a:endParaRP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50800"/>
            <a:ext cx="9144000" cy="635000"/>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rgbClr val="FF0000"/>
                </a:solidFill>
                <a:latin typeface="Times New Roman" panose="02020603050405020304" pitchFamily="18" charset="0"/>
                <a:cs typeface="Times New Roman" panose="02020603050405020304" pitchFamily="18" charset="0"/>
              </a:rPr>
              <a:t>TUNG </a:t>
            </a:r>
            <a:r>
              <a:rPr lang="en-US" sz="3200" b="1" dirty="0" err="1">
                <a:solidFill>
                  <a:srgbClr val="FF0000"/>
                </a:solidFill>
                <a:latin typeface="Times New Roman" panose="02020603050405020304" pitchFamily="18" charset="0"/>
                <a:cs typeface="Times New Roman" panose="02020603050405020304" pitchFamily="18" charset="0"/>
              </a:rPr>
              <a:t>HÔ</a:t>
            </a:r>
            <a:r>
              <a:rPr lang="en-US" sz="3200" b="1" dirty="0">
                <a:solidFill>
                  <a:srgbClr val="FF0000"/>
                </a:solidFill>
                <a:latin typeface="Times New Roman" panose="02020603050405020304" pitchFamily="18" charset="0"/>
                <a:cs typeface="Times New Roman" panose="02020603050405020304" pitchFamily="18" charset="0"/>
              </a:rPr>
              <a:t> TIN </a:t>
            </a:r>
            <a:r>
              <a:rPr lang="en-US" sz="3200" b="1" dirty="0" err="1">
                <a:solidFill>
                  <a:srgbClr val="FF0000"/>
                </a:solidFill>
                <a:latin typeface="Times New Roman" panose="02020603050405020304" pitchFamily="18" charset="0"/>
                <a:cs typeface="Times New Roman" panose="02020603050405020304" pitchFamily="18" charset="0"/>
              </a:rPr>
              <a:t>MỪNG</a:t>
            </a:r>
            <a:endParaRPr lang="vi-VN" sz="32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913118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A65F3-7093-0EC2-264B-B9FBEDD058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09FB56-98B7-8F01-187F-0001B0B908B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i="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không</a:t>
            </a:r>
            <a:r>
              <a:rPr lang="en-US" sz="8000" b="1" dirty="0">
                <a:latin typeface="Times New Roman (Headings)"/>
                <a:cs typeface="Arial" panose="020B0604020202020204" pitchFamily="34" charset="0"/>
              </a:rPr>
              <a:t> ai </a:t>
            </a:r>
            <a:r>
              <a:rPr lang="en-US" sz="8000" b="1" dirty="0" err="1">
                <a:latin typeface="Times New Roman (Headings)"/>
                <a:cs typeface="Arial" panose="020B0604020202020204" pitchFamily="34" charset="0"/>
              </a:rPr>
              <a:t>đến</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được</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với</a:t>
            </a:r>
            <a:r>
              <a:rPr lang="en-US" sz="8000" b="1" dirty="0">
                <a:latin typeface="Times New Roman (Headings)"/>
                <a:cs typeface="Arial" panose="020B0604020202020204" pitchFamily="34" charset="0"/>
              </a:rPr>
              <a:t> Cha </a:t>
            </a:r>
            <a:r>
              <a:rPr lang="en-US" sz="8000" b="1" dirty="0" err="1">
                <a:latin typeface="Times New Roman (Headings)"/>
                <a:cs typeface="Arial" panose="020B0604020202020204" pitchFamily="34" charset="0"/>
              </a:rPr>
              <a:t>mà</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lại</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không</a:t>
            </a:r>
            <a:r>
              <a:rPr lang="en-US" sz="8000" b="1" dirty="0">
                <a:latin typeface="Times New Roman (Headings)"/>
                <a:cs typeface="Arial" panose="020B0604020202020204" pitchFamily="34" charset="0"/>
              </a:rPr>
              <a:t> qua </a:t>
            </a:r>
            <a:r>
              <a:rPr lang="en-US" sz="8000" b="1" dirty="0" err="1">
                <a:latin typeface="Times New Roman (Headings)"/>
                <a:cs typeface="Arial" panose="020B0604020202020204" pitchFamily="34" charset="0"/>
              </a:rPr>
              <a:t>Thầy</a:t>
            </a:r>
            <a:r>
              <a:rPr lang="en-US" sz="8000" b="1" dirty="0">
                <a:latin typeface="Times New Roman (Headings)"/>
                <a:cs typeface="Arial" panose="020B0604020202020204" pitchFamily="34" charset="0"/>
              </a:rPr>
              <a:t>.” </a:t>
            </a:r>
            <a:r>
              <a:rPr lang="en-US" sz="8000" b="1" i="1" dirty="0">
                <a:solidFill>
                  <a:srgbClr val="EE0000"/>
                </a:solidFill>
                <a:latin typeface="Times New Roman (Headings)"/>
                <a:cs typeface="Arial" panose="020B0604020202020204" pitchFamily="34" charset="0"/>
              </a:rPr>
              <a:t>All…All…</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1908389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FE6CD-6A7C-3451-4EAD-B335DB393B7F}"/>
            </a:ext>
          </a:extLst>
        </p:cNvPr>
        <p:cNvGrpSpPr/>
        <p:nvPr/>
      </p:nvGrpSpPr>
      <p:grpSpPr>
        <a:xfrm>
          <a:off x="0" y="0"/>
          <a:ext cx="0" cy="0"/>
          <a:chOff x="0" y="0"/>
          <a:chExt cx="0" cy="0"/>
        </a:xfrm>
      </p:grpSpPr>
      <p:pic>
        <p:nvPicPr>
          <p:cNvPr id="12290" name="Picture 2" descr="Có thể là hình ảnh về văn bản cho biết 'ÎCXC THEPIBLICANAND AND TH PHARIS66 TIN MỪNG CHÚA GIÊSU KITÔ Theo Thánh Luca &quot;Người thu thuế khi khi trở xuống mà vẽ nhà, thì dã dược nên công chính; con ngưỡi Pha ri sêu thì không.&quot; (LC 18, 9 14) ลปวจ'">
            <a:extLst>
              <a:ext uri="{FF2B5EF4-FFF2-40B4-BE49-F238E27FC236}">
                <a16:creationId xmlns:a16="http://schemas.microsoft.com/office/drawing/2014/main" id="{62525C49-7A7E-4DD0-EA0D-FA37797E1A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604692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r>
              <a:rPr lang="en-US" sz="8800" b="1" dirty="0">
                <a:solidFill>
                  <a:srgbClr val="EE0000"/>
                </a:solidFill>
                <a:effectLst/>
                <a:latin typeface="Times New Roman (Headings)"/>
                <a:cs typeface="Arial" panose="020B0604020202020204" pitchFamily="34" charset="0"/>
              </a:rPr>
              <a:t>CT: </a:t>
            </a:r>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Cha </a:t>
            </a:r>
            <a:r>
              <a:rPr lang="en-US" sz="8800" b="1" dirty="0" err="1">
                <a:effectLst/>
                <a:latin typeface="Times New Roman (Headings)"/>
                <a:cs typeface="Arial" panose="020B0604020202020204" pitchFamily="34" charset="0"/>
              </a:rPr>
              <a:t>toàn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năng</a:t>
            </a:r>
            <a:r>
              <a:rPr lang="en-US" sz="88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73600"/>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tạo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thành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đất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hữu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vô</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Tôi</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Giê-su</a:t>
            </a:r>
            <a:r>
              <a:rPr lang="en-US" sz="8800" b="1" dirty="0">
                <a:effectLst/>
                <a:latin typeface="Times New Roman (Headings)"/>
                <a:cs typeface="Arial" panose="020B0604020202020204" pitchFamily="34" charset="0"/>
              </a:rPr>
              <a:t> Ki-</a:t>
            </a:r>
            <a:r>
              <a:rPr lang="en-US" sz="8800" b="1" dirty="0" err="1">
                <a:effectLst/>
                <a:latin typeface="Times New Roman (Headings)"/>
                <a:cs typeface="Arial" panose="020B0604020202020204" pitchFamily="34" charset="0"/>
              </a:rPr>
              <a:t>tô</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Một</a:t>
            </a:r>
            <a:r>
              <a:rPr lang="en-US" sz="88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sinh bởi Đức Chúa Cha từ trước muôn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bởi</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nhờ Người mà muôn vật được tạo thành.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7000" b="1" dirty="0">
                <a:effectLst/>
                <a:latin typeface="Times New Roman (Headings)"/>
                <a:cs typeface="Arial" panose="020B0604020202020204" pitchFamily="34" charset="0"/>
              </a:rPr>
              <a:t>Bởi phép Đức Chúa Thánh Thần, Người đã nhập thể trong lòng Trinh Nữ Ma-ri-a, </a:t>
            </a:r>
            <a:br>
              <a:rPr lang="en-US" sz="7000" b="1" dirty="0">
                <a:effectLst/>
                <a:latin typeface="Times New Roman (Headings)"/>
                <a:cs typeface="Arial" panose="020B0604020202020204" pitchFamily="34" charset="0"/>
              </a:rPr>
            </a:br>
            <a:r>
              <a:rPr lang="vi-VN" sz="7000" b="1" dirty="0">
                <a:effectLst/>
                <a:latin typeface="Times New Roman (Headings)"/>
                <a:cs typeface="Arial" panose="020B0604020202020204" pitchFamily="34" charset="0"/>
              </a:rPr>
              <a:t>và đã làm người.</a:t>
            </a:r>
            <a:endParaRPr lang="en-US" sz="7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a:t>
            </a:r>
            <a:r>
              <a:rPr lang="vi-VN" sz="7200" b="1" dirty="0">
                <a:effectLst/>
                <a:latin typeface="Times New Roman (Headings)"/>
                <a:cs typeface="Arial" panose="020B0604020202020204" pitchFamily="34" charset="0"/>
              </a:rPr>
              <a:t>Phong-xi</a:t>
            </a:r>
            <a:r>
              <a:rPr lang="en-US" sz="7200" b="1" dirty="0">
                <a:effectLst/>
                <a:latin typeface="Times New Roman (Headings)"/>
                <a:cs typeface="Arial" panose="020B0604020202020204" pitchFamily="34" charset="0"/>
              </a:rPr>
              <a:t>-</a:t>
            </a:r>
            <a:r>
              <a:rPr lang="vi-VN" sz="7200" b="1" dirty="0">
                <a:effectLst/>
                <a:latin typeface="Times New Roman (Headings)"/>
                <a:cs typeface="Arial" panose="020B0604020202020204" pitchFamily="34" charset="0"/>
              </a:rPr>
              <a:t>ô</a:t>
            </a:r>
            <a:r>
              <a:rPr lang="en-US" sz="8000" b="1" dirty="0">
                <a:latin typeface="Times New Roman (Headings)"/>
                <a:cs typeface="Arial" panose="020B0604020202020204" pitchFamily="34" charset="0"/>
              </a:rPr>
              <a:t> </a:t>
            </a:r>
            <a:r>
              <a:rPr lang="vi-VN" sz="7200" b="1" dirty="0">
                <a:effectLst/>
                <a:latin typeface="Times New Roman (Headings)"/>
                <a:cs typeface="Arial" panose="020B0604020202020204" pitchFamily="34" charset="0"/>
              </a:rPr>
              <a:t>Phi-la-tô</a:t>
            </a:r>
            <a:r>
              <a:rPr lang="vi-VN" sz="8000" b="1" dirty="0">
                <a:effectLst/>
                <a:latin typeface="Times New Roman (Headings)"/>
                <a:cs typeface="Arial" panose="020B0604020202020204" pitchFamily="34" charset="0"/>
              </a:rPr>
              <a:t>;</a:t>
            </a:r>
            <a:r>
              <a:rPr lang="en-US" sz="1050" b="1" dirty="0">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Người lên trời, ngự bên hữu Đức Chúa Cha.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Tôi</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tinh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kính</a:t>
            </a:r>
            <a:r>
              <a:rPr lang="en-US" sz="7200" b="1" dirty="0">
                <a:effectLst/>
                <a:latin typeface="Times New Roman (Headings)"/>
                <a:cs typeface="Arial" panose="020B0604020202020204" pitchFamily="34" charset="0"/>
              </a:rPr>
              <a:t> Đức Chúa Thánh </a:t>
            </a:r>
            <a:r>
              <a:rPr lang="en-US" sz="7200" b="1" dirty="0" err="1">
                <a:effectLst/>
                <a:latin typeface="Times New Roman (Headings)"/>
                <a:cs typeface="Arial" panose="020B0604020202020204" pitchFamily="34" charset="0"/>
              </a:rPr>
              <a:t>Thần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Thiên Chúa, </a:t>
            </a:r>
            <a:r>
              <a:rPr lang="en-US" sz="7200" b="1" dirty="0" err="1">
                <a:effectLst/>
                <a:latin typeface="Times New Roman (Headings)"/>
                <a:cs typeface="Arial" panose="020B0604020202020204" pitchFamily="34" charset="0"/>
              </a:rPr>
              <a:t>và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là</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Đấng</a:t>
            </a:r>
            <a:r>
              <a:rPr lang="en-US" sz="7200" b="1" dirty="0">
                <a:effectLst/>
                <a:latin typeface="Times New Roman (Headings)"/>
                <a:cs typeface="Arial" panose="020B0604020202020204" pitchFamily="34" charset="0"/>
              </a:rPr>
              <a:t> ban </a:t>
            </a:r>
            <a:r>
              <a:rPr lang="en-US" sz="7200" b="1" dirty="0" err="1">
                <a:effectLst/>
                <a:latin typeface="Times New Roman (Headings)"/>
                <a:cs typeface="Arial" panose="020B0604020202020204" pitchFamily="34" charset="0"/>
              </a:rPr>
              <a:t>sự</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sống</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Người được phụng thờ và tôn vinh cùng với Đức Chúa Cha và Đức Chúa Con</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04F75-CF42-6D8D-6DB2-AE3D3B5BD89C}"/>
            </a:ext>
          </a:extLst>
        </p:cNvPr>
        <p:cNvGrpSpPr/>
        <p:nvPr/>
      </p:nvGrpSpPr>
      <p:grpSpPr>
        <a:xfrm>
          <a:off x="0" y="0"/>
          <a:ext cx="0" cy="0"/>
          <a:chOff x="0" y="0"/>
          <a:chExt cx="0" cy="0"/>
        </a:xfrm>
      </p:grpSpPr>
      <p:pic>
        <p:nvPicPr>
          <p:cNvPr id="2" name="Picture 2" descr="Có thể là hình ảnh về ‎văn bản cho biết '‎CHỦA NHẬT HИK THƯỪNG NIÊN NĂM C DỤ NGÔN NGƯỜI PHARISÊU UÀ NGƯỜI THU THUẾ Người โทน thuế khi IrỬ Kuống mà đuợc nên công chính chính;còn Còn اوn Pha-ri-sêu Pha- thì không. ai còn ai hạ mình Kuống sẽ ĐUỢC lôn lên. LC18,9-14‎'‎">
            <a:extLst>
              <a:ext uri="{FF2B5EF4-FFF2-40B4-BE49-F238E27FC236}">
                <a16:creationId xmlns:a16="http://schemas.microsoft.com/office/drawing/2014/main" id="{3B01D2C3-D0C0-9A6A-1616-2EE13C0883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470594"/>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LỜI</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CẢM</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MẾN</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Phanxicô)</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1. </a:t>
            </a:r>
            <a:r>
              <a:rPr lang="vi-VN" sz="8000" b="1" dirty="0">
                <a:effectLst/>
                <a:latin typeface="Times New Roman (Headings)"/>
                <a:cs typeface="Arial" panose="020B0604020202020204" pitchFamily="34" charset="0"/>
              </a:rPr>
              <a:t>Như dòng nến trôi trên bàn thờ, tâm hồn con lâng lâng niềm cảm </a:t>
            </a:r>
            <a:r>
              <a:rPr lang="en-US" sz="8000" b="1" dirty="0" err="1">
                <a:effectLst/>
                <a:latin typeface="Times New Roman (Headings)"/>
                <a:cs typeface="Arial" panose="020B0604020202020204" pitchFamily="34" charset="0"/>
              </a:rPr>
              <a:t>mến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042738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vô bờ. Xin tiến dâng đây con tim ươm bao ước vọng,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939097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9A798-468A-0C11-83D1-031682B0E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1B27F0-AE5E-C1DC-08E6-F61BE14EB7A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err="1">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tiến</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bao </a:t>
            </a:r>
            <a:r>
              <a:rPr lang="en-US" sz="8000" b="1" dirty="0" err="1">
                <a:effectLst/>
                <a:latin typeface="Times New Roman (Headings)"/>
                <a:cs typeface="Arial" panose="020B0604020202020204" pitchFamily="34" charset="0"/>
              </a:rPr>
              <a:t>nhiêu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gì</a:t>
            </a:r>
            <a:r>
              <a:rPr lang="en-US" sz="80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204684188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F07E3-A7D8-B094-D2F8-578FDD1EB2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4255E-933C-C6FA-8C56-10E22727CAF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Xin hãy thánh hoá lòng con, tình yêu mới bước tới </a:t>
            </a:r>
            <a:br>
              <a:rPr lang="en-US" sz="8000" b="1" dirty="0">
                <a:effectLst/>
                <a:latin typeface="Times New Roman (Headings)"/>
                <a:cs typeface="Arial" panose="020B0604020202020204" pitchFamily="34" charset="0"/>
              </a:rPr>
            </a:br>
            <a:r>
              <a:rPr lang="vi-VN" sz="8000" b="1" dirty="0">
                <a:effectLst/>
                <a:latin typeface="Times New Roman (Headings)"/>
                <a:cs typeface="Arial" panose="020B0604020202020204" pitchFamily="34" charset="0"/>
              </a:rPr>
              <a:t>ngày mai. </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2536849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3D4B9-C3AA-6EF1-C882-36B9C01517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7CFB18-3164-7B4C-0B8E-C64AD810463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2. </a:t>
            </a:r>
            <a:r>
              <a:rPr lang="vi-VN" sz="8000" b="1" dirty="0">
                <a:effectLst/>
                <a:latin typeface="Times New Roman (Headings)"/>
                <a:cs typeface="Arial" panose="020B0604020202020204" pitchFamily="34" charset="0"/>
              </a:rPr>
              <a:t>Bao ngày tháng xuôi theo dòng đời, tâm hồn con lênh đênh tìm hạnh phúc</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8760317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E42AD-5EBF-F7CC-398D-37C1E44998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FEA90A-5ECD-6BF5-A5A8-C396E82C1E0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mong chờ. Xin Chúa thương khi con đây trông mong đến Ngài,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99554817"/>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4E1CC-CCE4-DAE0-2906-4F286E6609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D4E5B-7AF0-4EFF-76DE-F53F5D456B1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là Núi đá che chở người tháng năm.</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59222386"/>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7584A-A3DE-3D6D-D0CB-D02449E5D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DA759-6C7F-A644-2134-7C0E4204C7E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solidFill>
                  <a:srgbClr val="FF0000"/>
                </a:solidFill>
                <a:effectLst/>
                <a:latin typeface="Times New Roman (Headings)"/>
                <a:cs typeface="Arial" panose="020B0604020202020204" pitchFamily="34" charset="0"/>
              </a:rPr>
              <a:t>ĐK</a:t>
            </a:r>
            <a:r>
              <a:rPr lang="en-US" sz="8800" b="1" dirty="0">
                <a:solidFill>
                  <a:srgbClr val="FF0000"/>
                </a:solidFill>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bao </a:t>
            </a:r>
            <a:r>
              <a:rPr lang="en-US" sz="8800" b="1" dirty="0" err="1">
                <a:effectLst/>
                <a:latin typeface="Times New Roman (Headings)"/>
                <a:cs typeface="Arial" panose="020B0604020202020204" pitchFamily="34" charset="0"/>
              </a:rPr>
              <a:t>nhiêu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có</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gì</a:t>
            </a:r>
            <a:r>
              <a:rPr lang="en-US" sz="88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255746225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89908-44EA-CAA3-A72A-5C221B82FD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2F67AB-4232-F113-332A-02870C18F0B5}"/>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Xin hãy thánh hoá lòng con, tình yêu mới bước tới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ngày mai.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8714497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DB956-1744-B9F0-23F7-FDDC8DFE8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9882F-52B3-FB42-4C93-95DC3B52AA1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3. </a:t>
            </a:r>
            <a:r>
              <a:rPr lang="vi-VN" sz="8800" b="1" dirty="0">
                <a:effectLst/>
                <a:latin typeface="Times New Roman (Headings)"/>
                <a:cs typeface="Arial" panose="020B0604020202020204" pitchFamily="34" charset="0"/>
              </a:rPr>
              <a:t>Như giọt nước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tan trong rượu lành, tâm hồn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con hân hoan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82633384"/>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83361-C082-6688-DD07-77F8AB5A61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22D822-7603-DADF-5A4C-4A44EF940A3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hòa nhịp với muôn người. Xin Chúa thương cho muôn nơi an vui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2854933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258A5-EC35-A27E-240A-0CB5CEBB83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6E8A2-6868-4385-5711-DABF2836725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thái hòa, tình Chúa thấm trong cuộc đời ước mơ.</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28566174"/>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8B143-80AC-4982-31A1-5AEA9B1CA7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11EE2-1486-69C2-1BC1-A7C4BFD15C0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solidFill>
                  <a:srgbClr val="FF0000"/>
                </a:solidFill>
                <a:effectLst/>
                <a:latin typeface="Times New Roman (Headings)"/>
                <a:cs typeface="Arial" panose="020B0604020202020204" pitchFamily="34" charset="0"/>
              </a:rPr>
              <a:t>ĐK</a:t>
            </a:r>
            <a:r>
              <a:rPr lang="en-US" sz="8800" b="1" dirty="0">
                <a:solidFill>
                  <a:srgbClr val="FF0000"/>
                </a:solidFill>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bao </a:t>
            </a:r>
            <a:r>
              <a:rPr lang="en-US" sz="8800" b="1" dirty="0" err="1">
                <a:effectLst/>
                <a:latin typeface="Times New Roman (Headings)"/>
                <a:cs typeface="Arial" panose="020B0604020202020204" pitchFamily="34" charset="0"/>
              </a:rPr>
              <a:t>nhiêu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có</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gì</a:t>
            </a:r>
            <a:r>
              <a:rPr lang="en-US" sz="8800" b="1" dirty="0">
                <a:effectLst/>
                <a:latin typeface="Times New Roman (Headings)"/>
                <a:cs typeface="Arial" panose="020B0604020202020204" pitchFamily="34" charset="0"/>
              </a:rPr>
              <a:t>. </a:t>
            </a:r>
          </a:p>
        </p:txBody>
      </p:sp>
    </p:spTree>
    <p:extLst>
      <p:ext uri="{BB962C8B-B14F-4D97-AF65-F5344CB8AC3E}">
        <p14:creationId xmlns:p14="http://schemas.microsoft.com/office/powerpoint/2010/main" val="372379691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9ACCB-8C06-DF60-F935-FC43EDE2F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2F4213-9EC3-43B1-DAB3-0092E4B8887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Xin hãy thánh hoá lòng con, tình yêu mới bước tới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ngày mai.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8293527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C783-343F-41E1-A9A3-C0E589351673}"/>
            </a:ext>
          </a:extLst>
        </p:cNvPr>
        <p:cNvGrpSpPr/>
        <p:nvPr/>
      </p:nvGrpSpPr>
      <p:grpSpPr>
        <a:xfrm>
          <a:off x="0" y="0"/>
          <a:ext cx="0" cy="0"/>
          <a:chOff x="0" y="0"/>
          <a:chExt cx="0" cy="0"/>
        </a:xfrm>
      </p:grpSpPr>
      <p:pic>
        <p:nvPicPr>
          <p:cNvPr id="3" name="Picture 2" descr="A golden chalice and a cross next to a book&#10;&#10;AI-generated content may be incorrect.">
            <a:extLst>
              <a:ext uri="{FF2B5EF4-FFF2-40B4-BE49-F238E27FC236}">
                <a16:creationId xmlns:a16="http://schemas.microsoft.com/office/drawing/2014/main" id="{9CCBCF23-AD9F-5D42-DBB7-995EE45D93F5}"/>
              </a:ext>
            </a:extLst>
          </p:cNvPr>
          <p:cNvPicPr>
            <a:picLocks noChangeAspect="1"/>
          </p:cNvPicPr>
          <p:nvPr/>
        </p:nvPicPr>
        <p:blipFill>
          <a:blip r:embed="rId2">
            <a:extLst>
              <a:ext uri="{28A0092B-C50C-407E-A947-70E740481C1C}">
                <a14:useLocalDpi xmlns:a14="http://schemas.microsoft.com/office/drawing/2010/main" val="0"/>
              </a:ext>
            </a:extLst>
          </a:blip>
          <a:srcRect t="5782" b="9844"/>
          <a:stretch>
            <a:fillRect/>
          </a:stretch>
        </p:blipFill>
        <p:spPr>
          <a:xfrm>
            <a:off x="0" y="0"/>
            <a:ext cx="9144000" cy="5143500"/>
          </a:xfrm>
          <a:prstGeom prst="rect">
            <a:avLst/>
          </a:prstGeom>
        </p:spPr>
      </p:pic>
    </p:spTree>
    <p:extLst>
      <p:ext uri="{BB962C8B-B14F-4D97-AF65-F5344CB8AC3E}">
        <p14:creationId xmlns:p14="http://schemas.microsoft.com/office/powerpoint/2010/main" val="171511861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8D9D5-A23E-6BBB-E98F-ED8501C40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1DBD5-CA43-B2C0-FCBF-3EE6E690A9E8}"/>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a:effectLst/>
                <a:latin typeface="Times New Roman (Headings)"/>
                <a:cs typeface="Arial" panose="020B0604020202020204" pitchFamily="34" charset="0"/>
              </a:rPr>
              <a:t>Thánh! Thánh! Thánh!</a:t>
            </a:r>
          </a:p>
        </p:txBody>
      </p:sp>
      <p:sp>
        <p:nvSpPr>
          <p:cNvPr id="3" name="Title 1">
            <a:extLst>
              <a:ext uri="{FF2B5EF4-FFF2-40B4-BE49-F238E27FC236}">
                <a16:creationId xmlns:a16="http://schemas.microsoft.com/office/drawing/2014/main" id="{7EC67625-A584-71C9-DC6A-48D77CA02FDC}"/>
              </a:ext>
            </a:extLst>
          </p:cNvPr>
          <p:cNvSpPr txBox="1">
            <a:spLocks/>
          </p:cNvSpPr>
          <p:nvPr/>
        </p:nvSpPr>
        <p:spPr>
          <a:xfrm>
            <a:off x="736600" y="0"/>
            <a:ext cx="7670800" cy="698500"/>
          </a:xfrm>
          <a:prstGeom prst="rect">
            <a:avLst/>
          </a:prstGeom>
        </p:spPr>
        <p:txBody>
          <a:bodyPr vert="horz" lIns="91440" tIns="0" rIns="91440" bIns="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THÁNH, THÁNH, THÁNH</a:t>
            </a:r>
            <a:endParaRPr lang="en-US" sz="2800" b="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14647467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02A77-D47F-6FC9-C5D9-0C8132835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0C6FC8-E179-2295-EF89-D415ACCECA51}"/>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a:latin typeface="Times New Roman (Headings)"/>
                <a:cs typeface="Arial" panose="020B0604020202020204" pitchFamily="34" charset="0"/>
              </a:rPr>
              <a:t>Chúa </a:t>
            </a:r>
            <a:r>
              <a:rPr lang="en-US" sz="8800" b="1" dirty="0" err="1">
                <a:latin typeface="Times New Roman (Headings)"/>
                <a:cs typeface="Arial" panose="020B0604020202020204" pitchFamily="34" charset="0"/>
              </a:rPr>
              <a:t>là</a:t>
            </a:r>
            <a:r>
              <a:rPr lang="en-US" sz="8800" b="1" dirty="0">
                <a:latin typeface="Times New Roman (Headings)"/>
                <a:cs typeface="Arial" panose="020B0604020202020204" pitchFamily="34" charset="0"/>
              </a:rPr>
              <a:t> </a:t>
            </a:r>
            <a:br>
              <a:rPr lang="en-US" sz="8800" b="1" dirty="0">
                <a:latin typeface="Times New Roman (Headings)"/>
                <a:cs typeface="Arial" panose="020B0604020202020204" pitchFamily="34" charset="0"/>
              </a:rPr>
            </a:br>
            <a:r>
              <a:rPr lang="en-US" sz="8800" b="1" dirty="0">
                <a:latin typeface="Times New Roman (Headings)"/>
                <a:cs typeface="Arial" panose="020B0604020202020204" pitchFamily="34" charset="0"/>
              </a:rPr>
              <a:t>Thiên Chúa </a:t>
            </a:r>
            <a:br>
              <a:rPr lang="en-US" sz="8800" b="1" dirty="0">
                <a:latin typeface="Times New Roman (Headings)"/>
                <a:cs typeface="Arial" panose="020B0604020202020204" pitchFamily="34" charset="0"/>
              </a:rPr>
            </a:br>
            <a:r>
              <a:rPr lang="en-US" sz="8800" b="1" dirty="0">
                <a:latin typeface="Times New Roman (Headings)"/>
                <a:cs typeface="Arial" panose="020B0604020202020204" pitchFamily="34" charset="0"/>
              </a:rPr>
              <a:t>các </a:t>
            </a:r>
            <a:r>
              <a:rPr lang="en-US" sz="8800" b="1" dirty="0" err="1">
                <a:latin typeface="Times New Roman (Headings)"/>
                <a:cs typeface="Arial" panose="020B0604020202020204" pitchFamily="34" charset="0"/>
              </a:rPr>
              <a:t>đạo</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binh</a:t>
            </a:r>
            <a:r>
              <a:rPr lang="en-US" sz="8800" b="1" dirty="0">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30692475"/>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4BFAA-906B-F87D-63C3-7344518A42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924FC7-0BA2-DEAE-6637-B73C85F20CE3}"/>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err="1">
                <a:latin typeface="Times New Roman (Headings)"/>
                <a:cs typeface="Arial" panose="020B0604020202020204" pitchFamily="34" charset="0"/>
              </a:rPr>
              <a:t>Trời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đất</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đầy</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vinh</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quang</a:t>
            </a:r>
            <a:r>
              <a:rPr lang="en-US" sz="8800" b="1" dirty="0">
                <a:latin typeface="Times New Roman (Headings)"/>
                <a:cs typeface="Arial" panose="020B0604020202020204" pitchFamily="34" charset="0"/>
              </a:rPr>
              <a:t>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22049129"/>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9696E-4182-1AC5-4ABA-92D1379241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F9062E-7A11-0161-7949-18A7EC1C1416}"/>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a:latin typeface="Times New Roman (Headings)"/>
                <a:cs typeface="Arial" panose="020B0604020202020204" pitchFamily="34" charset="0"/>
              </a:rPr>
              <a:t>Hoan </a:t>
            </a:r>
            <a:r>
              <a:rPr lang="en-US" sz="8800" b="1" dirty="0" err="1">
                <a:latin typeface="Times New Roman (Headings)"/>
                <a:cs typeface="Arial" panose="020B0604020202020204" pitchFamily="34" charset="0"/>
              </a:rPr>
              <a:t>hô</a:t>
            </a:r>
            <a:r>
              <a:rPr lang="en-US" sz="8800" b="1" dirty="0">
                <a:latin typeface="Times New Roman (Headings)"/>
                <a:cs typeface="Arial" panose="020B0604020202020204" pitchFamily="34" charset="0"/>
              </a:rPr>
              <a:t> Chúa </a:t>
            </a:r>
            <a:r>
              <a:rPr lang="en-US" sz="8800" b="1" dirty="0" err="1">
                <a:latin typeface="Times New Roman (Headings)"/>
                <a:cs typeface="Arial" panose="020B0604020202020204" pitchFamily="34" charset="0"/>
              </a:rPr>
              <a:t>trên</a:t>
            </a:r>
            <a:r>
              <a:rPr lang="en-US" sz="8800" b="1" dirty="0">
                <a:latin typeface="Times New Roman (Headings)"/>
                <a:cs typeface="Arial" panose="020B0604020202020204" pitchFamily="34" charset="0"/>
              </a:rPr>
              <a:t> các </a:t>
            </a:r>
            <a:r>
              <a:rPr lang="en-US" sz="8800" b="1" dirty="0" err="1">
                <a:latin typeface="Times New Roman (Headings)"/>
                <a:cs typeface="Arial" panose="020B0604020202020204" pitchFamily="34" charset="0"/>
              </a:rPr>
              <a:t>tầng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trời</a:t>
            </a:r>
            <a:r>
              <a:rPr lang="en-US" sz="8800" b="1" dirty="0">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21788413"/>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EA2B5-8FE4-BFF3-4455-EAC3FA4E0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70518-4B59-8673-42A7-31FD8D869A58}"/>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vi-VN" sz="8800" b="1" dirty="0">
                <a:latin typeface="Times New Roman (Headings)"/>
                <a:cs typeface="Arial" panose="020B0604020202020204" pitchFamily="34" charset="0"/>
              </a:rPr>
              <a:t>Chúc tụng Đấng ngự đến nhân </a:t>
            </a:r>
            <a:br>
              <a:rPr lang="en-US" sz="8800" b="1" dirty="0">
                <a:latin typeface="Times New Roman (Headings)"/>
                <a:cs typeface="Arial" panose="020B0604020202020204" pitchFamily="34" charset="0"/>
              </a:rPr>
            </a:br>
            <a:r>
              <a:rPr lang="vi-VN" sz="8800" b="1" dirty="0">
                <a:latin typeface="Times New Roman (Headings)"/>
                <a:cs typeface="Arial" panose="020B0604020202020204" pitchFamily="34" charset="0"/>
              </a:rPr>
              <a:t>danh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13072303"/>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2E839-4BC2-5D4E-067A-AD6D93382F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78827E-2C60-01F6-969D-0E1E94C95517}"/>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a:latin typeface="Times New Roman (Headings)"/>
                <a:cs typeface="Arial" panose="020B0604020202020204" pitchFamily="34" charset="0"/>
              </a:rPr>
              <a:t>Hoan </a:t>
            </a:r>
            <a:r>
              <a:rPr lang="en-US" sz="8800" b="1" dirty="0" err="1">
                <a:latin typeface="Times New Roman (Headings)"/>
                <a:cs typeface="Arial" panose="020B0604020202020204" pitchFamily="34" charset="0"/>
              </a:rPr>
              <a:t>hô</a:t>
            </a:r>
            <a:r>
              <a:rPr lang="en-US" sz="8800" b="1" dirty="0">
                <a:latin typeface="Times New Roman (Headings)"/>
                <a:cs typeface="Arial" panose="020B0604020202020204" pitchFamily="34" charset="0"/>
              </a:rPr>
              <a:t> Chúa </a:t>
            </a:r>
            <a:r>
              <a:rPr lang="en-US" sz="8800" b="1" dirty="0" err="1">
                <a:latin typeface="Times New Roman (Headings)"/>
                <a:cs typeface="Arial" panose="020B0604020202020204" pitchFamily="34" charset="0"/>
              </a:rPr>
              <a:t>trên</a:t>
            </a:r>
            <a:r>
              <a:rPr lang="en-US" sz="8800" b="1" dirty="0">
                <a:latin typeface="Times New Roman (Headings)"/>
                <a:cs typeface="Arial" panose="020B0604020202020204" pitchFamily="34" charset="0"/>
              </a:rPr>
              <a:t> các </a:t>
            </a:r>
            <a:r>
              <a:rPr lang="en-US" sz="8800" b="1" dirty="0" err="1">
                <a:latin typeface="Times New Roman (Headings)"/>
                <a:cs typeface="Arial" panose="020B0604020202020204" pitchFamily="34" charset="0"/>
              </a:rPr>
              <a:t>tầng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trời</a:t>
            </a:r>
            <a:r>
              <a:rPr lang="en-US" sz="8800" b="1" dirty="0">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86160022"/>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0F89C-26B8-18AE-AE4C-5724908A07AB}"/>
            </a:ext>
          </a:extLst>
        </p:cNvPr>
        <p:cNvGrpSpPr/>
        <p:nvPr/>
      </p:nvGrpSpPr>
      <p:grpSpPr>
        <a:xfrm>
          <a:off x="0" y="0"/>
          <a:ext cx="0" cy="0"/>
          <a:chOff x="0" y="0"/>
          <a:chExt cx="0" cy="0"/>
        </a:xfrm>
      </p:grpSpPr>
      <p:pic>
        <p:nvPicPr>
          <p:cNvPr id="3" name="Picture 2" descr="A golden chalice and a cross next to a book&#10;&#10;AI-generated content may be incorrect.">
            <a:extLst>
              <a:ext uri="{FF2B5EF4-FFF2-40B4-BE49-F238E27FC236}">
                <a16:creationId xmlns:a16="http://schemas.microsoft.com/office/drawing/2014/main" id="{B07FA62F-0CDA-A0F3-FC21-14D12741DD86}"/>
              </a:ext>
            </a:extLst>
          </p:cNvPr>
          <p:cNvPicPr>
            <a:picLocks noChangeAspect="1"/>
          </p:cNvPicPr>
          <p:nvPr/>
        </p:nvPicPr>
        <p:blipFill>
          <a:blip r:embed="rId2">
            <a:extLst>
              <a:ext uri="{28A0092B-C50C-407E-A947-70E740481C1C}">
                <a14:useLocalDpi xmlns:a14="http://schemas.microsoft.com/office/drawing/2010/main" val="0"/>
              </a:ext>
            </a:extLst>
          </a:blip>
          <a:srcRect t="5782" b="9844"/>
          <a:stretch>
            <a:fillRect/>
          </a:stretch>
        </p:blipFill>
        <p:spPr>
          <a:xfrm>
            <a:off x="0" y="0"/>
            <a:ext cx="9144000" cy="5143500"/>
          </a:xfrm>
          <a:prstGeom prst="rect">
            <a:avLst/>
          </a:prstGeom>
        </p:spPr>
      </p:pic>
    </p:spTree>
    <p:extLst>
      <p:ext uri="{BB962C8B-B14F-4D97-AF65-F5344CB8AC3E}">
        <p14:creationId xmlns:p14="http://schemas.microsoft.com/office/powerpoint/2010/main" val="293863704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DD8AB-9376-DF47-3B62-C62770DC32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52319-7BB2-33A4-5530-FDC4D0620253}"/>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br>
              <a:rPr lang="en-US"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Lạy Chiên Thiên Chúa, Đấng xóa tội trần gian:</a:t>
            </a:r>
            <a:endParaRPr lang="en-US" sz="8800" b="1" dirty="0">
              <a:effectLst/>
              <a:latin typeface="Times New Roman (Headings)"/>
              <a:cs typeface="Arial" panose="020B0604020202020204" pitchFamily="34" charset="0"/>
            </a:endParaRPr>
          </a:p>
        </p:txBody>
      </p:sp>
      <p:sp>
        <p:nvSpPr>
          <p:cNvPr id="3" name="Title 1">
            <a:extLst>
              <a:ext uri="{FF2B5EF4-FFF2-40B4-BE49-F238E27FC236}">
                <a16:creationId xmlns:a16="http://schemas.microsoft.com/office/drawing/2014/main" id="{1A1C776A-278F-4296-FCAC-16D992471F07}"/>
              </a:ext>
            </a:extLst>
          </p:cNvPr>
          <p:cNvSpPr txBox="1">
            <a:spLocks/>
          </p:cNvSpPr>
          <p:nvPr/>
        </p:nvSpPr>
        <p:spPr>
          <a:xfrm>
            <a:off x="736600" y="0"/>
            <a:ext cx="7670800" cy="698500"/>
          </a:xfrm>
          <a:prstGeom prst="rect">
            <a:avLst/>
          </a:prstGeom>
        </p:spPr>
        <p:txBody>
          <a:bodyPr vert="horz" lIns="91440" tIns="0" rIns="91440" bIns="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LẠY</a:t>
            </a:r>
            <a:r>
              <a:rPr lang="en-US"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CHIÊN</a:t>
            </a:r>
            <a:r>
              <a:rPr lang="en-US"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THIÊN CHÚA</a:t>
            </a:r>
            <a:endParaRPr lang="en-US" sz="2800" b="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632021700"/>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425D1-87B6-20FB-BEE9-7CED28EFFF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A3141D-F132-B717-062E-FDD830CDFAB7}"/>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vi-VN" sz="8800" b="1" dirty="0">
                <a:latin typeface="Times New Roman (Headings)"/>
                <a:cs typeface="Arial" panose="020B0604020202020204" pitchFamily="34" charset="0"/>
              </a:rPr>
              <a:t>xin thương xót chúng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35624283"/>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D8A8A-E7FC-32F9-295C-DDB8635E2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364102-F419-D02C-ED70-305683D10273}"/>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err="1">
                <a:latin typeface="Times New Roman (Headings)"/>
                <a:cs typeface="Arial" panose="020B0604020202020204" pitchFamily="34" charset="0"/>
              </a:rPr>
              <a:t>Lạy</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Chiên</a:t>
            </a:r>
            <a:r>
              <a:rPr lang="en-US" sz="8800" b="1" dirty="0">
                <a:latin typeface="Times New Roman (Headings)"/>
                <a:cs typeface="Arial" panose="020B0604020202020204" pitchFamily="34" charset="0"/>
              </a:rPr>
              <a:t> Thiên Chúa, </a:t>
            </a:r>
            <a:r>
              <a:rPr lang="en-US" sz="8800" b="1" dirty="0" err="1">
                <a:latin typeface="Times New Roman (Headings)"/>
                <a:cs typeface="Arial" panose="020B0604020202020204" pitchFamily="34" charset="0"/>
              </a:rPr>
              <a:t>Đấng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xóa</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tội</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trần</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gian</a:t>
            </a:r>
            <a:r>
              <a:rPr lang="en-US" sz="8800" b="1" dirty="0">
                <a:latin typeface="Times New Roman (Headings)"/>
                <a:cs typeface="Arial" panose="020B0604020202020204" pitchFamily="34" charset="0"/>
              </a:rPr>
              <a:t>:</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6882587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A0A03-4090-0847-0BE3-DEDBCAA31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5AACF-BB62-9B64-F105-737A986CA799}"/>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vi-VN" sz="8800" b="1" dirty="0">
                <a:latin typeface="Times New Roman (Headings)"/>
                <a:cs typeface="Arial" panose="020B0604020202020204" pitchFamily="34" charset="0"/>
              </a:rPr>
              <a:t>xin thương xót chúng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17202925"/>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AF561-BBB5-7246-BAC6-A618CC5229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5C9F2-7EEF-CDB7-E770-CC363BD46758}"/>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Chiên</a:t>
            </a:r>
            <a:r>
              <a:rPr lang="en-US" sz="8800" b="1" dirty="0">
                <a:effectLst/>
                <a:latin typeface="Times New Roman (Headings)"/>
                <a:cs typeface="Arial" panose="020B0604020202020204" pitchFamily="34" charset="0"/>
              </a:rPr>
              <a:t> Thiên Chúa, </a:t>
            </a:r>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xóa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tội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trần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gian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002065255"/>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A9862-3D27-1788-F65E-C8EE1DD06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73BCC7-4C43-5215-0548-437F6500DF7A}"/>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ban </a:t>
            </a:r>
            <a:r>
              <a:rPr lang="en-US" sz="8800" b="1" dirty="0" err="1">
                <a:effectLst/>
                <a:latin typeface="Times New Roman (Headings)"/>
                <a:cs typeface="Arial" panose="020B0604020202020204" pitchFamily="34" charset="0"/>
              </a:rPr>
              <a:t>bình</a:t>
            </a:r>
            <a:r>
              <a:rPr lang="en-US" sz="8800" b="1" dirty="0">
                <a:effectLst/>
                <a:latin typeface="Times New Roman (Headings)"/>
                <a:cs typeface="Arial" panose="020B0604020202020204" pitchFamily="34" charset="0"/>
              </a:rPr>
              <a:t> an </a:t>
            </a:r>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chúng</a:t>
            </a:r>
            <a:r>
              <a:rPr lang="en-US" sz="88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1826054389"/>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C489F-0128-0A65-2D7F-8FE0A2674507}"/>
            </a:ext>
          </a:extLst>
        </p:cNvPr>
        <p:cNvGrpSpPr/>
        <p:nvPr/>
      </p:nvGrpSpPr>
      <p:grpSpPr>
        <a:xfrm>
          <a:off x="0" y="0"/>
          <a:ext cx="0" cy="0"/>
          <a:chOff x="0" y="0"/>
          <a:chExt cx="0" cy="0"/>
        </a:xfrm>
      </p:grpSpPr>
      <p:pic>
        <p:nvPicPr>
          <p:cNvPr id="3" name="Picture 2" descr="A golden chalice and a cross next to a book&#10;&#10;AI-generated content may be incorrect.">
            <a:extLst>
              <a:ext uri="{FF2B5EF4-FFF2-40B4-BE49-F238E27FC236}">
                <a16:creationId xmlns:a16="http://schemas.microsoft.com/office/drawing/2014/main" id="{A57232F5-7FD6-0AC4-321C-401ABC3B5C6C}"/>
              </a:ext>
            </a:extLst>
          </p:cNvPr>
          <p:cNvPicPr>
            <a:picLocks noChangeAspect="1"/>
          </p:cNvPicPr>
          <p:nvPr/>
        </p:nvPicPr>
        <p:blipFill>
          <a:blip r:embed="rId2">
            <a:extLst>
              <a:ext uri="{28A0092B-C50C-407E-A947-70E740481C1C}">
                <a14:useLocalDpi xmlns:a14="http://schemas.microsoft.com/office/drawing/2010/main" val="0"/>
              </a:ext>
            </a:extLst>
          </a:blip>
          <a:srcRect t="5782" b="9844"/>
          <a:stretch>
            <a:fillRect/>
          </a:stretch>
        </p:blipFill>
        <p:spPr>
          <a:xfrm>
            <a:off x="0" y="0"/>
            <a:ext cx="9144000" cy="5143500"/>
          </a:xfrm>
          <a:prstGeom prst="rect">
            <a:avLst/>
          </a:prstGeom>
        </p:spPr>
      </p:pic>
    </p:spTree>
    <p:extLst>
      <p:ext uri="{BB962C8B-B14F-4D97-AF65-F5344CB8AC3E}">
        <p14:creationId xmlns:p14="http://schemas.microsoft.com/office/powerpoint/2010/main" val="3019897070"/>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2632E-045F-429D-89C2-2B23C4BEE4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C97BC-3BA8-E80B-21BF-07457BED83DA}"/>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vi-VN" sz="8800" b="1" dirty="0">
                <a:effectLst/>
                <a:latin typeface="Times New Roman (Headings)"/>
                <a:cs typeface="Arial" panose="020B0604020202020204" pitchFamily="34" charset="0"/>
              </a:rPr>
              <a:t>Chúng ta hãy vui mừng vì ơn </a:t>
            </a:r>
            <a:br>
              <a:rPr lang="vi-VN"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Chúa cứu độ.</a:t>
            </a:r>
          </a:p>
        </p:txBody>
      </p:sp>
      <p:sp>
        <p:nvSpPr>
          <p:cNvPr id="3" name="Title 1">
            <a:extLst>
              <a:ext uri="{FF2B5EF4-FFF2-40B4-BE49-F238E27FC236}">
                <a16:creationId xmlns:a16="http://schemas.microsoft.com/office/drawing/2014/main" id="{2F46BA91-2D2C-80B4-9A2D-0CAA88032323}"/>
              </a:ext>
            </a:extLst>
          </p:cNvPr>
          <p:cNvSpPr txBox="1">
            <a:spLocks/>
          </p:cNvSpPr>
          <p:nvPr/>
        </p:nvSpPr>
        <p:spPr>
          <a:xfrm>
            <a:off x="736600" y="0"/>
            <a:ext cx="7670800" cy="698500"/>
          </a:xfrm>
          <a:prstGeom prst="rect">
            <a:avLst/>
          </a:prstGeom>
        </p:spPr>
        <p:txBody>
          <a:bodyPr vert="horz" lIns="91440" tIns="0" rIns="91440" bIns="0" rtlCol="0" anchor="b">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6000" b="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339829928"/>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3D426-8AEE-C717-24AB-2C50A3B71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B7419-B699-D60E-76AB-13B6181FFAD8}"/>
              </a:ext>
            </a:extLst>
          </p:cNvPr>
          <p:cNvSpPr>
            <a:spLocks noGrp="1"/>
          </p:cNvSpPr>
          <p:nvPr>
            <p:ph type="ctrTitle"/>
          </p:nvPr>
        </p:nvSpPr>
        <p:spPr>
          <a:xfrm>
            <a:off x="0" y="0"/>
            <a:ext cx="9144000" cy="5143500"/>
          </a:xfrm>
          <a:solidFill>
            <a:srgbClr val="FF9999">
              <a:alpha val="10000"/>
            </a:srgbClr>
          </a:solidFill>
        </p:spPr>
        <p:txBody>
          <a:bodyPr lIns="91440" tIns="0" rIns="91440" bIns="0">
            <a:noAutofit/>
          </a:bodyPr>
          <a:lstStyle/>
          <a:p>
            <a:r>
              <a:rPr lang="vi-VN" sz="8800" b="1" dirty="0">
                <a:effectLst/>
                <a:latin typeface="Times New Roman (Headings)"/>
                <a:cs typeface="Arial" panose="020B0604020202020204" pitchFamily="34" charset="0"/>
              </a:rPr>
              <a:t>Phất cao cờ </a:t>
            </a:r>
            <a:br>
              <a:rPr lang="vi-VN"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mừng danh </a:t>
            </a:r>
            <a:br>
              <a:rPr lang="en-US" sz="8800" b="1" dirty="0">
                <a:effectLst/>
                <a:latin typeface="Times New Roman (Headings)"/>
                <a:cs typeface="Arial" panose="020B0604020202020204" pitchFamily="34" charset="0"/>
              </a:rPr>
            </a:br>
            <a:r>
              <a:rPr lang="vi-VN" sz="8800" b="1" dirty="0">
                <a:effectLst/>
                <a:latin typeface="Times New Roman (Headings)"/>
                <a:cs typeface="Arial" panose="020B0604020202020204" pitchFamily="34" charset="0"/>
              </a:rPr>
              <a:t>Chúa chúng ta.</a:t>
            </a:r>
          </a:p>
        </p:txBody>
      </p:sp>
    </p:spTree>
    <p:extLst>
      <p:ext uri="{BB962C8B-B14F-4D97-AF65-F5344CB8AC3E}">
        <p14:creationId xmlns:p14="http://schemas.microsoft.com/office/powerpoint/2010/main" val="3489254914"/>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XIN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GIỮ</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CON</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Mi </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Trầm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solidFill>
                  <a:srgbClr val="FF0000"/>
                </a:solidFill>
                <a:effectLst/>
                <a:latin typeface="Times New Roman (Headings)"/>
                <a:cs typeface="Arial" panose="020B0604020202020204" pitchFamily="34" charset="0"/>
              </a:rPr>
              <a:t>1. </a:t>
            </a:r>
            <a:r>
              <a:rPr lang="en-US" sz="8800" b="1" dirty="0">
                <a:effectLst/>
                <a:latin typeface="Times New Roman (Headings)"/>
                <a:cs typeface="Arial" panose="020B0604020202020204" pitchFamily="34" charset="0"/>
              </a:rPr>
              <a:t>Xin </a:t>
            </a:r>
            <a:r>
              <a:rPr lang="en-US" sz="8800" b="1" dirty="0" err="1">
                <a:effectLst/>
                <a:latin typeface="Times New Roman (Headings)"/>
                <a:cs typeface="Arial" panose="020B0604020202020204" pitchFamily="34" charset="0"/>
              </a:rPr>
              <a:t>giữ</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để</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phụng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sự</a:t>
            </a:r>
            <a:r>
              <a:rPr lang="en-US" sz="88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52153937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A535B-4335-B11A-691B-D5ACBD6C2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B0CA9-2062-EB02-E68D-E6BEE66863F4}"/>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latin typeface="Times New Roman (Headings)"/>
                <a:cs typeface="Arial" panose="020B0604020202020204" pitchFamily="34" charset="0"/>
              </a:rPr>
              <a:t>con </a:t>
            </a:r>
            <a:r>
              <a:rPr lang="en-US" sz="8800" b="1" dirty="0" err="1">
                <a:latin typeface="Times New Roman (Headings)"/>
                <a:cs typeface="Arial" panose="020B0604020202020204" pitchFamily="34" charset="0"/>
              </a:rPr>
              <a:t>phụng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sự</a:t>
            </a:r>
            <a:r>
              <a:rPr lang="en-US" sz="8800" b="1" dirty="0">
                <a:latin typeface="Times New Roman (Headings)"/>
                <a:cs typeface="Arial" panose="020B0604020202020204" pitchFamily="34" charset="0"/>
              </a:rPr>
              <a:t> Chúa </a:t>
            </a:r>
            <a:r>
              <a:rPr lang="en-US" sz="8800" b="1" dirty="0" err="1">
                <a:latin typeface="Times New Roman (Headings)"/>
                <a:cs typeface="Arial" panose="020B0604020202020204" pitchFamily="34" charset="0"/>
              </a:rPr>
              <a:t>trong</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suốt</a:t>
            </a:r>
            <a:r>
              <a:rPr lang="en-US" sz="8800" b="1" dirty="0">
                <a:latin typeface="Times New Roman (Headings)"/>
                <a:cs typeface="Arial" panose="020B0604020202020204" pitchFamily="34" charset="0"/>
              </a:rPr>
              <a:t> </a:t>
            </a:r>
            <a:r>
              <a:rPr lang="en-US" sz="8800" b="1" dirty="0" err="1">
                <a:latin typeface="Times New Roman (Headings)"/>
                <a:cs typeface="Arial" panose="020B0604020202020204" pitchFamily="34" charset="0"/>
              </a:rPr>
              <a:t>đời</a:t>
            </a:r>
            <a:r>
              <a:rPr lang="en-US" sz="8800" b="1" dirty="0">
                <a:latin typeface="Times New Roman (Headings)"/>
                <a:cs typeface="Arial" panose="020B0604020202020204" pitchFamily="34" charset="0"/>
              </a:rPr>
              <a:t>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48870366"/>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6E723-B84E-EB23-D26D-7F76CB1B79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EC89ED-81D4-2942-3EDE-6F78BAA7D26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Dù khi mỏi mệt, dù khi chán chường.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41247277"/>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85B6-E2BD-648B-179B-895C1F67C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A26F9-B316-7B2A-47B9-4B324E79B26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effectLst/>
                <a:latin typeface="Times New Roman (Headings)"/>
                <a:cs typeface="Arial" panose="020B0604020202020204" pitchFamily="34" charset="0"/>
              </a:rPr>
              <a:t>Xin </a:t>
            </a:r>
            <a:r>
              <a:rPr lang="en-US" sz="8800" b="1" dirty="0" err="1">
                <a:effectLst/>
                <a:latin typeface="Times New Roman (Headings)"/>
                <a:cs typeface="Arial" panose="020B0604020202020204" pitchFamily="34" charset="0"/>
              </a:rPr>
              <a:t>giữ</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phụng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sự</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782993134"/>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B1215-13FE-50C1-7250-456C5BBF2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1F2C78-1E22-2631-2CE3-B447D9B9039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solidFill>
                  <a:srgbClr val="FF0000"/>
                </a:solidFill>
                <a:effectLst/>
                <a:latin typeface="Times New Roman (Headings)"/>
                <a:cs typeface="Arial" panose="020B0604020202020204" pitchFamily="34" charset="0"/>
              </a:rPr>
              <a:t>ĐK</a:t>
            </a:r>
            <a:r>
              <a:rPr lang="en-US" sz="8800" b="1" dirty="0">
                <a:solidFill>
                  <a:srgbClr val="FF0000"/>
                </a:solidFill>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Nguyện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giúp</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bắt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đầu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bắt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đầu</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88855503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487F25-F31A-4D7B-3684-BC6FCA65F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8311B3-53AD-4806-1ECD-5C412461B739}"/>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dù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thất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mỏi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mòn</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vẫn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cậy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trông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19037767"/>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69DA6-A5DC-CC0B-3891-2333DD9DC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586142-098B-BB13-B06F-47AED973D2BF}"/>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Nguyện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giúp</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bắt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đầu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bắt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đầu</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0625374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15263-0064-8FB4-1A58-18B8EB26A7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221F8B-3B86-0043-9DBC-C84C33CE29ED}"/>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này con chiến thắng, này con chiến thắng tươi sáng hy vọng.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33195937"/>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A89B4-5D29-5C16-8949-BCCA9ACFB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D13501-B38B-4B44-D385-5AE0D7B551C2}"/>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solidFill>
                  <a:srgbClr val="FF0000"/>
                </a:solidFill>
                <a:effectLst/>
                <a:latin typeface="Times New Roman (Headings)"/>
                <a:cs typeface="Arial" panose="020B0604020202020204" pitchFamily="34" charset="0"/>
              </a:rPr>
              <a:t>2</a:t>
            </a:r>
            <a:r>
              <a:rPr lang="en-US" sz="8800" b="1" dirty="0">
                <a:solidFill>
                  <a:srgbClr val="FF0000"/>
                </a:solidFill>
                <a:effectLst/>
                <a:latin typeface="Times New Roman (Headings)"/>
                <a:cs typeface="Arial" panose="020B0604020202020204" pitchFamily="34" charset="0"/>
              </a:rPr>
              <a:t>.</a:t>
            </a:r>
            <a:r>
              <a:rPr lang="vi-VN" sz="8800" b="1" dirty="0">
                <a:solidFill>
                  <a:srgbClr val="FF0000"/>
                </a:solidFill>
                <a:effectLst/>
                <a:latin typeface="Times New Roman (Headings)"/>
                <a:cs typeface="Arial" panose="020B0604020202020204" pitchFamily="34" charset="0"/>
              </a:rPr>
              <a:t> </a:t>
            </a:r>
            <a:r>
              <a:rPr lang="vi-VN" sz="8800" b="1" dirty="0">
                <a:effectLst/>
                <a:latin typeface="Times New Roman (Headings)"/>
                <a:cs typeface="Arial" panose="020B0604020202020204" pitchFamily="34" charset="0"/>
              </a:rPr>
              <a:t>Xin giữ con để con được đổi mới,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49331885"/>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E6836-CB62-B4AD-602E-F1B1ADD663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563DA-90CE-168D-C141-665A3B0BCD6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800" b="1" dirty="0">
                <a:effectLst/>
                <a:latin typeface="Times New Roman (Headings)"/>
                <a:cs typeface="Arial" panose="020B0604020202020204" pitchFamily="34" charset="0"/>
              </a:rPr>
              <a:t>đây đời của con sẽ mãi đẹp tươi.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33461079"/>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E149E-8351-101A-892C-0638D4CE6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9D0DC3-A79D-A3FE-6074-DEE3CE4AC7B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Dù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phản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bội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lỗi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tội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11308956"/>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9AB0B-AE3C-2800-C183-78144EBB4C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5BC59-630C-20EB-8BF0-6C1A4CBF078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a:effectLst/>
                <a:latin typeface="Times New Roman (Headings)"/>
                <a:cs typeface="Arial" panose="020B0604020202020204" pitchFamily="34" charset="0"/>
              </a:rPr>
              <a:t>Xin </a:t>
            </a:r>
            <a:r>
              <a:rPr lang="en-US" sz="8800" b="1" dirty="0" err="1">
                <a:effectLst/>
                <a:latin typeface="Times New Roman (Headings)"/>
                <a:cs typeface="Arial" panose="020B0604020202020204" pitchFamily="34" charset="0"/>
              </a:rPr>
              <a:t>giữ</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khiêm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cung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về</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440124081"/>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A2890-EEB6-9366-B961-477A0E1637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93C11-4549-0546-2CA6-93252ED0FE10}"/>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solidFill>
                  <a:srgbClr val="FF0000"/>
                </a:solidFill>
                <a:effectLst/>
                <a:latin typeface="Times New Roman (Headings)"/>
                <a:cs typeface="Arial" panose="020B0604020202020204" pitchFamily="34" charset="0"/>
              </a:rPr>
              <a:t>ĐK</a:t>
            </a:r>
            <a:r>
              <a:rPr lang="en-US" sz="8800" b="1" dirty="0">
                <a:solidFill>
                  <a:srgbClr val="FF0000"/>
                </a:solidFill>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Nguyện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giúp</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bắt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đầu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bắt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đầu</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24147168"/>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FCBA7-B289-2EAB-02EB-E5B51EFE23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30503D-6FA6-DE53-6727-F70C5CB8AA65}"/>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dù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thất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mỏi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mòn</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vẫn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cậy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trông</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4569285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8CF77-D6B7-B55E-819D-563266E9F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796937-17E0-F9AE-ECA1-9557C21BA3E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Nguyện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giúp</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bắt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đầu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bắt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đầu</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047914666"/>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DB08F-54B2-B0BA-D6D2-43CD27794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8330DA-3572-4B26-3051-0CDA31580EE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này con chiến thắng, này con chiến thắng tươi sáng hy vọng.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88986110"/>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3E11A-43D2-FEA2-F279-5D319C4262A0}"/>
            </a:ext>
          </a:extLst>
        </p:cNvPr>
        <p:cNvGrpSpPr/>
        <p:nvPr/>
      </p:nvGrpSpPr>
      <p:grpSpPr>
        <a:xfrm>
          <a:off x="0" y="0"/>
          <a:ext cx="0" cy="0"/>
          <a:chOff x="0" y="0"/>
          <a:chExt cx="0" cy="0"/>
        </a:xfrm>
      </p:grpSpPr>
      <p:pic>
        <p:nvPicPr>
          <p:cNvPr id="2" name="Picture 2" descr="Có thể là hình ảnh về ‎văn bản cho biết '‎CHỦA NHẬT HИK THƯỪNG NIÊN NĂM C DỤ NGÔN NGƯỜI PHARISÊU UÀ NGƯỜI THU THUẾ Người โทน thuế khi IrỬ Kuống mà đuợc nên công chính chính;còn Còn اوn Pha-ri-sêu Pha- thì không. ai còn ai hạ mình Kuống sẽ ĐUỢC lôn lên. LC18,9-14‎'‎">
            <a:extLst>
              <a:ext uri="{FF2B5EF4-FFF2-40B4-BE49-F238E27FC236}">
                <a16:creationId xmlns:a16="http://schemas.microsoft.com/office/drawing/2014/main" id="{E6A2AD21-F329-D52D-AA6C-4FF477DE31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8164811"/>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CON XIN</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 MẸ</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a:t>
            </a:r>
            <a:r>
              <a:rPr lang="vi-VN" sz="8000" b="1" dirty="0">
                <a:effectLst/>
                <a:latin typeface="Times New Roman (Headings)"/>
                <a:cs typeface="Arial" panose="020B0604020202020204" pitchFamily="34" charset="0"/>
              </a:rPr>
              <a:t> Mẹ ơi trước nhan Mẹ con dâng về Mẹ.</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0854A-30FD-74BA-D760-3D98AFF089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86308-F178-7F8F-C4CD-1D711E0E4B3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Một tràng hoa mân côi và ngàn lời ca chan chứa tình yêu.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58446063"/>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C5B5C-CDF7-D0B9-7A1A-70562510C5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B0D183-93BC-177E-321E-A32048051C3B}"/>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Lời con tiếng ca hòa dâng lên Mẹ hiền.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48436994"/>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DD067-F22B-E651-CD86-B6F7592E86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9FA33-D4E1-84ED-9BF4-99D00068C9C3}"/>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Tựa ngàn hoa thắm tươi xin dâng lên Mẹ thương yêu.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68428033"/>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7D6B4-25A4-68BA-E2A0-C34789D7FB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472C8-B9C7-DF7D-AE39-1E208F835DB8}"/>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000" b="1" dirty="0">
                <a:solidFill>
                  <a:srgbClr val="FF0000"/>
                </a:solidFill>
                <a:effectLst/>
                <a:latin typeface="Times New Roman (Headings)"/>
                <a:cs typeface="Arial" panose="020B0604020202020204" pitchFamily="34" charset="0"/>
              </a:rPr>
              <a:t>1. </a:t>
            </a:r>
            <a:r>
              <a:rPr lang="en-US" sz="8000" b="1" dirty="0">
                <a:effectLst/>
                <a:latin typeface="Times New Roman (Headings)"/>
                <a:cs typeface="Arial" panose="020B0604020202020204" pitchFamily="34" charset="0"/>
              </a:rPr>
              <a:t>Trong </a:t>
            </a:r>
            <a:r>
              <a:rPr lang="en-US" sz="8000" b="1" dirty="0" err="1">
                <a:effectLst/>
                <a:latin typeface="Times New Roman (Headings)"/>
                <a:cs typeface="Arial" panose="020B0604020202020204" pitchFamily="34" charset="0"/>
              </a:rPr>
              <a:t>khi</a:t>
            </a:r>
            <a:r>
              <a:rPr lang="en-US" sz="8000" b="1" dirty="0">
                <a:effectLst/>
                <a:latin typeface="Times New Roman (Headings)"/>
                <a:cs typeface="Arial" panose="020B0604020202020204" pitchFamily="34" charset="0"/>
              </a:rPr>
              <a:t> an </a:t>
            </a:r>
            <a:r>
              <a:rPr lang="en-US" sz="8000" b="1" dirty="0" err="1">
                <a:effectLst/>
                <a:latin typeface="Times New Roman (Headings)"/>
                <a:cs typeface="Arial" panose="020B0604020202020204" pitchFamily="34" charset="0"/>
              </a:rPr>
              <a:t>vui</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Mẹ</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trọn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niềm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trìu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mến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885593117"/>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D0295-385D-3EA3-CD3D-7E434BD76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96B165-88CB-575F-802C-4729B154936A}"/>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Khi con cô đơn xin dâng về Mẹ đời những gian truân Mẹ sẽ ủi an.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83117550"/>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0C564-C4F7-FACE-5E59-4B991DBC7E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EC226D-96D8-ED37-F425-ACDD89BDE5BE}"/>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solidFill>
                  <a:srgbClr val="FF0000"/>
                </a:solidFill>
                <a:effectLst/>
                <a:latin typeface="Times New Roman (Headings)"/>
                <a:cs typeface="Arial" panose="020B0604020202020204" pitchFamily="34" charset="0"/>
              </a:rPr>
              <a:t>ĐK</a:t>
            </a:r>
            <a:r>
              <a:rPr lang="en-US" sz="8000" b="1" dirty="0">
                <a:solidFill>
                  <a:srgbClr val="FF0000"/>
                </a:solidFill>
                <a:effectLst/>
                <a:latin typeface="Times New Roman (Headings)"/>
                <a:cs typeface="Arial" panose="020B0604020202020204" pitchFamily="34" charset="0"/>
              </a:rPr>
              <a:t>:</a:t>
            </a:r>
            <a:r>
              <a:rPr lang="vi-VN" sz="8000" b="1" dirty="0">
                <a:effectLst/>
                <a:latin typeface="Times New Roman (Headings)"/>
                <a:cs typeface="Arial" panose="020B0604020202020204" pitchFamily="34" charset="0"/>
              </a:rPr>
              <a:t> Mẹ ơi trước nhan Mẹ con dâng về Mẹ.</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513787"/>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5B2F5-E27C-A866-D010-513566035D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E87E1-63C2-0ACB-6786-EF16E721989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Một tràng hoa mân côi và ngàn lời ca chan chứa tình yêu.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81898177"/>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4B3A8-731F-7CC1-45A0-4F497E2BBC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04531-0A62-4613-0463-2CF1AC494161}"/>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Lời con tiếng ca hòa dâng lên Mẹ hiền.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41693929"/>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A5AFF-C58D-8DFB-E594-3836892497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F8C236-D94D-A558-1631-5D4CBBF12F35}"/>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8000" b="1" dirty="0">
                <a:effectLst/>
                <a:latin typeface="Times New Roman (Headings)"/>
                <a:cs typeface="Arial" panose="020B0604020202020204" pitchFamily="34" charset="0"/>
              </a:rPr>
              <a:t>Tựa ngàn hoa thắm tươi xin dâng lên Mẹ thương yêu.</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97870295"/>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88FC9-0172-5928-8564-8391EDBE2DA7}"/>
            </a:ext>
          </a:extLst>
        </p:cNvPr>
        <p:cNvGrpSpPr/>
        <p:nvPr/>
      </p:nvGrpSpPr>
      <p:grpSpPr>
        <a:xfrm>
          <a:off x="0" y="0"/>
          <a:ext cx="0" cy="0"/>
          <a:chOff x="0" y="0"/>
          <a:chExt cx="0" cy="0"/>
        </a:xfrm>
      </p:grpSpPr>
      <p:pic>
        <p:nvPicPr>
          <p:cNvPr id="2" name="Picture 2" descr="Có thể là hình ảnh về ‎văn bản cho biết '‎CHỦA NHẬT HИK THƯỪNG NIÊN NĂM C DỤ NGÔN NGƯỜI PHARISÊU UÀ NGƯỜI THU THUẾ Người โทน thuế khi IrỬ Kuống mà đuợc nên công chính chính;còn Còn اوn Pha-ri-sêu Pha- thì không. ai còn ai hạ mình Kuống sẽ ĐUỢC lôn lên. LC18,9-14‎'‎">
            <a:extLst>
              <a:ext uri="{FF2B5EF4-FFF2-40B4-BE49-F238E27FC236}">
                <a16:creationId xmlns:a16="http://schemas.microsoft.com/office/drawing/2014/main" id="{F7465072-3F9B-617C-F3A1-02CF5DA770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5759781"/>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1585</TotalTime>
  <Words>4102</Words>
  <Application>Microsoft Office PowerPoint</Application>
  <PresentationFormat>On-screen Show (16:9)</PresentationFormat>
  <Paragraphs>425</Paragraphs>
  <Slides>257</Slides>
  <Notes>95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257</vt:i4>
      </vt:variant>
    </vt:vector>
  </HeadingPairs>
  <TitlesOfParts>
    <vt:vector size="264"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CA KHÚC HỒNG ÂN 1</vt:lpstr>
      <vt:lpstr>1. Hân hoan lời tụng ca dâng Chúa khúc nhạc huyền mơ.</vt:lpstr>
      <vt:lpstr>Một bài thơ trìu mến ân tình đượm nét đơn sơ.</vt:lpstr>
      <vt:lpstr>ÐK: Hân hoan lời tụng ca đoàn  con dâng Chúa  đêm ngày.</vt:lpstr>
      <vt:lpstr>Hát cho muôn  thế hệ hãy ngợi  ca hồng ân  Thiên Chúa.</vt:lpstr>
      <vt:lpstr>Muôn đời Chúa thương con người ôi tình Chúa chẳng nhạt phai.</vt:lpstr>
      <vt:lpstr>Trái tim thơ trả lại tình ca mến yêu muôn đời.</vt:lpstr>
      <vt:lpstr>PowerPoint Presentation</vt:lpstr>
      <vt:lpstr>KINH VINH DANH</vt:lpstr>
      <vt:lpstr>A+B: và bình an dưới thế cho người thiện tâm.</vt:lpstr>
      <vt:lpstr>A: Chúng con ca ngợi Chúa, B: chúng con chúc tụng Chúa,</vt:lpstr>
      <vt:lpstr>A: chúng   con  thờ lạy Chúa, B: chúng con tôn vinh Chúa,</vt:lpstr>
      <vt:lpstr>A: chúng con cảm tạ Chúa vì vinh quang cao cả Chúa.</vt:lpstr>
      <vt:lpstr>B: Lạy Chúa là Thiên Chúa, là Vua trên trời, là Chúa Cha toàn năng.</vt:lpstr>
      <vt:lpstr>A: Lạy Con một Thiên Chúa, Chúa Giêsu Kitô.</vt:lpstr>
      <vt:lpstr>B: Lạy Chúa là Thiên Chúa, là Chiên Thiên Chúa, là Con Ðức Chúa Cha,</vt:lpstr>
      <vt:lpstr>A: Chúa xóa tội trần gian,  xin thương xót chúng con,</vt:lpstr>
      <vt:lpstr>B: Chúa xóa tội trần gian, xin nhậm lời chúng con cầu khẩn.</vt:lpstr>
      <vt:lpstr>A: Chúa ngự bên hữu Ðức Chúa Cha, xin thương xót chúng con.</vt:lpstr>
      <vt:lpstr>B: Vì lạy Chúa Giêsu Kitô, chỉ có Chúa là Ðấng Thánh,</vt:lpstr>
      <vt:lpstr>chỉ có Chúa là Chúa, chỉ có Chúa là Ðấng Tối Cao,</vt:lpstr>
      <vt:lpstr>A+B: Cùng Ðức Chúa Thánh Thần trong vinh quang Ðức Chúa Cha. Amen.</vt:lpstr>
      <vt:lpstr>PowerPoint Presentation</vt:lpstr>
      <vt:lpstr>PowerPoint Presentation</vt:lpstr>
      <vt:lpstr>ĐÁP CA THÁNH VỊNH 33 (Lm. Thái Nguyên)  (03 câu)</vt:lpstr>
      <vt:lpstr>1/3. Tôi chúc tụng Chúa trong mọi lúc, miệng lưỡi tôi luôn ngợi khen Ngài.</vt:lpstr>
      <vt:lpstr> Ở trong Chúa linh hồn tôi hãnh diện người ơi!</vt:lpstr>
      <vt:lpstr>Bạn nghèo hãy nghe và cùng mừng vui.</vt:lpstr>
      <vt:lpstr>ĐK:  Kìa người đau khổ cầu cứu Chúa đã nghe.</vt:lpstr>
      <vt:lpstr>Ngài cứu thoát họ khỏi những người gian ác.</vt:lpstr>
      <vt:lpstr>Kìa người khốn khó cầu Chúa thương giữ gìn.</vt:lpstr>
      <vt:lpstr>Ngài đã ra tay phúc ân  ban an bình.</vt:lpstr>
      <vt:lpstr>2/3. Thiên Chúa thẳng tay chống bọn ác và xoá tan chúng trên cõi đời.</vt:lpstr>
      <vt:lpstr>Người hiền đức kêu cầu và Chúa đã nghe thấu.</vt:lpstr>
      <vt:lpstr>Chúa đã cứu thoát khỏi mọi sầu lo.</vt:lpstr>
      <vt:lpstr>ĐK:  Kìa người đau khổ cầu cứu Chúa đã nghe.</vt:lpstr>
      <vt:lpstr>Ngài cứu thoát họ khỏi những người gian ác.</vt:lpstr>
      <vt:lpstr>Kìa người khốn khó cầu Chúa thương giữ gìn.</vt:lpstr>
      <vt:lpstr>Ngài đã ra tay phúc ân  ban an bình.</vt:lpstr>
      <vt:lpstr>3/3. Thiên Chúa kề bên ai đoạn trường và cứu chữa tâm hồn đau buồn.</vt:lpstr>
      <vt:lpstr>Ngài cứu chữa tâm hồn ai nương tựa nơi Chúa,</vt:lpstr>
      <vt:lpstr>một lòng cậy  trông vào lòng  nhân Chúa.</vt:lpstr>
      <vt:lpstr>Chúa hiển trị ngàn dân kính thờ.</vt:lpstr>
      <vt:lpstr>ĐK:  Kìa người đau khổ cầu cứu Chúa đã nghe.</vt:lpstr>
      <vt:lpstr>Ngài cứu thoát họ khỏi những người gian ác.</vt:lpstr>
      <vt:lpstr>Kìa người khốn khó cầu Chúa thương giữ gìn.</vt:lpstr>
      <vt:lpstr>Ngài đã ra tay phúc ân  ban an bình.</vt:lpstr>
      <vt:lpstr>PowerPoint Presentation</vt:lpstr>
      <vt:lpstr>PowerPoint Presentation</vt:lpstr>
      <vt:lpstr>All… All...   Chúa phán: “Thầy là đường là sự thật và là sự sống;</vt:lpstr>
      <vt:lpstr> không ai đến được với Cha mà lại không qua Thầy.” All…All…</vt:lpstr>
      <vt:lpstr>PowerPoint Presentation</vt:lpstr>
      <vt:lpstr>CT: 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DÂNG LỜI CẢM MẾN (Phanxicô)</vt:lpstr>
      <vt:lpstr>1. Như dòng nến trôi trên bàn thờ, tâm hồn con lâng lâng niềm cảm mến</vt:lpstr>
      <vt:lpstr>vô bờ. Xin tiến dâng đây con tim ươm bao ước vọng,</vt:lpstr>
      <vt:lpstr>ĐK: Kính tiến Chúa tình yêu bao nhiêu mà có gì. </vt:lpstr>
      <vt:lpstr>Xin hãy thánh hoá lòng con, tình yêu mới bước tới  ngày mai. </vt:lpstr>
      <vt:lpstr>2. Bao ngày tháng xuôi theo dòng đời, tâm hồn con lênh đênh tìm hạnh phúc</vt:lpstr>
      <vt:lpstr>mong chờ. Xin Chúa thương khi con đây trông mong đến Ngài,</vt:lpstr>
      <vt:lpstr>là Núi đá che chở người tháng năm.</vt:lpstr>
      <vt:lpstr>ĐK: Kính tiến Chúa tình yêu bao nhiêu mà có gì. </vt:lpstr>
      <vt:lpstr>Xin hãy thánh hoá lòng con, tình yêu mới bước tới  ngày mai. </vt:lpstr>
      <vt:lpstr>3. Như giọt nước  tan trong rượu lành, tâm hồn  con hân hoan</vt:lpstr>
      <vt:lpstr>hòa nhịp với muôn người. Xin Chúa thương cho muôn nơi an vui</vt:lpstr>
      <vt:lpstr>thái hòa, tình Chúa thấm trong cuộc đời ước mơ.</vt:lpstr>
      <vt:lpstr>ĐK: Kính tiến Chúa tình yêu bao nhiêu mà có gì. </vt:lpstr>
      <vt:lpstr>Xin hãy thánh hoá lòng con, tình yêu mới bước tới  ngày mai. </vt:lpstr>
      <vt:lpstr>PowerPoint Presentation</vt:lpstr>
      <vt:lpstr>Thánh! Thánh! Thánh!</vt:lpstr>
      <vt:lpstr>Chúa là  Thiên Chúa  các đạo binh.</vt:lpstr>
      <vt:lpstr>Trời đất đầy vinh quang Chúa.</vt:lpstr>
      <vt:lpstr>Hoan hô Chúa trên các tầng trời.</vt:lpstr>
      <vt:lpstr>Chúc tụng Đấng ngự đến nhân  danh Chúa.</vt:lpstr>
      <vt:lpstr>Hoan hô Chúa trên các tầng trời.</vt:lpstr>
      <vt:lpstr>PowerPoint Presentation</vt:lpstr>
      <vt:lpstr> Lạy Chiên Thiên Chúa, Đấng xóa tội trần gian:</vt:lpstr>
      <vt:lpstr>xin thương xót chúng con.</vt:lpstr>
      <vt:lpstr>Lạy Chiên Thiên Chúa, Đấng xóa tội trần gian:</vt:lpstr>
      <vt:lpstr>xin thương xót chúng con.</vt:lpstr>
      <vt:lpstr>Lạy Chiên Thiên Chúa, Đấng xóa tội trần gian:</vt:lpstr>
      <vt:lpstr>xin ban bình an cho chúng con.</vt:lpstr>
      <vt:lpstr>PowerPoint Presentation</vt:lpstr>
      <vt:lpstr>Chúng ta hãy vui mừng vì ơn  Chúa cứu độ.</vt:lpstr>
      <vt:lpstr>Phất cao cờ  mừng danh  Chúa chúng ta.</vt:lpstr>
      <vt:lpstr>HIỆP LỄ XIN GIỮ CON (Lm. Mi Trầm)</vt:lpstr>
      <vt:lpstr>1. Xin giữ con để con phụng sự Chúa,</vt:lpstr>
      <vt:lpstr>con phụng sự Chúa trong suốt đời con.</vt:lpstr>
      <vt:lpstr>Dù khi mỏi mệt, dù khi chán chường.</vt:lpstr>
      <vt:lpstr>Xin giữ con luôn luôn phụng sự Ngài.</vt:lpstr>
      <vt:lpstr>ĐK: Nguyện xin Chúa giúp con bắt đầu và lại bắt đầu,</vt:lpstr>
      <vt:lpstr>dù khi thất bại, dù khi mỏi mòn con vẫn cậy trông.</vt:lpstr>
      <vt:lpstr>Nguyện xin Chúa giúp con bắt đầu và lại bắt đầu,</vt:lpstr>
      <vt:lpstr>này con chiến thắng, này con chiến thắng tươi sáng hy vọng.</vt:lpstr>
      <vt:lpstr>2. Xin giữ con để con được đổi mới,</vt:lpstr>
      <vt:lpstr>đây đời của con sẽ mãi đẹp tươi.</vt:lpstr>
      <vt:lpstr>Dù khi phản bội, dù khi lỗi tội.</vt:lpstr>
      <vt:lpstr>Xin giữ con khiêm cung về với Ngài.</vt:lpstr>
      <vt:lpstr>ĐK: Nguyện xin Chúa giúp con bắt đầu và lại bắt đầu,</vt:lpstr>
      <vt:lpstr>dù khi thất bại, dù khi mỏi mòn con vẫn cậy trông.</vt:lpstr>
      <vt:lpstr>Nguyện xin Chúa giúp con bắt đầu và lại bắt đầu,</vt:lpstr>
      <vt:lpstr>này con chiến thắng, này con chiến thắng tươi sáng hy vọng.</vt:lpstr>
      <vt:lpstr>PowerPoint Presentation</vt:lpstr>
      <vt:lpstr>KẾT LỄ CON XIN DÂNG MẸ</vt:lpstr>
      <vt:lpstr>ĐK: Mẹ ơi trước nhan Mẹ con dâng về Mẹ.</vt:lpstr>
      <vt:lpstr>Một tràng hoa mân côi và ngàn lời ca chan chứa tình yêu.</vt:lpstr>
      <vt:lpstr>Lời con tiếng ca hòa dâng lên Mẹ hiền.</vt:lpstr>
      <vt:lpstr>Tựa ngàn hoa thắm tươi xin dâng lên Mẹ thương yêu.</vt:lpstr>
      <vt:lpstr>1. Trong khi an vui con dâng lên Mẹ tình yêu xin dâng trọn niềm trìu mến.</vt:lpstr>
      <vt:lpstr>Khi con cô đơn xin dâng về Mẹ đời những gian truân Mẹ sẽ ủi an.</vt:lpstr>
      <vt:lpstr>ĐK: Mẹ ơi trước nhan Mẹ con dâng về Mẹ.</vt:lpstr>
      <vt:lpstr>Một tràng hoa mân côi và ngàn lời ca chan chứa tình yêu.</vt:lpstr>
      <vt:lpstr>Lời con tiếng ca hòa dâng lên Mẹ hiền.</vt:lpstr>
      <vt:lpstr>Tựa ngàn hoa thắm tươi xin dâng lên Mẹ thương yêu.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cp:lastModifiedBy>Lý Thanh Ngô</cp:lastModifiedBy>
  <cp:revision>1641</cp:revision>
  <cp:lastPrinted>2025-09-26T13:19:17Z</cp:lastPrinted>
  <dcterms:created xsi:type="dcterms:W3CDTF">2023-01-29T22:00:16Z</dcterms:created>
  <dcterms:modified xsi:type="dcterms:W3CDTF">2025-10-24T23:08:09Z</dcterms:modified>
</cp:coreProperties>
</file>