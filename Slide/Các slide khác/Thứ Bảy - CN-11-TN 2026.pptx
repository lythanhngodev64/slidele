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8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91.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90.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notesSlide+xml" PartName="/ppt/notesSlides/notesSlide188.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184.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98" roundtripDataSignature="AMtx7mjZ03uLcDvXfq/ctfGEXCBWqCWy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customschemas.google.com/relationships/presentationmetadata" Target="metadata"/><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b98287b44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eb98287b44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b98287b4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eb98287b4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b98287b44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eb98287b44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b98287b44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eb98287b44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eb98287b44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eb98287b44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8a8273fd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8a8273fd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b98287b44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b98287b44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8a8273fd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8a8273fd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b98287b4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b98287b4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8" name="Google Shape;70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eb98287b44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eb98287b44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b98287b44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g3eb98287b44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eb98287b4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eb98287b44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eb98287b4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eb98287b4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e8a8273fd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e8a8273fd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e8a8273fd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e8a8273fd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b98287b4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eb98287b4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b98287b44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b98287b44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b98287b44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eb98287b44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b98287b4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eb98287b4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1" name="Google Shape;95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e5a0c7ab5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e5a0c7ab5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eb98287b44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eb98287b44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e8a8273fd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e8a8273fd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e8a8273fd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e8a8273fd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e8a8273fd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e8a8273fd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eb98287b44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eb98287b44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eb98287b44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eb98287b44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eb98287b4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eb98287b4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eb98287b44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eb98287b44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b98287b44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eb98287b44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eb98287b44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eb98287b44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eb98287b44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eb98287b44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eb98287b44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eb98287b44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eb98287b4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eb98287b4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eb98287b4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eb98287b4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6.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4.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4.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4.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4.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5.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eb98287b44_0_8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ĐẾN VỚI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(Thanh Đạt)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Đoàn con vui bước tiến lên cung điện Thiên Chúa, tấu lên bài ca chúc khen danh Vua nhân trần.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Cùng muôn ánh nến thắp cao tình yêu Thiên Chúa, mãi mãi chiếu soi khắp nơi chan hòa phúc ân.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Hân hoan chúc tụng tình Ngài đẹp nồng, hồn con cảm mến Chúa ban hồng 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Cao rao danh Ngài, truyền khắp thôn làng ngàn thu vang tiếng Chúa yêu con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eb98287b4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Đoàn con vui bước tiến lên cung điện Thiên Chúa, tấu lên bài ca chúc khen danh Vua nhân trần.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eb98287b44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Cùng muôn ánh nến thắp cao tình yêu Thiên Chúa, mãi mãi chiếu soi khắp nơi chan hòa phúc ân.</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eb98287b44_0_9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eb98287b44_0_9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99</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Hỡi toàn thể địa cầu hãy tung hô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phụng thờ Chúa với niềm hân hoan, cất tiếng reo mừng vào trước Thánh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Ta là dân tộc, là đoàn chiên tay Chúa dẫn dắt.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Hãy thành khẩn tin nhận Ngài là Thiên Chúa, tạo thành ta, ta thuộc về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8a8273fd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là dân tộc đoàn chiên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b98287b44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Ta là dân tộc, là đoàn chiên tay Chúa dẫn dắt.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Bởi vì ở nơi Ngài đầy lòng nhân ái,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8a8273fd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Mãi tới muôn đời Ngài vẫn sáng ngời.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b98287b4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Ta là dân tộc, là đoàn chiên tay Chúa dẫn dắt.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2" name="Shape 702"/>
        <p:cNvGrpSpPr/>
        <p:nvPr/>
      </p:nvGrpSpPr>
      <p:grpSpPr>
        <a:xfrm>
          <a:off x="0" y="0"/>
          <a:ext cx="0" cy="0"/>
          <a:chOff x="0" y="0"/>
          <a:chExt cx="0" cy="0"/>
        </a:xfrm>
      </p:grpSpPr>
      <p:sp>
        <p:nvSpPr>
          <p:cNvPr id="703" name="Google Shape;70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4" name="Google Shape;70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Lạy Chúa, Lời của Chúa là thần trí </a:t>
            </a:r>
            <a:br>
              <a:rPr b="1" lang="en-US" sz="7000">
                <a:solidFill>
                  <a:schemeClr val="lt1"/>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và là sự sống; </a:t>
            </a:r>
            <a:endParaRPr b="1" sz="6300">
              <a:solidFill>
                <a:schemeClr val="lt1"/>
              </a:solidFill>
              <a:latin typeface="Times New Roman"/>
              <a:ea typeface="Times New Roman"/>
              <a:cs typeface="Times New Roman"/>
              <a:sym typeface="Times New Roman"/>
            </a:endParaRPr>
          </a:p>
        </p:txBody>
      </p:sp>
      <p:sp>
        <p:nvSpPr>
          <p:cNvPr id="711" name="Google Shape;71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Chúa có Lời ban sự sống ngàn thu.</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pic>
        <p:nvPicPr>
          <p:cNvPr id="721" name="Google Shape;721;g3baa6357486_0_1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g3eb98287b44_0_10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32" name="Google Shape;73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g3eb98287b44_0_10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NÂNG CAO (2)</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(Hạ Đăng)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Trên đôi tay con dâng lên tôn nhan Cha uy linh.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thân phận bụi tro bao nhiêu năm gánh vác lao đao.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eb98287b4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Chúa chí ái hương hoa thiêng, kinh tin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eb98287b4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mãi mãi trong Cha con nghỉ ngơi.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Và hiệp cùng hiến lễ chí thánh, rượu ngọt nồng với tấm bánh trắng,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Vua Trời cao sang mừng, hát khen danh Ngài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e8a8273fd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Ôi Cha thân yêu ơi, hôm nay đây, con dâng lên.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e8a8273fd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ước vọng đời con: Noi theo gương sáng Chúa Giê-su.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eb98287b4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Gương khiêm nhu thâm sâu nơi tim Cha, đời hiền hoà.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eb98287b44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lòng con luôn hướng đến tim Cha cả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eb98287b44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Và hiệp cùng hiến lễ chí thánh, rượu ngọt nồng với tấm bánh trắng,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eb98287b4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dâng Vua Trời cao sang mừng, hát khen danh Ngài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pic>
        <p:nvPicPr>
          <p:cNvPr id="902" name="Google Shape;90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id="922" name="Google Shape;92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300">
                <a:solidFill>
                  <a:schemeClr val="lt1"/>
                </a:solidFill>
                <a:latin typeface="Times New Roman"/>
                <a:ea typeface="Times New Roman"/>
                <a:cs typeface="Times New Roman"/>
                <a:sym typeface="Times New Roman"/>
              </a:rPr>
              <a:t>Có một điều tôi xin Chúa, một điều tôi kiếm tìm, đó là tôi được cư ngụ trong nhà Chúa suốt đời tôi.</a:t>
            </a:r>
            <a:endParaRPr b="1" sz="6300">
              <a:solidFill>
                <a:schemeClr val="lt1"/>
              </a:solidFill>
              <a:latin typeface="Times New Roman"/>
              <a:ea typeface="Times New Roman"/>
              <a:cs typeface="Times New Roman"/>
              <a:sym typeface="Times New Roman"/>
            </a:endParaRPr>
          </a:p>
        </p:txBody>
      </p:sp>
      <p:sp>
        <p:nvSpPr>
          <p:cNvPr id="948" name="Google Shape;94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pic>
        <p:nvPicPr>
          <p:cNvPr id="953" name="Google Shape;95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TÂM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HIẾN DÂNG</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(Oanh Sông Lam)</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Thương con từ ngàn xưa, một tình yêu chan chứa,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chọn con đi làm đuốc sáng chiếu soi trần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e5a0c7ab5b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Cho con say tình mến và này con xin đến, một đời trung trinh làm muối đất ướp cho mặn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eb98287b44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e8a8273fd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Trao cho con lời Chúa dù đời con hoen 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e8a8273fd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đời con đem lời chân lý đến cho mọi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e8a8273fd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Ra đi đây nguyện ước và này con gieo bước,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eb98287b44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nguyện đời con đem nguồn yêu mến đến cho mọi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eb98287b44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eb98287b44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Chân đi đạp đồi non, biển đời bao sóng gió,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eb98287b44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đỡ nâng con dù nguy biến vẫn ở cùng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eb98287b44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Yêu thương làm hành trang, ngọn đèn tim thắp sáng,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eb98287b44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một đời vui như đàn chim hót suối reo đầu ngàn.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eb98287b44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Biết lấy gì cảm mến, biết lấy chi báo đền, hồng ân Chúa cao vời, Chúa đã làm cho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pic>
        <p:nvPicPr>
          <p:cNvPr id="1038" name="Google Shape;1038;g3eb98287b44_0_10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THẮP SÁNG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(Trầm Hương)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eb98287b4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Thắp sáng lên trong con tình yêu Chúa. Thắp sáng lên trong con tình tuyệt vời.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1.</a:t>
            </a:r>
            <a:r>
              <a:rPr b="1" lang="en-US" sz="6800">
                <a:solidFill>
                  <a:srgbClr val="FFFFFF"/>
                </a:solidFill>
                <a:latin typeface="Times New Roman"/>
                <a:ea typeface="Times New Roman"/>
                <a:cs typeface="Times New Roman"/>
                <a:sym typeface="Times New Roman"/>
              </a:rPr>
              <a:t> Để con hân hoan đem tin yêu đi về muôn lối. Tựa như mưa tuôn, mưa hồng ân Chúa trên trần đời.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eb98287b4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Thắp sáng lên trong con tình yêu Chúa. Thắp sáng lên trong con tình tuyệt vời.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