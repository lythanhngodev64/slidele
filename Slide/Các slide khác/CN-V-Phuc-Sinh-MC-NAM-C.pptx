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7"/>
  </p:notesMasterIdLst>
  <p:sldIdLst>
    <p:sldId id="10092" r:id="rId2"/>
    <p:sldId id="321" r:id="rId3"/>
    <p:sldId id="371" r:id="rId4"/>
    <p:sldId id="322" r:id="rId5"/>
    <p:sldId id="372" r:id="rId6"/>
    <p:sldId id="323" r:id="rId7"/>
    <p:sldId id="9865" r:id="rId8"/>
    <p:sldId id="324" r:id="rId9"/>
    <p:sldId id="9866" r:id="rId10"/>
    <p:sldId id="9867" r:id="rId11"/>
    <p:sldId id="992" r:id="rId12"/>
    <p:sldId id="9868" r:id="rId13"/>
    <p:sldId id="10353" r:id="rId14"/>
    <p:sldId id="10354" r:id="rId15"/>
    <p:sldId id="10355" r:id="rId16"/>
    <p:sldId id="10356" r:id="rId17"/>
    <p:sldId id="1000" r:id="rId18"/>
    <p:sldId id="1001" r:id="rId19"/>
    <p:sldId id="9876" r:id="rId20"/>
    <p:sldId id="9877" r:id="rId21"/>
    <p:sldId id="9878" r:id="rId22"/>
    <p:sldId id="304" r:id="rId23"/>
    <p:sldId id="9879" r:id="rId24"/>
    <p:sldId id="9880" r:id="rId25"/>
    <p:sldId id="9881" r:id="rId26"/>
    <p:sldId id="9882" r:id="rId27"/>
    <p:sldId id="9883" r:id="rId28"/>
    <p:sldId id="9884" r:id="rId29"/>
    <p:sldId id="9885" r:id="rId30"/>
    <p:sldId id="9886" r:id="rId31"/>
    <p:sldId id="9887" r:id="rId32"/>
    <p:sldId id="9889" r:id="rId33"/>
    <p:sldId id="9890" r:id="rId34"/>
    <p:sldId id="9891" r:id="rId35"/>
    <p:sldId id="9892" r:id="rId36"/>
    <p:sldId id="9893" r:id="rId37"/>
    <p:sldId id="9895" r:id="rId38"/>
    <p:sldId id="9897" r:id="rId39"/>
    <p:sldId id="9898" r:id="rId40"/>
    <p:sldId id="9899" r:id="rId41"/>
    <p:sldId id="9900" r:id="rId42"/>
    <p:sldId id="9901" r:id="rId43"/>
    <p:sldId id="9902" r:id="rId44"/>
    <p:sldId id="9904" r:id="rId45"/>
    <p:sldId id="9905" r:id="rId46"/>
    <p:sldId id="9906" r:id="rId47"/>
    <p:sldId id="9907" r:id="rId48"/>
    <p:sldId id="9908" r:id="rId49"/>
    <p:sldId id="9909" r:id="rId50"/>
    <p:sldId id="9910" r:id="rId51"/>
    <p:sldId id="9911" r:id="rId52"/>
    <p:sldId id="9912" r:id="rId53"/>
    <p:sldId id="9913" r:id="rId54"/>
    <p:sldId id="9914" r:id="rId55"/>
    <p:sldId id="9915" r:id="rId56"/>
    <p:sldId id="9916" r:id="rId57"/>
    <p:sldId id="9917" r:id="rId58"/>
    <p:sldId id="9918" r:id="rId59"/>
    <p:sldId id="9919" r:id="rId60"/>
    <p:sldId id="9920" r:id="rId61"/>
    <p:sldId id="9921" r:id="rId62"/>
    <p:sldId id="9922" r:id="rId63"/>
    <p:sldId id="9923" r:id="rId64"/>
    <p:sldId id="9924" r:id="rId65"/>
    <p:sldId id="9925" r:id="rId66"/>
    <p:sldId id="9926" r:id="rId67"/>
    <p:sldId id="9927" r:id="rId68"/>
    <p:sldId id="9928" r:id="rId69"/>
    <p:sldId id="9929" r:id="rId70"/>
    <p:sldId id="9930" r:id="rId71"/>
    <p:sldId id="9931" r:id="rId72"/>
    <p:sldId id="9932" r:id="rId73"/>
    <p:sldId id="9933" r:id="rId74"/>
    <p:sldId id="9934" r:id="rId75"/>
    <p:sldId id="9935" r:id="rId76"/>
    <p:sldId id="341" r:id="rId77"/>
    <p:sldId id="409" r:id="rId78"/>
    <p:sldId id="342" r:id="rId79"/>
    <p:sldId id="417" r:id="rId80"/>
    <p:sldId id="343" r:id="rId81"/>
    <p:sldId id="344" r:id="rId82"/>
    <p:sldId id="9936" r:id="rId83"/>
    <p:sldId id="345" r:id="rId84"/>
    <p:sldId id="418" r:id="rId85"/>
    <p:sldId id="346" r:id="rId86"/>
    <p:sldId id="347" r:id="rId87"/>
    <p:sldId id="412" r:id="rId88"/>
    <p:sldId id="348" r:id="rId89"/>
    <p:sldId id="349" r:id="rId90"/>
    <p:sldId id="350" r:id="rId91"/>
    <p:sldId id="419" r:id="rId92"/>
    <p:sldId id="351" r:id="rId93"/>
    <p:sldId id="413" r:id="rId94"/>
    <p:sldId id="352" r:id="rId95"/>
    <p:sldId id="353" r:id="rId96"/>
    <p:sldId id="415" r:id="rId97"/>
    <p:sldId id="354" r:id="rId98"/>
    <p:sldId id="355" r:id="rId99"/>
    <p:sldId id="401" r:id="rId100"/>
    <p:sldId id="356" r:id="rId101"/>
    <p:sldId id="402" r:id="rId102"/>
    <p:sldId id="357" r:id="rId103"/>
    <p:sldId id="403" r:id="rId104"/>
    <p:sldId id="358" r:id="rId105"/>
    <p:sldId id="359" r:id="rId106"/>
    <p:sldId id="405" r:id="rId107"/>
    <p:sldId id="9984" r:id="rId108"/>
    <p:sldId id="406" r:id="rId109"/>
    <p:sldId id="408" r:id="rId110"/>
    <p:sldId id="365" r:id="rId111"/>
    <p:sldId id="9985" r:id="rId112"/>
    <p:sldId id="366" r:id="rId113"/>
    <p:sldId id="9961" r:id="rId114"/>
    <p:sldId id="423" r:id="rId115"/>
    <p:sldId id="424" r:id="rId116"/>
    <p:sldId id="10489" r:id="rId117"/>
    <p:sldId id="10283" r:id="rId118"/>
    <p:sldId id="10284" r:id="rId119"/>
    <p:sldId id="10417" r:id="rId120"/>
    <p:sldId id="10286" r:id="rId121"/>
    <p:sldId id="10386" r:id="rId122"/>
    <p:sldId id="10452" r:id="rId123"/>
    <p:sldId id="10453" r:id="rId124"/>
    <p:sldId id="10490" r:id="rId125"/>
    <p:sldId id="10180" r:id="rId126"/>
    <p:sldId id="10181" r:id="rId127"/>
    <p:sldId id="10258" r:id="rId128"/>
    <p:sldId id="10259" r:id="rId129"/>
    <p:sldId id="10260" r:id="rId130"/>
    <p:sldId id="10261" r:id="rId131"/>
    <p:sldId id="10262" r:id="rId132"/>
    <p:sldId id="10264" r:id="rId133"/>
    <p:sldId id="10265" r:id="rId134"/>
    <p:sldId id="10266" r:id="rId135"/>
    <p:sldId id="10267" r:id="rId136"/>
    <p:sldId id="10268" r:id="rId137"/>
    <p:sldId id="10269" r:id="rId138"/>
    <p:sldId id="10270" r:id="rId139"/>
    <p:sldId id="10271" r:id="rId140"/>
    <p:sldId id="10272" r:id="rId141"/>
    <p:sldId id="10491" r:id="rId142"/>
    <p:sldId id="385" r:id="rId143"/>
    <p:sldId id="10256" r:id="rId144"/>
    <p:sldId id="10142" r:id="rId145"/>
    <p:sldId id="10143" r:id="rId146"/>
    <p:sldId id="10144" r:id="rId147"/>
    <p:sldId id="10423" r:id="rId148"/>
    <p:sldId id="10424" r:id="rId149"/>
    <p:sldId id="10454" r:id="rId150"/>
    <p:sldId id="10426" r:id="rId151"/>
    <p:sldId id="10427" r:id="rId152"/>
    <p:sldId id="10455" r:id="rId153"/>
    <p:sldId id="10338" r:id="rId154"/>
    <p:sldId id="10294" r:id="rId155"/>
    <p:sldId id="10280" r:id="rId156"/>
    <p:sldId id="10107" r:id="rId157"/>
    <p:sldId id="10492" r:id="rId158"/>
    <p:sldId id="9864" r:id="rId159"/>
    <p:sldId id="10316" r:id="rId160"/>
    <p:sldId id="10317" r:id="rId161"/>
    <p:sldId id="10318" r:id="rId162"/>
    <p:sldId id="10319" r:id="rId163"/>
    <p:sldId id="10320" r:id="rId164"/>
    <p:sldId id="10321" r:id="rId165"/>
    <p:sldId id="10322" r:id="rId166"/>
    <p:sldId id="10323" r:id="rId167"/>
    <p:sldId id="10324" r:id="rId168"/>
    <p:sldId id="10325" r:id="rId169"/>
    <p:sldId id="10337" r:id="rId170"/>
    <p:sldId id="10326" r:id="rId171"/>
    <p:sldId id="10327" r:id="rId172"/>
    <p:sldId id="10328" r:id="rId173"/>
    <p:sldId id="10336" r:id="rId174"/>
    <p:sldId id="10329" r:id="rId175"/>
    <p:sldId id="10330" r:id="rId176"/>
    <p:sldId id="10331" r:id="rId177"/>
    <p:sldId id="10332" r:id="rId178"/>
    <p:sldId id="10333" r:id="rId179"/>
    <p:sldId id="10334" r:id="rId180"/>
    <p:sldId id="10335" r:id="rId181"/>
    <p:sldId id="10493" r:id="rId182"/>
    <p:sldId id="10212" r:id="rId183"/>
    <p:sldId id="10213" r:id="rId184"/>
    <p:sldId id="10214" r:id="rId185"/>
    <p:sldId id="10215" r:id="rId186"/>
    <p:sldId id="10216" r:id="rId187"/>
    <p:sldId id="10456" r:id="rId188"/>
    <p:sldId id="10457" r:id="rId189"/>
    <p:sldId id="10458" r:id="rId190"/>
    <p:sldId id="10459" r:id="rId191"/>
    <p:sldId id="10460" r:id="rId192"/>
    <p:sldId id="10461" r:id="rId193"/>
    <p:sldId id="10494" r:id="rId194"/>
    <p:sldId id="10315" r:id="rId195"/>
    <p:sldId id="10312" r:id="rId196"/>
    <p:sldId id="10475" r:id="rId197"/>
    <p:sldId id="10109" r:id="rId198"/>
    <p:sldId id="9803" r:id="rId199"/>
    <p:sldId id="10373" r:id="rId200"/>
    <p:sldId id="10227" r:id="rId201"/>
    <p:sldId id="10228" r:id="rId202"/>
    <p:sldId id="10229" r:id="rId203"/>
    <p:sldId id="10462" r:id="rId204"/>
    <p:sldId id="10463" r:id="rId205"/>
    <p:sldId id="10464" r:id="rId206"/>
    <p:sldId id="10465" r:id="rId207"/>
    <p:sldId id="10466" r:id="rId208"/>
    <p:sldId id="10467" r:id="rId209"/>
    <p:sldId id="10468" r:id="rId210"/>
    <p:sldId id="10469" r:id="rId211"/>
    <p:sldId id="10470" r:id="rId212"/>
    <p:sldId id="10471" r:id="rId213"/>
    <p:sldId id="10472" r:id="rId214"/>
    <p:sldId id="10473" r:id="rId215"/>
    <p:sldId id="10474" r:id="rId216"/>
    <p:sldId id="10495" r:id="rId217"/>
    <p:sldId id="10252" r:id="rId218"/>
    <p:sldId id="10253" r:id="rId219"/>
    <p:sldId id="10254" r:id="rId220"/>
    <p:sldId id="10484" r:id="rId221"/>
    <p:sldId id="10485" r:id="rId222"/>
    <p:sldId id="10486" r:id="rId223"/>
    <p:sldId id="10487" r:id="rId224"/>
    <p:sldId id="10488" r:id="rId225"/>
    <p:sldId id="10496" r:id="rId2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p:scale>
          <a:sx n="100" d="100"/>
          <a:sy n="100" d="100"/>
        </p:scale>
        <p:origin x="384" y="726"/>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viewProps" Target="viewProp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tableStyles" Target="tableStyle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microsoft.com/office/2016/11/relationships/changesInfo" Target="changesInfos/changesInfo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microsoft.com/office/2015/10/relationships/revisionInfo" Target="revisionInfo.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5/17/2025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620F-80F8-1C2F-3332-1ED6D9BAC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9C28A-8C5D-313A-20A1-3E2162FF6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D76AC-3F1B-1423-1501-E81A459E24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D25FDD-B66C-BEE5-643A-6844AB5B0C71}"/>
              </a:ext>
            </a:extLst>
          </p:cNvPr>
          <p:cNvSpPr>
            <a:spLocks noGrp="1"/>
          </p:cNvSpPr>
          <p:nvPr>
            <p:ph type="sldNum" sz="quarter" idx="5"/>
          </p:nvPr>
        </p:nvSpPr>
        <p:spPr/>
        <p:txBody>
          <a:bodyPr/>
          <a:lstStyle/>
          <a:p>
            <a:fld id="{648246CF-7178-41AD-B6F8-BACEEA28FBE0}" type="slidenum">
              <a:rPr lang="en-US" smtClean="0"/>
              <a:t>1</a:t>
            </a:fld>
            <a:endParaRPr lang="en-US"/>
          </a:p>
        </p:txBody>
      </p:sp>
    </p:spTree>
    <p:extLst>
      <p:ext uri="{BB962C8B-B14F-4D97-AF65-F5344CB8AC3E}">
        <p14:creationId xmlns:p14="http://schemas.microsoft.com/office/powerpoint/2010/main" val="2311181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B0E8C-6253-D95B-D6B0-ADD3AD14C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F814F-E4EA-8C21-5493-DDF9093DE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756107-D7A0-0318-B59C-DBA85DD1D4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1742E0-4E9A-95F4-326E-0D866D1876B4}"/>
              </a:ext>
            </a:extLst>
          </p:cNvPr>
          <p:cNvSpPr>
            <a:spLocks noGrp="1"/>
          </p:cNvSpPr>
          <p:nvPr>
            <p:ph type="sldNum" sz="quarter" idx="5"/>
          </p:nvPr>
        </p:nvSpPr>
        <p:spPr/>
        <p:txBody>
          <a:bodyPr/>
          <a:lstStyle/>
          <a:p>
            <a:fld id="{648246CF-7178-41AD-B6F8-BACEEA28FBE0}" type="slidenum">
              <a:rPr lang="en-US" smtClean="0"/>
              <a:t>116</a:t>
            </a:fld>
            <a:endParaRPr lang="en-US"/>
          </a:p>
        </p:txBody>
      </p:sp>
    </p:spTree>
    <p:extLst>
      <p:ext uri="{BB962C8B-B14F-4D97-AF65-F5344CB8AC3E}">
        <p14:creationId xmlns:p14="http://schemas.microsoft.com/office/powerpoint/2010/main" val="1687006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118</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119</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8E02-D487-A136-2990-358E92CB9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A568F-E462-A017-3045-E3EDB91F9F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7D677-0E16-CDDE-B989-0769832D0F1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78D51D1-A758-BC3E-CDBD-EAA8E7934A04}"/>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3899703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EDA56-BA17-DA67-A42F-52CFB89F2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10C60-1A63-18CE-FFB1-8F5A87DCC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35A98-0B82-0DA1-E98D-D773682E5EA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0FCC77D-41DC-96EA-216E-72BFB0E1D42A}"/>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1224684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1D53B-0EAF-94D5-F7A8-ED4732561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6FB4C-24EE-5C30-0070-D5A10B072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C8F68D-4895-8A4C-664D-BDCD7C80823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4D93D84-AE0A-2BC7-A89A-513D822F8446}"/>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832506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8E834-4E09-9EDF-FD8A-AF3008BBA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08E92-91BA-3C3D-8573-AFD569DCB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20377D-6EBE-C645-0866-41BE3FAFAD0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7BF34594-9E9F-A54A-C6F1-B143C344435A}"/>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29596296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D0166-ABB1-348F-A85E-5DD90DDE9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9375C-CEAF-F3F8-9BDB-FB5380D02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AE1F96-59B8-E124-4FCF-C000CB5CE0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0BF466-A61D-CE29-FA2F-A5F3BD7A84D6}"/>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60817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0869B-8DA8-D780-2519-31674F028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36C0E-1DCD-3DF7-AE0F-6A9E4D256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1647A4-8D58-1EB0-8322-9160AA8745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4B2A36-03AE-CFCE-EE65-7E776B1AFB93}"/>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13676072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020E1-5286-2600-CFA3-69411FE7A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E7F93-2C98-E328-97CD-DCCFE1564F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D753C-885B-7252-173F-6CBB231C191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ECEBA79-5AA6-1E11-D61B-F99E05357B3C}"/>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2987998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E49C7-FB50-2E52-8802-426C1BF72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2A23D-1398-8F42-3455-9434EFF5F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83447-EBF2-F824-D38A-3E0CB2C9F76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81BDFEC-CA66-0653-8FA7-271040152C76}"/>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28097133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2757B-BEFB-0489-8953-A597E6AC6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6E1B1-BFE9-0BAE-9B14-0DC5E9C43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410BA-F588-06FE-AA52-66E8CF5CE53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36BD895-B95A-E9E0-908A-A14A05B169E2}"/>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25080639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98BC5-DDE9-F5C2-263F-48D701125F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0E8FF-B79E-D32E-1D36-57D5554095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AC0C4-8555-0B8E-65C3-8DE61F5D680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7862C0F-D405-A6A1-CCB2-3811DBE0F24C}"/>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41551769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7D441-8B50-D42E-2D5D-53781E9C3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865A8-B885-F3C2-219A-C5EAE7F8F3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1876A-C155-A566-AF5A-A997D776498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F5AC2E4-50F4-DB98-012E-0A911EBBF89F}"/>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26762282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E7746-139B-2227-6DAA-2CE337B77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DF6C8-AD5D-699B-00C0-F0DDC0AC78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385B7-7A48-B763-A319-B9E45DBED75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1E5E9A8-C85A-A91C-C63B-954424FC0667}"/>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10150253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058EA-749D-4466-A0D9-0E9C648B2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3913A-D8BA-8D7B-8690-3E5B5201B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CF90F-6DC0-5D70-37B9-600E7C7D787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02BDE76-5200-C3E2-361C-70FCFCED24AC}"/>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4882297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9CAD0-7F26-F30C-4D60-261239DDEC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2A85C-8ADF-B49A-BFC1-0CE1A0BA18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63B18E-63DD-555D-2831-A3A286B456C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855011-7816-CD19-0EE5-F2195F45F22F}"/>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812808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7CFD7-FCE4-FCDA-BBFC-3F85026B4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C7EFE-4B74-4455-F4CF-B93A990E5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95AD19-D9C0-A359-9457-C3DFEFEFF6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415614F-8260-2632-1ABB-5F886E7046A1}"/>
              </a:ext>
            </a:extLst>
          </p:cNvPr>
          <p:cNvSpPr>
            <a:spLocks noGrp="1"/>
          </p:cNvSpPr>
          <p:nvPr>
            <p:ph type="sldNum" sz="quarter" idx="5"/>
          </p:nvPr>
        </p:nvSpPr>
        <p:spPr/>
        <p:txBody>
          <a:bodyPr/>
          <a:lstStyle/>
          <a:p>
            <a:fld id="{648246CF-7178-41AD-B6F8-BACEEA28FBE0}" type="slidenum">
              <a:rPr lang="en-US" smtClean="0"/>
              <a:t>181</a:t>
            </a:fld>
            <a:endParaRPr lang="en-US"/>
          </a:p>
        </p:txBody>
      </p:sp>
    </p:spTree>
    <p:extLst>
      <p:ext uri="{BB962C8B-B14F-4D97-AF65-F5344CB8AC3E}">
        <p14:creationId xmlns:p14="http://schemas.microsoft.com/office/powerpoint/2010/main" val="25483930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DB6F-8C8A-9325-11F4-EE7048E1B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49CCA-D201-D111-F893-67E638D03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106BD-B16A-0482-04C8-196A33FD08D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51ABB59-91D2-B6B7-580B-36B32E7B65AE}"/>
              </a:ext>
            </a:extLst>
          </p:cNvPr>
          <p:cNvSpPr>
            <a:spLocks noGrp="1"/>
          </p:cNvSpPr>
          <p:nvPr>
            <p:ph type="sldNum" sz="quarter" idx="5"/>
          </p:nvPr>
        </p:nvSpPr>
        <p:spPr/>
        <p:txBody>
          <a:bodyPr/>
          <a:lstStyle/>
          <a:p>
            <a:fld id="{648246CF-7178-41AD-B6F8-BACEEA28FBE0}" type="slidenum">
              <a:rPr lang="en-US" smtClean="0"/>
              <a:t>183</a:t>
            </a:fld>
            <a:endParaRPr lang="en-US"/>
          </a:p>
        </p:txBody>
      </p:sp>
    </p:spTree>
    <p:extLst>
      <p:ext uri="{BB962C8B-B14F-4D97-AF65-F5344CB8AC3E}">
        <p14:creationId xmlns:p14="http://schemas.microsoft.com/office/powerpoint/2010/main" val="18843706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46601-D053-C95F-0EB0-1E361DB43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6DFD3-F65A-15AD-6DAB-4A5CB8D45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E88A3-F6F8-EAE9-F77A-2DCC231F2A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2224023-1BF3-A695-65F4-2C476339F04A}"/>
              </a:ext>
            </a:extLst>
          </p:cNvPr>
          <p:cNvSpPr>
            <a:spLocks noGrp="1"/>
          </p:cNvSpPr>
          <p:nvPr>
            <p:ph type="sldNum" sz="quarter" idx="5"/>
          </p:nvPr>
        </p:nvSpPr>
        <p:spPr/>
        <p:txBody>
          <a:bodyPr/>
          <a:lstStyle/>
          <a:p>
            <a:fld id="{648246CF-7178-41AD-B6F8-BACEEA28FBE0}" type="slidenum">
              <a:rPr lang="en-US" smtClean="0"/>
              <a:t>184</a:t>
            </a:fld>
            <a:endParaRPr lang="en-US"/>
          </a:p>
        </p:txBody>
      </p:sp>
    </p:spTree>
    <p:extLst>
      <p:ext uri="{BB962C8B-B14F-4D97-AF65-F5344CB8AC3E}">
        <p14:creationId xmlns:p14="http://schemas.microsoft.com/office/powerpoint/2010/main" val="33172281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EFBD5-F2C6-9155-992B-257CFF423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ADC99-A272-0EFC-BAE7-8C133DF39B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94DC0-08BB-21F0-95E0-5FEBF9F5DDF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EE5B652-F19E-4620-6E9A-2AA00706CB17}"/>
              </a:ext>
            </a:extLst>
          </p:cNvPr>
          <p:cNvSpPr>
            <a:spLocks noGrp="1"/>
          </p:cNvSpPr>
          <p:nvPr>
            <p:ph type="sldNum" sz="quarter" idx="5"/>
          </p:nvPr>
        </p:nvSpPr>
        <p:spPr/>
        <p:txBody>
          <a:bodyPr/>
          <a:lstStyle/>
          <a:p>
            <a:fld id="{648246CF-7178-41AD-B6F8-BACEEA28FBE0}" type="slidenum">
              <a:rPr lang="en-US" smtClean="0"/>
              <a:t>185</a:t>
            </a:fld>
            <a:endParaRPr lang="en-US"/>
          </a:p>
        </p:txBody>
      </p:sp>
    </p:spTree>
    <p:extLst>
      <p:ext uri="{BB962C8B-B14F-4D97-AF65-F5344CB8AC3E}">
        <p14:creationId xmlns:p14="http://schemas.microsoft.com/office/powerpoint/2010/main" val="20984058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BB7DD-9E55-BED0-8CDE-ACE3A8BAF3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64F7A-9FDD-E114-6C62-5B9EF5406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4D7E7B-1395-910C-6380-FE497E44B24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0C68956-246F-9C98-672C-ED1E445373EE}"/>
              </a:ext>
            </a:extLst>
          </p:cNvPr>
          <p:cNvSpPr>
            <a:spLocks noGrp="1"/>
          </p:cNvSpPr>
          <p:nvPr>
            <p:ph type="sldNum" sz="quarter" idx="5"/>
          </p:nvPr>
        </p:nvSpPr>
        <p:spPr/>
        <p:txBody>
          <a:bodyPr/>
          <a:lstStyle/>
          <a:p>
            <a:fld id="{648246CF-7178-41AD-B6F8-BACEEA28FBE0}" type="slidenum">
              <a:rPr lang="en-US" smtClean="0"/>
              <a:t>186</a:t>
            </a:fld>
            <a:endParaRPr lang="en-US"/>
          </a:p>
        </p:txBody>
      </p:sp>
    </p:spTree>
    <p:extLst>
      <p:ext uri="{BB962C8B-B14F-4D97-AF65-F5344CB8AC3E}">
        <p14:creationId xmlns:p14="http://schemas.microsoft.com/office/powerpoint/2010/main" val="31630064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125DC-FF49-05BF-B518-063EE6D151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D17D4-7062-53F8-FE55-3EBDFDB954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298F12-4593-7A4C-23E6-10E99455D1C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096810A-3A4C-AC7C-B421-00DFB41EEA0F}"/>
              </a:ext>
            </a:extLst>
          </p:cNvPr>
          <p:cNvSpPr>
            <a:spLocks noGrp="1"/>
          </p:cNvSpPr>
          <p:nvPr>
            <p:ph type="sldNum" sz="quarter" idx="5"/>
          </p:nvPr>
        </p:nvSpPr>
        <p:spPr/>
        <p:txBody>
          <a:bodyPr/>
          <a:lstStyle/>
          <a:p>
            <a:fld id="{648246CF-7178-41AD-B6F8-BACEEA28FBE0}" type="slidenum">
              <a:rPr lang="en-US" smtClean="0"/>
              <a:t>187</a:t>
            </a:fld>
            <a:endParaRPr lang="en-US"/>
          </a:p>
        </p:txBody>
      </p:sp>
    </p:spTree>
    <p:extLst>
      <p:ext uri="{BB962C8B-B14F-4D97-AF65-F5344CB8AC3E}">
        <p14:creationId xmlns:p14="http://schemas.microsoft.com/office/powerpoint/2010/main" val="10516770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5E379-B402-D07E-2160-3548D2129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5A050-7F01-23CB-9FBB-28E2A0B0B2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C4DFA-3C9A-359E-2A99-286FDF45064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C5A1B70-8812-CF39-DC74-A3B33293AFE5}"/>
              </a:ext>
            </a:extLst>
          </p:cNvPr>
          <p:cNvSpPr>
            <a:spLocks noGrp="1"/>
          </p:cNvSpPr>
          <p:nvPr>
            <p:ph type="sldNum" sz="quarter" idx="5"/>
          </p:nvPr>
        </p:nvSpPr>
        <p:spPr/>
        <p:txBody>
          <a:bodyPr/>
          <a:lstStyle/>
          <a:p>
            <a:fld id="{648246CF-7178-41AD-B6F8-BACEEA28FBE0}" type="slidenum">
              <a:rPr lang="en-US" smtClean="0"/>
              <a:t>188</a:t>
            </a:fld>
            <a:endParaRPr lang="en-US"/>
          </a:p>
        </p:txBody>
      </p:sp>
    </p:spTree>
    <p:extLst>
      <p:ext uri="{BB962C8B-B14F-4D97-AF65-F5344CB8AC3E}">
        <p14:creationId xmlns:p14="http://schemas.microsoft.com/office/powerpoint/2010/main" val="32322103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7195A-E982-A2B0-0C92-A937465B0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FAF45-08DD-DDDE-C7DA-1CB732121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AB8C1-F578-9A76-CB98-E8457C11EF9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C60313D-EDC8-A174-B5D8-6ED05978C271}"/>
              </a:ext>
            </a:extLst>
          </p:cNvPr>
          <p:cNvSpPr>
            <a:spLocks noGrp="1"/>
          </p:cNvSpPr>
          <p:nvPr>
            <p:ph type="sldNum" sz="quarter" idx="5"/>
          </p:nvPr>
        </p:nvSpPr>
        <p:spPr/>
        <p:txBody>
          <a:bodyPr/>
          <a:lstStyle/>
          <a:p>
            <a:fld id="{648246CF-7178-41AD-B6F8-BACEEA28FBE0}" type="slidenum">
              <a:rPr lang="en-US" smtClean="0"/>
              <a:t>189</a:t>
            </a:fld>
            <a:endParaRPr lang="en-US"/>
          </a:p>
        </p:txBody>
      </p:sp>
    </p:spTree>
    <p:extLst>
      <p:ext uri="{BB962C8B-B14F-4D97-AF65-F5344CB8AC3E}">
        <p14:creationId xmlns:p14="http://schemas.microsoft.com/office/powerpoint/2010/main" val="9780469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E9738-5AF7-39A6-1F49-5D8833B990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DA1540-3F37-6A45-9731-1B6FB328F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F20653-D875-1452-37CD-02440BDC0CD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B8A7DA9-0DA5-BDF9-AF7E-49D1D9266B90}"/>
              </a:ext>
            </a:extLst>
          </p:cNvPr>
          <p:cNvSpPr>
            <a:spLocks noGrp="1"/>
          </p:cNvSpPr>
          <p:nvPr>
            <p:ph type="sldNum" sz="quarter" idx="5"/>
          </p:nvPr>
        </p:nvSpPr>
        <p:spPr/>
        <p:txBody>
          <a:bodyPr/>
          <a:lstStyle/>
          <a:p>
            <a:fld id="{648246CF-7178-41AD-B6F8-BACEEA28FBE0}" type="slidenum">
              <a:rPr lang="en-US" smtClean="0"/>
              <a:t>190</a:t>
            </a:fld>
            <a:endParaRPr lang="en-US"/>
          </a:p>
        </p:txBody>
      </p:sp>
    </p:spTree>
    <p:extLst>
      <p:ext uri="{BB962C8B-B14F-4D97-AF65-F5344CB8AC3E}">
        <p14:creationId xmlns:p14="http://schemas.microsoft.com/office/powerpoint/2010/main" val="5598554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7C630-1A63-CCB8-5228-D109F4F73A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3E644-3C59-7BBD-083D-EC1E4916DA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418AB8-2CC4-A111-BA08-37F2AFEEE6E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EE4393-77EC-6A37-3E65-2812F6245585}"/>
              </a:ext>
            </a:extLst>
          </p:cNvPr>
          <p:cNvSpPr>
            <a:spLocks noGrp="1"/>
          </p:cNvSpPr>
          <p:nvPr>
            <p:ph type="sldNum" sz="quarter" idx="5"/>
          </p:nvPr>
        </p:nvSpPr>
        <p:spPr/>
        <p:txBody>
          <a:bodyPr/>
          <a:lstStyle/>
          <a:p>
            <a:fld id="{648246CF-7178-41AD-B6F8-BACEEA28FBE0}" type="slidenum">
              <a:rPr lang="en-US" smtClean="0"/>
              <a:t>191</a:t>
            </a:fld>
            <a:endParaRPr lang="en-US"/>
          </a:p>
        </p:txBody>
      </p:sp>
    </p:spTree>
    <p:extLst>
      <p:ext uri="{BB962C8B-B14F-4D97-AF65-F5344CB8AC3E}">
        <p14:creationId xmlns:p14="http://schemas.microsoft.com/office/powerpoint/2010/main" val="1251547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6BC0C-E0AE-323C-7B88-11A1C3C4F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469D6-19A9-DAE6-2482-321C949F9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03B87-7AFB-3FFC-18FE-724812F8DB3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0ACFD75-3A84-0656-8EBF-66C049176F51}"/>
              </a:ext>
            </a:extLst>
          </p:cNvPr>
          <p:cNvSpPr>
            <a:spLocks noGrp="1"/>
          </p:cNvSpPr>
          <p:nvPr>
            <p:ph type="sldNum" sz="quarter" idx="5"/>
          </p:nvPr>
        </p:nvSpPr>
        <p:spPr/>
        <p:txBody>
          <a:bodyPr/>
          <a:lstStyle/>
          <a:p>
            <a:fld id="{648246CF-7178-41AD-B6F8-BACEEA28FBE0}" type="slidenum">
              <a:rPr lang="en-US" smtClean="0"/>
              <a:t>192</a:t>
            </a:fld>
            <a:endParaRPr lang="en-US"/>
          </a:p>
        </p:txBody>
      </p:sp>
    </p:spTree>
    <p:extLst>
      <p:ext uri="{BB962C8B-B14F-4D97-AF65-F5344CB8AC3E}">
        <p14:creationId xmlns:p14="http://schemas.microsoft.com/office/powerpoint/2010/main" val="6474475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13018-6AAD-E027-F8D7-10F178FE2E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AC1C50-000A-1E37-DB3E-0E9DC40D7C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785911-5125-CCB7-6989-D134D01328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C1C421-78C6-297D-5CDB-855020053071}"/>
              </a:ext>
            </a:extLst>
          </p:cNvPr>
          <p:cNvSpPr>
            <a:spLocks noGrp="1"/>
          </p:cNvSpPr>
          <p:nvPr>
            <p:ph type="sldNum" sz="quarter" idx="5"/>
          </p:nvPr>
        </p:nvSpPr>
        <p:spPr/>
        <p:txBody>
          <a:bodyPr/>
          <a:lstStyle/>
          <a:p>
            <a:fld id="{648246CF-7178-41AD-B6F8-BACEEA28FBE0}" type="slidenum">
              <a:rPr lang="en-US" smtClean="0"/>
              <a:t>193</a:t>
            </a:fld>
            <a:endParaRPr lang="en-US"/>
          </a:p>
        </p:txBody>
      </p:sp>
    </p:spTree>
    <p:extLst>
      <p:ext uri="{BB962C8B-B14F-4D97-AF65-F5344CB8AC3E}">
        <p14:creationId xmlns:p14="http://schemas.microsoft.com/office/powerpoint/2010/main" val="33227086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30436227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B9CDE-72FB-4113-42D5-C9F2BF28A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1811D4-98D3-2943-68A5-BADB49575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E294F-3768-48FF-9CC6-ED73E23DC35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DFCDC69-1C04-5E10-DA88-B2559B8A1D0C}"/>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29264179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F5ABF-783E-7C6C-CF3D-665D3240A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8FEE6-D40C-FCA6-F88B-C7CB157F9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B6713-F542-9FF4-5B91-A0FC5F48F8DC}"/>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B9360E1-FA70-881E-6CF3-374E5109323E}"/>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12735488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560CA-F800-100B-E0E4-51D4AEDBA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B95CA-6F45-FAA8-5350-291E291A50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6812D-2BB1-61B3-6889-CB5D3DB52F3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9BD5AA5-05CB-F07C-BCAB-5C5470470A16}"/>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25319534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2CFBE-61BB-D156-4126-178CA38BC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7BFAC-39C1-DA16-891C-ABBCCD692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5C13E-CFAE-F438-F62A-92359EDED15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F962413A-967A-F9EA-9B00-86AFE111A9A1}"/>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18913252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FC53F-AF10-6B08-4EDA-5F6D14BAA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FB776B-ECF7-F26F-B688-B92F5ADAD4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0C9203-5505-251A-6A7F-983B542307CF}"/>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B088B42-DDCF-AED0-83FB-B69A0BAB451A}"/>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678637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5F9A7-F50B-C27A-628F-81B31037A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4A2B0-54A0-A62E-B7C2-C6DCB74598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E67E0-9A7F-DD22-45A6-C19FE16E34E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5AF9C8AC-7BDA-6B1D-9B42-40118B25D26C}"/>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40977392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8FA0-9F8A-C0B6-7388-09A453A922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113F65-61AF-78B9-5D53-672B25D714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4256F-BB2E-EB7A-86BF-54A0484100A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8B74DB1-4894-74AB-3746-EBB5AC3117F3}"/>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17522067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B9A65-4B8F-0437-8822-844C2E7DF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07BB3-7226-651B-477E-9F5A39E1B7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82487B-82C1-D11E-A43F-6CD6F5245EEF}"/>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EA47CC6-E054-C622-CFDB-6C553980C729}"/>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24401128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11B0D-9EA8-B60E-87A5-1570B1926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72235-61B7-9DBF-0435-E4CFD9352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53E5F-14C8-DA4E-5E38-747F206914A8}"/>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4E2A4C6-487C-AB5F-95D0-8602127F9DDE}"/>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3998432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19AD-6F89-6EE8-94E0-6816EF246B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FACE29-C66C-4BC7-9B30-CCB5B684AA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8C7267-E5B0-FF5E-5017-80DE371EF09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52D548CB-EFC6-FD3D-0106-0A1F57B55750}"/>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26693027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DA2E8-8474-83AC-FF7A-513BE7CD7D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97F15-9F21-C4B2-0054-29D2437364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63EDE7-67DD-96AF-56B7-242C70783DE0}"/>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A525151E-8A56-4460-83E7-E9AAAC28C5C6}"/>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16107268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D6303-F6D6-EB1D-9BC2-B6F13CCDD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7C258E-3A1C-0594-D558-B1A5866B75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FBB2F-6E91-3676-6B9B-A19956EBAA1E}"/>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4288ECA-AA0D-C85D-4B54-FB1691651F9B}"/>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69130746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0F437-CF0F-1593-A11D-12FA884D0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B4938-46D2-A3E6-A06A-3E6A08117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DDEFA0-A593-85D6-AAF7-D2421C3F2F39}"/>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9FBD55A-30C4-FFFE-0B5A-639C22EE5EE7}"/>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199453358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D6EBA-DB31-D6C3-A479-916A86BB58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B9C7B0-1D20-3F90-F333-ED6EB5AD97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3BF694-0AD7-EC65-49EF-7B7BFEEB3D8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9A48E2-909F-AA3C-D35E-E4CF50E1FADB}"/>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189453134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D7CD8-F2C1-D4B9-BE50-8669A331F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736625-3105-EBF5-87D2-C280D4FED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70636-FA03-F5AE-E672-1FA9AD2268AF}"/>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A285B2BC-AD41-8536-1D5E-5D045B710424}"/>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51026739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9A327-08AC-23B5-A137-86ABB29DE4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6A883-8DCE-24E4-2213-5D2FE4B92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71AE1-69E0-41AD-EDA4-1D7F8BC0BBA9}"/>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9123035F-ACF8-4F4F-2FFB-5D9DEC84B520}"/>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79865994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1BBAD-AFDF-98FF-B324-B178355C99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39CFE-EECD-D99A-6EA0-694CEC923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6646FF-BC05-98F3-B020-278C68EB2ACF}"/>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57622971-DECB-6ED1-02DF-55648AF8C82D}"/>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144365468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182B8-6667-626C-1990-24CD2FD09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BF8BC-0088-5AD0-9368-D966959FA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6F380E-344A-44D2-A7E0-BEBF3373D9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87E863-81BB-8AA5-ECBB-61AB4FFA2E2D}"/>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133892214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E8F1A-18E0-7FDF-0C91-4FD1771CF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4F82F-F608-17E9-067F-6C9A99C46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97108-F377-5B65-EABB-20CE6D57B2C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4BEFB3D-FB0D-3E38-66D9-8D47212A5AEA}"/>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195916157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10EA0-BF16-5E2F-00F9-2C6139035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DEC71-F816-2447-2B2B-EAB899C480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D126F-4C18-F74F-AF2A-434AD094360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212BD0B-8D16-FE52-280C-90BBA1092218}"/>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384009659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AC3B6-0ED4-4405-3E3F-F4F2DF35C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99544-D5FF-A2E4-E73A-6B2F8FF2E4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59F50-12CA-7335-FA16-F1D4CECBE770}"/>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D1E99B14-80BC-4B1D-28F5-4C8248DE18BD}"/>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317523535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F9D55-DED1-4F75-64FE-BE07241AFE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98614-0D08-3209-FFA6-5814EE02E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F0E67-1F2B-ABD9-A5BC-35EE910E036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31853B1-7796-C7FA-43E9-A262B236FBAF}"/>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41965948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00D97-0DF8-7EB6-7EBC-625E84FE8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5B73E-7DB0-45CD-C9D7-40E29B7343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F14231-E00B-682F-FFE8-4E666E57E04F}"/>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DABEAF95-945F-6DA6-6922-5BF4567D3900}"/>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407080733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2ACDE-7D02-AC7E-258C-635A9D8C2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7F4EA-2B94-07F6-0C07-7A463E2BD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4C15E-E243-BD34-89E7-776F914F4C2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98F14486-4545-39E9-5745-1FDD4C4C4A22}"/>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53707014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1F210-4F2C-9E58-4C87-1D93A1331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29528-AA88-322D-0919-90B69D28AD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04FD39-6B02-5C9D-9CA3-5E7500D569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CBA3BF-45E8-2765-DAC6-86A3C77825BD}"/>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1512905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5/17/2025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5/17/2025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5/17/2025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5/17/2025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5/17/2025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5/17/2025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384BEF80-48AD-DEEF-4885-E117900886C9}"/>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C79F8ACD-B8D8-2529-26AB-4599224970D9}"/>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 PHỤC SINH</a:t>
            </a:r>
          </a:p>
        </p:txBody>
      </p:sp>
      <p:sp>
        <p:nvSpPr>
          <p:cNvPr id="14" name="TextBox 13">
            <a:extLst>
              <a:ext uri="{FF2B5EF4-FFF2-40B4-BE49-F238E27FC236}">
                <a16:creationId xmlns:a16="http://schemas.microsoft.com/office/drawing/2014/main" id="{DE350219-EF26-FDCA-6A74-0CFB9B7CEA3D}"/>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"Thầy ban cho các con điều răn mới, là các con hãy yêu thương nhau"</a:t>
            </a:r>
            <a:endParaRPr lang="en-US" dirty="0"/>
          </a:p>
        </p:txBody>
      </p:sp>
    </p:spTree>
    <p:extLst>
      <p:ext uri="{BB962C8B-B14F-4D97-AF65-F5344CB8AC3E}">
        <p14:creationId xmlns:p14="http://schemas.microsoft.com/office/powerpoint/2010/main" val="37257566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526381"/>
            <a:ext cx="9144000" cy="4617119"/>
          </a:xfrm>
          <a:solidFill>
            <a:schemeClr val="bg1"/>
          </a:solidFill>
        </p:spPr>
        <p:txBody>
          <a:bodyPr vert="horz" lIns="91440" tIns="45720" rIns="91440" bIns="45720" rtlCol="0" anchor="t">
            <a:normAutofit lnSpcReduction="10000"/>
          </a:bodyPr>
          <a:lstStyle/>
          <a:p>
            <a:pPr algn="just">
              <a:defRPr/>
            </a:pPr>
            <a:r>
              <a:rPr lang="vi-VN" altLang="en-US" sz="8000" b="1" i="1" u="sng" dirty="0">
                <a:solidFill>
                  <a:schemeClr val="accent1"/>
                </a:solidFill>
                <a:latin typeface="Times New Roman"/>
                <a:cs typeface="Times New Roman"/>
              </a:rPr>
              <a:t>Xướng:</a:t>
            </a:r>
            <a:r>
              <a:rPr lang="vi-VN" altLang="en-US" sz="8000" b="1" dirty="0">
                <a:solidFill>
                  <a:schemeClr val="accent1"/>
                </a:solidFill>
                <a:latin typeface="Times New Roman"/>
                <a:cs typeface="Times New Roman"/>
              </a:rPr>
              <a:t> </a:t>
            </a:r>
            <a:r>
              <a:rPr lang="vi-VN" altLang="en-US" sz="8000" b="1" spc="100" dirty="0">
                <a:solidFill>
                  <a:schemeClr val="tx1"/>
                </a:solidFill>
                <a:latin typeface="Times New Roman"/>
                <a:cs typeface="Times New Roman"/>
              </a:rPr>
              <a:t>Lạy Nữ Vương Thiên Đàng hãy vui mừng – </a:t>
            </a:r>
            <a:r>
              <a:rPr lang="vi-VN" altLang="en-US" sz="8000" b="1" spc="100" err="1">
                <a:solidFill>
                  <a:schemeClr val="tx1"/>
                </a:solidFill>
                <a:latin typeface="Times New Roman"/>
                <a:cs typeface="Times New Roman"/>
              </a:rPr>
              <a:t>Alleluia</a:t>
            </a:r>
            <a:endParaRPr lang="vi-VN" altLang="en-US" sz="8000" b="1" spc="100">
              <a:solidFill>
                <a:schemeClr val="tx1"/>
              </a:solidFill>
              <a:latin typeface="Times New Roman"/>
              <a:cs typeface="Times New Roman"/>
            </a:endParaRPr>
          </a:p>
          <a:p>
            <a:pPr algn="just">
              <a:lnSpc>
                <a:spcPct val="120000"/>
              </a:lnSpc>
              <a:defRPr/>
            </a:pPr>
            <a:endParaRPr lang="en-US" altLang="en-US" sz="8000"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57F27C5-F0BD-6C31-DD7A-EE663B2AC4BF}"/>
              </a:ext>
            </a:extLst>
          </p:cNvPr>
          <p:cNvSpPr txBox="1"/>
          <p:nvPr/>
        </p:nvSpPr>
        <p:spPr>
          <a:xfrm>
            <a:off x="0" y="-1"/>
            <a:ext cx="914249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solidFill>
                  <a:srgbClr val="FF0000"/>
                </a:solidFill>
                <a:latin typeface="Times New Roman"/>
                <a:cs typeface="Times New Roman"/>
              </a:rPr>
              <a:t>KINH NỮ VƯƠNG THIÊN ĐÀNG</a:t>
            </a:r>
            <a:endParaRPr lang="en-US" sz="2800"/>
          </a:p>
        </p:txBody>
      </p:sp>
    </p:spTree>
    <p:extLst>
      <p:ext uri="{BB962C8B-B14F-4D97-AF65-F5344CB8AC3E}">
        <p14:creationId xmlns:p14="http://schemas.microsoft.com/office/powerpoint/2010/main" val="370959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en-US" altLang="en-US" sz="8500" b="1" i="1" u="sng" err="1">
                <a:solidFill>
                  <a:schemeClr val="accent1"/>
                </a:solidFill>
                <a:latin typeface="Times New Roman"/>
                <a:cs typeface="Times New Roman"/>
              </a:rPr>
              <a:t>Đáp</a:t>
            </a:r>
            <a:r>
              <a:rPr lang="vi-VN" altLang="en-US" sz="8500" b="1" i="1" u="sng" dirty="0">
                <a:solidFill>
                  <a:schemeClr val="accent1"/>
                </a:solidFill>
                <a:latin typeface="Times New Roman"/>
                <a:cs typeface="Times New Roman"/>
              </a:rPr>
              <a:t>:</a:t>
            </a:r>
            <a:r>
              <a:rPr lang="vi-VN" altLang="en-US" sz="8500" b="1" i="1" dirty="0">
                <a:solidFill>
                  <a:schemeClr val="accent1"/>
                </a:solidFill>
                <a:latin typeface="Times New Roman"/>
                <a:cs typeface="Times New Roman"/>
              </a:rPr>
              <a:t> </a:t>
            </a:r>
            <a:r>
              <a:rPr lang="en-US" altLang="en-US" sz="8500" b="1" err="1">
                <a:solidFill>
                  <a:schemeClr val="tx1"/>
                </a:solidFill>
                <a:latin typeface="Times New Roman"/>
                <a:cs typeface="Times New Roman"/>
              </a:rPr>
              <a:t>Vì</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đấng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Mẹ</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đã</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đáng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cưu</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mang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trong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lòng</a:t>
            </a:r>
            <a:r>
              <a:rPr lang="en-US" altLang="en-US" sz="8500" b="1" dirty="0">
                <a:solidFill>
                  <a:schemeClr val="tx1"/>
                </a:solidFill>
                <a:latin typeface="Times New Roman"/>
                <a:cs typeface="Times New Roman"/>
              </a:rPr>
              <a:t> – Alleluia</a:t>
            </a:r>
            <a:endParaRPr lang="en-US" altLang="en-US" sz="850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01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F247A-B5E4-6C41-5A19-F75299846A0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5C17735-7BAA-CD89-B52A-1F4BFF494069}"/>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Xướng:</a:t>
            </a:r>
            <a:r>
              <a:rPr lang="vi-VN" altLang="en-US" sz="8500" b="1" i="1" dirty="0">
                <a:solidFill>
                  <a:schemeClr val="accent1"/>
                </a:solidFill>
                <a:latin typeface="Times New Roman"/>
                <a:cs typeface="Times New Roman"/>
              </a:rPr>
              <a:t> </a:t>
            </a:r>
            <a:r>
              <a:rPr lang="en-US" altLang="en-US" sz="8500" b="1" dirty="0">
                <a:solidFill>
                  <a:schemeClr val="tx1"/>
                </a:solidFill>
                <a:latin typeface="Times New Roman"/>
                <a:cs typeface="Times New Roman"/>
              </a:rPr>
              <a:t>Người </a:t>
            </a:r>
            <a:r>
              <a:rPr lang="en-US" altLang="en-US" sz="8500" b="1" dirty="0" err="1">
                <a:solidFill>
                  <a:schemeClr val="tx1"/>
                </a:solidFill>
                <a:latin typeface="Times New Roman"/>
                <a:cs typeface="Times New Roman"/>
              </a:rPr>
              <a:t>đã</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sống</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lại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thật</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như</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lời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đã</a:t>
            </a:r>
            <a:r>
              <a:rPr lang="en-US" altLang="en-US" sz="8500" b="1" dirty="0">
                <a:solidFill>
                  <a:schemeClr val="tx1"/>
                </a:solidFill>
                <a:latin typeface="Times New Roman"/>
                <a:cs typeface="Times New Roman"/>
              </a:rPr>
              <a:t> phán hứa – Alleluia</a:t>
            </a:r>
            <a:endParaRPr lang="en-US" altLang="en-US" sz="8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8957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5A691-2126-D429-43ED-BDD46CFA762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3A5766B-4D44-0F7E-1A28-3CDA078B45CA}"/>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Đáp:</a:t>
            </a:r>
            <a:r>
              <a:rPr lang="vi-VN" altLang="en-US" sz="8500" b="1" i="1" dirty="0">
                <a:solidFill>
                  <a:schemeClr val="accent1"/>
                </a:solidFill>
                <a:latin typeface="Times New Roman"/>
                <a:cs typeface="Times New Roman"/>
              </a:rPr>
              <a:t> </a:t>
            </a:r>
            <a:r>
              <a:rPr lang="en-US" altLang="en-US" sz="8500" b="1" dirty="0">
                <a:solidFill>
                  <a:schemeClr val="tx1"/>
                </a:solidFill>
                <a:latin typeface="Times New Roman"/>
                <a:cs typeface="Times New Roman"/>
              </a:rPr>
              <a:t>Xin </a:t>
            </a:r>
            <a:r>
              <a:rPr lang="en-US" altLang="en-US" sz="8500" b="1" dirty="0" err="1">
                <a:solidFill>
                  <a:schemeClr val="tx1"/>
                </a:solidFill>
                <a:latin typeface="Times New Roman"/>
                <a:cs typeface="Times New Roman"/>
              </a:rPr>
              <a:t>cầu</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cùng</a:t>
            </a:r>
            <a:r>
              <a:rPr lang="en-US" altLang="en-US" sz="8500" b="1" dirty="0">
                <a:solidFill>
                  <a:schemeClr val="tx1"/>
                </a:solidFill>
                <a:latin typeface="Times New Roman"/>
                <a:cs typeface="Times New Roman"/>
              </a:rPr>
              <a:t> Chúa </a:t>
            </a:r>
            <a:r>
              <a:rPr lang="en-US" altLang="en-US" sz="8500" b="1" dirty="0" err="1">
                <a:solidFill>
                  <a:schemeClr val="tx1"/>
                </a:solidFill>
                <a:latin typeface="Times New Roman"/>
                <a:cs typeface="Times New Roman"/>
              </a:rPr>
              <a:t>cho</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chúng</a:t>
            </a:r>
            <a:r>
              <a:rPr lang="en-US" altLang="en-US" sz="8500" b="1" dirty="0">
                <a:solidFill>
                  <a:schemeClr val="tx1"/>
                </a:solidFill>
                <a:latin typeface="Times New Roman"/>
                <a:cs typeface="Times New Roman"/>
              </a:rPr>
              <a:t> con – Alleluia</a:t>
            </a:r>
            <a:endParaRPr lang="en-US" altLang="en-US" sz="8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1317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F8671-5C0D-652F-1773-5576C9C630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E50AFAC-2F18-11DB-748C-1801D7FA0169}"/>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Xướng:</a:t>
            </a:r>
            <a:r>
              <a:rPr lang="vi-VN" altLang="en-US" sz="8500" b="1" i="1" dirty="0">
                <a:solidFill>
                  <a:schemeClr val="accent1"/>
                </a:solidFill>
                <a:latin typeface="Times New Roman"/>
                <a:cs typeface="Times New Roman"/>
              </a:rPr>
              <a:t> </a:t>
            </a:r>
            <a:r>
              <a:rPr lang="en-US" altLang="en-US" sz="8500" b="1" dirty="0" err="1">
                <a:solidFill>
                  <a:schemeClr val="tx1"/>
                </a:solidFill>
                <a:latin typeface="Times New Roman"/>
                <a:cs typeface="Times New Roman"/>
              </a:rPr>
              <a:t>Lạy</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Nữ</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Đồng</a:t>
            </a:r>
            <a:r>
              <a:rPr lang="en-US" altLang="en-US" sz="8500" b="1" dirty="0">
                <a:solidFill>
                  <a:schemeClr val="tx1"/>
                </a:solidFill>
                <a:latin typeface="Times New Roman"/>
                <a:cs typeface="Times New Roman"/>
              </a:rPr>
              <a:t> Trinh Maria </a:t>
            </a:r>
            <a:r>
              <a:rPr lang="en-US" altLang="en-US" sz="8500" b="1" dirty="0" err="1">
                <a:solidFill>
                  <a:schemeClr val="tx1"/>
                </a:solidFill>
                <a:latin typeface="Times New Roman"/>
                <a:cs typeface="Times New Roman"/>
              </a:rPr>
              <a:t>hãy</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hỉ</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hoan</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khoái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lạc</a:t>
            </a:r>
            <a:r>
              <a:rPr lang="en-US" altLang="en-US" sz="8500" b="1" dirty="0">
                <a:solidFill>
                  <a:schemeClr val="tx1"/>
                </a:solidFill>
                <a:latin typeface="Times New Roman"/>
                <a:cs typeface="Times New Roman"/>
              </a:rPr>
              <a:t> – Alleluia</a:t>
            </a:r>
            <a:endParaRPr lang="en-US" altLang="en-US" sz="8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965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0D68B-FC1A-18DE-C9A3-926A85049CD2}"/>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C7A8091-E4E8-CEF6-4BE6-C20A9169193C}"/>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Đáp:</a:t>
            </a:r>
            <a:r>
              <a:rPr lang="vi-VN" altLang="en-US" sz="8500" b="1" i="1" dirty="0">
                <a:solidFill>
                  <a:schemeClr val="accent1"/>
                </a:solidFill>
                <a:latin typeface="Times New Roman"/>
                <a:cs typeface="Times New Roman"/>
              </a:rPr>
              <a:t> </a:t>
            </a:r>
            <a:r>
              <a:rPr lang="en-US" altLang="en-US" sz="8500" b="1" dirty="0" err="1">
                <a:solidFill>
                  <a:schemeClr val="tx1"/>
                </a:solidFill>
                <a:latin typeface="Times New Roman"/>
                <a:cs typeface="Times New Roman"/>
              </a:rPr>
              <a:t>Vì</a:t>
            </a:r>
            <a:r>
              <a:rPr lang="en-US" altLang="en-US" sz="8500" b="1" dirty="0">
                <a:solidFill>
                  <a:schemeClr val="tx1"/>
                </a:solidFill>
                <a:latin typeface="Times New Roman"/>
                <a:cs typeface="Times New Roman"/>
              </a:rPr>
              <a:t> Chúa </a:t>
            </a:r>
            <a:r>
              <a:rPr lang="en-US" altLang="en-US" sz="8500" b="1" dirty="0" err="1">
                <a:solidFill>
                  <a:schemeClr val="tx1"/>
                </a:solidFill>
                <a:latin typeface="Times New Roman"/>
                <a:cs typeface="Times New Roman"/>
              </a:rPr>
              <a:t>đã</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sống</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lại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thật</a:t>
            </a:r>
            <a:r>
              <a:rPr lang="en-US" altLang="en-US" sz="8500" b="1" dirty="0">
                <a:solidFill>
                  <a:schemeClr val="tx1"/>
                </a:solidFill>
                <a:latin typeface="Times New Roman"/>
                <a:cs typeface="Times New Roman"/>
              </a:rPr>
              <a:t> – Alleluia</a:t>
            </a:r>
            <a:endParaRPr lang="en-US" altLang="en-US" sz="850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7014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rmAutofit/>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a:r>
              <a:rPr lang="vi-VN" altLang="en-US" sz="8600" b="1" dirty="0">
                <a:solidFill>
                  <a:schemeClr val="tx1"/>
                </a:solidFill>
                <a:latin typeface="Times New Roman"/>
                <a:cs typeface="Times New Roman"/>
              </a:rPr>
              <a:t>Lạy Chúa, là đấng đã làm cho thiên hạ vui mừng</a:t>
            </a:r>
          </a:p>
        </p:txBody>
      </p:sp>
    </p:spTree>
    <p:extLst>
      <p:ext uri="{BB962C8B-B14F-4D97-AF65-F5344CB8AC3E}">
        <p14:creationId xmlns:p14="http://schemas.microsoft.com/office/powerpoint/2010/main" val="926735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pPr>
            <a:r>
              <a:rPr lang="vi-VN" sz="8000" b="1" dirty="0">
                <a:solidFill>
                  <a:schemeClr val="tx1"/>
                </a:solidFill>
                <a:latin typeface="Times New Roman"/>
                <a:cs typeface="Times New Roman"/>
              </a:rPr>
              <a:t>quá bội bởi Đức Chúa </a:t>
            </a:r>
            <a:r>
              <a:rPr lang="vi-VN" sz="8000" b="1" dirty="0" err="1">
                <a:solidFill>
                  <a:schemeClr val="tx1"/>
                </a:solidFill>
                <a:latin typeface="Times New Roman"/>
                <a:cs typeface="Times New Roman"/>
              </a:rPr>
              <a:t>Giêsu</a:t>
            </a:r>
            <a:r>
              <a:rPr lang="vi-VN" sz="8000" b="1" dirty="0">
                <a:solidFill>
                  <a:schemeClr val="tx1"/>
                </a:solidFill>
                <a:latin typeface="Times New Roman"/>
                <a:cs typeface="Times New Roman"/>
              </a:rPr>
              <a:t> </a:t>
            </a:r>
            <a:r>
              <a:rPr lang="vi-VN" sz="8000" b="1" dirty="0" err="1">
                <a:solidFill>
                  <a:schemeClr val="tx1"/>
                </a:solidFill>
                <a:latin typeface="Times New Roman"/>
                <a:cs typeface="Times New Roman"/>
              </a:rPr>
              <a:t>Kitô</a:t>
            </a:r>
            <a:r>
              <a:rPr lang="vi-VN" sz="8000" b="1" dirty="0">
                <a:solidFill>
                  <a:schemeClr val="tx1"/>
                </a:solidFill>
                <a:latin typeface="Times New Roman"/>
                <a:cs typeface="Times New Roman"/>
              </a:rPr>
              <a:t> là Con Chúa cùng là Chúa chúng con đã</a:t>
            </a:r>
          </a:p>
        </p:txBody>
      </p:sp>
    </p:spTree>
    <p:extLst>
      <p:ext uri="{BB962C8B-B14F-4D97-AF65-F5344CB8AC3E}">
        <p14:creationId xmlns:p14="http://schemas.microsoft.com/office/powerpoint/2010/main" val="2279159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pPr>
            <a:r>
              <a:rPr lang="en-US" sz="8000" b="1" dirty="0" err="1">
                <a:solidFill>
                  <a:schemeClr val="tx1"/>
                </a:solidFill>
                <a:latin typeface="Times New Roman"/>
                <a:ea typeface="+mn-lt"/>
                <a:cs typeface="Times New Roman"/>
              </a:rPr>
              <a:t>sống</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lại</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xin</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vì</a:t>
            </a:r>
            <a:r>
              <a:rPr lang="en-US" sz="8000" b="1" dirty="0">
                <a:solidFill>
                  <a:schemeClr val="tx1"/>
                </a:solidFill>
                <a:latin typeface="Times New Roman"/>
                <a:ea typeface="+mn-lt"/>
                <a:cs typeface="Times New Roman"/>
              </a:rPr>
              <a:t> Đức </a:t>
            </a:r>
            <a:r>
              <a:rPr lang="en-US" sz="8000" b="1" dirty="0" err="1">
                <a:solidFill>
                  <a:schemeClr val="tx1"/>
                </a:solidFill>
                <a:latin typeface="Times New Roman"/>
                <a:ea typeface="+mn-lt"/>
                <a:cs typeface="Times New Roman"/>
              </a:rPr>
              <a:t>Nữ</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Đồng</a:t>
            </a:r>
            <a:r>
              <a:rPr lang="en-US" sz="8000" b="1" dirty="0">
                <a:solidFill>
                  <a:schemeClr val="tx1"/>
                </a:solidFill>
                <a:latin typeface="Times New Roman"/>
                <a:ea typeface="+mn-lt"/>
                <a:cs typeface="Times New Roman"/>
              </a:rPr>
              <a:t> Trinh Maria </a:t>
            </a:r>
            <a:r>
              <a:rPr lang="en-US" sz="8000" b="1" dirty="0" err="1">
                <a:solidFill>
                  <a:schemeClr val="tx1"/>
                </a:solidFill>
                <a:latin typeface="Times New Roman"/>
                <a:ea typeface="+mn-lt"/>
                <a:cs typeface="Times New Roman"/>
              </a:rPr>
              <a:t>là</a:t>
            </a:r>
            <a:r>
              <a:rPr lang="en-US" sz="8000" b="1" dirty="0">
                <a:solidFill>
                  <a:schemeClr val="tx1"/>
                </a:solidFill>
                <a:latin typeface="Times New Roman"/>
                <a:ea typeface="+mn-lt"/>
                <a:cs typeface="Times New Roman"/>
              </a:rPr>
              <a:t> Thánh </a:t>
            </a:r>
            <a:r>
              <a:rPr lang="en-US" sz="8000" b="1" dirty="0" err="1">
                <a:solidFill>
                  <a:schemeClr val="tx1"/>
                </a:solidFill>
                <a:latin typeface="Times New Roman"/>
                <a:ea typeface="+mn-lt"/>
                <a:cs typeface="Times New Roman"/>
              </a:rPr>
              <a:t>Mẫu</a:t>
            </a:r>
            <a:r>
              <a:rPr lang="en-US" sz="8000" b="1" dirty="0">
                <a:solidFill>
                  <a:schemeClr val="tx1"/>
                </a:solidFill>
                <a:latin typeface="Times New Roman"/>
                <a:ea typeface="+mn-lt"/>
                <a:cs typeface="Times New Roman"/>
              </a:rPr>
              <a:t> Người </a:t>
            </a:r>
            <a:r>
              <a:rPr lang="en-US" sz="8000" b="1" dirty="0" err="1">
                <a:solidFill>
                  <a:schemeClr val="tx1"/>
                </a:solidFill>
                <a:latin typeface="Times New Roman"/>
                <a:ea typeface="+mn-lt"/>
                <a:cs typeface="Times New Roman"/>
              </a:rPr>
              <a:t>nguyện</a:t>
            </a:r>
            <a:endParaRPr lang="en-US" sz="8000" b="1" dirty="0" err="1">
              <a:solidFill>
                <a:schemeClr val="tx1"/>
              </a:solidFill>
              <a:latin typeface="Times New Roman"/>
              <a:cs typeface="Times New Roman"/>
            </a:endParaRPr>
          </a:p>
        </p:txBody>
      </p:sp>
    </p:spTree>
    <p:extLst>
      <p:ext uri="{BB962C8B-B14F-4D97-AF65-F5344CB8AC3E}">
        <p14:creationId xmlns:p14="http://schemas.microsoft.com/office/powerpoint/2010/main" val="746019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pPr>
            <a:r>
              <a:rPr lang="en-US" sz="8000" b="1" dirty="0" err="1">
                <a:solidFill>
                  <a:schemeClr val="tx1"/>
                </a:solidFill>
                <a:latin typeface="Times New Roman"/>
                <a:cs typeface="Times New Roman"/>
              </a:rPr>
              <a:t>cầu</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cho</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chúng</a:t>
            </a:r>
            <a:r>
              <a:rPr lang="en-US" sz="8000" b="1" dirty="0">
                <a:solidFill>
                  <a:schemeClr val="tx1"/>
                </a:solidFill>
                <a:latin typeface="Times New Roman"/>
                <a:cs typeface="Times New Roman"/>
              </a:rPr>
              <a:t> con </a:t>
            </a:r>
            <a:r>
              <a:rPr lang="en-US" sz="8000" b="1" dirty="0" err="1">
                <a:solidFill>
                  <a:schemeClr val="tx1"/>
                </a:solidFill>
                <a:latin typeface="Times New Roman"/>
                <a:cs typeface="Times New Roman"/>
              </a:rPr>
              <a:t>được</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hưởng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phúc</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vui</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vẻ</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hằng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sống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đời</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đời</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Vì</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công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nghiệp</a:t>
            </a:r>
            <a:endParaRPr lang="en-US" dirty="0" err="1">
              <a:solidFill>
                <a:schemeClr val="tx1"/>
              </a:solidFill>
            </a:endParaRPr>
          </a:p>
        </p:txBody>
      </p:sp>
    </p:spTree>
    <p:extLst>
      <p:ext uri="{BB962C8B-B14F-4D97-AF65-F5344CB8AC3E}">
        <p14:creationId xmlns:p14="http://schemas.microsoft.com/office/powerpoint/2010/main" val="2746057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en-US" sz="7000" b="1" dirty="0">
                <a:solidFill>
                  <a:schemeClr val="tx1"/>
                </a:solidFill>
                <a:latin typeface="Times New Roman"/>
                <a:cs typeface="Times New Roman"/>
              </a:rPr>
              <a:t>Chúa </a:t>
            </a:r>
            <a:r>
              <a:rPr lang="en-US" sz="7000" b="1" dirty="0" err="1">
                <a:solidFill>
                  <a:schemeClr val="tx1"/>
                </a:solidFill>
                <a:latin typeface="Times New Roman"/>
                <a:cs typeface="Times New Roman"/>
              </a:rPr>
              <a:t>Kitô</a:t>
            </a:r>
            <a:r>
              <a:rPr lang="en-US" sz="7000" b="1" dirty="0">
                <a:solidFill>
                  <a:schemeClr val="tx1"/>
                </a:solidFill>
                <a:latin typeface="Times New Roman"/>
                <a:cs typeface="Times New Roman"/>
              </a:rPr>
              <a:t> </a:t>
            </a:r>
            <a:r>
              <a:rPr lang="en-US" sz="7000" b="1" dirty="0" err="1">
                <a:solidFill>
                  <a:schemeClr val="tx1"/>
                </a:solidFill>
                <a:latin typeface="Times New Roman"/>
                <a:cs typeface="Times New Roman"/>
              </a:rPr>
              <a:t>là</a:t>
            </a:r>
            <a:r>
              <a:rPr lang="en-US" sz="7000" b="1" dirty="0">
                <a:solidFill>
                  <a:schemeClr val="tx1"/>
                </a:solidFill>
                <a:latin typeface="Times New Roman"/>
                <a:cs typeface="Times New Roman"/>
              </a:rPr>
              <a:t> Chúa </a:t>
            </a:r>
            <a:r>
              <a:rPr lang="en-US" sz="7000" b="1" dirty="0" err="1">
                <a:solidFill>
                  <a:schemeClr val="tx1"/>
                </a:solidFill>
                <a:latin typeface="Times New Roman"/>
                <a:cs typeface="Times New Roman"/>
              </a:rPr>
              <a:t>chúng</a:t>
            </a:r>
            <a:r>
              <a:rPr lang="en-US" sz="7000" b="1" dirty="0">
                <a:solidFill>
                  <a:schemeClr val="tx1"/>
                </a:solidFill>
                <a:latin typeface="Times New Roman"/>
                <a:cs typeface="Times New Roman"/>
              </a:rPr>
              <a:t> con.</a:t>
            </a:r>
            <a:r>
              <a:rPr lang="en-US" altLang="en-US" sz="7000" b="1" dirty="0">
                <a:solidFill>
                  <a:schemeClr val="tx1"/>
                </a:solidFill>
                <a:latin typeface="Times New Roman"/>
                <a:cs typeface="Times New Roman"/>
              </a:rPr>
              <a:t> </a:t>
            </a:r>
            <a:r>
              <a:rPr lang="en-US" altLang="en-US" sz="7000" b="1" dirty="0">
                <a:solidFill>
                  <a:srgbClr val="FF0000"/>
                </a:solidFill>
                <a:latin typeface="Times New Roman"/>
                <a:cs typeface="Times New Roman"/>
              </a:rPr>
              <a:t>Amen</a:t>
            </a:r>
            <a:r>
              <a:rPr lang="en-US" altLang="en-US" sz="7000" b="1" dirty="0">
                <a:solidFill>
                  <a:schemeClr val="tx1"/>
                </a:solidFill>
                <a:latin typeface="Times New Roman"/>
                <a:cs typeface="Times New Roman"/>
              </a:rPr>
              <a:t>.</a:t>
            </a:r>
            <a:endParaRPr lang="en-US" dirty="0">
              <a:solidFill>
                <a:schemeClr val="tx1"/>
              </a:solidFill>
              <a:latin typeface="Times New Roman"/>
              <a:cs typeface="Times New Roman"/>
            </a:endParaRPr>
          </a:p>
        </p:txBody>
      </p:sp>
    </p:spTree>
    <p:extLst>
      <p:ext uri="{BB962C8B-B14F-4D97-AF65-F5344CB8AC3E}">
        <p14:creationId xmlns:p14="http://schemas.microsoft.com/office/powerpoint/2010/main" val="1631203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4A26F16A-D461-CBDB-259F-A65235F76802}"/>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C8D8E104-E00C-A68D-AECB-EF0AAB06C1ED}"/>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 PHỤC SINH</a:t>
            </a:r>
          </a:p>
        </p:txBody>
      </p:sp>
      <p:sp>
        <p:nvSpPr>
          <p:cNvPr id="14" name="TextBox 13">
            <a:extLst>
              <a:ext uri="{FF2B5EF4-FFF2-40B4-BE49-F238E27FC236}">
                <a16:creationId xmlns:a16="http://schemas.microsoft.com/office/drawing/2014/main" id="{2631093C-F467-CF7C-40F2-AA494C0BD06C}"/>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"Thầy ban cho các con điều răn mới, là các con hãy yêu thương nhau"</a:t>
            </a:r>
            <a:endParaRPr lang="en-US" dirty="0"/>
          </a:p>
        </p:txBody>
      </p:sp>
    </p:spTree>
    <p:extLst>
      <p:ext uri="{BB962C8B-B14F-4D97-AF65-F5344CB8AC3E}">
        <p14:creationId xmlns:p14="http://schemas.microsoft.com/office/powerpoint/2010/main" val="420594856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647700" y="1530046"/>
            <a:ext cx="7848600" cy="2083408"/>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CON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HÃY</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NHỚ</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Kim Long)</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hãy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nhớ</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rằng</a:t>
            </a:r>
            <a:r>
              <a:rPr lang="en-US" sz="8000" b="1" dirty="0">
                <a:effectLst/>
                <a:latin typeface="Times New Roman (Headings)"/>
                <a:cs typeface="Arial" panose="020B0604020202020204" pitchFamily="34" charset="0"/>
              </a:rPr>
              <a:t>: Đức </a:t>
            </a:r>
            <a:r>
              <a:rPr lang="en-US" sz="8000" b="1" dirty="0" err="1">
                <a:effectLst/>
                <a:latin typeface="Times New Roman (Headings)"/>
                <a:cs typeface="Arial" panose="020B0604020202020204" pitchFamily="34" charset="0"/>
              </a:rPr>
              <a:t>Kitô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phục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từ</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cõi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33944081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Cứu</a:t>
            </a:r>
            <a:r>
              <a:rPr lang="en-US" sz="8000" b="1" dirty="0">
                <a:effectLst/>
                <a:latin typeface="Times New Roman (Headings)"/>
                <a:cs typeface="Arial" panose="020B0604020202020204" pitchFamily="34" charset="0"/>
              </a:rPr>
              <a:t> Chúa ta,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hiển</a:t>
            </a:r>
            <a:r>
              <a:rPr lang="en-US" sz="8000" b="1" dirty="0">
                <a:effectLst/>
                <a:latin typeface="Times New Roman (Headings)"/>
                <a:cs typeface="Arial" panose="020B0604020202020204" pitchFamily="34" charset="0"/>
              </a:rPr>
              <a:t> ta </a:t>
            </a:r>
            <a:r>
              <a:rPr lang="en-US" sz="8000" b="1" dirty="0" err="1">
                <a:effectLst/>
                <a:latin typeface="Times New Roman (Headings)"/>
                <a:cs typeface="Arial" panose="020B0604020202020204" pitchFamily="34" charset="0"/>
              </a:rPr>
              <a:t>đến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288521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280A-0D34-AE52-6E63-7DB354D98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D5E65-A363-A3F1-48C1-9FAC8F31973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500" b="1" dirty="0">
                <a:effectLst/>
                <a:latin typeface="Times New Roman (Headings)"/>
                <a:cs typeface="Arial" panose="020B0604020202020204" pitchFamily="34" charset="0"/>
              </a:rPr>
              <a:t>1. </a:t>
            </a:r>
            <a:r>
              <a:rPr lang="en-US" sz="8500" b="1" dirty="0" err="1">
                <a:effectLst/>
                <a:latin typeface="Times New Roman (Headings)"/>
                <a:cs typeface="Arial" panose="020B0604020202020204" pitchFamily="34" charset="0"/>
              </a:rPr>
              <a:t>Nếu</a:t>
            </a:r>
            <a:r>
              <a:rPr lang="en-US" sz="8500" b="1" dirty="0">
                <a:effectLst/>
                <a:latin typeface="Times New Roman (Headings)"/>
                <a:cs typeface="Arial" panose="020B0604020202020204" pitchFamily="34" charset="0"/>
              </a:rPr>
              <a:t> ta </a:t>
            </a:r>
            <a:r>
              <a:rPr lang="en-US" sz="8500" b="1" dirty="0" err="1">
                <a:effectLst/>
                <a:latin typeface="Times New Roman (Headings)"/>
                <a:cs typeface="Arial" panose="020B0604020202020204" pitchFamily="34" charset="0"/>
              </a:rPr>
              <a:t>cùng</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chết</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với</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Ngài</a:t>
            </a:r>
            <a:r>
              <a:rPr lang="en-US" sz="8500" b="1" dirty="0">
                <a:effectLst/>
                <a:latin typeface="Times New Roman (Headings)"/>
                <a:cs typeface="Arial" panose="020B0604020202020204" pitchFamily="34" charset="0"/>
              </a:rPr>
              <a:t> ta </a:t>
            </a:r>
            <a:r>
              <a:rPr lang="en-US" sz="8500" b="1" dirty="0" err="1">
                <a:effectLst/>
                <a:latin typeface="Times New Roman (Headings)"/>
                <a:cs typeface="Arial" panose="020B0604020202020204" pitchFamily="34" charset="0"/>
              </a:rPr>
              <a:t>sẽ</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cùng</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Ngài</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phục</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sinh</a:t>
            </a:r>
            <a:r>
              <a:rPr lang="en-US" sz="8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7673673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97CD-C7EF-582B-CEFA-098A2CC4F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13EEA-EFAA-5E1E-0CEC-4A3CC9D9371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latin typeface="Times New Roman (Headings)"/>
                <a:cs typeface="Arial" panose="020B0604020202020204" pitchFamily="34" charset="0"/>
              </a:rPr>
              <a:t>Nếu</a:t>
            </a:r>
            <a:r>
              <a:rPr lang="en-US" sz="8000" b="1" dirty="0">
                <a:latin typeface="Times New Roman (Headings)"/>
                <a:cs typeface="Arial" panose="020B0604020202020204" pitchFamily="34" charset="0"/>
              </a:rPr>
              <a:t> ta </a:t>
            </a:r>
            <a:r>
              <a:rPr lang="en-US" sz="8000" b="1" dirty="0" err="1">
                <a:latin typeface="Times New Roman (Headings)"/>
                <a:cs typeface="Arial" panose="020B0604020202020204" pitchFamily="34" charset="0"/>
              </a:rPr>
              <a:t>chịu</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khổ</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với</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Ngài</a:t>
            </a:r>
            <a:r>
              <a:rPr lang="en-US" sz="8000" b="1" dirty="0">
                <a:latin typeface="Times New Roman (Headings)"/>
                <a:cs typeface="Arial" panose="020B0604020202020204" pitchFamily="34" charset="0"/>
              </a:rPr>
              <a:t>, ta </a:t>
            </a:r>
            <a:r>
              <a:rPr lang="en-US" sz="8000" b="1" dirty="0" err="1">
                <a:latin typeface="Times New Roman (Headings)"/>
                <a:cs typeface="Arial" panose="020B0604020202020204" pitchFamily="34" charset="0"/>
              </a:rPr>
              <a:t>sẽ</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cùng</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Ngài</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thống</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trị</a:t>
            </a:r>
            <a:r>
              <a:rPr lang="en-US" sz="8000" b="1" dirty="0">
                <a:latin typeface="Times New Roman (Headings)"/>
                <a:cs typeface="Arial" panose="020B0604020202020204" pitchFamily="34" charset="0"/>
              </a:rPr>
              <a: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94791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26798-001A-2416-FB4C-0C4D36D74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B54D7-F0B0-FE67-F987-1473AE552D1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hãy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nhớ</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rằng</a:t>
            </a:r>
            <a:r>
              <a:rPr lang="en-US" sz="8000" b="1" dirty="0">
                <a:effectLst/>
                <a:latin typeface="Times New Roman (Headings)"/>
                <a:cs typeface="Arial" panose="020B0604020202020204" pitchFamily="34" charset="0"/>
              </a:rPr>
              <a:t>: Đức </a:t>
            </a:r>
            <a:r>
              <a:rPr lang="en-US" sz="8000" b="1" dirty="0" err="1">
                <a:effectLst/>
                <a:latin typeface="Times New Roman (Headings)"/>
                <a:cs typeface="Arial" panose="020B0604020202020204" pitchFamily="34" charset="0"/>
              </a:rPr>
              <a:t>Kitô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phục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từ</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cõi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38467590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7B77A-3731-7B58-EC12-9FD9FC7DE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BF666-E1E5-6189-9116-DC494F4A590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Ngài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Cứu</a:t>
            </a:r>
            <a:r>
              <a:rPr lang="en-US" sz="8000" b="1" dirty="0">
                <a:effectLst/>
                <a:latin typeface="Times New Roman (Headings)"/>
                <a:cs typeface="Arial" panose="020B0604020202020204" pitchFamily="34" charset="0"/>
              </a:rPr>
              <a:t> Chúa ta,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hiển</a:t>
            </a:r>
            <a:r>
              <a:rPr lang="en-US" sz="8000" b="1" dirty="0">
                <a:effectLst/>
                <a:latin typeface="Times New Roman (Headings)"/>
                <a:cs typeface="Arial" panose="020B0604020202020204" pitchFamily="34" charset="0"/>
              </a:rPr>
              <a:t> ta </a:t>
            </a:r>
            <a:r>
              <a:rPr lang="en-US" sz="8000" b="1" dirty="0" err="1">
                <a:effectLst/>
                <a:latin typeface="Times New Roman (Headings)"/>
                <a:cs typeface="Arial" panose="020B0604020202020204" pitchFamily="34" charset="0"/>
              </a:rPr>
              <a:t>đến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781902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60DCA652-F2F1-4B35-9B5D-0A018BC8A9BD}"/>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94FDBDA6-2DFD-903E-C548-2BB128B521B2}"/>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 PHỤC SINH</a:t>
            </a:r>
          </a:p>
        </p:txBody>
      </p:sp>
      <p:sp>
        <p:nvSpPr>
          <p:cNvPr id="14" name="TextBox 13">
            <a:extLst>
              <a:ext uri="{FF2B5EF4-FFF2-40B4-BE49-F238E27FC236}">
                <a16:creationId xmlns:a16="http://schemas.microsoft.com/office/drawing/2014/main" id="{E10D54E7-BFE7-61C8-5F72-1F68086FBA2F}"/>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"Thầy ban cho các con điều răn mới, là các con hãy yêu thương nhau"</a:t>
            </a:r>
            <a:endParaRPr lang="en-US" dirty="0"/>
          </a:p>
        </p:txBody>
      </p:sp>
    </p:spTree>
    <p:extLst>
      <p:ext uri="{BB962C8B-B14F-4D97-AF65-F5344CB8AC3E}">
        <p14:creationId xmlns:p14="http://schemas.microsoft.com/office/powerpoint/2010/main" val="416750345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a:effectLst/>
                <a:latin typeface="Times New Roman (Headings)"/>
                <a:cs typeface="Arial" panose="020B0604020202020204" pitchFamily="34" charset="0"/>
              </a:rPr>
              <a:t>và bình an dưới thế cho người thiện tâm.</a:t>
            </a:r>
            <a:endParaRPr lang="en-US" sz="96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it-IT" sz="9600" b="1">
                <a:effectLst/>
                <a:latin typeface="Times New Roman (Headings)"/>
                <a:cs typeface="Arial" panose="020B0604020202020204" pitchFamily="34" charset="0"/>
              </a:rPr>
              <a:t>Chúng con ca ngợi Chúa,</a:t>
            </a:r>
            <a:endParaRPr lang="en-US" sz="96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chúc</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tụng</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thờ</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lạy</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tôn</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vinh</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chúng</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cảm</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tạ</a:t>
            </a:r>
            <a:r>
              <a:rPr lang="en-US" sz="8800" b="1">
                <a:effectLst/>
                <a:latin typeface="Times New Roman (Headings)"/>
                <a:cs typeface="Arial" panose="020B0604020202020204" pitchFamily="34" charset="0"/>
              </a:rPr>
              <a:t> Chúa </a:t>
            </a:r>
            <a:r>
              <a:rPr lang="en-US" sz="8800" b="1" err="1">
                <a:effectLst/>
                <a:latin typeface="Times New Roman (Headings)"/>
                <a:cs typeface="Arial" panose="020B0604020202020204" pitchFamily="34" charset="0"/>
              </a:rPr>
              <a:t>vì</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vinh</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quang</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cao</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cả</a:t>
            </a:r>
            <a:r>
              <a:rPr lang="en-US" sz="88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05028514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8C3273C3-EF92-C1B0-99F2-A15E201D38F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22CA5041-3EBB-78E9-CD1F-47F950E5603C}"/>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 PHỤC SINH</a:t>
            </a:r>
          </a:p>
        </p:txBody>
      </p:sp>
      <p:sp>
        <p:nvSpPr>
          <p:cNvPr id="14" name="TextBox 13">
            <a:extLst>
              <a:ext uri="{FF2B5EF4-FFF2-40B4-BE49-F238E27FC236}">
                <a16:creationId xmlns:a16="http://schemas.microsoft.com/office/drawing/2014/main" id="{C3DB243A-4374-B7CE-58FF-A29699121EA4}"/>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"Thầy ban cho các con điều răn mới, là các con hãy yêu thương nhau"</a:t>
            </a:r>
            <a:endParaRPr lang="en-US" dirty="0"/>
          </a:p>
        </p:txBody>
      </p:sp>
    </p:spTree>
    <p:extLst>
      <p:ext uri="{BB962C8B-B14F-4D97-AF65-F5344CB8AC3E}">
        <p14:creationId xmlns:p14="http://schemas.microsoft.com/office/powerpoint/2010/main" val="220703052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1:</a:t>
            </a:r>
            <a:r>
              <a:rPr lang="en-US" sz="3800" b="1" dirty="0">
                <a:solidFill>
                  <a:srgbClr val="FF0000"/>
                </a:solidFill>
                <a:latin typeface="Arial" panose="020B0604020202020204" pitchFamily="34" charset="0"/>
                <a:cs typeface="Arial" panose="020B0604020202020204" pitchFamily="34" charset="0"/>
              </a:rPr>
              <a:t> </a:t>
            </a:r>
            <a:r>
              <a:rPr lang="en-US" sz="3800" b="1" dirty="0" err="1">
                <a:latin typeface="Arial" panose="020B0604020202020204" pitchFamily="34" charset="0"/>
                <a:cs typeface="Arial" panose="020B0604020202020204" pitchFamily="34" charset="0"/>
              </a:rPr>
              <a:t>Cv</a:t>
            </a:r>
            <a:r>
              <a:rPr lang="en-US" sz="3800" b="1" dirty="0">
                <a:latin typeface="Arial" panose="020B0604020202020204" pitchFamily="34" charset="0"/>
                <a:cs typeface="Arial" panose="020B0604020202020204" pitchFamily="34" charset="0"/>
              </a:rPr>
              <a:t> 14, </a:t>
            </a:r>
            <a:r>
              <a:rPr lang="en-US" sz="3800" b="1" dirty="0" err="1">
                <a:latin typeface="Arial" panose="020B0604020202020204" pitchFamily="34" charset="0"/>
                <a:cs typeface="Arial" panose="020B0604020202020204" pitchFamily="34" charset="0"/>
              </a:rPr>
              <a:t>20b</a:t>
            </a:r>
            <a:r>
              <a:rPr lang="en-US" sz="3800" b="1" dirty="0">
                <a:latin typeface="Arial" panose="020B0604020202020204" pitchFamily="34" charset="0"/>
                <a:cs typeface="Arial" panose="020B0604020202020204" pitchFamily="34" charset="0"/>
              </a:rPr>
              <a:t>-26</a:t>
            </a:r>
          </a:p>
        </p:txBody>
      </p:sp>
      <p:sp>
        <p:nvSpPr>
          <p:cNvPr id="5" name="TextBox 4">
            <a:extLst>
              <a:ext uri="{FF2B5EF4-FFF2-40B4-BE49-F238E27FC236}">
                <a16:creationId xmlns:a16="http://schemas.microsoft.com/office/drawing/2014/main" id="{EC9E90A0-57EF-B562-11BD-EFA379BF3A1F}"/>
              </a:ext>
            </a:extLst>
          </p:cNvPr>
          <p:cNvSpPr txBox="1"/>
          <p:nvPr/>
        </p:nvSpPr>
        <p:spPr>
          <a:xfrm>
            <a:off x="0" y="909756"/>
            <a:ext cx="9144000" cy="3323987"/>
          </a:xfrm>
          <a:prstGeom prst="rect">
            <a:avLst/>
          </a:prstGeom>
          <a:noFill/>
        </p:spPr>
        <p:txBody>
          <a:bodyPr wrap="square">
            <a:spAutoFit/>
          </a:bodyPr>
          <a:lstStyle/>
          <a:p>
            <a:pPr algn="ctr"/>
            <a:r>
              <a:rPr lang="vi-VN" sz="7000" b="1" i="1" dirty="0">
                <a:solidFill>
                  <a:srgbClr val="FF0000"/>
                </a:solidFill>
                <a:latin typeface="Arial" panose="020B0604020202020204" pitchFamily="34" charset="0"/>
                <a:cs typeface="Arial" panose="020B0604020202020204" pitchFamily="34" charset="0"/>
              </a:rPr>
              <a:t>"Các ngài thuật lại những gì Thiên Chúa đã làm với các ngài".</a:t>
            </a:r>
          </a:p>
        </p:txBody>
      </p:sp>
      <p:sp>
        <p:nvSpPr>
          <p:cNvPr id="7" name="TextBox 6">
            <a:extLst>
              <a:ext uri="{FF2B5EF4-FFF2-40B4-BE49-F238E27FC236}">
                <a16:creationId xmlns:a16="http://schemas.microsoft.com/office/drawing/2014/main" id="{FA7210C8-01DF-51DB-3853-C95430401C95}"/>
              </a:ext>
            </a:extLst>
          </p:cNvPr>
          <p:cNvSpPr txBox="1"/>
          <p:nvPr/>
        </p:nvSpPr>
        <p:spPr>
          <a:xfrm>
            <a:off x="228600" y="4196775"/>
            <a:ext cx="9144000" cy="584775"/>
          </a:xfrm>
          <a:prstGeom prst="rect">
            <a:avLst/>
          </a:prstGeom>
          <a:noFill/>
        </p:spPr>
        <p:txBody>
          <a:bodyPr wrap="square">
            <a:spAutoFit/>
          </a:bodyPr>
          <a:lstStyle/>
          <a:p>
            <a:r>
              <a:rPr lang="vi-VN" sz="3200" dirty="0">
                <a:latin typeface="Arial" panose="020B0604020202020204" pitchFamily="34" charset="0"/>
                <a:cs typeface="Arial" panose="020B0604020202020204" pitchFamily="34" charset="0"/>
              </a:rPr>
              <a:t>Trích sách Tông đồ Công vụ.</a:t>
            </a:r>
          </a:p>
        </p:txBody>
      </p:sp>
    </p:spTree>
    <p:extLst>
      <p:ext uri="{BB962C8B-B14F-4D97-AF65-F5344CB8AC3E}">
        <p14:creationId xmlns:p14="http://schemas.microsoft.com/office/powerpoint/2010/main" val="247250202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609600" y="756744"/>
            <a:ext cx="7848600" cy="2881806"/>
          </a:xfrm>
        </p:spPr>
        <p:txBody>
          <a:bodyPr lIns="91440" tIns="0" rIns="91440" bIns="0" anchor="b">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144</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29"/>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1. Chúa nhân ái và từ bi, chậm bất bình và giàu ơn phúc.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Chúa </a:t>
            </a:r>
            <a:r>
              <a:rPr lang="en-US" sz="8800" b="1" dirty="0" err="1">
                <a:effectLst/>
                <a:latin typeface="Times New Roman (Headings)"/>
                <a:cs typeface="Arial" panose="020B0604020202020204" pitchFamily="34" charset="0"/>
              </a:rPr>
              <a:t>từ</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tâm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mọi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loài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từ</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mọi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linh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16982357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837FE-F0A8-8D00-0EBC-035788BC1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9D7B4-7A5C-1F7C-FE00-D34B28C0A96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Chúa con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tụng</a:t>
            </a:r>
            <a:r>
              <a:rPr lang="en-US" sz="8000" b="1" dirty="0">
                <a:effectLst/>
                <a:latin typeface="Times New Roman (Headings)"/>
                <a:cs typeface="Arial" panose="020B0604020202020204" pitchFamily="34" charset="0"/>
              </a:rPr>
              <a:t> Danh Chúa </a:t>
            </a:r>
            <a:r>
              <a:rPr lang="en-US" sz="8000" b="1" dirty="0" err="1">
                <a:effectLst/>
                <a:latin typeface="Times New Roman (Headings)"/>
                <a:cs typeface="Arial" panose="020B0604020202020204" pitchFamily="34" charset="0"/>
              </a:rPr>
              <a:t>từ</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giờ</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08069707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6720B-A25F-5A2A-C678-C073020D1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42CC5-55ED-FCC5-77EB-3894862C8B03}"/>
              </a:ext>
            </a:extLst>
          </p:cNvPr>
          <p:cNvSpPr>
            <a:spLocks noGrp="1"/>
          </p:cNvSpPr>
          <p:nvPr>
            <p:ph type="ctrTitle"/>
          </p:nvPr>
        </p:nvSpPr>
        <p:spPr>
          <a:xfrm>
            <a:off x="0" y="-130629"/>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2. </a:t>
            </a:r>
            <a:r>
              <a:rPr lang="en-US" sz="8800" b="1" dirty="0" err="1">
                <a:effectLst/>
                <a:latin typeface="Times New Roman (Headings)"/>
                <a:cs typeface="Arial" panose="020B0604020202020204" pitchFamily="34" charset="0"/>
              </a:rPr>
              <a:t>Hát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câu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mọi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từ</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tay</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33559244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ECE6D-069B-51DA-135F-CC1BCE5DBB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B6D8B-26C1-7AF1-F444-AB5113E33CF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500" b="1" dirty="0">
                <a:effectLst/>
                <a:latin typeface="Times New Roman (Headings)"/>
                <a:cs typeface="Arial" panose="020B0604020202020204" pitchFamily="34" charset="0"/>
              </a:rPr>
              <a:t>Hết mọi dân hãy chúc tụng Người, và nhận biết nước Người vinh quang.</a:t>
            </a:r>
            <a:endParaRPr lang="en-US" sz="8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0438529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D0E69-D6E4-8512-CD18-F797DD0CF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D21E5-222F-3232-5256-B4818EE4DB4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Chúa con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tụng</a:t>
            </a:r>
            <a:r>
              <a:rPr lang="en-US" sz="8000" b="1" dirty="0">
                <a:effectLst/>
                <a:latin typeface="Times New Roman (Headings)"/>
                <a:cs typeface="Arial" panose="020B0604020202020204" pitchFamily="34" charset="0"/>
              </a:rPr>
              <a:t> Danh Chúa </a:t>
            </a:r>
            <a:r>
              <a:rPr lang="en-US" sz="8000" b="1" dirty="0" err="1">
                <a:effectLst/>
                <a:latin typeface="Times New Roman (Headings)"/>
                <a:cs typeface="Arial" panose="020B0604020202020204" pitchFamily="34" charset="0"/>
              </a:rPr>
              <a:t>từ</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giờ</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28163365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8B3A6-7036-651A-D7FE-D65BC2B75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5EFC3-FDB9-2A75-EF8A-A337E36CF618}"/>
              </a:ext>
            </a:extLst>
          </p:cNvPr>
          <p:cNvSpPr>
            <a:spLocks noGrp="1"/>
          </p:cNvSpPr>
          <p:nvPr>
            <p:ph type="ctrTitle"/>
          </p:nvPr>
        </p:nvSpPr>
        <p:spPr>
          <a:xfrm>
            <a:off x="0" y="-130629"/>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3. Chúa luôn thánh thiện công minh trong hết mọi nẻo đường Chúa.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6608684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5B82F-D408-A4B1-554F-C86627FEF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B42FF-CE82-A3EC-1E49-E943DBD2E15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500" b="1" dirty="0">
                <a:effectLst/>
                <a:latin typeface="Times New Roman (Headings)"/>
                <a:cs typeface="Arial" panose="020B0604020202020204" pitchFamily="34" charset="0"/>
              </a:rPr>
              <a:t>Chúa </a:t>
            </a:r>
            <a:r>
              <a:rPr lang="en-US" sz="8500" b="1" dirty="0" err="1">
                <a:effectLst/>
                <a:latin typeface="Times New Roman (Headings)"/>
                <a:cs typeface="Arial" panose="020B0604020202020204" pitchFamily="34" charset="0"/>
              </a:rPr>
              <a:t>gần</a:t>
            </a:r>
            <a:r>
              <a:rPr lang="en-US" sz="8500" b="1" dirty="0">
                <a:effectLst/>
                <a:latin typeface="Times New Roman (Headings)"/>
                <a:cs typeface="Arial" panose="020B0604020202020204" pitchFamily="34" charset="0"/>
              </a:rPr>
              <a:t> ai </a:t>
            </a:r>
            <a:r>
              <a:rPr lang="en-US" sz="8500" b="1" dirty="0" err="1">
                <a:effectLst/>
                <a:latin typeface="Times New Roman (Headings)"/>
                <a:cs typeface="Arial" panose="020B0604020202020204" pitchFamily="34" charset="0"/>
              </a:rPr>
              <a:t>kêu</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khấn</a:t>
            </a:r>
            <a:r>
              <a:rPr lang="en-US" sz="8500" b="1" dirty="0">
                <a:effectLst/>
                <a:latin typeface="Times New Roman (Headings)"/>
                <a:cs typeface="Arial" panose="020B0604020202020204" pitchFamily="34" charset="0"/>
              </a:rPr>
              <a:t> Danh </a:t>
            </a:r>
            <a:r>
              <a:rPr lang="en-US" sz="8500" b="1" dirty="0" err="1">
                <a:effectLst/>
                <a:latin typeface="Times New Roman (Headings)"/>
                <a:cs typeface="Arial" panose="020B0604020202020204" pitchFamily="34" charset="0"/>
              </a:rPr>
              <a:t>Ngài</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và</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thành</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tín</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chẳng</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hề</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phôi</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phai</a:t>
            </a:r>
            <a:r>
              <a:rPr lang="en-US" sz="8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74505400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AAAD8-486D-5E84-2FCE-109FF2148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734446-652C-7B5A-724D-A5E22A42B3F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Chúa con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tụng</a:t>
            </a:r>
            <a:r>
              <a:rPr lang="en-US" sz="8000" b="1" dirty="0">
                <a:effectLst/>
                <a:latin typeface="Times New Roman (Headings)"/>
                <a:cs typeface="Arial" panose="020B0604020202020204" pitchFamily="34" charset="0"/>
              </a:rPr>
              <a:t> Danh Chúa </a:t>
            </a:r>
            <a:r>
              <a:rPr lang="en-US" sz="8000" b="1" dirty="0" err="1">
                <a:effectLst/>
                <a:latin typeface="Times New Roman (Headings)"/>
                <a:cs typeface="Arial" panose="020B0604020202020204" pitchFamily="34" charset="0"/>
              </a:rPr>
              <a:t>từ</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giờ</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8439491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7F7D0-D74F-7FF2-FE10-0AC858611E2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2343DB-68C7-3ED6-0370-34895CC1271C}"/>
              </a:ext>
            </a:extLst>
          </p:cNvPr>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2:</a:t>
            </a:r>
            <a:r>
              <a:rPr lang="en-US" sz="3800" b="1" dirty="0">
                <a:solidFill>
                  <a:srgbClr val="FF0000"/>
                </a:solidFill>
                <a:latin typeface="Arial" panose="020B0604020202020204" pitchFamily="34" charset="0"/>
                <a:cs typeface="Arial" panose="020B0604020202020204" pitchFamily="34" charset="0"/>
              </a:rPr>
              <a:t> </a:t>
            </a:r>
            <a:r>
              <a:rPr lang="en-US" sz="3800" b="1" dirty="0">
                <a:latin typeface="Arial" panose="020B0604020202020204" pitchFamily="34" charset="0"/>
                <a:cs typeface="Arial" panose="020B0604020202020204" pitchFamily="34" charset="0"/>
              </a:rPr>
              <a:t>Kh 21, 1-</a:t>
            </a:r>
            <a:r>
              <a:rPr lang="en-US" sz="3800" b="1" dirty="0" err="1">
                <a:latin typeface="Arial" panose="020B0604020202020204" pitchFamily="34" charset="0"/>
                <a:cs typeface="Arial" panose="020B0604020202020204" pitchFamily="34" charset="0"/>
              </a:rPr>
              <a:t>5a</a:t>
            </a:r>
            <a:r>
              <a:rPr lang="en-US" sz="3800" b="1" dirty="0">
                <a:latin typeface="Arial" panose="020B0604020202020204" pitchFamily="34" charset="0"/>
                <a:cs typeface="Arial" panose="020B0604020202020204" pitchFamily="34" charset="0"/>
              </a:rPr>
              <a:t>    </a:t>
            </a:r>
          </a:p>
        </p:txBody>
      </p:sp>
      <p:sp>
        <p:nvSpPr>
          <p:cNvPr id="5" name="TextBox 4">
            <a:extLst>
              <a:ext uri="{FF2B5EF4-FFF2-40B4-BE49-F238E27FC236}">
                <a16:creationId xmlns:a16="http://schemas.microsoft.com/office/drawing/2014/main" id="{CA4054D2-825A-080E-4814-A0E8B26315E7}"/>
              </a:ext>
            </a:extLst>
          </p:cNvPr>
          <p:cNvSpPr txBox="1"/>
          <p:nvPr/>
        </p:nvSpPr>
        <p:spPr>
          <a:xfrm>
            <a:off x="0" y="863590"/>
            <a:ext cx="9144000" cy="3416320"/>
          </a:xfrm>
          <a:prstGeom prst="rect">
            <a:avLst/>
          </a:prstGeom>
          <a:noFill/>
        </p:spPr>
        <p:txBody>
          <a:bodyPr wrap="square">
            <a:spAutoFit/>
          </a:bodyPr>
          <a:lstStyle/>
          <a:p>
            <a:pPr algn="ctr"/>
            <a:r>
              <a:rPr lang="vi-VN" sz="7200" b="1" i="1" dirty="0">
                <a:solidFill>
                  <a:srgbClr val="FF0000"/>
                </a:solidFill>
                <a:latin typeface="Arial" panose="020B0604020202020204" pitchFamily="34" charset="0"/>
                <a:cs typeface="Arial" panose="020B0604020202020204" pitchFamily="34" charset="0"/>
              </a:rPr>
              <a:t>"Thiên Chúa sẽ lau khô mọi giọt lệ </a:t>
            </a:r>
            <a:br>
              <a:rPr lang="en-US" sz="7200" b="1" i="1" dirty="0">
                <a:solidFill>
                  <a:srgbClr val="FF0000"/>
                </a:solidFill>
                <a:latin typeface="Arial" panose="020B0604020202020204" pitchFamily="34" charset="0"/>
                <a:cs typeface="Arial" panose="020B0604020202020204" pitchFamily="34" charset="0"/>
              </a:rPr>
            </a:br>
            <a:r>
              <a:rPr lang="vi-VN" sz="7200" b="1" i="1" dirty="0">
                <a:solidFill>
                  <a:srgbClr val="FF0000"/>
                </a:solidFill>
                <a:latin typeface="Arial" panose="020B0604020202020204" pitchFamily="34" charset="0"/>
                <a:cs typeface="Arial" panose="020B0604020202020204" pitchFamily="34" charset="0"/>
              </a:rPr>
              <a:t>ở mắt họ".</a:t>
            </a:r>
          </a:p>
        </p:txBody>
      </p:sp>
      <p:sp>
        <p:nvSpPr>
          <p:cNvPr id="7" name="TextBox 6">
            <a:extLst>
              <a:ext uri="{FF2B5EF4-FFF2-40B4-BE49-F238E27FC236}">
                <a16:creationId xmlns:a16="http://schemas.microsoft.com/office/drawing/2014/main" id="{56C64DB8-63CD-7BC7-1257-003B55A2EEF9}"/>
              </a:ext>
            </a:extLst>
          </p:cNvPr>
          <p:cNvSpPr txBox="1"/>
          <p:nvPr/>
        </p:nvSpPr>
        <p:spPr>
          <a:xfrm>
            <a:off x="228600" y="4196775"/>
            <a:ext cx="8783782" cy="523220"/>
          </a:xfrm>
          <a:prstGeom prst="rect">
            <a:avLst/>
          </a:prstGeom>
          <a:noFill/>
        </p:spPr>
        <p:txBody>
          <a:bodyPr wrap="square">
            <a:spAutoFit/>
          </a:bodyPr>
          <a:lstStyle/>
          <a:p>
            <a:r>
              <a:rPr lang="vi-VN" sz="2800" dirty="0">
                <a:latin typeface="Arial" panose="020B0604020202020204" pitchFamily="34" charset="0"/>
                <a:cs typeface="Arial" panose="020B0604020202020204" pitchFamily="34" charset="0"/>
              </a:rPr>
              <a:t>Trích sách Khải Huyền của Thánh </a:t>
            </a:r>
            <a:r>
              <a:rPr lang="vi-VN" sz="2800" dirty="0" err="1">
                <a:latin typeface="Arial" panose="020B0604020202020204" pitchFamily="34" charset="0"/>
                <a:cs typeface="Arial" panose="020B0604020202020204" pitchFamily="34" charset="0"/>
              </a:rPr>
              <a:t>Gioan</a:t>
            </a:r>
            <a:endParaRPr lang="vi-V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69876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DA244E9-20D4-7DB2-95E2-6CEBA7CC1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DB6C6-F585-E7A8-487D-2B6D999AF6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5B9EC3-20CF-0088-BA48-BE77DC01D85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1715189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727710"/>
            <a:ext cx="9144000" cy="4191000"/>
          </a:xfrm>
          <a:solidFill>
            <a:schemeClr val="bg1"/>
          </a:solidFill>
        </p:spPr>
        <p:txBody>
          <a:bodyPr lIns="91440" tIns="0" rIns="91440" bIns="0">
            <a:noAutofit/>
          </a:bodyPr>
          <a:lstStyle/>
          <a:p>
            <a:r>
              <a:rPr lang="vi-VN" sz="7200" b="1" dirty="0" err="1">
                <a:effectLst/>
                <a:latin typeface="Times New Roman (Headings)"/>
                <a:cs typeface="Arial" panose="020B0604020202020204" pitchFamily="34" charset="0"/>
              </a:rPr>
              <a:t>Alleluia</a:t>
            </a:r>
            <a:r>
              <a:rPr lang="vi-VN" sz="7200" b="1" dirty="0">
                <a:effectLst/>
                <a:latin typeface="Times New Roman (Headings)"/>
                <a:cs typeface="Arial" panose="020B0604020202020204" pitchFamily="34" charset="0"/>
              </a:rPr>
              <a:t>, </a:t>
            </a:r>
            <a:r>
              <a:rPr lang="vi-VN" sz="7200" b="1" dirty="0" err="1">
                <a:effectLst/>
                <a:latin typeface="Times New Roman (Headings)"/>
                <a:cs typeface="Arial" panose="020B0604020202020204" pitchFamily="34" charset="0"/>
              </a:rPr>
              <a:t>Alleluia</a:t>
            </a:r>
            <a:r>
              <a:rPr lang="vi-VN" sz="7200" b="1" dirty="0">
                <a:effectLst/>
                <a:latin typeface="Times New Roman (Headings)"/>
                <a:cs typeface="Arial" panose="020B0604020202020204" pitchFamily="34" charset="0"/>
              </a:rPr>
              <a:t>. Chúa phán rằng: "Thầy ban cho các con một điều răn mới:</a:t>
            </a:r>
            <a:endParaRPr lang="en-US" sz="7200" b="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200" b="1" u="sng" dirty="0">
                <a:solidFill>
                  <a:srgbClr val="FF0000"/>
                </a:solidFill>
                <a:latin typeface="Arial" panose="020B0604020202020204" pitchFamily="34" charset="0"/>
                <a:cs typeface="Arial" panose="020B0604020202020204" pitchFamily="34" charset="0"/>
              </a:rPr>
              <a:t>CÂU XƯỚNG TRƯỚC PHÚC ÂM</a:t>
            </a:r>
            <a:endParaRPr lang="vi-VN" sz="3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913118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Là hãy yêu thương nhau như Thầy yêu thương các con". </a:t>
            </a:r>
            <a:r>
              <a:rPr lang="vi-VN" sz="8000" b="1" dirty="0" err="1">
                <a:effectLst/>
                <a:latin typeface="Times New Roman (Headings)"/>
                <a:cs typeface="Arial" panose="020B0604020202020204" pitchFamily="34" charset="0"/>
              </a:rPr>
              <a:t>Alleluia</a:t>
            </a:r>
            <a:r>
              <a:rPr lang="vi-VN" sz="8000" b="1" dirty="0">
                <a:effectLst/>
                <a:latin typeface="Times New Roman (Headings)"/>
                <a:cs typeface="Arial" panose="020B0604020202020204" pitchFamily="34" charset="0"/>
              </a:rPr>
              <a:t>, </a:t>
            </a:r>
            <a:r>
              <a:rPr lang="vi-VN" sz="8000" b="1" dirty="0" err="1">
                <a:effectLst/>
                <a:latin typeface="Times New Roman (Headings)"/>
                <a:cs typeface="Arial" panose="020B0604020202020204" pitchFamily="34" charset="0"/>
              </a:rPr>
              <a:t>Alleluia</a:t>
            </a:r>
            <a:r>
              <a:rPr lang="en-US" sz="8000" b="1" dirty="0">
                <a:latin typeface="Times New Roman (Headings)"/>
                <a:cs typeface="Arial" panose="020B0604020202020204" pitchFamily="34" charset="0"/>
              </a:rPr>
              <a: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590149DC-D299-63B8-81D5-E6B25997017F}"/>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53773AF-E715-C8CD-51A3-A6D208A413A3}"/>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 PHỤC SINH</a:t>
            </a:r>
          </a:p>
        </p:txBody>
      </p:sp>
      <p:sp>
        <p:nvSpPr>
          <p:cNvPr id="14" name="TextBox 13">
            <a:extLst>
              <a:ext uri="{FF2B5EF4-FFF2-40B4-BE49-F238E27FC236}">
                <a16:creationId xmlns:a16="http://schemas.microsoft.com/office/drawing/2014/main" id="{42361CBC-C4E5-6420-2BF9-2C3CB62A0198}"/>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"Thầy ban cho các con điều răn mới, là các con hãy yêu thương nhau"</a:t>
            </a:r>
            <a:endParaRPr lang="en-US" dirty="0"/>
          </a:p>
        </p:txBody>
      </p:sp>
    </p:spTree>
    <p:extLst>
      <p:ext uri="{BB962C8B-B14F-4D97-AF65-F5344CB8AC3E}">
        <p14:creationId xmlns:p14="http://schemas.microsoft.com/office/powerpoint/2010/main" val="2192304370"/>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Tôi</a:t>
            </a:r>
            <a:r>
              <a:rPr lang="en-US" sz="8200" b="1" dirty="0">
                <a:effectLst/>
                <a:latin typeface="Times New Roman (Headings)"/>
                <a:cs typeface="Arial" panose="020B0604020202020204" pitchFamily="34" charset="0"/>
              </a:rPr>
              <a:t> tin </a:t>
            </a:r>
            <a:r>
              <a:rPr lang="en-US" sz="8200" b="1" dirty="0" err="1">
                <a:effectLst/>
                <a:latin typeface="Times New Roman (Headings)"/>
                <a:cs typeface="Arial" panose="020B0604020202020204" pitchFamily="34" charset="0"/>
              </a:rPr>
              <a:t>kính</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một</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Cha </a:t>
            </a:r>
            <a:r>
              <a:rPr lang="en-US" sz="8200" b="1" dirty="0" err="1">
                <a:effectLst/>
                <a:latin typeface="Times New Roman (Headings)"/>
                <a:cs typeface="Arial" panose="020B0604020202020204" pitchFamily="34" charset="0"/>
              </a:rPr>
              <a:t>toàn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năng</a:t>
            </a:r>
            <a:r>
              <a:rPr lang="en-US" sz="82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72AC4718-C853-4068-8EDA-060F2A58F3C7}"/>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BD44863-B617-D7A5-B3D8-9BDDA90410BC}"/>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 PHỤC SINH</a:t>
            </a:r>
          </a:p>
        </p:txBody>
      </p:sp>
      <p:sp>
        <p:nvSpPr>
          <p:cNvPr id="14" name="TextBox 13">
            <a:extLst>
              <a:ext uri="{FF2B5EF4-FFF2-40B4-BE49-F238E27FC236}">
                <a16:creationId xmlns:a16="http://schemas.microsoft.com/office/drawing/2014/main" id="{B9D8F539-C8A3-5B48-36FD-6E441F7CD427}"/>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"Thầy ban cho các con điều răn mới, là các con hãy yêu thương nhau"</a:t>
            </a:r>
            <a:endParaRPr lang="en-US" dirty="0"/>
          </a:p>
        </p:txBody>
      </p:sp>
    </p:spTree>
    <p:extLst>
      <p:ext uri="{BB962C8B-B14F-4D97-AF65-F5344CB8AC3E}">
        <p14:creationId xmlns:p14="http://schemas.microsoft.com/office/powerpoint/2010/main" val="225271007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574964" y="1377646"/>
            <a:ext cx="7848600" cy="2388208"/>
          </a:xfrm>
        </p:spPr>
        <p:txBody>
          <a:bodyPr lIns="91440" tIns="0" rIns="91440" bIns="0" anchor="b">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CHÚA</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Nguyễn Kha</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7517C-87D7-5EB2-3B13-69347E088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15373-F1E9-969E-9EAA-1C63F82107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Xin dâng Chúa hiến lễ này, để tưởng niệm Chúa chịu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6884273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58776-D1AF-F289-737F-4F9150DB2B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29F1F-C726-2B5F-2F84-512508FDBE2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 để tưởng niệm Chúa sống lại, lên trời hiển vinh.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971553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EA5B3-5DD2-940E-62E4-418F571CB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0B4CCC-60AD-202C-FCCB-B211B0BE2F9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1.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Cha Chí Thánh, </a:t>
            </a:r>
            <a:r>
              <a:rPr lang="en-US" sz="8000" b="1" dirty="0" err="1">
                <a:effectLst/>
                <a:latin typeface="Times New Roman (Headings)"/>
                <a:cs typeface="Arial" panose="020B0604020202020204" pitchFamily="34" charset="0"/>
              </a:rPr>
              <a:t>hãy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lễ</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chúng</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chân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31546210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C9441-A82E-0E2D-E5B5-4C21572B9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92E35-E575-EEC5-679A-E6C9F1FB510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cúi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của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lễ</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cứu</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khỏi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trầm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luân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41491438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0EC2-CEE6-7ED4-B115-2A183FEC4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762F2-625A-EDF9-E26D-EEA28FEA3F7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Xin dâng Chúa hiến lễ này, để tưởng niệm Chúa chịu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6923260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55C07-57C4-4E42-F05D-7F59E198B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A0A37-A84F-6764-13E4-0B11E3319EF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 để tưởng niệm Chúa sống lại, lên trời hiển vinh.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8464555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80BB5-F48E-BD3C-9598-BE38E3CD1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B1A94-8E72-3C8F-A636-0E9725674EB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2. Chiều xưa trên Thánh Giá, Chúa dâng chính mình cứu thế nhân lầm than.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727308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0B2FF-72F9-6BD5-A718-C34237845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4636D-1E03-4E1D-19CF-2F69334C20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Chúng</a:t>
            </a:r>
            <a:r>
              <a:rPr lang="en-US" sz="8000" b="1" dirty="0">
                <a:effectLst/>
                <a:latin typeface="Times New Roman (Headings)"/>
                <a:cs typeface="Arial" panose="020B0604020202020204" pitchFamily="34" charset="0"/>
              </a:rPr>
              <a:t> con van </a:t>
            </a:r>
            <a:r>
              <a:rPr lang="en-US" sz="8000" b="1" dirty="0" err="1">
                <a:effectLst/>
                <a:latin typeface="Times New Roman (Headings)"/>
                <a:cs typeface="Arial" panose="020B0604020202020204" pitchFamily="34" charset="0"/>
              </a:rPr>
              <a:t>nài</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thứ</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tội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khiên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5799873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D9FD0-7FC2-F862-24E8-DBA8B536D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F7E39-B7AA-9BA8-58AF-63BB770DB73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Xin dâng Chúa hiến lễ này, để tưởng niệm Chúa chịu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4597523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3C049-E399-7E55-A841-7875AEAD5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C040A-5D53-A133-9AE6-42EF76C7F0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 để tưởng niệm Chúa sống lại, lên trời hiển vinh.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7264415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B994ABC7-775D-CA07-B81C-725F8933C8CE}"/>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4E1D445A-386C-3DAD-DD7D-BB60A3DD595F}"/>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 PHỤC SINH</a:t>
            </a:r>
          </a:p>
        </p:txBody>
      </p:sp>
      <p:sp>
        <p:nvSpPr>
          <p:cNvPr id="14" name="TextBox 13">
            <a:extLst>
              <a:ext uri="{FF2B5EF4-FFF2-40B4-BE49-F238E27FC236}">
                <a16:creationId xmlns:a16="http://schemas.microsoft.com/office/drawing/2014/main" id="{1E2B925E-4D98-0170-6137-8B5274FD7F85}"/>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"Thầy ban cho các con điều răn mới, là các con hãy yêu thương nhau"</a:t>
            </a:r>
            <a:endParaRPr lang="en-US" dirty="0"/>
          </a:p>
        </p:txBody>
      </p:sp>
    </p:spTree>
    <p:extLst>
      <p:ext uri="{BB962C8B-B14F-4D97-AF65-F5344CB8AC3E}">
        <p14:creationId xmlns:p14="http://schemas.microsoft.com/office/powerpoint/2010/main" val="546328954"/>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4F280-FF26-9138-4B7F-5C303F1FC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B77C9F-A119-EDAC-0E2E-96441D990493}"/>
              </a:ext>
            </a:extLst>
          </p:cNvPr>
          <p:cNvSpPr>
            <a:spLocks noGrp="1"/>
          </p:cNvSpPr>
          <p:nvPr>
            <p:ph type="ctrTitle"/>
          </p:nvPr>
        </p:nvSpPr>
        <p:spPr>
          <a:xfrm>
            <a:off x="0" y="581891"/>
            <a:ext cx="9144000" cy="4561608"/>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nói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Thầy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thật</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anh</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em</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là</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cành</a:t>
            </a:r>
            <a:r>
              <a:rPr lang="en-US" sz="8000" b="1" dirty="0">
                <a:latin typeface="Times New Roman (Headings)"/>
                <a:cs typeface="Arial" panose="020B0604020202020204" pitchFamily="34" charset="0"/>
              </a:rPr>
              <a:t>. Ai </a:t>
            </a:r>
            <a:r>
              <a:rPr lang="en-US" sz="8000" b="1" dirty="0" err="1">
                <a:latin typeface="Times New Roman (Headings)"/>
                <a:cs typeface="Arial" panose="020B0604020202020204" pitchFamily="34" charset="0"/>
              </a:rPr>
              <a:t>luôn</a:t>
            </a:r>
            <a:endParaRPr lang="en-US" sz="8000" b="1" dirty="0">
              <a:effectLst/>
              <a:latin typeface="Times New Roman (Headings)"/>
              <a:cs typeface="Arial" panose="020B0604020202020204" pitchFamily="34" charset="0"/>
            </a:endParaRPr>
          </a:p>
        </p:txBody>
      </p:sp>
      <p:sp>
        <p:nvSpPr>
          <p:cNvPr id="4" name="Tiêu đề 1">
            <a:extLst>
              <a:ext uri="{FF2B5EF4-FFF2-40B4-BE49-F238E27FC236}">
                <a16:creationId xmlns:a16="http://schemas.microsoft.com/office/drawing/2014/main" id="{8C5235BF-D022-ED71-E4FF-60D98E59BB26}"/>
              </a:ext>
            </a:extLst>
          </p:cNvPr>
          <p:cNvSpPr txBox="1">
            <a:spLocks/>
          </p:cNvSpPr>
          <p:nvPr/>
        </p:nvSpPr>
        <p:spPr>
          <a:xfrm>
            <a:off x="0" y="106681"/>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600" b="1" dirty="0">
                <a:solidFill>
                  <a:srgbClr val="FF0000"/>
                </a:solidFill>
                <a:latin typeface="Times New Roman" panose="02020603050405020304" pitchFamily="18" charset="0"/>
                <a:cs typeface="Times New Roman" panose="02020603050405020304" pitchFamily="18" charset="0"/>
              </a:rPr>
              <a:t>CA HIỆP LỄ</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713178"/>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09319-23A3-83FC-8519-1F583F689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B2DFA-7AD1-72B7-F8D1-28C9A42C37B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latin typeface="Times New Roman (Headings)"/>
                <a:cs typeface="Arial" panose="020B0604020202020204" pitchFamily="34" charset="0"/>
              </a:rPr>
              <a:t>kết</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hợp</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với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Thầy</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Và</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Thầy</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luôn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kết</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hợp</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với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người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ấy</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6914130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E57D8-0F25-5058-D65D-D7E6F2F62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8DE02-0C24-15DA-886D-C85FEA7003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Thì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người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ấy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hoa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quả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dồi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dào</a:t>
            </a:r>
            <a:r>
              <a:rPr lang="en-US" sz="8800" b="1" dirty="0">
                <a:effectLst/>
                <a:latin typeface="Times New Roman (Headings)"/>
                <a:cs typeface="Arial" panose="020B0604020202020204" pitchFamily="34" charset="0"/>
              </a:rPr>
              <a:t>.</a:t>
            </a:r>
            <a:r>
              <a:rPr lang="en-US" sz="8800" b="1" dirty="0">
                <a:latin typeface="Times New Roman (Headings)"/>
                <a:cs typeface="Arial" panose="020B0604020202020204" pitchFamily="34" charset="0"/>
              </a:rPr>
              <a:t>” Alleluia.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7653023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4DE2-34A5-08DC-EE9F-81E7D3E6D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DB3A8-DE97-523E-CDF9-73FD6027112F}"/>
              </a:ext>
            </a:extLst>
          </p:cNvPr>
          <p:cNvSpPr>
            <a:spLocks noGrp="1"/>
          </p:cNvSpPr>
          <p:nvPr>
            <p:ph type="ctrTitle"/>
          </p:nvPr>
        </p:nvSpPr>
        <p:spPr>
          <a:xfrm>
            <a:off x="647700" y="781020"/>
            <a:ext cx="7848600" cy="2958006"/>
          </a:xfrm>
        </p:spPr>
        <p:txBody>
          <a:bodyPr lIns="91440" tIns="0" rIns="91440" bIns="0" anchor="b">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ĐIỀU</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RĂNG</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MỚI</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1700753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2AFCE-7081-F071-261D-4E469B710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DB8AF-DBC1-FC77-9BEB-926C6D7AF5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err="1">
                <a:effectLst/>
                <a:latin typeface="Times New Roman (Headings)"/>
                <a:cs typeface="Arial" panose="020B0604020202020204" pitchFamily="34" charset="0"/>
              </a:rPr>
              <a:t>ĐK</a:t>
            </a:r>
            <a:r>
              <a:rPr lang="vi-VN" sz="7000" b="1" dirty="0">
                <a:effectLst/>
                <a:latin typeface="Times New Roman (Headings)"/>
                <a:cs typeface="Arial" panose="020B0604020202020204" pitchFamily="34" charset="0"/>
              </a:rPr>
              <a:t>. Thầy ban cho anh em một điều răn mới, là hãy yêu thương nhau như Thầy yêu thương anh em.</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42301587"/>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C7968-90D6-6E32-08BC-6E72380C8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8D316F-A5C4-5028-8C09-44F506762A7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Chính dấu hiệu này mọi người nhận biết anh em là môn đệ Thầy, là anh em mến thương nhau.</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1810799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D68B6-0F8F-F2E1-C5BE-E8FEB8FB3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A5446-B67E-DF78-CE39-A31642FEAE0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1. Chúa đã hy sinh chính thân mình minh chứng tình yêu. Chúa đã hy sinh cho con được niềm vui sự sống.</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1497409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70F8-DA9D-B2B9-5DC7-10A6612AD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CCF1F-ECA1-22C6-D48D-E0C6F69DC30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Lời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ân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phúc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sự</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sống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tình</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yêu</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Sống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giữa</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cõi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với</a:t>
            </a:r>
            <a:r>
              <a:rPr lang="en-US" sz="7500" b="1" dirty="0">
                <a:effectLst/>
                <a:latin typeface="Times New Roman (Headings)"/>
                <a:cs typeface="Arial" panose="020B0604020202020204" pitchFamily="34" charset="0"/>
              </a:rPr>
              <a:t> bao </a:t>
            </a:r>
            <a:r>
              <a:rPr lang="en-US" sz="7500" b="1" dirty="0" err="1">
                <a:effectLst/>
                <a:latin typeface="Times New Roman (Headings)"/>
                <a:cs typeface="Arial" panose="020B0604020202020204" pitchFamily="34" charset="0"/>
              </a:rPr>
              <a:t>điều</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lôi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cuốn</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6167883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D6C4-03A2-71BF-9AE8-09A8A6EE6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8E4F8-3608-DAF3-E16A-B1422C22FCE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Tình Ngài bừng sáng trong con thoát miền tối tăm,</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044888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52A54-E43F-3B1F-6CE2-2765C61A1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EEB32-5CB1-C9DE-1E63-5E6E00450A2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diệt hết hận thù oán căm để yêu thương thắm nồng muôn năm</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7348317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A0617-34BF-A825-1BC8-A47254EA80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EDF8B-7922-8183-9CD5-B6ED414E228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err="1">
                <a:effectLst/>
                <a:latin typeface="Times New Roman (Headings)"/>
                <a:cs typeface="Arial" panose="020B0604020202020204" pitchFamily="34" charset="0"/>
              </a:rPr>
              <a:t>ĐK</a:t>
            </a:r>
            <a:r>
              <a:rPr lang="vi-VN" sz="7000" b="1" dirty="0">
                <a:effectLst/>
                <a:latin typeface="Times New Roman (Headings)"/>
                <a:cs typeface="Arial" panose="020B0604020202020204" pitchFamily="34" charset="0"/>
              </a:rPr>
              <a:t>. Thầy ban cho anh em một điều răn mới, là hãy yêu thương nhau như Thầy yêu thương anh em.</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33466534"/>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8BFBE-F931-F497-5EF8-0BF7BE508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AB58C-2FB4-3DB0-EC89-23F1961BFFC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Chính dấu hiệu này mọi người nhận biết anh em là môn đệ Thầy, là anh em mến thương nhau.</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30263172"/>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DDA60-033D-9C49-4A67-9ADD00275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6407C5-BCBC-CB57-104A-A4C176287CB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000" b="1" dirty="0">
                <a:effectLst/>
                <a:latin typeface="Times New Roman (Headings)"/>
                <a:cs typeface="Arial" panose="020B0604020202020204" pitchFamily="34" charset="0"/>
              </a:rPr>
              <a:t>2. </a:t>
            </a:r>
            <a:r>
              <a:rPr lang="en-US" sz="7000" b="1" dirty="0" err="1">
                <a:effectLst/>
                <a:latin typeface="Times New Roman (Headings)"/>
                <a:cs typeface="Arial" panose="020B0604020202020204" pitchFamily="34" charset="0"/>
              </a:rPr>
              <a:t>Hãy</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đến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với</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nhau</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với</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tấm</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lòng</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yêu</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mến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sạch</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trong</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Hãy</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đến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với</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nhau</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không</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nghi</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4844092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F51FE-C458-D16C-C7B8-797EB053B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94371-ED5B-5D1E-B22F-78BF5E64A8F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kỵ</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và</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không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thành</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kiến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Đừng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vì</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tự</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ái</a:t>
            </a:r>
            <a:r>
              <a:rPr lang="en-US" sz="7500" b="1" dirty="0">
                <a:effectLst/>
                <a:latin typeface="Times New Roman (Headings)"/>
                <a:cs typeface="Arial" panose="020B0604020202020204" pitchFamily="34" charset="0"/>
              </a:rPr>
              <a:t> bon </a:t>
            </a:r>
            <a:r>
              <a:rPr lang="en-US" sz="7500" b="1" dirty="0" err="1">
                <a:effectLst/>
                <a:latin typeface="Times New Roman (Headings)"/>
                <a:cs typeface="Arial" panose="020B0604020202020204" pitchFamily="34" charset="0"/>
              </a:rPr>
              <a:t>chen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sống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nhỏ</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nhen</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42720979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39424-2045-B9D0-1D21-E1B494D83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61F4B5-0B12-3257-67C3-F3CCB522E6A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cần </a:t>
            </a:r>
            <a:r>
              <a:rPr lang="vi-VN" sz="8000" b="1" dirty="0" err="1">
                <a:effectLst/>
                <a:latin typeface="Times New Roman (Headings)"/>
                <a:cs typeface="Arial" panose="020B0604020202020204" pitchFamily="34" charset="0"/>
              </a:rPr>
              <a:t>xoá</a:t>
            </a:r>
            <a:r>
              <a:rPr lang="vi-VN" sz="8000" b="1" dirty="0">
                <a:effectLst/>
                <a:latin typeface="Times New Roman (Headings)"/>
                <a:cs typeface="Arial" panose="020B0604020202020204" pitchFamily="34" charset="0"/>
              </a:rPr>
              <a:t> đi mọi ghét ghen để yêu thương sáng ngời muôn nơi.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9136998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4747A-41BC-204B-5C84-D3A2201DD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C83050-5023-542A-5D3A-F5610D408A0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err="1">
                <a:effectLst/>
                <a:latin typeface="Times New Roman (Headings)"/>
                <a:cs typeface="Arial" panose="020B0604020202020204" pitchFamily="34" charset="0"/>
              </a:rPr>
              <a:t>ĐK</a:t>
            </a:r>
            <a:r>
              <a:rPr lang="vi-VN" sz="7000" b="1" dirty="0">
                <a:effectLst/>
                <a:latin typeface="Times New Roman (Headings)"/>
                <a:cs typeface="Arial" panose="020B0604020202020204" pitchFamily="34" charset="0"/>
              </a:rPr>
              <a:t>. Thầy ban cho anh em một điều răn mới, là hãy yêu thương nhau như Thầy yêu thương anh em.</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5149851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02518-79E9-B40F-3E45-40BFF78A1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F6E29-D605-20B7-8ABF-2C25366B46C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Chính dấu hiệu này mọi người nhận biết anh em là môn đệ Thầy, là anh em mến thương nhau.</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9116958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1809C-AA9B-6CAA-B6D9-41E19AB36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E008E-B977-BB19-4718-1D527118706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3. Thế giới hôm nay như sa mạc khô vắng tình yêu. Thế giới hôm nay đang mong chờ</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1896352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73E44-C728-CF9D-7A66-CA6979056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A469F-574D-D9AF-79A4-B80039C8126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tình</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yêu</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đổi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mới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Cuộc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đầy</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những</a:t>
            </a:r>
            <a:r>
              <a:rPr lang="en-US" sz="7500" b="1" dirty="0">
                <a:effectLst/>
                <a:latin typeface="Times New Roman (Headings)"/>
                <a:cs typeface="Arial" panose="020B0604020202020204" pitchFamily="34" charset="0"/>
              </a:rPr>
              <a:t> ly tan </a:t>
            </a:r>
            <a:r>
              <a:rPr lang="en-US" sz="7500" b="1" dirty="0" err="1">
                <a:effectLst/>
                <a:latin typeface="Times New Roman (Headings)"/>
                <a:cs typeface="Arial" panose="020B0604020202020204" pitchFamily="34" charset="0"/>
              </a:rPr>
              <a:t>oán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hờn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bất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công</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83405404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AEB31-BA19-0247-491C-46083C00F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06F74-CCF1-DAAC-BDED-3ED313698E9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đầy những bẽ bàng trái ngang cần yêu thương </a:t>
            </a:r>
            <a:r>
              <a:rPr lang="vi-VN" sz="8000" b="1" dirty="0" err="1">
                <a:effectLst/>
                <a:latin typeface="Times New Roman (Headings)"/>
                <a:cs typeface="Arial" panose="020B0604020202020204" pitchFamily="34" charset="0"/>
              </a:rPr>
              <a:t>xoá</a:t>
            </a:r>
            <a:r>
              <a:rPr lang="vi-VN" sz="8000" b="1" dirty="0">
                <a:effectLst/>
                <a:latin typeface="Times New Roman (Headings)"/>
                <a:cs typeface="Arial" panose="020B0604020202020204" pitchFamily="34" charset="0"/>
              </a:rPr>
              <a:t> mọi đau thương.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4652337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C75A1-D8D4-4B7F-533E-5ABA29D96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9B5409-D0C0-EE91-D4B6-BD570952DE5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err="1">
                <a:effectLst/>
                <a:latin typeface="Times New Roman (Headings)"/>
                <a:cs typeface="Arial" panose="020B0604020202020204" pitchFamily="34" charset="0"/>
              </a:rPr>
              <a:t>ĐK</a:t>
            </a:r>
            <a:r>
              <a:rPr lang="vi-VN" sz="7000" b="1" dirty="0">
                <a:effectLst/>
                <a:latin typeface="Times New Roman (Headings)"/>
                <a:cs typeface="Arial" panose="020B0604020202020204" pitchFamily="34" charset="0"/>
              </a:rPr>
              <a:t>. Thầy ban cho anh em một điều răn mới, là hãy yêu thương nhau như Thầy yêu thương anh em.</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9404664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3FAA1-C74C-A66D-D31E-AD7258F758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F247E-8562-E157-4E38-46F8C6662C4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Chính dấu hiệu này mọi người nhận biết anh em là môn đệ Thầy, là anh em mến thương nhau.</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44091281"/>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C046D98F-173F-17A1-EE59-D2389D6CF15D}"/>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5FCEBA5F-A87A-DFD8-873B-C8D828EC2910}"/>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 PHỤC SINH</a:t>
            </a:r>
          </a:p>
        </p:txBody>
      </p:sp>
      <p:sp>
        <p:nvSpPr>
          <p:cNvPr id="14" name="TextBox 13">
            <a:extLst>
              <a:ext uri="{FF2B5EF4-FFF2-40B4-BE49-F238E27FC236}">
                <a16:creationId xmlns:a16="http://schemas.microsoft.com/office/drawing/2014/main" id="{186EE120-A7CD-9326-88AE-92410DD20F78}"/>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"Thầy ban cho các con điều răn mới, là các con hãy yêu thương nhau"</a:t>
            </a:r>
            <a:endParaRPr lang="en-US" dirty="0"/>
          </a:p>
        </p:txBody>
      </p:sp>
    </p:spTree>
    <p:extLst>
      <p:ext uri="{BB962C8B-B14F-4D97-AF65-F5344CB8AC3E}">
        <p14:creationId xmlns:p14="http://schemas.microsoft.com/office/powerpoint/2010/main" val="77784280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647700" y="1117039"/>
            <a:ext cx="7848600" cy="2909422"/>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HẠT</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NGỌC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MÂN</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CÔI</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MẸ</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Thừa</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Sai)</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15767542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1. </a:t>
            </a:r>
            <a:r>
              <a:rPr lang="en-US" sz="8800" b="1" dirty="0" err="1">
                <a:effectLst/>
                <a:latin typeface="Times New Roman (Headings)"/>
                <a:cs typeface="Arial" panose="020B0604020202020204" pitchFamily="34" charset="0"/>
              </a:rPr>
              <a:t>Dòng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thời</a:t>
            </a:r>
            <a:r>
              <a:rPr lang="en-US" sz="8800" b="1" dirty="0">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gian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cứ</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dần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trôi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Cuộc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lênh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đênh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giữa</a:t>
            </a:r>
            <a:r>
              <a:rPr lang="en-US" sz="8800" b="1" dirty="0">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3464943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BFFB-6B52-48AE-6162-2C8F7C8CE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44FCD-BA0B-57A3-DCDC-4DAE018CED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Đường trần gian tăm tối mù khơi</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Khấn xin Mẹ soi đường chỉ </a:t>
            </a:r>
            <a:r>
              <a:rPr lang="en-US" sz="8000" b="1" dirty="0">
                <a:effectLst/>
                <a:latin typeface="Times New Roman (Headings)"/>
                <a:cs typeface="Arial" panose="020B0604020202020204" pitchFamily="34" charset="0"/>
              </a:rPr>
              <a:t>l</a:t>
            </a:r>
            <a:r>
              <a:rPr lang="vi-VN" sz="8000" b="1" dirty="0">
                <a:effectLst/>
                <a:latin typeface="Times New Roman (Headings)"/>
                <a:cs typeface="Arial" panose="020B0604020202020204" pitchFamily="34" charset="0"/>
              </a:rPr>
              <a:t>ối.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9788158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325AF-E230-5E6E-265A-2B367CBFC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EA2C6-AA03-CC03-E4F7-1FC9559BDA2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Nguyện Mẹ thương cho con biết nhận ra</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Và rời xa nơi chốn xa hoa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53814420"/>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1A6E1-0EBE-93FD-EACC-15F02099C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33908-3FC6-C37D-7F4F-6FA1795DEB2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Để cuộc đời được dệt thành bài</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ca</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Kinh kính mừng, Thánh </a:t>
            </a:r>
            <a:r>
              <a:rPr lang="vi-VN" sz="8000" b="1" dirty="0" err="1">
                <a:effectLst/>
                <a:latin typeface="Times New Roman (Headings)"/>
                <a:cs typeface="Arial" panose="020B0604020202020204" pitchFamily="34" charset="0"/>
              </a:rPr>
              <a:t>Maria</a:t>
            </a:r>
            <a:r>
              <a:rPr lang="vi-VN" sz="8000" b="1" dirty="0">
                <a:effectLst/>
                <a:latin typeface="Times New Roman (Headings)"/>
                <a:cs typeface="Arial" panose="020B0604020202020204" pitchFamily="34" charset="0"/>
              </a:rPr>
              <a: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3117571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0A2B2-7F28-E5F8-8BB6-FB9FAA80F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5351AC-477A-8DA2-5586-66C7681F3A5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Ôi! Lạy Đức nữ</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Vương, trái tim</a:t>
            </a:r>
            <a:r>
              <a:rPr lang="en-US" sz="8000" b="1" dirty="0">
                <a:effectLst/>
                <a:latin typeface="Times New Roman (Headings)"/>
                <a:cs typeface="Arial" panose="020B0604020202020204" pitchFamily="34" charset="0"/>
              </a:rPr>
              <a:t>.</a:t>
            </a:r>
            <a:r>
              <a:rPr lang="vi-VN" sz="8000" b="1" dirty="0">
                <a:effectLst/>
                <a:latin typeface="Times New Roman (Headings)"/>
                <a:cs typeface="Arial" panose="020B0604020202020204" pitchFamily="34" charset="0"/>
              </a:rPr>
              <a:t> Mẹ đầy ắp tình</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thương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5145748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A4DF0-C138-22CD-7853-8E32C2CEC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1309E-9D44-7CC9-15BA-9C0CD6F4EE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Mẹ là chốn tựa nương, Mẹ luôn bên con trên muôn nẻo đường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Này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cuộc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785214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63A39-92B5-80F9-C5B7-A0B2F09A54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662DA-E56E-D247-9210-1DDE1ABD5B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latin typeface="Times New Roman (Headings)"/>
                <a:cs typeface="Arial" panose="020B0604020202020204" pitchFamily="34" charset="0"/>
              </a:rPr>
              <a:t>c</a:t>
            </a:r>
            <a:r>
              <a:rPr lang="en-US" sz="7200" b="1" dirty="0" err="1">
                <a:effectLst/>
                <a:latin typeface="Times New Roman (Headings)"/>
                <a:cs typeface="Arial" panose="020B0604020202020204" pitchFamily="34" charset="0"/>
              </a:rPr>
              <a:t>ủa</a:t>
            </a:r>
            <a:r>
              <a:rPr lang="en-US" sz="7200" b="1" dirty="0">
                <a:effectLst/>
                <a:latin typeface="Times New Roman (Headings)"/>
                <a:cs typeface="Arial" panose="020B0604020202020204" pitchFamily="34" charset="0"/>
              </a:rPr>
              <a:t> </a:t>
            </a:r>
            <a:r>
              <a:rPr lang="vi-VN" sz="7200" b="1" dirty="0">
                <a:latin typeface="Times New Roman (Headings)"/>
                <a:cs typeface="Arial" panose="020B0604020202020204" pitchFamily="34" charset="0"/>
              </a:rPr>
              <a:t>con đây, trong tay</a:t>
            </a:r>
            <a:r>
              <a:rPr lang="en-US" sz="7200" b="1" dirty="0">
                <a:latin typeface="Times New Roman (Headings)"/>
                <a:cs typeface="Arial" panose="020B0604020202020204" pitchFamily="34" charset="0"/>
              </a:rPr>
              <a:t>.</a:t>
            </a:r>
            <a:r>
              <a:rPr lang="vi-VN" sz="7200" b="1" dirty="0">
                <a:latin typeface="Times New Roman (Headings)"/>
                <a:cs typeface="Arial" panose="020B0604020202020204" pitchFamily="34" charset="0"/>
              </a:rPr>
              <a:t> Mẹ thương tỏ</a:t>
            </a:r>
            <a:r>
              <a:rPr lang="en-US" sz="7200" b="1" dirty="0">
                <a:latin typeface="Times New Roman (Headings)"/>
                <a:cs typeface="Arial" panose="020B0604020202020204" pitchFamily="34" charset="0"/>
              </a:rPr>
              <a:t> </a:t>
            </a:r>
            <a:r>
              <a:rPr lang="vi-VN" sz="7200" b="1" dirty="0">
                <a:latin typeface="Times New Roman (Headings)"/>
                <a:cs typeface="Arial" panose="020B0604020202020204" pitchFamily="34" charset="0"/>
              </a:rPr>
              <a:t>bày</a:t>
            </a:r>
            <a:r>
              <a:rPr lang="en-US" sz="7200" b="1" dirty="0">
                <a:latin typeface="Times New Roman (Headings)"/>
                <a:cs typeface="Arial" panose="020B0604020202020204" pitchFamily="34" charset="0"/>
              </a:rPr>
              <a:t>. </a:t>
            </a:r>
            <a:r>
              <a:rPr lang="en-US" sz="7200" b="1" dirty="0" err="1">
                <a:latin typeface="Times New Roman (Headings)"/>
                <a:cs typeface="Arial" panose="020B0604020202020204" pitchFamily="34" charset="0"/>
              </a:rPr>
              <a:t>Và</a:t>
            </a:r>
            <a:r>
              <a:rPr lang="en-US" sz="7200" b="1" dirty="0">
                <a:latin typeface="Times New Roman (Headings)"/>
                <a:cs typeface="Arial" panose="020B0604020202020204" pitchFamily="34" charset="0"/>
              </a:rPr>
              <a:t> </a:t>
            </a:r>
            <a:r>
              <a:rPr lang="en-US" sz="7200" b="1" dirty="0" err="1">
                <a:latin typeface="Times New Roman (Headings)"/>
                <a:cs typeface="Arial" panose="020B0604020202020204" pitchFamily="34" charset="0"/>
              </a:rPr>
              <a:t>xin</a:t>
            </a:r>
            <a:r>
              <a:rPr lang="en-US" sz="7200" b="1" dirty="0">
                <a:latin typeface="Times New Roman (Headings)"/>
                <a:cs typeface="Arial" panose="020B0604020202020204" pitchFamily="34" charset="0"/>
              </a:rPr>
              <a:t> </a:t>
            </a:r>
            <a:r>
              <a:rPr lang="en-US" sz="7200" b="1" dirty="0" err="1">
                <a:latin typeface="Times New Roman (Headings)"/>
                <a:cs typeface="Arial" panose="020B0604020202020204" pitchFamily="34" charset="0"/>
              </a:rPr>
              <a:t>Mẹ</a:t>
            </a:r>
            <a:r>
              <a:rPr lang="en-US" sz="7200" b="1" dirty="0">
                <a:latin typeface="Times New Roman (Headings)"/>
                <a:cs typeface="Arial" panose="020B0604020202020204" pitchFamily="34" charset="0"/>
              </a:rPr>
              <a:t> </a:t>
            </a:r>
            <a:r>
              <a:rPr lang="en-US" sz="7200" b="1" dirty="0" err="1">
                <a:latin typeface="Times New Roman (Headings)"/>
                <a:cs typeface="Arial" panose="020B0604020202020204" pitchFamily="34" charset="0"/>
              </a:rPr>
              <a:t>dạy</a:t>
            </a:r>
            <a:r>
              <a:rPr lang="en-US" sz="7200" b="1" dirty="0">
                <a:latin typeface="Times New Roman (Headings)"/>
                <a:cs typeface="Arial" panose="020B0604020202020204" pitchFamily="34" charset="0"/>
              </a:rPr>
              <a:t> con </a:t>
            </a:r>
            <a:r>
              <a:rPr lang="vi-VN" sz="7200" b="1" dirty="0">
                <a:latin typeface="Times New Roman (Headings)"/>
                <a:cs typeface="Arial" panose="020B0604020202020204" pitchFamily="34" charset="0"/>
              </a:rPr>
              <a:t>luôn yêu thương Chúa và tha nhân</a:t>
            </a:r>
            <a:endParaRPr lang="en-US" sz="7200" b="1" dirty="0">
              <a:latin typeface="Times New Roman (Headings)"/>
              <a:cs typeface="Arial" panose="020B0604020202020204" pitchFamily="34" charset="0"/>
            </a:endParaRPr>
          </a:p>
        </p:txBody>
      </p:sp>
    </p:spTree>
    <p:extLst>
      <p:ext uri="{BB962C8B-B14F-4D97-AF65-F5344CB8AC3E}">
        <p14:creationId xmlns:p14="http://schemas.microsoft.com/office/powerpoint/2010/main" val="137008229"/>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C73BBA6B-C935-41FA-4F97-5F587A00A5D1}"/>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EF352166-9ABE-A914-06A0-BF141814DA27}"/>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V PHỤC SINH</a:t>
            </a:r>
          </a:p>
        </p:txBody>
      </p:sp>
      <p:sp>
        <p:nvSpPr>
          <p:cNvPr id="14" name="TextBox 13">
            <a:extLst>
              <a:ext uri="{FF2B5EF4-FFF2-40B4-BE49-F238E27FC236}">
                <a16:creationId xmlns:a16="http://schemas.microsoft.com/office/drawing/2014/main" id="{8FA0B631-9E01-1F17-652C-CBCAAE7A2ED3}"/>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"Thầy ban cho các con điều răn mới, là các con hãy yêu thương nhau"</a:t>
            </a:r>
            <a:endParaRPr lang="en-US" dirty="0"/>
          </a:p>
        </p:txBody>
      </p:sp>
    </p:spTree>
    <p:extLst>
      <p:ext uri="{BB962C8B-B14F-4D97-AF65-F5344CB8AC3E}">
        <p14:creationId xmlns:p14="http://schemas.microsoft.com/office/powerpoint/2010/main" val="11910977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267</TotalTime>
  <Words>4419</Words>
  <Application>Microsoft Office PowerPoint</Application>
  <PresentationFormat>On-screen Show (16:9)</PresentationFormat>
  <Paragraphs>395</Paragraphs>
  <Slides>225</Slides>
  <Notes>74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225</vt:i4>
      </vt:variant>
    </vt:vector>
  </HeadingPairs>
  <TitlesOfParts>
    <vt:vector size="232"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CON HÃY NHỚ (Lm. Kim Long)</vt:lpstr>
      <vt:lpstr>ĐK. Con hãy nhớ rằng: Đức Kitô đã phục sinh từ trong cõi chết.</vt:lpstr>
      <vt:lpstr>Ngài là Cứu Chúa ta, là vinh hiển ta đến muôn đời.</vt:lpstr>
      <vt:lpstr>1. Nếu ta cùng chết với Ngài ta sẽ cùng Ngài phục sinh.</vt:lpstr>
      <vt:lpstr>Nếu ta chịu khổ với Ngài, ta sẽ cùng Ngài thống trị.</vt:lpstr>
      <vt:lpstr>ĐK. Con hãy nhớ rằng: Đức Kitô đã phục sinh từ trong cõi chết.</vt:lpstr>
      <vt:lpstr>Ngài là Cứu Chúa ta, là vinh hiển ta đến muôn đời.</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144 (Lm. Thái Nguyên)</vt:lpstr>
      <vt:lpstr>1. Chúa nhân ái và từ bi, chậm bất bình và giàu ơn phúc.</vt:lpstr>
      <vt:lpstr>Chúa từ tâm với hết mọi loài và từ ái với mọi sinh linh.</vt:lpstr>
      <vt:lpstr>ĐK. Lạy Chúa con xin chúc tụng Danh Chúa từ giờ đây cho đến mãi muôn đời.</vt:lpstr>
      <vt:lpstr>2. Hát câu chúc tụng tôn vinh mọi công trình từ bàn tay Chúa.</vt:lpstr>
      <vt:lpstr>Hết mọi dân hãy chúc tụng Người, và nhận biết nước Người vinh quang.</vt:lpstr>
      <vt:lpstr>ĐK. Lạy Chúa con xin chúc tụng Danh Chúa từ giờ đây cho đến mãi muôn đời.</vt:lpstr>
      <vt:lpstr>3. Chúa luôn thánh thiện công minh trong hết mọi nẻo đường Chúa.</vt:lpstr>
      <vt:lpstr>Chúa gần ai kêu khấn Danh Ngài, và thành tín chẳng hề phôi phai.</vt:lpstr>
      <vt:lpstr>ĐK. Lạy Chúa con xin chúc tụng Danh Chúa từ giờ đây cho đến mãi muôn đời.</vt:lpstr>
      <vt:lpstr>PowerPoint Presentation</vt:lpstr>
      <vt:lpstr>PowerPoint Presentation</vt:lpstr>
      <vt:lpstr>Alleluia, Alleluia. Chúa phán rằng: "Thầy ban cho các con một điều răn mới:</vt:lpstr>
      <vt:lpstr>Là hãy yêu thương nhau như Thầy yêu thương các con". Alleluia, Alleluia.</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DÂNG CHÚA (Nguyễn Kha)</vt:lpstr>
      <vt:lpstr>ĐK. Xin dâng Chúa hiến lễ này, để tưởng niệm Chúa chịu chết,</vt:lpstr>
      <vt:lpstr> để tưởng niệm Chúa sống lại, lên trời hiển vinh.</vt:lpstr>
      <vt:lpstr>1. Lạy Cha Chí Thánh, hãy nhận lễ vật chúng con chân thành dâng,</vt:lpstr>
      <vt:lpstr>cúi xin cho của lễ này cứu con khỏi trầm luân.</vt:lpstr>
      <vt:lpstr>ĐK. Xin dâng Chúa hiến lễ này, để tưởng niệm Chúa chịu chết,</vt:lpstr>
      <vt:lpstr> để tưởng niệm Chúa sống lại, lên trời hiển vinh.</vt:lpstr>
      <vt:lpstr>2. Chiều xưa trên Thánh Giá, Chúa dâng chính mình cứu thế nhân lầm than.</vt:lpstr>
      <vt:lpstr>Chúng con van nài Chúa Trời thứ tha hết tội khiên.</vt:lpstr>
      <vt:lpstr>ĐK. Xin dâng Chúa hiến lễ này, để tưởng niệm Chúa chịu chết,</vt:lpstr>
      <vt:lpstr> để tưởng niệm Chúa sống lại, lên trời hiển vinh.</vt:lpstr>
      <vt:lpstr>PowerPoint Presentation</vt:lpstr>
      <vt:lpstr>Chúa nói: “Thầy là cây nho thật, anh em là cành. Ai luôn</vt:lpstr>
      <vt:lpstr>kết hợp với Thầy. Và Thầy luôn kết hợp với người ấy,</vt:lpstr>
      <vt:lpstr>Thì người ấy sinh hoa kết quả dồi dào.” Alleluia.</vt:lpstr>
      <vt:lpstr>HIỆP LỄ ĐIỀU RĂNG MỚI (Lm. Thái Nguyên)</vt:lpstr>
      <vt:lpstr>ĐK. Thầy ban cho anh em một điều răn mới, là hãy yêu thương nhau như Thầy yêu thương anh em.</vt:lpstr>
      <vt:lpstr>Chính dấu hiệu này mọi người nhận biết anh em là môn đệ Thầy, là anh em mến thương nhau.</vt:lpstr>
      <vt:lpstr>1. Chúa đã hy sinh chính thân mình minh chứng tình yêu. Chúa đã hy sinh cho con được niềm vui sự sống.</vt:lpstr>
      <vt:lpstr>Lời ân phúc, Lời sự sống, Lời tình yêu. Sống giữa cõi đời với bao điều lôi cuốn,</vt:lpstr>
      <vt:lpstr>Tình Ngài bừng sáng trong con thoát miền tối tăm,</vt:lpstr>
      <vt:lpstr>diệt hết hận thù oán căm để yêu thương thắm nồng muôn năm</vt:lpstr>
      <vt:lpstr>ĐK. Thầy ban cho anh em một điều răn mới, là hãy yêu thương nhau như Thầy yêu thương anh em.</vt:lpstr>
      <vt:lpstr>Chính dấu hiệu này mọi người nhận biết anh em là môn đệ Thầy, là anh em mến thương nhau.</vt:lpstr>
      <vt:lpstr>2. Hãy đến với nhau với tấm lòng yêu mến sạch trong. Hãy đến với nhau không nghi</vt:lpstr>
      <vt:lpstr>kỵ và không thành kiến. Đừng vì tự ái bon chen sống đời nhỏ nhen,</vt:lpstr>
      <vt:lpstr>cần xoá đi mọi ghét ghen để yêu thương sáng ngời muôn nơi.</vt:lpstr>
      <vt:lpstr>ĐK. Thầy ban cho anh em một điều răn mới, là hãy yêu thương nhau như Thầy yêu thương anh em.</vt:lpstr>
      <vt:lpstr>Chính dấu hiệu này mọi người nhận biết anh em là môn đệ Thầy, là anh em mến thương nhau.</vt:lpstr>
      <vt:lpstr>3. Thế giới hôm nay như sa mạc khô vắng tình yêu. Thế giới hôm nay đang mong chờ</vt:lpstr>
      <vt:lpstr>tình yêu đổi mới. Cuộc đời đầy những ly tan oán hờn bất công,</vt:lpstr>
      <vt:lpstr>đầy những bẽ bàng trái ngang cần yêu thương xoá mọi đau thương.</vt:lpstr>
      <vt:lpstr>ĐK. Thầy ban cho anh em một điều răn mới, là hãy yêu thương nhau như Thầy yêu thương anh em.</vt:lpstr>
      <vt:lpstr>Chính dấu hiệu này mọi người nhận biết anh em là môn đệ Thầy, là anh em mến thương nhau.</vt:lpstr>
      <vt:lpstr>PowerPoint Presentation</vt:lpstr>
      <vt:lpstr>KẾT LỄ HẠT NGỌC MÂN CÔI DÂNG MẸ (Thừa Sai)</vt:lpstr>
      <vt:lpstr>1. Dòng thời gian cứ mãi dần trôi. Cuộc đời con lênh đênh giữa đời.</vt:lpstr>
      <vt:lpstr>Đường trần gian tăm tối mù khơi. Khấn xin Mẹ soi đường chỉ lối. </vt:lpstr>
      <vt:lpstr>Nguyện Mẹ thương cho con biết nhận ra. Và rời xa nơi chốn xa hoa</vt:lpstr>
      <vt:lpstr>Để cuộc đời được dệt thành bài ca. Kinh kính mừng, Thánh Maria.</vt:lpstr>
      <vt:lpstr>ĐK: Ôi! Lạy Đức nữ Vương, trái tim. Mẹ đầy ắp tình thương.</vt:lpstr>
      <vt:lpstr>Mẹ là chốn tựa nương, Mẹ luôn bên con trên muôn nẻo đường. Này cuộc đời</vt:lpstr>
      <vt:lpstr>của con đây, trong tay. Mẹ thương tỏ bày. Và xin Mẹ dạy con luôn yêu thương Chúa và tha nhân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332</cp:revision>
  <cp:lastPrinted>2025-03-29T15:09:16Z</cp:lastPrinted>
  <dcterms:created xsi:type="dcterms:W3CDTF">2023-01-29T22:00:16Z</dcterms:created>
  <dcterms:modified xsi:type="dcterms:W3CDTF">2025-05-17T14:20:07Z</dcterms:modified>
</cp:coreProperties>
</file>