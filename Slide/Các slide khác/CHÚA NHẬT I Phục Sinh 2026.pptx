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49.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253.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56.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24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51.xml"/>
  <Override ContentType="application/vnd.openxmlformats-officedocument.presentationml.notesSlide+xml" PartName="/ppt/notesSlides/notesSlide149.xml"/>
  <Override ContentType="application/vnd.openxmlformats-officedocument.presentationml.notesSlide+xml" PartName="/ppt/notesSlides/notesSlide252.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55.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248.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37.xml"/>
  <Override ContentType="application/vnd.openxmlformats-officedocument.presentationml.notesSlide+xml" PartName="/ppt/notesSlides/notesSlide211.xml"/>
  <Override ContentType="application/vnd.openxmlformats-officedocument.presentationml.notesSlide+xml" PartName="/ppt/notesSlides/notesSlide254.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253.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25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25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255.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252.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256.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 id="494" r:id="rId244"/>
    <p:sldId id="495" r:id="rId245"/>
    <p:sldId id="496" r:id="rId246"/>
    <p:sldId id="497" r:id="rId247"/>
    <p:sldId id="498" r:id="rId248"/>
    <p:sldId id="499" r:id="rId249"/>
    <p:sldId id="500" r:id="rId250"/>
    <p:sldId id="501" r:id="rId251"/>
    <p:sldId id="502" r:id="rId252"/>
    <p:sldId id="503" r:id="rId253"/>
    <p:sldId id="504" r:id="rId254"/>
    <p:sldId id="505" r:id="rId255"/>
    <p:sldId id="506" r:id="rId256"/>
    <p:sldId id="507" r:id="rId257"/>
    <p:sldId id="508" r:id="rId258"/>
    <p:sldId id="509" r:id="rId259"/>
    <p:sldId id="510" r:id="rId260"/>
    <p:sldId id="511" r:id="rId261"/>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62" roundtripDataSignature="AMtx7miEopQXSaWKmMtjCgdcoJnEk1gF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262" Type="http://customschemas.google.com/relationships/presentationmetadata" Target="metadata"/><Relationship Id="rId140" Type="http://schemas.openxmlformats.org/officeDocument/2006/relationships/slide" Target="slides/slide135.xml"/><Relationship Id="rId261" Type="http://schemas.openxmlformats.org/officeDocument/2006/relationships/slide" Target="slides/slide256.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260" Type="http://schemas.openxmlformats.org/officeDocument/2006/relationships/slide" Target="slides/slide255.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259" Type="http://schemas.openxmlformats.org/officeDocument/2006/relationships/slide" Target="slides/slide254.xml"/><Relationship Id="rId137" Type="http://schemas.openxmlformats.org/officeDocument/2006/relationships/slide" Target="slides/slide132.xml"/><Relationship Id="rId258" Type="http://schemas.openxmlformats.org/officeDocument/2006/relationships/slide" Target="slides/slide253.xml"/><Relationship Id="rId132" Type="http://schemas.openxmlformats.org/officeDocument/2006/relationships/slide" Target="slides/slide127.xml"/><Relationship Id="rId253" Type="http://schemas.openxmlformats.org/officeDocument/2006/relationships/slide" Target="slides/slide248.xml"/><Relationship Id="rId131" Type="http://schemas.openxmlformats.org/officeDocument/2006/relationships/slide" Target="slides/slide126.xml"/><Relationship Id="rId252" Type="http://schemas.openxmlformats.org/officeDocument/2006/relationships/slide" Target="slides/slide247.xml"/><Relationship Id="rId130" Type="http://schemas.openxmlformats.org/officeDocument/2006/relationships/slide" Target="slides/slide125.xml"/><Relationship Id="rId251" Type="http://schemas.openxmlformats.org/officeDocument/2006/relationships/slide" Target="slides/slide246.xml"/><Relationship Id="rId250" Type="http://schemas.openxmlformats.org/officeDocument/2006/relationships/slide" Target="slides/slide245.xml"/><Relationship Id="rId136" Type="http://schemas.openxmlformats.org/officeDocument/2006/relationships/slide" Target="slides/slide131.xml"/><Relationship Id="rId257" Type="http://schemas.openxmlformats.org/officeDocument/2006/relationships/slide" Target="slides/slide252.xml"/><Relationship Id="rId135" Type="http://schemas.openxmlformats.org/officeDocument/2006/relationships/slide" Target="slides/slide130.xml"/><Relationship Id="rId256" Type="http://schemas.openxmlformats.org/officeDocument/2006/relationships/slide" Target="slides/slide251.xml"/><Relationship Id="rId134" Type="http://schemas.openxmlformats.org/officeDocument/2006/relationships/slide" Target="slides/slide129.xml"/><Relationship Id="rId255" Type="http://schemas.openxmlformats.org/officeDocument/2006/relationships/slide" Target="slides/slide250.xml"/><Relationship Id="rId133" Type="http://schemas.openxmlformats.org/officeDocument/2006/relationships/slide" Target="slides/slide128.xml"/><Relationship Id="rId254" Type="http://schemas.openxmlformats.org/officeDocument/2006/relationships/slide" Target="slides/slide249.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249" Type="http://schemas.openxmlformats.org/officeDocument/2006/relationships/slide" Target="slides/slide244.xml"/><Relationship Id="rId127" Type="http://schemas.openxmlformats.org/officeDocument/2006/relationships/slide" Target="slides/slide122.xml"/><Relationship Id="rId248" Type="http://schemas.openxmlformats.org/officeDocument/2006/relationships/slide" Target="slides/slide243.xml"/><Relationship Id="rId126" Type="http://schemas.openxmlformats.org/officeDocument/2006/relationships/slide" Target="slides/slide121.xml"/><Relationship Id="rId247" Type="http://schemas.openxmlformats.org/officeDocument/2006/relationships/slide" Target="slides/slide242.xml"/><Relationship Id="rId121" Type="http://schemas.openxmlformats.org/officeDocument/2006/relationships/slide" Target="slides/slide116.xml"/><Relationship Id="rId242" Type="http://schemas.openxmlformats.org/officeDocument/2006/relationships/slide" Target="slides/slide237.xml"/><Relationship Id="rId120" Type="http://schemas.openxmlformats.org/officeDocument/2006/relationships/slide" Target="slides/slide115.xml"/><Relationship Id="rId241" Type="http://schemas.openxmlformats.org/officeDocument/2006/relationships/slide" Target="slides/slide236.xml"/><Relationship Id="rId240" Type="http://schemas.openxmlformats.org/officeDocument/2006/relationships/slide" Target="slides/slide235.xml"/><Relationship Id="rId125" Type="http://schemas.openxmlformats.org/officeDocument/2006/relationships/slide" Target="slides/slide120.xml"/><Relationship Id="rId246" Type="http://schemas.openxmlformats.org/officeDocument/2006/relationships/slide" Target="slides/slide241.xml"/><Relationship Id="rId124" Type="http://schemas.openxmlformats.org/officeDocument/2006/relationships/slide" Target="slides/slide119.xml"/><Relationship Id="rId245" Type="http://schemas.openxmlformats.org/officeDocument/2006/relationships/slide" Target="slides/slide240.xml"/><Relationship Id="rId123" Type="http://schemas.openxmlformats.org/officeDocument/2006/relationships/slide" Target="slides/slide118.xml"/><Relationship Id="rId244" Type="http://schemas.openxmlformats.org/officeDocument/2006/relationships/slide" Target="slides/slide239.xml"/><Relationship Id="rId122" Type="http://schemas.openxmlformats.org/officeDocument/2006/relationships/slide" Target="slides/slide117.xml"/><Relationship Id="rId243" Type="http://schemas.openxmlformats.org/officeDocument/2006/relationships/slide" Target="slides/slide238.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schemas.openxmlformats.org/officeDocument/2006/relationships/slide" Target="slides/slide234.xml"/><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dd33158570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g3dd33158570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bbf7d17f7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bbf7d17f7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bbbf7d17f7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bbbf7d17f7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be9254b0cc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be9254b0cc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d48b92e788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d48b92e788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d48b92e788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d48b92e788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d48b92e788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d48b92e788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48b92e788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48b92e788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d33158570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dd33158570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48ab63a6f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d48ab63a6f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d48ab63a6f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d48ab63a6f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48ab63a6f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d48ab63a6f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d48ab63a6f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d48ab63a6f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d48ab63a6f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d48ab63a6f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d48ab63a6f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d48ab63a6f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d48ab63a6f_0_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g3d48ab63a6f_0_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1" name="Google Shape;741;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8" name="Google Shape;74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3" name="Google Shape;75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54" name="Google Shape;75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9" name="Google Shape;75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0" name="Google Shape;76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5" name="Google Shape;76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6" name="Google Shape;76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 name="Google Shape;77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2" name="Google Shape;77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7" name="Google Shape;77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8" name="Google Shape;77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3" name="Google Shape;78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4" name="Google Shape;78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0" name="Google Shape;79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5" name="Google Shape;79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6" name="Google Shape;79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1" name="Google Shape;80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02" name="Google Shape;80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 name="Google Shape;80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08" name="Google Shape;80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 name="Google Shape;81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14" name="Google Shape;81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9" name="Google Shape;81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20" name="Google Shape;82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dd33158570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g3dd33158570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dd33158570_0_5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dd33158570_0_5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dd33158570_0_5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dd33158570_0_5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dd33158570_0_5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dd33158570_0_5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dd33158570_0_5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dd33158570_0_5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dd33158570_0_5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dd33158570_0_5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d48ab63a6f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d48ab63a6f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dd33158570_0_5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g3dd33158570_0_5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dd33158570_0_5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6" name="Google Shape;876;g3dd33158570_0_5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d48ab63a6f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1" name="Google Shape;881;g3d48ab63a6f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6" name="Google Shape;886;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dd33158570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2" name="Google Shape;892;g3dd33158570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3dd33158570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7" name="Google Shape;897;g3dd33158570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3dd33158570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2" name="Google Shape;902;g3dd33158570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3dd33158570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7" name="Google Shape;907;g3dd33158570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dd3315857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2" name="Google Shape;912;g3dd3315857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3dd3315857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7" name="Google Shape;917;g3dd3315857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3dd33158570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2" name="Google Shape;922;g3dd33158570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dd33158570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7" name="Google Shape;927;g3dd33158570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dd33158570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2" name="Google Shape;932;g3dd33158570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dd3315857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7" name="Google Shape;937;g3dd3315857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3dd33158570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2" name="Google Shape;942;g3dd33158570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3dd33158570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7" name="Google Shape;947;g3dd33158570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3dd33158570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2" name="Google Shape;952;g3dd33158570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3dd33158570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7" name="Google Shape;957;g3dd33158570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3dd33158570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2" name="Google Shape;962;g3dd33158570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3dd33158570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7" name="Google Shape;967;g3dd33158570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3dd33158570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2" name="Google Shape;972;g3dd33158570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3dd33158570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7" name="Google Shape;977;g3dd33158570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2" name="Google Shape;98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3" name="Google Shape;98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9" name="Google Shape;98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4" name="Google Shape;99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dd33158570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9" name="Google Shape;999;g3dd33158570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4" name="Google Shape;100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dd33158570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g3dd33158570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dd33158570_0_3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g3dd33158570_0_3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3dd33158570_0_3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g3dd33158570_0_3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dd33158570_0_3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g3dd33158570_0_3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dd33158570_0_3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5" name="Google Shape;1125;g3dd33158570_0_3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dd33158570_0_3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0" name="Google Shape;1130;g3dd33158570_0_3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3dd33158570_0_3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5" name="Google Shape;1135;g3dd33158570_0_3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3dd33158570_0_3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0" name="Google Shape;1140;g3dd33158570_0_3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3dd33158570_0_3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5" name="Google Shape;1145;g3dd33158570_0_3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3dd33158570_0_3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0" name="Google Shape;1150;g3dd33158570_0_3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3dd33158570_0_3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5" name="Google Shape;1155;g3dd33158570_0_3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3dd33158570_0_3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0" name="Google Shape;1160;g3dd33158570_0_3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3dd33158570_0_4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5" name="Google Shape;1165;g3dd33158570_0_4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3dd33158570_0_4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0" name="Google Shape;1170;g3dd33158570_0_4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3dd33158570_0_4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5" name="Google Shape;1175;g3dd33158570_0_4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3dd33158570_0_4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0" name="Google Shape;1180;g3dd33158570_0_4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3dd33158570_0_4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5" name="Google Shape;1185;g3dd33158570_0_4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g3dd33158570_0_4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0" name="Google Shape;1190;g3dd33158570_0_4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3dd33158570_0_4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5" name="Google Shape;1195;g3dd33158570_0_4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g3dd33158570_0_4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0" name="Google Shape;1200;g3dd33158570_0_4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5" name="Google Shape;1205;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0" name="Google Shape;121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5" name="Google Shape;121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0" name="Google Shape;122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3d48ab63a6f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5" name="Google Shape;1225;g3d48ab63a6f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0" name="Google Shape;123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5" name="Google Shape;123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0" name="Google Shape;1240;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g3d48ab63a6f_0_2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5" name="Google Shape;1245;g3d48ab63a6f_0_2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0" name="Google Shape;1250;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bc6b650b34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6" name="Google Shape;1256;g3bc6b650b34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d48ab63a6f_0_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1" name="Google Shape;1261;g3d48ab63a6f_0_2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6" name="Google Shape;126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1" name="Google Shape;127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6" name="Google Shape;1276;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g3dd33158570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1" name="Google Shape;1281;g3dd33158570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3dd33158570_0_1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6" name="Google Shape;1286;g3dd33158570_0_1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3dd33158570_0_1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1" name="Google Shape;1291;g3dd33158570_0_1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g3dd33158570_0_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6" name="Google Shape;1296;g3dd33158570_0_1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3dd33158570_0_1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1" name="Google Shape;1301;g3dd33158570_0_14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g3dd33158570_0_1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6" name="Google Shape;1306;g3dd33158570_0_1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g3dd33158570_0_1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1" name="Google Shape;1311;g3dd33158570_0_15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g3dd33158570_0_1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6" name="Google Shape;1316;g3dd33158570_0_1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3dd33158570_0_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1" name="Google Shape;1321;g3dd33158570_0_16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g3dd33158570_0_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6" name="Google Shape;1326;g3dd33158570_0_1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g3dd33158570_0_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1" name="Google Shape;1331;g3dd33158570_0_1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g3dd33158570_0_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6" name="Google Shape;1336;g3dd33158570_0_1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g3dd33158570_0_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1" name="Google Shape;1341;g3dd33158570_0_17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g3dd33158570_0_1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6" name="Google Shape;1346;g3dd33158570_0_18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g3dd33158570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1" name="Google Shape;1351;g3dd33158570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3dd33158570_0_2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6" name="Google Shape;1356;g3dd33158570_0_2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g3dd33158570_0_2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1" name="Google Shape;1361;g3dd33158570_0_2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g3dd33158570_0_2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6" name="Google Shape;1366;g3dd33158570_0_2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g3dd33158570_0_2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1" name="Google Shape;1371;g3dd33158570_0_2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3dd33158570_0_2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6" name="Google Shape;1376;g3dd33158570_0_2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g3dd33158570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1" name="Google Shape;1381;g3dd33158570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 Id="rId3" Type="http://schemas.openxmlformats.org/officeDocument/2006/relationships/image" Target="../media/image4.jp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 Id="rId3" Type="http://schemas.openxmlformats.org/officeDocument/2006/relationships/image" Target="../media/image2.jp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5.jp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3.jp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 Id="rId3" Type="http://schemas.openxmlformats.org/officeDocument/2006/relationships/image" Target="../media/image3.jp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 Id="rId3" Type="http://schemas.openxmlformats.org/officeDocument/2006/relationships/image" Target="../media/image3.jp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 Id="rId3" Type="http://schemas.openxmlformats.org/officeDocument/2006/relationships/image" Target="../media/image3.jp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 Id="rId3" Type="http://schemas.openxmlformats.org/officeDocument/2006/relationships/image" Target="../media/image1.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LẠY NỮ VƯƠNG THIÊN ĐÀNG</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Lạy Nữ Vương Thiên Đàng hãy vui mừng – Alleluia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Vì đấng Mẹ đã đáng cưu mang trong lòng – Alleluia.</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Người đã sống lại thật như lời đã phán hứa – Alleluia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Xin cầu cùng Chúa cho chúng con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Nữ Đồng Trinh Maria hãy hỉ hoan khoái lạc – Alleluia.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Vì Chúa đã sống lại thật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accent4"/>
              </a:buClr>
              <a:buSzPts val="48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ts val="8500"/>
              <a:buNone/>
            </a:pPr>
            <a:r>
              <a:rPr b="1" lang="en-US" sz="7500">
                <a:solidFill>
                  <a:schemeClr val="lt1"/>
                </a:solidFill>
                <a:latin typeface="Times New Roman"/>
                <a:ea typeface="Times New Roman"/>
                <a:cs typeface="Times New Roman"/>
                <a:sym typeface="Times New Roman"/>
              </a:rPr>
              <a:t>Lạy Chúa, là đấng đã làm cho thiên hạ vui mừng quá bội</a:t>
            </a:r>
            <a:endParaRPr sz="2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bởi Đức Chúa Giêsu Kitô là Con Chúa cùng là Chúa chúng con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400">
                <a:solidFill>
                  <a:schemeClr val="lt1"/>
                </a:solidFill>
                <a:latin typeface="Times New Roman"/>
                <a:ea typeface="Times New Roman"/>
                <a:cs typeface="Times New Roman"/>
                <a:sym typeface="Times New Roman"/>
              </a:rPr>
              <a:t>xin vì Đức Nữ Đồng Trinh Maria là Thánh Mẫu Người nguyện cầu </a:t>
            </a:r>
            <a:endParaRPr sz="7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cho chúng con được hưởng phúc vui vẻ hằng sống đời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500">
                <a:solidFill>
                  <a:schemeClr val="lt1"/>
                </a:solidFill>
                <a:latin typeface="Times New Roman"/>
                <a:ea typeface="Times New Roman"/>
                <a:cs typeface="Times New Roman"/>
                <a:sym typeface="Times New Roman"/>
              </a:rPr>
              <a:t>Vì công nghiệp Chúa Kitô là Chúa chúng con. Amen.</a:t>
            </a:r>
            <a:endParaRPr sz="75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pic>
        <p:nvPicPr>
          <p:cNvPr id="643" name="Google Shape;643;g3dd33158570_0_77"/>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NÀO TA HÃY </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MỪNG VUI</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Kim Long)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Nào ta hãy mừng vui, Chúa chiến thắng tử thần rồi,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nguồn sống mới chiếu sáng tuyệt vời. Al-lê-lu-ia.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bbf7d17f7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Nào ta hãy mừng vui, Chúa đã sống lại rạng ngời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bbbf7d17f7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và Máu Thánh xóa hết tội đời, Al-lê-lu-ia.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Thánh giá Chúa vươn cao dâng lễ hy sinh,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be9254b0cc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cho nhân thế muôn đời sống trong ân tình.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d48b92e788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Nào ta hãy mừng vui, Chúa chiến thắng tử thần rồi,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d48b92e788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nguồn sống mới chiếu sáng tuyệt vời. Al-lê-lu-ia.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d48b92e788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Nào ta hãy mừng vui, Chúa đã sống lại rạng ngời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48b92e788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và Máu Thánh xóa hết tội đời, Al-lê-lu-ia.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pic>
        <p:nvPicPr>
          <p:cNvPr id="703" name="Google Shape;703;g3dd33158570_0_81"/>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d48ab63a6f_0_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RẢY NƯỚC THÁNH</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RẢY NƯỚC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(Nguyễn Văn Hoà)</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d48ab63a6f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Tôi đã thấy nước từ bên phải đền thờ chảy ra. Al-le-lu-ia!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d48ab63a6f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Và nước ấy chảy đến những ai thì tất cả đều được cứu rỗi và reo lên. Al-le-lu-ia! Al-le-lu-ia.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d48ab63a6f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Lạy Chúa xin thương xót con theo lượng từ bi của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d48ab63a6f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Sáng danh Đức Chúa Cha và Đức Chúa Con và Đức Chúa Thánh Thần.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d48ab63a6f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như đã có trước vô cùng và bây giờ và hằng có và đời đời chẳng cùng. A-men.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pic>
        <p:nvPicPr>
          <p:cNvPr id="738" name="Google Shape;738;g3d48ab63a6f_0_14"/>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44" name="Google Shape;744;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5" name="Shape 755"/>
        <p:cNvGrpSpPr/>
        <p:nvPr/>
      </p:nvGrpSpPr>
      <p:grpSpPr>
        <a:xfrm>
          <a:off x="0" y="0"/>
          <a:ext cx="0" cy="0"/>
          <a:chOff x="0" y="0"/>
          <a:chExt cx="0" cy="0"/>
        </a:xfrm>
      </p:grpSpPr>
      <p:sp>
        <p:nvSpPr>
          <p:cNvPr id="756" name="Google Shape;75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pic>
        <p:nvPicPr>
          <p:cNvPr id="827" name="Google Shape;827;g3dd33158570_0_85"/>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1" name="Shape 831"/>
        <p:cNvGrpSpPr/>
        <p:nvPr/>
      </p:nvGrpSpPr>
      <p:grpSpPr>
        <a:xfrm>
          <a:off x="0" y="0"/>
          <a:ext cx="0" cy="0"/>
          <a:chOff x="0" y="0"/>
          <a:chExt cx="0" cy="0"/>
        </a:xfrm>
      </p:grpSpPr>
      <p:sp>
        <p:nvSpPr>
          <p:cNvPr id="832" name="Google Shape;83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33" name="Google Shape;833;g3d48ab63a6f_0_9" title="CN_PhucSinh_BaiDoc1_Cv10_34a_37-43.jpg"/>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117</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dd33158570_0_5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Hãy cảm tạ Chúa vì Chúa nhân từ, ngàn đời Chúa vẫn trọn tình thương.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dd33158570_0_5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Nhà Is-ra-el nào hãy xướng lên muôn đời Chúa vẫn trọn tình thương.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dd33158570_0_5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Đây là ngày Chúa đã lập ra, chúng ta hãy vui mừng hân hoan, hát vang bài cảm tạ.</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dd33158570_0_5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2. </a:t>
            </a:r>
            <a:r>
              <a:rPr b="1" lang="en-US" sz="7000">
                <a:solidFill>
                  <a:schemeClr val="lt1"/>
                </a:solidFill>
                <a:latin typeface="Times New Roman"/>
                <a:ea typeface="Times New Roman"/>
                <a:cs typeface="Times New Roman"/>
                <a:sym typeface="Times New Roman"/>
              </a:rPr>
              <a:t>Tay hữu của Chúa thật rất mãnh liệt, và Người đã cất đặt tôi lên.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dd33158570_0_5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Đời tôi không chết và sẽ sống đây loan truyền bao tác tạo của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d48ab63a6f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Đây là ngày Chúa đã lập ra, chúng ta hãy vui mừng hân hoan, hát vang bài cảm tạ.</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3dd33158570_0_5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3. </a:t>
            </a:r>
            <a:r>
              <a:rPr b="1" lang="en-US" sz="7000">
                <a:solidFill>
                  <a:schemeClr val="lt1"/>
                </a:solidFill>
                <a:latin typeface="Times New Roman"/>
                <a:ea typeface="Times New Roman"/>
                <a:cs typeface="Times New Roman"/>
                <a:sym typeface="Times New Roman"/>
              </a:rPr>
              <a:t>Phiến đá thợ xây loại bỏ ra ngoài, nên viên đá góc tường từ đây.</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g3dd33158570_0_5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Việc đó do Chúa Người đã tác nên diệu kỳ trước mắt mọi phàm nhân.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g3d48ab63a6f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Đây là ngày Chúa đã lập ra, chúng ta hãy vui mừng hân hoan, hát vang bài cảm tạ.</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7" name="Shape 887"/>
        <p:cNvGrpSpPr/>
        <p:nvPr/>
      </p:nvGrpSpPr>
      <p:grpSpPr>
        <a:xfrm>
          <a:off x="0" y="0"/>
          <a:ext cx="0" cy="0"/>
          <a:chOff x="0" y="0"/>
          <a:chExt cx="0" cy="0"/>
        </a:xfrm>
      </p:grpSpPr>
      <p:sp>
        <p:nvSpPr>
          <p:cNvPr id="888" name="Google Shape;888;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89" name="Google Shape;889;p155" title="CN_PhucSinh_BaiDoc2_Cl3_1-4.jpg"/>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g3dd33158570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CA TIẾP LIÊN</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HOAN CA</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PHỤC SINH</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Hùng Lân</a:t>
            </a:r>
            <a:r>
              <a:rPr b="1" i="1" lang="en-US" sz="4700">
                <a:solidFill>
                  <a:schemeClr val="accent4"/>
                </a:solidFill>
                <a:latin typeface="Times New Roman"/>
                <a:ea typeface="Times New Roman"/>
                <a:cs typeface="Times New Roman"/>
                <a:sym typeface="Times New Roman"/>
              </a:rPr>
              <a:t>)</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g3dd33158570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Bà Ma-ri-a ơi trên đường bà thấy những gì, trên đường bà thấy những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g3dd33158570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kể cho chúng tôi nghe, xin kể cho chúng tôi nghe.</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g3dd33158570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Tôi là tôi đã thấy nấm mồ của Đức Ki-tô, Người đã sống lại và đã ra khỏi mồ,</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g3dd3315857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kể cho chúng tôi nghe, xin kể cho chúng tôi nghe.</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g3dd3315857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Người đang là đang sống vinh quang, sống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g3dd33158570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ĐK1. </a:t>
            </a:r>
            <a:r>
              <a:rPr b="1" lang="en-US" sz="7500">
                <a:solidFill>
                  <a:schemeClr val="lt1"/>
                </a:solidFill>
                <a:latin typeface="Times New Roman"/>
                <a:ea typeface="Times New Roman"/>
                <a:cs typeface="Times New Roman"/>
                <a:sym typeface="Times New Roman"/>
              </a:rPr>
              <a:t>Bà Ma-ri-a ơi trên đường bà thấy những gì, trên đường bà thấy những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g3dd33158570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kể cho chúng tôi nghe, xin kể cho chúng tôi nghe.</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g3dd33158570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Tôi là tôi đã thấy Chiên Con cứu chuộc đoàn chiên, Đức Ki-tô vô tội đã hòa giải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g3dd3315857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tội nhân. Hòa giải tội nhân với Chúa, với Chúa là Chúa Cha.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g3dd33158570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ĐK1. </a:t>
            </a:r>
            <a:r>
              <a:rPr b="1" lang="en-US" sz="7500">
                <a:solidFill>
                  <a:schemeClr val="lt1"/>
                </a:solidFill>
                <a:latin typeface="Times New Roman"/>
                <a:ea typeface="Times New Roman"/>
                <a:cs typeface="Times New Roman"/>
                <a:sym typeface="Times New Roman"/>
              </a:rPr>
              <a:t>Bà Ma-ri-a ơi trên đường bà thấy những gì, trên đường bà thấy những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g3dd33158570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kể cho chúng tôi nghe, xin kể cho chúng tôi nghe.</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g3dd33158570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Tôi là tôi đã thấy sống chết giao tranh cùng nhau, trong một cuộc đấu diệu kỳ,</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g3dd33158570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và tướng lãnh sự sống, đã chết tuy đã chết đi, nhưng Người đã sống lại, sống lại mà trị vì.</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g3dd33158570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ĐK1. </a:t>
            </a:r>
            <a:r>
              <a:rPr b="1" lang="en-US" sz="7500">
                <a:solidFill>
                  <a:schemeClr val="lt1"/>
                </a:solidFill>
                <a:latin typeface="Times New Roman"/>
                <a:ea typeface="Times New Roman"/>
                <a:cs typeface="Times New Roman"/>
                <a:sym typeface="Times New Roman"/>
              </a:rPr>
              <a:t>Ngợi khen Vua Ki-tô sống lại và ra khỏi mồ. Tin Mừng vượt qua đây rồi,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g3dd33158570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phúc trường sinh đến ai ơi, phúc trường sinh đến ai 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g3dd33158570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4</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Tôi là tôi đã thấy sống chết giao tranh cùng nhau, trong một cuộc đấu diệu kỳ,</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g3dd33158570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và tướng lãnh sự sống, đã chết tuy đã chết đi, nhưng Người đã sống lại, sống lại mà trị vì.</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8000">
                <a:solidFill>
                  <a:schemeClr val="lt1"/>
                </a:solidFill>
                <a:latin typeface="Times"/>
                <a:ea typeface="Times"/>
                <a:cs typeface="Times"/>
                <a:sym typeface="Times"/>
              </a:rPr>
              <a:t>Lễ Vượt Qua của chúng ta là Đức Ki-tô đã hiến tế;</a:t>
            </a:r>
            <a:endParaRPr b="1" sz="8000">
              <a:solidFill>
                <a:schemeClr val="lt1"/>
              </a:solidFill>
              <a:latin typeface="Times"/>
              <a:ea typeface="Times"/>
              <a:cs typeface="Times"/>
              <a:sym typeface="Times"/>
            </a:endParaRPr>
          </a:p>
        </p:txBody>
      </p:sp>
      <p:sp>
        <p:nvSpPr>
          <p:cNvPr id="986" name="Google Shape;98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Vậy chúng ta </a:t>
            </a:r>
            <a:br>
              <a:rPr b="1" lang="en-US" sz="8000">
                <a:solidFill>
                  <a:schemeClr val="lt1"/>
                </a:solidFill>
                <a:latin typeface="Times"/>
                <a:ea typeface="Times"/>
                <a:cs typeface="Times"/>
                <a:sym typeface="Times"/>
              </a:rPr>
            </a:br>
            <a:r>
              <a:rPr b="1" lang="en-US" sz="8000">
                <a:solidFill>
                  <a:schemeClr val="lt1"/>
                </a:solidFill>
                <a:latin typeface="Times"/>
                <a:ea typeface="Times"/>
                <a:cs typeface="Times"/>
                <a:sym typeface="Times"/>
              </a:rPr>
              <a:t>hãy mừng vui </a:t>
            </a:r>
            <a:br>
              <a:rPr b="1" lang="en-US" sz="8000">
                <a:solidFill>
                  <a:schemeClr val="lt1"/>
                </a:solidFill>
                <a:latin typeface="Times"/>
                <a:ea typeface="Times"/>
                <a:cs typeface="Times"/>
                <a:sym typeface="Times"/>
              </a:rPr>
            </a:br>
            <a:r>
              <a:rPr b="1" lang="en-US" sz="8000">
                <a:solidFill>
                  <a:schemeClr val="lt1"/>
                </a:solidFill>
                <a:latin typeface="Times"/>
                <a:ea typeface="Times"/>
                <a:cs typeface="Times"/>
                <a:sym typeface="Times"/>
              </a:rPr>
              <a:t>trong Chúa.</a:t>
            </a:r>
            <a:br>
              <a:rPr b="1" i="1" lang="en-US" sz="8000">
                <a:latin typeface="Times"/>
                <a:ea typeface="Times"/>
                <a:cs typeface="Times"/>
                <a:sym typeface="Times"/>
              </a:rPr>
            </a:b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pic>
        <p:nvPicPr>
          <p:cNvPr id="996" name="Google Shape;996;g3baa6357486_0_13" title="CN_PhucSinh_Tin_Mung_Ga20_1-9.jpg"/>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pic>
        <p:nvPicPr>
          <p:cNvPr id="1001" name="Google Shape;1001;g3dd33158570_0_89"/>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1007" name="Google Shape;100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lòng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pic>
        <p:nvPicPr>
          <p:cNvPr id="1107" name="Google Shape;1107;g3dd33158570_0_93"/>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g3dd33158570_0_35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TIẾN CA</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PHỤC SINH</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(JXR)</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g3dd33158570_0_3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Dâng lên Cha nhân lành rượu bánh ngát thơm chân thành.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g3dd33158570_0_3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Mừng ngày Chúa khải hoàn hát lên. Alleluia!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g3dd33158570_0_3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Dâng lên Cha toàn năng, ngàn lời ca hòa thương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g3dd33158570_0_3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Loan tin vui Phục Sinh, ngợi khen Chúa bao hiển vinh.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g3dd33158570_0_3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Dâng lên Cha nhân lành rượu bánh ngát thơm chân thành.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g3dd33158570_0_3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Mừng ngày Chúa khải hoàn hát lên. Alleluia!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g3dd33158570_0_3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Dâng lên Cha toàn năng, này rượu nho cùng bánh miến.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g3dd33158570_0_3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Bao lao công ngày qua, cùng khúc hát khen tình Cha.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g3dd33158570_0_3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Dâng lên Cha nhân lành rượu bánh ngát thơm chân thành.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g3dd33158570_0_3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Mừng ngày Chúa khải hoàn hát lên. Alleluia!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g3dd33158570_0_4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Dâng lên Cha toàn năng, ngàn lời ca hòa thương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g3dd33158570_0_4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Loan tin vui Phục Sinh, ngợi khen Chúa bao hiển vinh.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g3dd33158570_0_4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Dâng lên Cha nhân lành rượu bánh ngát thơm chân thành.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g3dd33158570_0_4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Mừng ngày Chúa khải hoàn hát lên. Alleluia!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g3dd33158570_0_4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Dâng lên Cha toàn năng, này rượu nho cùng bánh miến.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g3dd33158570_0_4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Bao lao công ngày qua, cùng khúc hát khen tình Cha.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g3dd33158570_0_4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Dâng lên Cha nhân lành rượu bánh ngát thơm chân thành.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1" name="Shape 1201"/>
        <p:cNvGrpSpPr/>
        <p:nvPr/>
      </p:nvGrpSpPr>
      <p:grpSpPr>
        <a:xfrm>
          <a:off x="0" y="0"/>
          <a:ext cx="0" cy="0"/>
          <a:chOff x="0" y="0"/>
          <a:chExt cx="0" cy="0"/>
        </a:xfrm>
      </p:grpSpPr>
      <p:sp>
        <p:nvSpPr>
          <p:cNvPr id="1202" name="Google Shape;1202;g3dd33158570_0_4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Mừng ngày Chúa khải hoàn hát lên. Alleluia!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pic>
        <p:nvPicPr>
          <p:cNvPr id="1207" name="Google Shape;1207;p201"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pic>
        <p:nvPicPr>
          <p:cNvPr id="1227" name="Google Shape;1227;g3d48ab63a6f_0_26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pic>
        <p:nvPicPr>
          <p:cNvPr id="1247" name="Google Shape;1247;g3d48ab63a6f_0_270"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1" name="Shape 1251"/>
        <p:cNvGrpSpPr/>
        <p:nvPr/>
      </p:nvGrpSpPr>
      <p:grpSpPr>
        <a:xfrm>
          <a:off x="0" y="0"/>
          <a:ext cx="0" cy="0"/>
          <a:chOff x="0" y="0"/>
          <a:chExt cx="0" cy="0"/>
        </a:xfrm>
      </p:grpSpPr>
      <p:sp>
        <p:nvSpPr>
          <p:cNvPr id="1252" name="Google Shape;1252;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300">
                <a:solidFill>
                  <a:schemeClr val="lt1"/>
                </a:solidFill>
                <a:latin typeface="Times"/>
                <a:ea typeface="Times"/>
                <a:cs typeface="Times"/>
                <a:sym typeface="Times"/>
              </a:rPr>
              <a:t>Chiên Vượt qua của chúng ta là Đức Kitô đã hiến tế,</a:t>
            </a:r>
            <a:endParaRPr b="1" sz="7300">
              <a:solidFill>
                <a:schemeClr val="lt1"/>
              </a:solidFill>
              <a:latin typeface="Times"/>
              <a:ea typeface="Times"/>
              <a:cs typeface="Times"/>
              <a:sym typeface="Times"/>
            </a:endParaRPr>
          </a:p>
        </p:txBody>
      </p:sp>
      <p:sp>
        <p:nvSpPr>
          <p:cNvPr id="1253" name="Google Shape;1253;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g3bc6b650b34_0_5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80000"/>
              </a:lnSpc>
              <a:spcBef>
                <a:spcPts val="0"/>
              </a:spcBef>
              <a:spcAft>
                <a:spcPts val="0"/>
              </a:spcAft>
              <a:buClr>
                <a:schemeClr val="accent4"/>
              </a:buClr>
              <a:buSzPts val="4000"/>
              <a:buFont typeface="Times"/>
              <a:buNone/>
            </a:pPr>
            <a:r>
              <a:rPr b="1" lang="en-US" sz="7800">
                <a:solidFill>
                  <a:schemeClr val="lt1"/>
                </a:solidFill>
                <a:latin typeface="Times"/>
                <a:ea typeface="Times"/>
                <a:cs typeface="Times"/>
                <a:sym typeface="Times"/>
              </a:rPr>
              <a:t>vì thế chúng ta hãy mừng lễ với bánh không men tinh tuyền và chân chính. Al-le-lu-ia.</a:t>
            </a:r>
            <a:endParaRPr b="1" sz="7800">
              <a:solidFill>
                <a:schemeClr val="lt1"/>
              </a:solidFill>
              <a:latin typeface="Times"/>
              <a:ea typeface="Times"/>
              <a:cs typeface="Times"/>
              <a:sym typeface="Times"/>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pic>
        <p:nvPicPr>
          <p:cNvPr id="1263" name="Google Shape;1263;g3d48ab63a6f_0_274"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VÌ CHÚA ĐÃ</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PHỤC SINH</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Vì Chúa đã phục sinh nên con thấy mình chẳng lo sợ chi,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dẫu cuộc đời còn bao trắc trở bao dang dở bao thờ 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g3dd33158570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Chúa đã phục sinh nên con an tâm giữa bao nguy nàn,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g3dd33158570_0_1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trong cảnh cơ hàn hay những lầm than cho con vững vàng dù đời gian nan.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g3dd33158570_0_1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Vì Chúa đã phục sinh nên con tin vào quyền năng sự sống sẽ đem lại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g3dd33158570_0_1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cho con người đang khát vọng một sự sống thần linh.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g3dd33158570_0_1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Vì Chúa đã phục sinh nên con tin vào tình yêu của Ngài sẽ đổi mới thế gian này,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g3dd33158570_0_1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đổi mới mọi sự từ đây.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g3dd33158570_0_15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Vì Chúa đã phục sinh nên con sẵn sàng hiến dâng cuộc sống,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g3dd33158570_0_1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phụng thờ Ngài trên tất cả không sa ngã theo trần gian.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g3dd33158570_0_16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Chúa đã phục sinh nên con luôn tin Chúa luôn hiện diện,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g3dd33158570_0_1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đang sống động trong cõi lòng con như trong hết mọi người tìm kiếm Chúa.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g3dd33158570_0_1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Vì Chúa đã phục sinh nên con tin vào quyền năng sự sống sẽ đem lại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g3dd33158570_0_1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cho con người đang khát vọng một sự sống thần linh.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g3dd33158570_0_1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chemeClr val="lt1"/>
                </a:solidFill>
                <a:latin typeface="Times New Roman"/>
                <a:ea typeface="Times New Roman"/>
                <a:cs typeface="Times New Roman"/>
                <a:sym typeface="Times New Roman"/>
              </a:rPr>
              <a:t>Vì Chúa đã phục sinh nên con tin vào tình yêu của Ngài sẽ đổi mới thế gian này,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g3dd33158570_0_1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đổi mới mọi sự từ đây.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pic>
        <p:nvPicPr>
          <p:cNvPr id="1353" name="Google Shape;1353;g3dd33158570_0_97"/>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g3dd33158570_0_26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CHÚA PHỤC SINH</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g3dd33158570_0_2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nay thực đã phục sinh. </a:t>
            </a:r>
            <a:r>
              <a:rPr b="1" lang="en-US" sz="7400">
                <a:solidFill>
                  <a:schemeClr val="lt1"/>
                </a:solidFill>
                <a:latin typeface="Times New Roman"/>
                <a:ea typeface="Times New Roman"/>
                <a:cs typeface="Times New Roman"/>
                <a:sym typeface="Times New Roman"/>
              </a:rPr>
              <a:t>Al-lê-lu-ia. </a:t>
            </a:r>
            <a:endParaRPr b="1" sz="7400">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Al-lê-lu-ia.</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7" name="Shape 1367"/>
        <p:cNvGrpSpPr/>
        <p:nvPr/>
      </p:nvGrpSpPr>
      <p:grpSpPr>
        <a:xfrm>
          <a:off x="0" y="0"/>
          <a:ext cx="0" cy="0"/>
          <a:chOff x="0" y="0"/>
          <a:chExt cx="0" cy="0"/>
        </a:xfrm>
      </p:grpSpPr>
      <p:sp>
        <p:nvSpPr>
          <p:cNvPr id="1368" name="Google Shape;1368;g3dd33158570_0_2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Người từ trong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kẻ chết sống lại. Al-lê-lu-ia, Al-lê-lu-ia.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Google Shape;1373;g3dd33158570_0_2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niềm vui tràn lan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g3dd33158570_0_2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nay thực đã phục sinh. </a:t>
            </a:r>
            <a:r>
              <a:rPr b="1" lang="en-US" sz="7400">
                <a:solidFill>
                  <a:schemeClr val="lt1"/>
                </a:solidFill>
                <a:latin typeface="Times New Roman"/>
                <a:ea typeface="Times New Roman"/>
                <a:cs typeface="Times New Roman"/>
                <a:sym typeface="Times New Roman"/>
              </a:rPr>
              <a:t>Al-lê-lu-ia. </a:t>
            </a:r>
            <a:endParaRPr b="1" sz="7400">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Al-lê-lu-ia.</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pic>
        <p:nvPicPr>
          <p:cNvPr id="1383" name="Google Shape;1383;g3dd33158570_0_101"/>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