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44" roundtripDataSignature="AMtx7mgXqgyNUgpdtkSEgjkumWTAF+aG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242" Type="http://schemas.openxmlformats.org/officeDocument/2006/relationships/slide" Target="slides/slide237.xml"/><Relationship Id="rId120" Type="http://schemas.openxmlformats.org/officeDocument/2006/relationships/slide" Target="slides/slide115.xml"/><Relationship Id="rId241" Type="http://schemas.openxmlformats.org/officeDocument/2006/relationships/slide" Target="slides/slide236.xml"/><Relationship Id="rId240" Type="http://schemas.openxmlformats.org/officeDocument/2006/relationships/slide" Target="slides/slide23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244" Type="http://customschemas.google.com/relationships/presentationmetadata" Target="metadata"/><Relationship Id="rId122" Type="http://schemas.openxmlformats.org/officeDocument/2006/relationships/slide" Target="slides/slide117.xml"/><Relationship Id="rId243" Type="http://schemas.openxmlformats.org/officeDocument/2006/relationships/slide" Target="slides/slide238.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schemas.openxmlformats.org/officeDocument/2006/relationships/slide" Target="slides/slide234.xml"/><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573131aa0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d573131aa0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d89366497e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g3d89366497e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d89366497e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d89366497e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d89366497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d89366497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d89366497e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d89366497e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d89366497e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d89366497e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d89366497e_0_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d89366497e_0_1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48ab63a6f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48ab63a6f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48ab63a6f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48ab63a6f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48ab63a6f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48ab63a6f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48ab63a6f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d48ab63a6f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48ab63a6f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48ab63a6f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d48ab63a6f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d48ab63a6f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d89366497e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d89366497e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 name="Google Shape;74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3" name="Google Shape;74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49" name="Google Shape;74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 name="Google Shape;75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5" name="Google Shape;75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1" name="Google Shape;76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7" name="Google Shape;76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3" name="Google Shape;77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8" name="Google Shape;77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9" name="Google Shape;77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4" name="Google Shape;78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5" name="Google Shape;78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0" name="Google Shape;79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1" name="Google Shape;79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6" name="Google Shape;79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7" name="Google Shape;79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2" name="Google Shape;80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3" name="Google Shape;80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8" name="Google Shape;80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9" name="Google Shape;80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4" name="Google Shape;81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15" name="Google Shape;81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d89366497e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g3d89366497e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dd33158570_0_5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dd33158570_0_5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dd33158570_0_5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dd33158570_0_5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de4329e4d7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de4329e4d7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d89366497e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d89366497e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dd33158570_0_5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dd33158570_0_5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d89366497e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d89366497e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dd33158570_0_5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dd33158570_0_5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dd33158570_0_5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dd33158570_0_5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de4329e4d7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g3de4329e4d7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d89366497e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1" name="Google Shape;881;g3d89366497e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d89366497e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6" name="Google Shape;886;g3d89366497e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dd33158570_0_5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1" name="Google Shape;891;g3dd33158570_0_5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3dd33158570_0_5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6" name="Google Shape;896;g3dd33158570_0_5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de4329e4d7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1" name="Google Shape;901;g3de4329e4d7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3d89366497e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6" name="Google Shape;906;g3d89366497e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3d89366497e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1" name="Google Shape;911;g3d89366497e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6" name="Google Shape;91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2" name="Google Shape;92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9" name="Google Shape;92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4" name="Google Shape;93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d89366497e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9" name="Google Shape;939;g3d89366497e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4" name="Google Shape;94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d89366497e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d89366497e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dd33158570_0_3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dd33158570_0_3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dd33158570_0_3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dd33158570_0_3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dd33158570_0_3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3dd33158570_0_3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de4329e4d7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de4329e4d7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de4329e4d7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de4329e4d7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de4329e4d7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g3de4329e4d7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d89366497e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g3d89366497e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d89366497e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d89366497e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d89366497e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3d89366497e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d89366497e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d89366497e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d89366497e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d89366497e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d89366497e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g3d89366497e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d89366497e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g3d89366497e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d89366497e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g3d89366497e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d89366497e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g3d89366497e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d89366497e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g3d89366497e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d89366497e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0" name="Google Shape;1130;g3d89366497e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5" name="Google Shape;1135;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0" name="Google Shape;114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5" name="Google Shape;114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0" name="Google Shape;115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3d48ab63a6f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5" name="Google Shape;1155;g3d48ab63a6f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0" name="Google Shape;116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5" name="Google Shape;116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0" name="Google Shape;1170;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3d48ab63a6f_0_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5" name="Google Shape;1175;g3d48ab63a6f_0_2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0" name="Google Shape;1180;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d89366497e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d89366497e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d48ab63a6f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d48ab63a6f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dd33158570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dd33158570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dd33158570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dd33158570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3d89366497e_0_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g3d89366497e_0_1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d89366497e_0_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g3d89366497e_0_1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d89366497e_0_1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1" name="Google Shape;1241;g3d89366497e_0_1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d89366497e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g3d89366497e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3d89366497e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1" name="Google Shape;1251;g3d89366497e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d72cc0870c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6" name="Google Shape;1256;g3d72cc0870c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d72cc0870c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1" name="Google Shape;1261;g3d72cc0870c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3d72cc0870c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6" name="Google Shape;1266;g3d72cc0870c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3d72cc0870c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1" name="Google Shape;1271;g3d72cc0870c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d72cc0870c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6" name="Google Shape;1276;g3d72cc0870c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3d89366497e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1" name="Google Shape;1281;g3d89366497e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d89366497e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6" name="Google Shape;1286;g3d89366497e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d89366497e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1" name="Google Shape;1291;g3d89366497e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 Id="rId3" Type="http://schemas.openxmlformats.org/officeDocument/2006/relationships/image" Target="../media/image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 Id="rId3" Type="http://schemas.openxmlformats.org/officeDocument/2006/relationships/image" Target="../media/image3.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6.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4.jp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 Id="rId3" Type="http://schemas.openxmlformats.org/officeDocument/2006/relationships/image" Target="../media/image4.jp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 Id="rId3" Type="http://schemas.openxmlformats.org/officeDocument/2006/relationships/image" Target="../media/image4.jp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4.jp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 Id="rId3" Type="http://schemas.openxmlformats.org/officeDocument/2006/relationships/image" Target="../media/image1.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17600"/>
              <a:buNone/>
            </a:pPr>
            <a:r>
              <a:rPr b="1" lang="en-US" sz="10000">
                <a:solidFill>
                  <a:schemeClr val="accent4"/>
                </a:solidFill>
                <a:latin typeface="Times New Roman"/>
                <a:ea typeface="Times New Roman"/>
                <a:cs typeface="Times New Roman"/>
                <a:sym typeface="Times New Roman"/>
              </a:rPr>
              <a:t>XIN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MỜI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ĐỨNG</a:t>
            </a:r>
            <a:endParaRPr sz="10000"/>
          </a:p>
          <a:p>
            <a:pPr indent="0" lvl="0" marL="0" rtl="0" algn="ctr">
              <a:lnSpc>
                <a:spcPct val="120000"/>
              </a:lnSpc>
              <a:spcBef>
                <a:spcPts val="64"/>
              </a:spcBef>
              <a:spcAft>
                <a:spcPts val="0"/>
              </a:spcAft>
              <a:buClr>
                <a:srgbClr val="888888"/>
              </a:buClr>
              <a:buSzPts val="1275"/>
              <a:buNone/>
            </a:pPr>
            <a:r>
              <a:t/>
            </a:r>
            <a:endParaRPr sz="100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d573131aa0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LẠY NỮ VƯƠNG THIÊN ĐÀNG</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Lạy Nữ Vương Thiên Đàng hãy vui mừng – Alleluia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Vì Đấng Mẹ đã đáng cưu mang trong lòng – Alleluia.</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Người đã sống lại thật như lời đã phán hứa – Alleluia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Xin cầu cùng Chúa cho chúng con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Thánh Nữ Đồng Trinh Maria hãy hỉ hoan khoái lạc – Alleluia.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Vì Chúa đã sống lại thật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8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ts val="8500"/>
              <a:buNone/>
            </a:pPr>
            <a:r>
              <a:rPr b="1" lang="en-US" sz="7500">
                <a:solidFill>
                  <a:schemeClr val="lt1"/>
                </a:solidFill>
                <a:latin typeface="Times New Roman"/>
                <a:ea typeface="Times New Roman"/>
                <a:cs typeface="Times New Roman"/>
                <a:sym typeface="Times New Roman"/>
              </a:rPr>
              <a:t>Lạy Chúa, là Đấng đã làm cho thiên hạ đặng vui mừng quá bội</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bởi Đức Chúa Giêsu Kitô là Con Chúa cùng là Chúa chúng con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400">
                <a:solidFill>
                  <a:schemeClr val="lt1"/>
                </a:solidFill>
                <a:latin typeface="Times New Roman"/>
                <a:ea typeface="Times New Roman"/>
                <a:cs typeface="Times New Roman"/>
                <a:sym typeface="Times New Roman"/>
              </a:rPr>
              <a:t>xin vì Đức Nữ Đồng Trinh Maria là Thánh Mẫu Người nguyện cầu </a:t>
            </a:r>
            <a:endParaRPr sz="7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cho chúng con được hưởng phúc vui vẻ hằng sống đời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500">
                <a:solidFill>
                  <a:schemeClr val="lt1"/>
                </a:solidFill>
                <a:latin typeface="Times New Roman"/>
                <a:ea typeface="Times New Roman"/>
                <a:cs typeface="Times New Roman"/>
                <a:sym typeface="Times New Roman"/>
              </a:rPr>
              <a:t>Vì công nghiệp Chúa Kitô là Chúa chúng con. Amen.</a:t>
            </a:r>
            <a:endParaRPr sz="7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pic>
        <p:nvPicPr>
          <p:cNvPr id="648" name="Google Shape;648;g3d89366497e_0_132"/>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CỬA CÔNG CHÍNH</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Cửa công chính hãy mở cho tôi vào, cho tôi vào tạ ơn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nơi cung điện ngập quang vinh.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d89366497e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Chính đây là, chính đây là cửa Thiên Chúa, hỡi người công chính hãy mau tiến vào.</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1. </a:t>
            </a:r>
            <a:r>
              <a:rPr b="1" lang="en-US" sz="7200">
                <a:solidFill>
                  <a:schemeClr val="lt1"/>
                </a:solidFill>
                <a:latin typeface="Times New Roman"/>
                <a:ea typeface="Times New Roman"/>
                <a:cs typeface="Times New Roman"/>
                <a:sym typeface="Times New Roman"/>
              </a:rPr>
              <a:t>Hãy cảm tạ Chúa vì Chúa nhân từ. Vì tình Người yêu thương ta bền vững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d89366497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Cửa công chính hãy mở cho tôi vào, cho tôi vào tạ ơn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d89366497e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nơi cung điện ngập quang vinh.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d89366497e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Chính đây là, chính đây là cửa Thiên Chúa, hỡi người công chính hãy mau tiến vào.</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d89366497e_0_136"/>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48ab63a6f_0_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RẢY NƯỚC THÁNH</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RẢY NƯỚC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Văn Hoà)</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d48ab63a6f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Tôi đã thấy nước từ bên phải đền thờ chảy ra. Al-le-lu-ia!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d48ab63a6f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Và nước ấy chảy đến những ai thì tất cả đều được cứu rỗi và reo lên. Al-le-lu-ia! Al-le-lu-ia.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d48ab63a6f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Lạy Chúa xin thương xót con theo lượng từ bi của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d48ab63a6f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Sáng danh Đức Chúa Cha và Đức Chúa Con và Đức Chúa Thánh Thần.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d48ab63a6f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như đã có trước vô cùng và bây giờ và hằng có và đời đời chẳng cùng. A-men.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ab13fdb44f_0_290"/>
          <p:cNvSpPr txBox="1"/>
          <p:nvPr/>
        </p:nvSpPr>
        <p:spPr>
          <a:xfrm>
            <a:off x="0" y="-15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EE0000"/>
              </a:buClr>
              <a:buSzPts val="9600"/>
              <a:buFont typeface="Times"/>
              <a:buNone/>
            </a:pPr>
            <a:r>
              <a:rPr b="1" i="1" lang="en-US" sz="8000">
                <a:solidFill>
                  <a:schemeClr val="lt1"/>
                </a:solidFill>
                <a:latin typeface="Times"/>
                <a:ea typeface="Times"/>
                <a:cs typeface="Times"/>
                <a:sym typeface="Times"/>
              </a:rPr>
              <a:t>Sau Lời nguyện Cộng đồng đáp:</a:t>
            </a:r>
            <a:r>
              <a:rPr b="1" lang="en-US" sz="8000">
                <a:solidFill>
                  <a:srgbClr val="FFFF00"/>
                </a:solidFill>
                <a:latin typeface="Times"/>
                <a:ea typeface="Times"/>
                <a:cs typeface="Times"/>
                <a:sym typeface="Times"/>
              </a:rPr>
              <a:t> AMEN</a:t>
            </a:r>
            <a:endParaRPr b="1" i="0" sz="8000" u="none" cap="none" strike="noStrike">
              <a:solidFill>
                <a:schemeClr val="lt1"/>
              </a:solidFill>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pic>
        <p:nvPicPr>
          <p:cNvPr id="733" name="Google Shape;733;g3d89366497e_0_140"/>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39" name="Google Shape;73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0" name="Shape 750"/>
        <p:cNvGrpSpPr/>
        <p:nvPr/>
      </p:nvGrpSpPr>
      <p:grpSpPr>
        <a:xfrm>
          <a:off x="0" y="0"/>
          <a:ext cx="0" cy="0"/>
          <a:chOff x="0" y="0"/>
          <a:chExt cx="0" cy="0"/>
        </a:xfrm>
      </p:grpSpPr>
      <p:sp>
        <p:nvSpPr>
          <p:cNvPr id="751" name="Google Shape;75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pic>
        <p:nvPicPr>
          <p:cNvPr id="822" name="Google Shape;822;g3d89366497e_0_144"/>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6" name="Shape 826"/>
        <p:cNvGrpSpPr/>
        <p:nvPr/>
      </p:nvGrpSpPr>
      <p:grpSpPr>
        <a:xfrm>
          <a:off x="0" y="0"/>
          <a:ext cx="0" cy="0"/>
          <a:chOff x="0" y="0"/>
          <a:chExt cx="0" cy="0"/>
        </a:xfrm>
      </p:grpSpPr>
      <p:sp>
        <p:nvSpPr>
          <p:cNvPr id="827" name="Google Shape;82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28" name="Google Shape;82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117</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dd33158570_0_5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Có Chúa đưa dẫn bước tôi đi, nên tôi chẳng thiếu thốn chi.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dd33158570_0_5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Trên đồng cỏ xanh rì, Ngài thả tôi đi nằm nghỉ.</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de4329e4d7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Trong nguồn nước chỗ nghỉ ngơi, Ngài cho tôi vào uống,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d89366497e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lo bồi dưỡng lại tâm hồn tôi.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dd33158570_0_5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chăn nuôi tôi, nên đời tôi chẳng thiếu thốn chi.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d89366497e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ở cùng tôi thì đời tôi đâu còn sợ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dd33158570_0_5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Chúa dẫn tôi bước trên đường lành, uy danh Ngài là sức mạnh.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dd33158570_0_5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Tôi chẳng lắng lo gì, vì có Chúa ở cùng tôi.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g3de4329e4d7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Cho dù thung lũng tối tăm, thì roi với gậy Chúa là chính niềm an bình cho hồn tôi.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g3d89366497e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chăn nuôi tôi, nên đời tôi chẳng thiếu thốn chi.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g3d89366497e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ở cùng tôi thì đời tôi đâu còn sợ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g3dd33158570_0_5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Chúa đã dọn sẵn cho bàn tiệc, ngay trước mặt kẻ đối phương.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g3dd33158570_0_5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Trên đầu Chúa xức dầu, rượu hồng tươi ôi đầy dư.</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g3de4329e4d7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Nhân từ ân sủng Chúa ban theo tôi suốt đời sống, và trong nhà Chúa Trời tôi định cư.</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g3d89366497e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chăn nuôi tôi, nên đời tôi chẳng thiếu thốn chi.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g3d89366497e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ở cùng tôi thì đời tôi đâu còn sợ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7" name="Shape 917"/>
        <p:cNvGrpSpPr/>
        <p:nvPr/>
      </p:nvGrpSpPr>
      <p:grpSpPr>
        <a:xfrm>
          <a:off x="0" y="0"/>
          <a:ext cx="0" cy="0"/>
          <a:chOff x="0" y="0"/>
          <a:chExt cx="0" cy="0"/>
        </a:xfrm>
      </p:grpSpPr>
      <p:sp>
        <p:nvSpPr>
          <p:cNvPr id="918" name="Google Shape;91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919" name="Google Shape;91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6800">
                <a:solidFill>
                  <a:schemeClr val="lt1"/>
                </a:solidFill>
                <a:latin typeface="Times"/>
                <a:ea typeface="Times"/>
                <a:cs typeface="Times"/>
                <a:sym typeface="Times"/>
              </a:rPr>
              <a:t>Chúa phán rằng: "Ta là mục tử tốt lành, Ta biết các chiên Ta,</a:t>
            </a:r>
            <a:endParaRPr b="1" sz="6800">
              <a:solidFill>
                <a:schemeClr val="lt1"/>
              </a:solidFill>
              <a:latin typeface="Times"/>
              <a:ea typeface="Times"/>
              <a:cs typeface="Times"/>
              <a:sym typeface="Times"/>
            </a:endParaRPr>
          </a:p>
        </p:txBody>
      </p:sp>
      <p:sp>
        <p:nvSpPr>
          <p:cNvPr id="926" name="Google Shape;92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900">
                <a:solidFill>
                  <a:schemeClr val="lt1"/>
                </a:solidFill>
                <a:latin typeface="Times"/>
                <a:ea typeface="Times"/>
                <a:cs typeface="Times"/>
                <a:sym typeface="Times"/>
              </a:rPr>
              <a:t>và này đây các </a:t>
            </a:r>
            <a:br>
              <a:rPr b="1" lang="en-US" sz="6900">
                <a:solidFill>
                  <a:schemeClr val="lt1"/>
                </a:solidFill>
                <a:latin typeface="Times"/>
                <a:ea typeface="Times"/>
                <a:cs typeface="Times"/>
                <a:sym typeface="Times"/>
              </a:rPr>
            </a:br>
            <a:r>
              <a:rPr b="1" lang="en-US" sz="6900">
                <a:solidFill>
                  <a:schemeClr val="lt1"/>
                </a:solidFill>
                <a:latin typeface="Times"/>
                <a:ea typeface="Times"/>
                <a:cs typeface="Times"/>
                <a:sym typeface="Times"/>
              </a:rPr>
              <a:t>chiên Ta biết Ta".</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pic>
        <p:nvPicPr>
          <p:cNvPr id="936" name="Google Shape;936;g3baa6357486_0_13"/>
          <p:cNvPicPr preferRelativeResize="0"/>
          <p:nvPr/>
        </p:nvPicPr>
        <p:blipFill rotWithShape="1">
          <a:blip r:embed="rId3">
            <a:alphaModFix/>
          </a:blip>
          <a:srcRect b="0" l="0" r="0" t="0"/>
          <a:stretch/>
        </p:blipFill>
        <p:spPr>
          <a:xfrm>
            <a:off x="0" y="0"/>
            <a:ext cx="9143990" cy="51435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pic>
        <p:nvPicPr>
          <p:cNvPr id="941" name="Google Shape;941;g3d89366497e_0_148"/>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47" name="Google Shape;94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lòng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pic>
        <p:nvPicPr>
          <p:cNvPr id="1047" name="Google Shape;1047;g3d89366497e_0_152"/>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dd33158570_0_3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TIẾN DÂNG LÊN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dd33158570_0_3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Tiến dâng lên Thiên cung này lễ vật là bánh miếng trinh nguyên với rượu nho,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g3dd33158570_0_3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nước mắt tiếng hát trong cuộc đời, xin Chúa nhận đền bù bao tội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g3de4329e4d7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Cùng dâng tiến tiếng hát trên môi nguyện cầu,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de4329e4d7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nỗi sầu dâng lên cùng những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g3de4329e4d7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tiến với hết tâm tình thiết tha tựa hương xa bay lên tòa Chúa bao la.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g3d89366497e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2. </a:t>
            </a:r>
            <a:r>
              <a:rPr b="1" lang="en-US" sz="7800">
                <a:solidFill>
                  <a:schemeClr val="lt1"/>
                </a:solidFill>
                <a:latin typeface="Times New Roman"/>
                <a:ea typeface="Times New Roman"/>
                <a:cs typeface="Times New Roman"/>
                <a:sym typeface="Times New Roman"/>
              </a:rPr>
              <a:t>Tiến dâng lên Thiên cung lời ước nguyện,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g3d89366497e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xin Chúa thương ban phúc bình yên,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3d89366497e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tựa như nước nối kết trong rượu nồng, muôn tấm lòng hòa đồng trong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g3d89366497e_0_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Cùng dâng tiến tiếng hát trên môi nguyện cầu,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3d89366497e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nỗi sầu dâng lên cùng những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g3d89366497e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tiến với hết tâm tình thiết tha tựa hương xa bay lên tòa Chúa bao la.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g3d89366497e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Tiến dâng lên Thiên cung này lễ vật là bánh miếng trinh nguyên với rượu nho,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g3d89366497e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nước mắt tiếng hát trong cuộc đời, xin Chúa nhận đền bù bao tội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g3d89366497e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Cùng dâng tiến tiếng hát trên môi nguyện cầu,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g3d89366497e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nỗi sầu dâng lên cùng những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g3d89366497e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tiến với hết tâm tình thiết tha tựa hương xa bay lên tòa Chúa bao la.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pic>
        <p:nvPicPr>
          <p:cNvPr id="1137" name="Google Shape;1137;p201"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pic>
        <p:nvPicPr>
          <p:cNvPr id="1157" name="Google Shape;1157;g3d48ab63a6f_0_26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pic>
        <p:nvPicPr>
          <p:cNvPr id="1177" name="Google Shape;1177;g3d48ab63a6f_0_270"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800">
                <a:solidFill>
                  <a:schemeClr val="lt1"/>
                </a:solidFill>
                <a:latin typeface="Times"/>
                <a:ea typeface="Times"/>
                <a:cs typeface="Times"/>
                <a:sym typeface="Times"/>
              </a:rPr>
              <a:t>Đấng chăn chiên nhân lành đã phục sinh, Người đã phó mạng sống mình vì con chiên,</a:t>
            </a:r>
            <a:endParaRPr b="1" sz="6800">
              <a:solidFill>
                <a:schemeClr val="lt1"/>
              </a:solidFill>
              <a:latin typeface="Times"/>
              <a:ea typeface="Times"/>
              <a:cs typeface="Times"/>
              <a:sym typeface="Times"/>
            </a:endParaRPr>
          </a:p>
        </p:txBody>
      </p:sp>
      <p:sp>
        <p:nvSpPr>
          <p:cNvPr id="1183" name="Google Shape;1183;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d89366497e_0_9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a:ea typeface="Times"/>
                <a:cs typeface="Times"/>
                <a:sym typeface="Times"/>
              </a:rPr>
              <a:t>và đã đoái thương chịu chết vì đoàn chiên – Al-lê-lu-ia.</a:t>
            </a:r>
            <a:endParaRPr b="1" sz="7000">
              <a:solidFill>
                <a:schemeClr val="lt1"/>
              </a:solidFill>
              <a:latin typeface="Times"/>
              <a:ea typeface="Times"/>
              <a:cs typeface="Times"/>
              <a:sym typeface="Times"/>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pic>
        <p:nvPicPr>
          <p:cNvPr id="1193" name="Google Shape;1193;g3d48ab63a6f_0_274"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ĐỒNG CỎ TƯƠI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(Nam Hoa)</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Đồng là đồng cỏ tươi, Chúa ban cho tôi nghỉ ngơi,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suối ngọt cỏ non xanh rì tôi nay còn thiếu thốn gì, vui thay mà cũng phúc thay.</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dd33158570_0_1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Chân tôi theo nẻo chính, Chúa thương tôi như con người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g3dd33158570_0_1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tôi lấy lại sức, Chúa đưa về cõi đời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Đồng là đồng cỏ tươi, Chúa ban cho tôi nghỉ ngơi,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suối ngọt cỏ non xanh rì tôi nay còn thiếu thốn gì, vui thay mà cũng phúc thay.</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g3d89366497e_0_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2. </a:t>
            </a:r>
            <a:r>
              <a:rPr b="1" lang="en-US" sz="7600">
                <a:solidFill>
                  <a:schemeClr val="lt1"/>
                </a:solidFill>
                <a:latin typeface="Times New Roman"/>
                <a:ea typeface="Times New Roman"/>
                <a:cs typeface="Times New Roman"/>
                <a:sym typeface="Times New Roman"/>
              </a:rPr>
              <a:t>Tôi an tâm vững trí, dẫu qua nơi âm u hãi hùng.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g3d89366497e_0_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Lòng tin tưởng tuyệt đối, thấy côn trượng Chúa là mừng.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g3d89366497e_0_1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Đồng là đồng cỏ tươi, Chúa ban cho tôi nghỉ ngơi,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g3d89366497e_0_1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suối ngọt cỏ non xanh rì tôi nay còn thiếu thốn gì, vui thay mà cũng phúc thay.</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pic>
        <p:nvPicPr>
          <p:cNvPr id="1253" name="Google Shape;1253;g3d89366497e_0_156"/>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g3d72cc0870c_0_13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MẸ HẰNG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CỨU GIÚP</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(Hoài Chiên)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g3d72cc0870c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1.</a:t>
            </a:r>
            <a:r>
              <a:rPr b="1" lang="en-US" sz="8000">
                <a:solidFill>
                  <a:srgbClr val="FFFFFF"/>
                </a:solidFill>
                <a:latin typeface="Times New Roman"/>
                <a:ea typeface="Times New Roman"/>
                <a:cs typeface="Times New Roman"/>
                <a:sym typeface="Times New Roman"/>
              </a:rPr>
              <a:t> Ma-ri-a Mẹ Hằng Cứu Giúp đầy khoan nhân và tình thương xót</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g3d72cc0870c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hết những ai biết vững tâm xin Mẹ thương.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g3d72cc0870c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Đoàn con nay thành tâm yêu mến đồng thanh xin Mẹ thương xem đến,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g3d72cc0870c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dắt chúng con tới quê hương nơi Thiên đường.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g3d89366497e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Mẹ Cứu Giúp uy quyền Mẹ rất cao sang, là Mẹ Thiên Chúa không vương chi tội lỗi.</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g3d89366497e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Mẹ Cứu Giúp xin Mẹ hãy đoái thương ban ngàn ơn cứu giúp chúng con trên cõi đời.</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pic>
        <p:nvPicPr>
          <p:cNvPr id="1293" name="Google Shape;1293;g3d89366497e_0_160" title="ChatGPT Image 13_43_18 24 thg 4, 2026.png"/>
          <p:cNvPicPr preferRelativeResize="0"/>
          <p:nvPr/>
        </p:nvPicPr>
        <p:blipFill>
          <a:blip r:embed="rId3">
            <a:alphaModFix/>
          </a:blip>
          <a:stretch>
            <a:fillRect/>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