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9" roundtripDataSignature="AMtx7mgh+wqFHJcN6nIMsWkLg9lqyepf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89" Type="http://customschemas.google.com/relationships/presentationmetadata" Target="metadata"/><Relationship Id="rId100" Type="http://schemas.openxmlformats.org/officeDocument/2006/relationships/slide" Target="slides/slide95.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eebff2abe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beebff2abe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eebff2abe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beebff2abe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eebff2abe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beebff2abe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eebff2abe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beebff2abe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eebff2abe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beebff2abe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eebff2abe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beebff2abe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eebff2abe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beebff2abe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eebff2abe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beebff2abe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eebff2abe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beebff2abe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eebff2abe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beebff2abe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eebff2abe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g3beebff2abe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eebff2abe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beebff2abe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eebff2abe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beebff2abe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eebff2abe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eebff2abe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eebff2abe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eebff2abe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eebff2abe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eebff2abe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eebff2abe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eebff2abe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85c7d5418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g3c85c7d5418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eebff2ab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g3beebff2ab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ebe0ff2f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3bebe0ff2f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bebe0ff2f1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3bebe0ff2f1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eebff2ab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g3beebff2ab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eebff2abe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g3beebff2abe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beebff2abe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beebff2abe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eebff2ab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g3beebff2ab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beebff2ab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3beebff2ab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eebff2abe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g3beebff2abe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85c7d5418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g3c85c7d5418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08" name="Google Shape;50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14" name="Google Shape;51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20" name="Google Shape;52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26" name="Google Shape;52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 name="Google Shape;53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32" name="Google Shape;53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38" name="Google Shape;53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44" name="Google Shape;54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0" name="Google Shape;55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6" name="Google Shape;55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2" name="Google Shape;56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8" name="Google Shape;56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4" name="Google Shape;57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0" name="Google Shape;58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c85c7d5418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c85c7d5418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84d2f338d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c84d2f338d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beebff2ab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beebff2ab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bebe0ff2f1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3bebe0ff2f1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c84d2f338d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c84d2f338d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c84d2f338d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c84d2f338d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c84d2f338d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c84d2f338d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c84d2f338d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c84d2f338d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beebff2ab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beebff2ab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beebff2ab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beebff2ab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beebff2ab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beebff2ab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beebff2ab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beebff2ab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beebff2ab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beebff2ab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beebff2ab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beebff2ab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beebff2abe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beebff2abe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beebff2abe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beebff2abe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beebff2abe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beebff2abe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beebff2abe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g3beebff2abe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beebff2abe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beebff2abe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beebff2abe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beebff2abe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85c7d5418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g3c85c7d5418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c84d2f338d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c84d2f338d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eebff2abe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g3beebff2abe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beebff2abe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g3beebff2abe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beebff2abe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g3beebff2abe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beebff2abe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g3beebff2abe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beebff2abe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beebff2abe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beebff2abe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g3beebff2abe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eebff2abe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eebff2abe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ebe0ff2f1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ebe0ff2f1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ebe0ff2f1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ebe0ff2f1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ebe0ff2f1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ebe0ff2f1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ebe0ff2f1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ebe0ff2f1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ebe0ff2f1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ebe0ff2f1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ebe0ff2f1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ebe0ff2f1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ebe0ff2f1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ebe0ff2f1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ebe0ff2f1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bebe0ff2f1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c84d2f338d_0_2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c84d2f338d_0_2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c84d2f338d_0_2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c84d2f338d_0_2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c84d2f338d_0_2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c84d2f338d_0_2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beebff2abe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g3beebff2abe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beebff2abe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4" name="Google Shape;924;g3beebff2abe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beebff2abe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3beebff2abe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beebff2abe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beebff2abe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beebff2abe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beebff2abe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beebff2abe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3beebff2abe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beebff2abe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g3beebff2abe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beebff2abe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g3beebff2abe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beebff2abe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g3beebff2abe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beebff2abe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beebff2abe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beebff2abe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beebff2abe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beebff2abe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beebff2abe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c85c7d5418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g3c85c7d5418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c85c7d5418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c85c7d5418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5.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5.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5.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6.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7.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5.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5.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beebff2abe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CẦU CHO</a:t>
            </a:r>
            <a:br>
              <a:rPr b="1" lang="en-US" sz="4400">
                <a:solidFill>
                  <a:schemeClr val="accent4"/>
                </a:solidFill>
                <a:latin typeface="Times New Roman"/>
                <a:ea typeface="Times New Roman"/>
                <a:cs typeface="Times New Roman"/>
                <a:sym typeface="Times New Roman"/>
              </a:rPr>
            </a:br>
            <a:r>
              <a:rPr b="1" lang="en-US" sz="4400">
                <a:solidFill>
                  <a:schemeClr val="accent4"/>
                </a:solidFill>
                <a:latin typeface="Times New Roman"/>
                <a:ea typeface="Times New Roman"/>
                <a:cs typeface="Times New Roman"/>
                <a:sym typeface="Times New Roman"/>
              </a:rPr>
              <a:t>TỔ TIÊN,  ÔNG BÀ, CHA MẸ</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ts val="7800"/>
              <a:buNone/>
            </a:pPr>
            <a:r>
              <a:rPr b="1" lang="en-US" sz="7800">
                <a:solidFill>
                  <a:schemeClr val="lt1"/>
                </a:solidFill>
                <a:latin typeface="Times New Roman"/>
                <a:ea typeface="Times New Roman"/>
                <a:cs typeface="Times New Roman"/>
                <a:sym typeface="Times New Roman"/>
              </a:rPr>
              <a:t>Lạy Chúa, là Cha rất nhân từ / Vì yêu thương nhân loại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beebff2abe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Chúa đã ban Con Một Chúa là Đức Giêsu Kitô, / Sinh ra trong một dòng tộc nhân loại.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beebff2abe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Mạc khải cho chúng con biết / Chúa là Cha chung của tất cả chúng con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beebff2abe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000">
                <a:solidFill>
                  <a:schemeClr val="lt1"/>
                </a:solidFill>
                <a:latin typeface="Times New Roman"/>
                <a:ea typeface="Times New Roman"/>
                <a:cs typeface="Times New Roman"/>
                <a:sym typeface="Times New Roman"/>
              </a:rPr>
              <a:t>Và dạy chúng con biết rằng / Vạn vật đều có cội rễ căn nguyên:/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beebff2abe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“Chim có tổ, nước có nguồn” / Con người sinh ra có tổ tiên, có ông bà, cha mẹ.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beebff2abe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Chúa đã ban sự sống và ân huệ dư đầy / Cho tổ tiên, ông bà cha mẹ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beebff2abe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Để các ngài truyền lại cho chúng con là con cháu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beebff2abe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Được thừa hưởng mà nhận biết, / tôn thờ và phụng sự Chúa.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beebff2abe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Chúa cũng dạy chúng con phải giữ lòng hiếu thảo / Tôn kính ông bà tổ tiên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beebff2abe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những bậc sinh thành dưỡng dục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beebff2abe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Chúa ban thưởng bội hậu cho các ngài. / Xin cho các ngài, được hạnh phúc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beebff2abe_0_1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6800">
                <a:solidFill>
                  <a:schemeClr val="lt1"/>
                </a:solidFill>
                <a:latin typeface="Times New Roman"/>
                <a:ea typeface="Times New Roman"/>
                <a:cs typeface="Times New Roman"/>
                <a:sym typeface="Times New Roman"/>
              </a:rPr>
              <a:t>Vì đã yêu mến và phục vụ Chúa / Đã chu toàn những bổn phận mà Chúa đã trao phó trong gia đình.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beebff2abe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khi ly trần được hưởng Nhan Thánh Chúa/ cùng các Thánh trên thiên đàng.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eebff2abe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Lạy Mẹ Maria, /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Mẹ đã đón nhận, /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dưỡng dục và phục vụ Chúa Giêsu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eebff2abe_0_1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Mẹ cầu bàu trước tòa Chúa cho ông bà tổ tiên chúng con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eebff2abe_0_1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Và xin cho chúng con / Ngày nay biết sống tròn đạo hiếu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eebff2abe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6900">
                <a:solidFill>
                  <a:schemeClr val="lt1"/>
                </a:solidFill>
                <a:latin typeface="Times New Roman"/>
                <a:ea typeface="Times New Roman"/>
                <a:cs typeface="Times New Roman"/>
                <a:sym typeface="Times New Roman"/>
              </a:rPr>
              <a:t>Để mai sau được sum họp với các ngài / Cùng với Mẹ ca tụng tạ ơn Chúa muôn đời . Amen.</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g3c85c7d5418_0_1"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MỪNG XUÂN MỚI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a:t>
            </a:r>
            <a:r>
              <a:rPr b="1" i="1" lang="en-US" sz="3300">
                <a:solidFill>
                  <a:schemeClr val="accent4"/>
                </a:solidFill>
                <a:latin typeface="Times New Roman"/>
                <a:ea typeface="Times New Roman"/>
                <a:cs typeface="Times New Roman"/>
                <a:sym typeface="Times New Roman"/>
              </a:rPr>
              <a:t>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Mùa đông đã tàn phai, mừng xuân mới về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muôn hoa dâng hương ngát thơm, chim tung bay trong nắng vàng,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lời chúc xuân vang lừng.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giây phút đầu năm đoàn con đến quỳ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beebff2ab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dâng câu ca vang khắp nơi, tung hô uy danh Chúa Trời đã cho mùa xuân nở tươi.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bebe0ff2f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Năm tháng qua mau với bao là những lỗi lầm.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bebe0ff2f1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Ðoàn con nay đợi trông tình Chúa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beebff2ab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rửa cho nên sạch trong như nắng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beebff2abe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Mùa đông đã tàn phai, mừng xuân mới về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beebff2abe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muôn hoa dâng hương ngát thơm, chim tung bay trong nắng vàng,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3beebff2ab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lời chúc xuân vang lừng.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beebff2ab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giây phút đầu năm đoàn con đến quỳ đây,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beebff2abe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300">
                <a:solidFill>
                  <a:schemeClr val="lt1"/>
                </a:solidFill>
                <a:latin typeface="Times New Roman"/>
                <a:ea typeface="Times New Roman"/>
                <a:cs typeface="Times New Roman"/>
                <a:sym typeface="Times New Roman"/>
              </a:rPr>
              <a:t>dâng câu ca vang khắp nơi, tung hô uy danh Chúa Trời đã cho mùa xuân nở tươi.</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g3c85c7d5418_0_5"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04" name="Google Shape;50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g3c85c7d5418_0_9"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pic>
        <p:nvPicPr>
          <p:cNvPr id="592" name="Google Shape;592;p133" title="Mong2_BaiDoc1_Hc44_1.10-15.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127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Phúc thay bạn nào tôn sợ Thiên Chúa. </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Bạn nào ăn ở theo đường lối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c84d2f338d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trái tay bạn làm ra, bạn được an hưởng.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beebff2abe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Bạn được hạnh phúc và sẽ gặp may.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Nguyện Chúa chúc phúc cho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bebe0ff2f1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gia ân thêm mãi luôn,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c84d2f338d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mọi ngày trong đời sống của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c84d2f338d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Cũng như nho lành sinh đầy hoa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c84d2f338d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Hiền thê sẽ ở trong gia thất của bạn.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c84d2f338d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cái như những chồi non của chòm Ô-liu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beebff2ab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ở quanh bàn ăn, trong cửa nhà bạn.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beebff2ab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Nguyện Chúa chúc phúc cho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3beebff2ab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gia ân thêm mãi luôn,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beebff2ab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mọi ngày trong đời sống của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beebff2ab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Đó là phúc lộc Chúa để dành cho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beebff2ab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bạn nào luôn thành tâm hằng kính sợ Ngài.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beebff2abe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Chúa chúc phúc lành cho bạn được nhìn thấy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beebff2abe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thịnh đạt Si-on, trong suốt đời bạn.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3beebff2abe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Nguyện Chúa chúc phúc cho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beebff2abe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gia ân thêm mãi luôn,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beebff2abe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hết mọi ngày trong đời sống của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8" name="Google Shape;708;p155" title="Mong2_BaiDoc2_Ep6_1-4.18-23.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Hạnh phúc thay người kính sợ Thiên Chúa và mến yêu</a:t>
            </a:r>
            <a:endParaRPr b="1" sz="8000">
              <a:solidFill>
                <a:schemeClr val="lt1"/>
              </a:solidFill>
              <a:latin typeface="Times"/>
              <a:ea typeface="Times"/>
              <a:cs typeface="Times"/>
              <a:sym typeface="Times"/>
            </a:endParaRPr>
          </a:p>
        </p:txBody>
      </p:sp>
      <p:sp>
        <p:nvSpPr>
          <p:cNvPr id="715" name="Google Shape;715;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New Roman"/>
                <a:ea typeface="Times New Roman"/>
                <a:cs typeface="Times New Roman"/>
                <a:sym typeface="Times New Roman"/>
              </a:rPr>
              <a:t>luật Chúa truyền ban. Dòng dõi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người được Chúa chúc phúc,</a:t>
            </a:r>
            <a:endParaRPr b="1" sz="7000">
              <a:solidFill>
                <a:srgbClr val="FFFF00"/>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beebff2abe_0_7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New Roman"/>
                <a:ea typeface="Times New Roman"/>
                <a:cs typeface="Times New Roman"/>
                <a:sym typeface="Times New Roman"/>
              </a:rPr>
              <a:t>con cháu người đầy dư phú túc.</a:t>
            </a:r>
            <a:br>
              <a:rPr b="1" i="1" lang="en-US" sz="8000">
                <a:latin typeface="Times New Roman"/>
                <a:ea typeface="Times New Roman"/>
                <a:cs typeface="Times New Roman"/>
                <a:sym typeface="Times New Roman"/>
              </a:rPr>
            </a:br>
            <a:r>
              <a:rPr b="1" i="1" lang="en-US" sz="7000">
                <a:solidFill>
                  <a:srgbClr val="FFFF00"/>
                </a:solidFill>
                <a:latin typeface="Times New Roman"/>
                <a:ea typeface="Times New Roman"/>
                <a:cs typeface="Times New Roman"/>
                <a:sym typeface="Times New Roman"/>
              </a:rPr>
              <a:t>All..</a:t>
            </a:r>
            <a:endParaRPr b="1" sz="7000">
              <a:solidFill>
                <a:srgbClr val="FFFF00"/>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pic>
        <p:nvPicPr>
          <p:cNvPr id="730" name="Google Shape;730;g3baa6357486_0_13" title="Mong2_Tin_Mung_Mt15_1-6.jpg"/>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pic>
        <p:nvPicPr>
          <p:cNvPr id="735" name="Google Shape;735;g3c85c7d5418_0_13"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YÊU MẾN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Cao Huy Hoàng</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Cuộc đời này con có gì mà dâng Chúa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c84d2f338d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luống cày sâu trời tối mau cha chưa kịp về;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Mẹ bận rộn từng ngày lo no cơm ấm áo;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chi đâu Ngài ơi có chi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ĐK: </a:t>
            </a:r>
            <a:r>
              <a:rPr b="1" lang="en-US" sz="7400">
                <a:solidFill>
                  <a:schemeClr val="lt1"/>
                </a:solidFill>
                <a:latin typeface="Times New Roman"/>
                <a:ea typeface="Times New Roman"/>
                <a:cs typeface="Times New Roman"/>
                <a:sym typeface="Times New Roman"/>
              </a:rPr>
              <a:t>Con xin tiến dâng lên tình yêu mến nhờ những hy sinh được êm ấm gia đình.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Con xin tiến dâng lên tình yêu mến, nguyện Chúa đoái thương gia đình con được bình yên.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beebff2abe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Đời tuyệt vời luôn thắm nồng tình yêu thiết tha.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beebff2abe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Gương sáng mẹ cha ngày tháng qua luôn luôn hiền hoà;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3beebff2abe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Mẹ bận rộn từng ngày lo no cơm ấm áo;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g3beebff2abe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Mến yêu nhau đẹp sao lễ dâng lên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beebff2abe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ĐK: </a:t>
            </a:r>
            <a:r>
              <a:rPr b="1" lang="en-US" sz="7400">
                <a:solidFill>
                  <a:schemeClr val="lt1"/>
                </a:solidFill>
                <a:latin typeface="Times New Roman"/>
                <a:ea typeface="Times New Roman"/>
                <a:cs typeface="Times New Roman"/>
                <a:sym typeface="Times New Roman"/>
              </a:rPr>
              <a:t>Con xin tiến dâng lên tình yêu mến nhờ những hy sinh được êm ấm gia đình.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beebff2abe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Con xin tiến dâng lên tình yêu mến, nguyện Chúa đoái thương gia đình con được bình yên.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pic>
        <p:nvPicPr>
          <p:cNvPr descr="A golden chalice and a cross next to a book&#10;&#10;AI-generated content may be incorrect." id="805" name="Google Shape;80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pic>
        <p:nvPicPr>
          <p:cNvPr descr="A golden chalice and a cross next to a book&#10;&#10;AI-generated content may be incorrect." id="825" name="Google Shape;82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pic>
        <p:nvPicPr>
          <p:cNvPr descr="A golden chalice and a cross next to a book&#10;&#10;AI-generated content may be incorrect." id="845" name="Google Shape;84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g3c80dc9c1fd_0_0"/>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Chúa nói: “</a:t>
            </a:r>
            <a:r>
              <a:rPr b="1" lang="en-US" sz="7200">
                <a:solidFill>
                  <a:schemeClr val="lt1"/>
                </a:solidFill>
                <a:latin typeface="Times New Roman"/>
                <a:ea typeface="Times New Roman"/>
                <a:cs typeface="Times New Roman"/>
                <a:sym typeface="Times New Roman"/>
              </a:rPr>
              <a:t>Ai thi hành ý muốn của Thiên Chúa, </a:t>
            </a:r>
            <a:endParaRPr b="1" sz="7200">
              <a:solidFill>
                <a:schemeClr val="lt1"/>
              </a:solidFill>
              <a:latin typeface="Times New Roman"/>
              <a:ea typeface="Times New Roman"/>
              <a:cs typeface="Times New Roman"/>
              <a:sym typeface="Times New Roman"/>
            </a:endParaRPr>
          </a:p>
        </p:txBody>
      </p:sp>
      <p:sp>
        <p:nvSpPr>
          <p:cNvPr id="851" name="Google Shape;851;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eebff2abe_0_10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New Roman"/>
                <a:ea typeface="Times New Roman"/>
                <a:cs typeface="Times New Roman"/>
                <a:sym typeface="Times New Roman"/>
              </a:rPr>
              <a:t>người ấy là anh chị em tôi, là mẹ tôi”.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pic>
        <p:nvPicPr>
          <p:cNvPr descr="A gold chalice and two round objects on a plate&#10;&#10;AI-generated content may be incorrect." id="861" name="Google Shape;86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ebe0ff2f1_0_11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ƠN CHA NGHĨA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Giang Ân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ebe0ff2f1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đưa con vào đời qua bàn tay mẹ dưỡng nuôi,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ebe0ff2f1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bàn tay cha nâng đỡ dìu dắt. Rồi đời con lớn lên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ebe0ff2f1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đời mẹ cha nắng mưa hao gầy, tình mẹ cha vô vàn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ebe0ff2f1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Tình thương mến cha mẹ gởi trao đời hy sinh trở nên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ebe0ff2f1_0_1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Trọn một đời phó thác trong niềm tin trọn một đời trông cậy nơi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bebe0ff2f1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Chúa ban nhiều phúc ân để mẹ cha sống vui trong đường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bebe0ff2f1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cuộc đời này con có mẹ cha thì đời của con luôn thắm lời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c84d2f338d_0_2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Những khi đông lạnh về tay mẹ êm đềm chở che,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g3c84d2f338d_0_2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cha thì bôn ba dương thế vì con. Và niềm vui của cha mẹ là</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3c84d2f338d_0_2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được nhìn con lớn lên trong đời, thì mẹ cha an lòng biết bao.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beebff2abe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Tình thương mến cha mẹ gởi trao đời hy sinh trở nên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g3beebff2abe_0_1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Trọn một đời phó thác trong niềm tin trọn một đời trông cậy nơi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beebff2abe_0_1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Chúa ban nhiều phúc ân để mẹ cha sống vui trong đường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3beebff2abe_0_1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cuộc đời này con có mẹ cha thì đời của con luôn thắm lời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3beebff2abe_0_1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Bước chân đi vào đời con gặp bao điều khổ đau,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beebff2abe_0_1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đời tim con rướm máu sầu vương.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3beebff2abe_0_2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Thì tình thương của cha mẹ là niềm ủi an mỗi khi con buồn,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beebff2abe_0_2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mẹ cha con được lớn lên.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3beebff2abe_0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Tình thương mến cha mẹ gởi trao đời hy sinh trở nên ngọt ngào.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beebff2abe_0_2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Trọn một đời phó thác trong niềm tin trọn một đời trông cậy nơi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beebff2abe_0_2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xin Chúa ban nhiều phúc ân để mẹ cha sống vui trong đường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beebff2abe_0_2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cuộc đời này con có mẹ cha thì đời của con luôn thắm lời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pic>
        <p:nvPicPr>
          <p:cNvPr id="981" name="Google Shape;981;g3c85c7d5418_0_17"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CẦU CHO CHA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(Trần ThếPhanxicô)</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X</a:t>
            </a:r>
            <a:r>
              <a:rPr b="1" lang="en-US" sz="7500">
                <a:solidFill>
                  <a:srgbClr val="FFFFFF"/>
                </a:solidFill>
                <a:latin typeface="Times New Roman"/>
                <a:ea typeface="Times New Roman"/>
                <a:cs typeface="Times New Roman"/>
                <a:sym typeface="Times New Roman"/>
              </a:rPr>
              <a:t>in cảm tạ Cha, xin cảm ơn Trời: đã ban cho đời con có mẹ cha.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Công cha thì cao cao hơn là núi Thái, nghĩa mẹ dạt dào như sóng trào biển Đông.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Con không có mẹ, ai dạy ngày qua. Con không có cha, tìm đâu mái nhà.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Xin cho cha, xin cho mẹ, được trọn đời mạnh khoẻ yên vui.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xin Chúa thiết tha ân tình: Tình người cha và trái tim mẹ hiền.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pic>
        <p:nvPicPr>
          <p:cNvPr id="1016" name="Google Shape;1016;g3c85c7d5418_0_21" title="LN_Mung_2_Tet.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