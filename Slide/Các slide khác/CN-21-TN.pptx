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3"/>
  </p:notesMasterIdLst>
  <p:sldIdLst>
    <p:sldId id="11058"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1155" r:id="rId119"/>
    <p:sldId id="10283" r:id="rId120"/>
    <p:sldId id="10284" r:id="rId121"/>
    <p:sldId id="10790" r:id="rId122"/>
    <p:sldId id="11110" r:id="rId123"/>
    <p:sldId id="10417" r:id="rId124"/>
    <p:sldId id="10791" r:id="rId125"/>
    <p:sldId id="11100" r:id="rId126"/>
    <p:sldId id="11111" r:id="rId127"/>
    <p:sldId id="11112" r:id="rId128"/>
    <p:sldId id="11156" r:id="rId129"/>
    <p:sldId id="10180" r:id="rId130"/>
    <p:sldId id="10181" r:id="rId131"/>
    <p:sldId id="10258" r:id="rId132"/>
    <p:sldId id="10259" r:id="rId133"/>
    <p:sldId id="10260" r:id="rId134"/>
    <p:sldId id="10261" r:id="rId135"/>
    <p:sldId id="10262" r:id="rId136"/>
    <p:sldId id="10264" r:id="rId137"/>
    <p:sldId id="10265" r:id="rId138"/>
    <p:sldId id="10266" r:id="rId139"/>
    <p:sldId id="10267" r:id="rId140"/>
    <p:sldId id="10268" r:id="rId141"/>
    <p:sldId id="10269" r:id="rId142"/>
    <p:sldId id="10270" r:id="rId143"/>
    <p:sldId id="10271" r:id="rId144"/>
    <p:sldId id="10272" r:id="rId145"/>
    <p:sldId id="11157" r:id="rId146"/>
    <p:sldId id="10980" r:id="rId147"/>
    <p:sldId id="10256" r:id="rId148"/>
    <p:sldId id="10142" r:id="rId149"/>
    <p:sldId id="10501" r:id="rId150"/>
    <p:sldId id="10982" r:id="rId151"/>
    <p:sldId id="11014" r:id="rId152"/>
    <p:sldId id="10143" r:id="rId153"/>
    <p:sldId id="11163" r:id="rId154"/>
    <p:sldId id="11164" r:id="rId155"/>
    <p:sldId id="11165" r:id="rId156"/>
    <p:sldId id="11166" r:id="rId157"/>
    <p:sldId id="11167" r:id="rId158"/>
    <p:sldId id="10981" r:id="rId159"/>
    <p:sldId id="11158" r:id="rId160"/>
    <p:sldId id="10280" r:id="rId161"/>
    <p:sldId id="11168" r:id="rId162"/>
    <p:sldId id="10107" r:id="rId163"/>
    <p:sldId id="11162" r:id="rId164"/>
    <p:sldId id="9864" r:id="rId165"/>
    <p:sldId id="10316" r:id="rId166"/>
    <p:sldId id="10317" r:id="rId167"/>
    <p:sldId id="10318" r:id="rId168"/>
    <p:sldId id="10319" r:id="rId169"/>
    <p:sldId id="10320" r:id="rId170"/>
    <p:sldId id="10321" r:id="rId171"/>
    <p:sldId id="10322" r:id="rId172"/>
    <p:sldId id="10323" r:id="rId173"/>
    <p:sldId id="10324" r:id="rId174"/>
    <p:sldId id="10325" r:id="rId175"/>
    <p:sldId id="10337" r:id="rId176"/>
    <p:sldId id="10326" r:id="rId177"/>
    <p:sldId id="10327" r:id="rId178"/>
    <p:sldId id="10328" r:id="rId179"/>
    <p:sldId id="10336" r:id="rId180"/>
    <p:sldId id="10329" r:id="rId181"/>
    <p:sldId id="10330" r:id="rId182"/>
    <p:sldId id="10331" r:id="rId183"/>
    <p:sldId id="10332" r:id="rId184"/>
    <p:sldId id="10333" r:id="rId185"/>
    <p:sldId id="10334" r:id="rId186"/>
    <p:sldId id="10335" r:id="rId187"/>
    <p:sldId id="11159" r:id="rId188"/>
    <p:sldId id="10651" r:id="rId189"/>
    <p:sldId id="10652" r:id="rId190"/>
    <p:sldId id="10653" r:id="rId191"/>
    <p:sldId id="10918" r:id="rId192"/>
    <p:sldId id="11169" r:id="rId193"/>
    <p:sldId id="11170" r:id="rId194"/>
    <p:sldId id="11171" r:id="rId195"/>
    <p:sldId id="11172" r:id="rId196"/>
    <p:sldId id="11173" r:id="rId197"/>
    <p:sldId id="11174" r:id="rId198"/>
    <p:sldId id="11175" r:id="rId199"/>
    <p:sldId id="11176" r:id="rId200"/>
    <p:sldId id="11177" r:id="rId201"/>
    <p:sldId id="11178" r:id="rId202"/>
    <p:sldId id="11179" r:id="rId203"/>
    <p:sldId id="11180" r:id="rId204"/>
    <p:sldId id="11181" r:id="rId205"/>
    <p:sldId id="11160" r:id="rId206"/>
    <p:sldId id="10252" r:id="rId207"/>
    <p:sldId id="11182" r:id="rId208"/>
    <p:sldId id="11183" r:id="rId209"/>
    <p:sldId id="11184" r:id="rId210"/>
    <p:sldId id="10212" r:id="rId211"/>
    <p:sldId id="10823" r:id="rId212"/>
    <p:sldId id="10931" r:id="rId213"/>
    <p:sldId id="11185" r:id="rId214"/>
    <p:sldId id="10932" r:id="rId215"/>
    <p:sldId id="10824" r:id="rId216"/>
    <p:sldId id="10933" r:id="rId217"/>
    <p:sldId id="10995" r:id="rId218"/>
    <p:sldId id="11186" r:id="rId219"/>
    <p:sldId id="11187" r:id="rId220"/>
    <p:sldId id="11188" r:id="rId221"/>
    <p:sldId id="11189" r:id="rId222"/>
    <p:sldId id="11190" r:id="rId223"/>
    <p:sldId id="11191" r:id="rId224"/>
    <p:sldId id="11192" r:id="rId225"/>
    <p:sldId id="11193" r:id="rId226"/>
    <p:sldId id="11194" r:id="rId227"/>
    <p:sldId id="11195" r:id="rId228"/>
    <p:sldId id="11196" r:id="rId229"/>
    <p:sldId id="11197" r:id="rId230"/>
    <p:sldId id="11198" r:id="rId231"/>
    <p:sldId id="11199" r:id="rId232"/>
    <p:sldId id="11200" r:id="rId233"/>
    <p:sldId id="11201" r:id="rId234"/>
    <p:sldId id="11202" r:id="rId235"/>
    <p:sldId id="11161" r:id="rId236"/>
    <p:sldId id="10769" r:id="rId237"/>
    <p:sldId id="10253" r:id="rId238"/>
    <p:sldId id="11006" r:id="rId239"/>
    <p:sldId id="11007" r:id="rId240"/>
    <p:sldId id="11059" r:id="rId241"/>
    <p:sldId id="11203" r:id="rId24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24" autoAdjust="0"/>
    <p:restoredTop sz="94660"/>
  </p:normalViewPr>
  <p:slideViewPr>
    <p:cSldViewPr snapToGrid="0">
      <p:cViewPr>
        <p:scale>
          <a:sx n="75" d="100"/>
          <a:sy n="75" d="100"/>
        </p:scale>
        <p:origin x="2616" y="1128"/>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41436"/>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microsoft.com/office/2016/11/relationships/changesInfo" Target="changesInfos/changesInfo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microsoft.com/office/2015/10/relationships/revisionInfo" Target="revisionInfo.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viewProps" Target="view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theme" Target="theme/theme1.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8/23/2025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C5BE-6CBE-5290-25FF-ADD0BBE6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DA-CBC4-9D00-6C7B-30490263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2A7FA-269C-6651-E484-7DE31886A8C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E56FFFE-B3F2-F244-29A2-F731B20CEFA2}"/>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3026331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46A3-7E98-A19A-71B6-47E25B7E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489AB-0363-49DD-7B93-D912B73C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05F3F-247A-0C2B-2E4B-A1AA6E78B59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8C7DF2-3A82-8A05-3887-FD430974DA98}"/>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3850568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E3FEE-9BFE-E36A-6504-4C81932B2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DE677-66AD-54E5-01B5-30ED85681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FC414-365A-0022-2EF9-B50EC9CFC7F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571D8A7-EB2E-D723-1719-70BE4E070E37}"/>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909608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4D2E2-D384-F391-C52D-D929AB5315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B3C36-887D-06AA-0A73-B65B4177B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0D1A9-33EB-87A6-53A1-05A857A6317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ED52AED-3E82-1C01-F010-38D6FECDEF61}"/>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1862171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6AD51-1B3D-6248-9E69-16F8ACEDC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E9A5A-3B08-5409-E660-1DF39E0FB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225FE-2271-EE24-12F3-AD3186CCB73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DB50266-EBB1-7D04-248A-2C0C81C2210C}"/>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1335300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E01F-E87F-AB06-5E50-94986DC94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932F8-74F3-14AA-BFA7-1A9B66AF3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CBF14-2834-3461-7F6C-5C2A3219C74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8330128-9058-72CC-313A-5D0997F2AB33}"/>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31840728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1255-D02D-5DF2-9CBC-0B1F6610E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AF54A-55F6-6174-9637-3C097194A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BEABC6-5E34-9C3B-CFE4-DFFE4EB6542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95EC1E0-C717-2DE1-26A3-9DCADC8A19AF}"/>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13836602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333D5-5382-58A3-19FB-684A8AA44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C219F-F891-206E-D579-A8329F3CD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29D0F-0BEB-AD32-A054-AA0252F607B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057BF64-2288-C0CA-B748-AD14EEEB163F}"/>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8369684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8CC17-300C-FAD8-77ED-F947827A7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B8174-E61C-8CF1-2FF7-9003777F81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CDFBB-F093-8990-C64F-618A74B85CA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092046D-DF6A-6BB2-C6F7-30B276917122}"/>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1782361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C8303-5340-80E6-FCA9-641AF964F0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FFC7D-EA90-35F6-F1A7-423710F96E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93D4D-3C8E-7126-00BE-F9715891C9A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81A7F49-5048-82E7-B544-FD88468C1896}"/>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5225882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F7BFB-A7DE-F560-E652-5B8B92D52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DEFBD-C99B-B902-3693-E4CD0196B3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CB26E-D63C-9806-C297-0E17D79EE61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C36F0BD-7FAE-5FE2-D573-B30898C83FAE}"/>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29015300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8AE0D-9604-3AB3-49C6-501A0B1A0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42CD2-C24F-92E7-C260-BFC8A3EDD7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BFCDBA-2340-9E53-BC67-891F83A8B1A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B420A1-45E2-B1E9-5FE9-19CD1B45E900}"/>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39843653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189</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190</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4134-465E-40FE-CDBB-CD4A4B17F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2BF66-791D-57DB-AC10-6AE881C2F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ECCE4-A970-9A7D-E0C2-55DB0E7C40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44A3820-EC9C-43D2-B136-6CCA99DAA194}"/>
              </a:ext>
            </a:extLst>
          </p:cNvPr>
          <p:cNvSpPr>
            <a:spLocks noGrp="1"/>
          </p:cNvSpPr>
          <p:nvPr>
            <p:ph type="sldNum" sz="quarter" idx="5"/>
          </p:nvPr>
        </p:nvSpPr>
        <p:spPr/>
        <p:txBody>
          <a:bodyPr/>
          <a:lstStyle/>
          <a:p>
            <a:fld id="{648246CF-7178-41AD-B6F8-BACEEA28FBE0}" type="slidenum">
              <a:rPr lang="en-US" smtClean="0"/>
              <a:t>191</a:t>
            </a:fld>
            <a:endParaRPr lang="en-US"/>
          </a:p>
        </p:txBody>
      </p:sp>
    </p:spTree>
    <p:extLst>
      <p:ext uri="{BB962C8B-B14F-4D97-AF65-F5344CB8AC3E}">
        <p14:creationId xmlns:p14="http://schemas.microsoft.com/office/powerpoint/2010/main" val="41594582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6320-73AF-EDC3-624C-D215A9F3B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C8461-07FD-5985-BFD9-09DC99FC4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5395F-9C49-D307-299B-7EE2E8BB1B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DC2865-5F25-2A43-563B-7C12DB555A53}"/>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6474012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B2695-5335-1230-9E8B-C792AE9CE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544EE-76A0-1529-07A7-940C25DED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377FA-4E61-31B6-C540-5F94EBE7585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3402AAC-D1AD-D6D6-1C4C-32663097E3BA}"/>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30892022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5D81C-15D1-E2B2-E0AC-7FF1A0CCA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CE695B-228C-A6BF-6B0D-D90CE14D2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93F91-DD5C-0184-386F-4FE8C033ED6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B91DD84-EAB0-B680-D992-09C4BD0F61AA}"/>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14751764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68CEF-537C-7296-841E-CA3C825C5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FACA2-E313-676E-0FE9-37B653CC00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75248-3DF7-B1D1-E0A7-1B012C752B1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FDE0EA8-EF23-6EC0-0AEF-95A842BFD1F6}"/>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35751588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24191-96BD-8C75-7851-F9A7FF85A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307FF-8CFB-D358-17B3-9AA117046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85308-3984-BEA1-7E3B-4FE32406296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383384B-861C-7BA9-52F5-2FB47B8C13BF}"/>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9329097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0F5DA-C0AC-043A-379A-E48620E2EE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E31A8-766E-0F4F-2A94-8D3F3C775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51672-E29C-AA50-7959-2ED99E5D879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9B819BD-EC25-B39B-AFB3-FC2192308B4A}"/>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39581153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9060F-52C1-8088-EEA9-E7FEF961A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B2D80-A15A-C24A-AA16-A9D425145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56DD3-7D17-7ED8-66BD-BFF8C73EDC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B14F2EB-10C3-869B-47DE-39CA6B4FD1CC}"/>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36177983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5C9F1-0198-82C9-37E6-EBD08D8D5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740DF-F15A-EB63-350C-03BF42EA5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7A5AD-8C2A-8DD5-5DDC-5F651FC1716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34BCFFF-715B-757E-55E4-CE05773E0FE9}"/>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8850500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A98D-400C-04F6-D6C0-DDD82833F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07B7D-D140-716D-FE51-75B99C4AD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7A5BA1-0AA6-D729-D4EA-2FAF6666885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CC6F104-52EE-E7E6-DC06-3BACC58AF8DA}"/>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33547590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B0330-EEB1-2715-FEA6-69DE0C771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5EBAC-4B05-70A5-F762-D0D02B5BB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37929-73AD-FBAE-4C5E-50D785F3680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AB1ABB4-9215-A19E-E444-D09E7502096D}"/>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17206850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DF245-A8A9-BB14-1DA2-C8F6B581C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B4FE4-C3CC-5E1F-C2AC-80BB8FDAA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FBA5D2-BF80-DCDC-3986-7CDC897A78F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2C89A9D-4256-EA16-DC9E-218C4C6E5C64}"/>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5138630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982A7-340B-5D1E-FF33-F8F734D1E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EEA72-58E6-7C3B-9E60-73B83FAF5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9284D-929A-24CD-0E72-B54C2901C6D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AB053B-0B6D-C88C-1CEE-EB6AFEF8115A}"/>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7741664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057B-1C3D-147A-6ECF-AC20CB73D0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1A61C-7B74-18F1-BB7E-36C1A5C85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9E50B-5B04-2A51-4287-00945315CC8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BA97429-4921-3F05-7698-40793E433BCB}"/>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31132275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B23A-4467-2AF3-387F-21F7C81B1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5E63A-E958-0DB9-5265-D1CEE2CCB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5C477-C969-045C-8B56-8F8F0779F90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23F1916-14F3-DEB4-7A18-6C4FFF8BC281}"/>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4981276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BD22-FE34-959C-3E32-666F9973D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0AC0F-CCC3-C486-6EC8-CE6167D5D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40C7D-4E8F-0196-72F6-C9A382F288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34D948-C34F-1FEF-714C-AFE92CAB0F79}"/>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28514600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16D3-3E86-97E0-E26A-78524E985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0F229-020C-67D4-EA5A-50560063C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70951-4AF8-02C6-8CCB-1D18B451FD6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8EF2192-B782-6A3B-3472-F261256A8570}"/>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30964307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56733-8F78-9704-343F-A1B1CE24E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D42DE-23D0-E09C-CBD4-24A537B52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67691-D4BC-371A-D4C9-5807F67F7A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125C09-A38F-8EF5-645E-1D57E1EC2F68}"/>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18517866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2EC4C-BC57-7ABB-D449-9653F05AD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0A2D4-94E5-590B-DC00-812C3862B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5980E-0215-4E3B-57E7-E03FF27EB26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60B0C55-0A99-49C6-EF17-6794D70D5883}"/>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25282826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D7C44-59A1-F456-F691-09BFC8B36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B5C56-68EA-F0D5-05A3-42BFF30F6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33EE9F-A260-1EA0-BAF9-95501C75EB6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EAAA0EF-8327-7CE8-1F05-A5F055DF24C4}"/>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28457157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341BE-6458-53DD-786D-970E644BC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2C04F-6F45-AA98-6686-E341363D7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BF352-F701-A631-8C53-B562195C315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7A04E66-BD0A-4F47-7585-0177FFF4F286}"/>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22897882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54E2E-9FAE-57BD-E5A1-B43FD44B6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ACD2A-7E05-0D15-EA80-2EE2BD5E11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3E0E3E-0C76-994E-D244-DA6D0F29FB0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EBC23C6-CCA4-ABE6-B415-06B8B18BDC94}"/>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38252827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7EAF9-359C-3E72-5C46-51CF6FF82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8A857E-B603-5E26-D1FA-203CA0861F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DBE5B-B133-B48B-625B-37035F7FDCC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E47D3EC-578C-240B-E285-C03825E14E12}"/>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17703639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A9A98-39E1-8ECD-FF26-860FDE9B0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561D46-4A53-1331-1533-F60CBC78E1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72C40-EDB1-095D-E593-C3FFD9E83EA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440731B-71B5-9D28-0D6F-D7A7E5716324}"/>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9176814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F8F29-E7A1-BA66-C0E1-33B2430F1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4571F-23EC-61BC-044A-56C46ADFD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368888-9700-037F-3385-19C60B60168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45661C-2C22-3B19-C21C-A84CB00BF5DB}"/>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16488409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51FD4-8299-3052-B9EC-26CD32382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D8A3F-373D-7078-325F-5C252B166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F0B2B-AB48-3CD5-63CF-065A5C95345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38AC587-12BB-9BFD-D843-84A4E767169D}"/>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13676452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9E3B-F845-8F93-B4C1-F1E7DBFB4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737CD-4799-820C-7456-65DA15147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C88BD-2D40-CB81-8FF6-485005FD0A4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EB648CE-0147-3642-DA07-EBBE47D237AD}"/>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623951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A4EFF-057A-927B-714F-1BE4EDE38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7C7D7-E372-A57B-621E-7948D4FF21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B759D-BAB9-36F2-F810-6805C7A36AE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A5D1DBB-0E2D-6804-67F2-8F609E0A2BB1}"/>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36866060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269BB-F748-630C-D18A-668D2F7049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EBEFC-AF66-6741-6D07-14D99C46F2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E219FC-F508-3AA9-775B-EC2D978E2D7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A58697D-7224-5759-146B-7801F26808A9}"/>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17921632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29377-280A-06F9-2CBA-F02DEF494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A23C1-5AFA-827B-6CC7-E83D12FCC3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3CE25-CFE4-D696-5F7F-C218ED3E1BD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CA0E9CD-7A41-F7D7-1010-0A687746C993}"/>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173822205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6C080-670F-0888-4996-CACC4BE65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873B8-CC9B-3A20-DF60-D8FF382360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3FF35-1281-E5FB-300E-B76E6D9CFE4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BACFBC2-D1C4-BCCC-2C27-00A65D1BA940}"/>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23892440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C9DDC-1FE6-3DEE-2094-1B80DA30A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960B2-EE47-0A7D-02A8-0E6FC88C98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61541-737E-E207-1933-8E67637A13A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F61C284-F14D-300D-6224-8F25697F29EB}"/>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3257023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51842-CA5C-6C30-05BB-89C585974A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06459-DEB8-9337-3D50-7D3534B819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E3F75-2303-46DC-1EAC-B6DC3316EED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FB8C0B-BF30-F2AA-F452-7963CFF02F67}"/>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259380035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8B151-95F2-84E9-0269-1C024557C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C43BC-EA20-BDEB-57E4-6D588F5D0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C183E-E5AB-0C10-A116-17764C86D2F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326A47-2A94-6918-0844-937730A03579}"/>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42592605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F812B-C927-C5BE-104B-1D7327B83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7DA5E-0B3B-4655-A55E-56A8429D7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33C90-13A8-DADD-93D7-F2B4EDA79CF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7959EDF-5C34-3967-AA1F-8E9D0952206D}"/>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49174680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4FAD-1234-304E-FFED-31E184D68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EA092-D1C8-16D8-BF8A-8172D5F4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C0762-0740-5872-520B-AF82588AB0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E0040F3-5876-89C8-EA61-6CDE8EA37C1B}"/>
              </a:ext>
            </a:extLst>
          </p:cNvPr>
          <p:cNvSpPr>
            <a:spLocks noGrp="1"/>
          </p:cNvSpPr>
          <p:nvPr>
            <p:ph type="sldNum" sz="quarter" idx="5"/>
          </p:nvPr>
        </p:nvSpPr>
        <p:spPr/>
        <p:txBody>
          <a:bodyPr/>
          <a:lstStyle/>
          <a:p>
            <a:fld id="{648246CF-7178-41AD-B6F8-BACEEA28FBE0}" type="slidenum">
              <a:rPr lang="en-US" smtClean="0"/>
              <a:t>240</a:t>
            </a:fld>
            <a:endParaRPr lang="en-US"/>
          </a:p>
        </p:txBody>
      </p:sp>
    </p:spTree>
    <p:extLst>
      <p:ext uri="{BB962C8B-B14F-4D97-AF65-F5344CB8AC3E}">
        <p14:creationId xmlns:p14="http://schemas.microsoft.com/office/powerpoint/2010/main" val="1793274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8/23/2025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8/23/2025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8/23/2025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734AF-D405-8538-F93C-FDB6574EA9BE}"/>
            </a:ext>
          </a:extLst>
        </p:cNvPr>
        <p:cNvGrpSpPr/>
        <p:nvPr/>
      </p:nvGrpSpPr>
      <p:grpSpPr>
        <a:xfrm>
          <a:off x="0" y="0"/>
          <a:ext cx="0" cy="0"/>
          <a:chOff x="0" y="0"/>
          <a:chExt cx="0" cy="0"/>
        </a:xfrm>
      </p:grpSpPr>
      <p:pic>
        <p:nvPicPr>
          <p:cNvPr id="2" name="Picture 1" descr="Có thể là hình ảnh về ‎1 người và ‎văn bản cho biết '‎CHÚA NHẬT XXI THƯỜNG NIÊN- NĂM C Hãy cố gắng VÀO QUA CỬA HẸP ه &quot;Hãy cỗ gắng vão qua cửa hẹp, VÌ Ta bảo các ngươi biết: nhiều người sẽ tìm vão mà không vão được.' (Lc 13, 22-30)‎'‎‎">
            <a:extLst>
              <a:ext uri="{FF2B5EF4-FFF2-40B4-BE49-F238E27FC236}">
                <a16:creationId xmlns:a16="http://schemas.microsoft.com/office/drawing/2014/main" id="{57EBD287-E1E8-A833-335E-2FE1C4A1D1B5}"/>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422274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1E050-11CF-E4A6-159D-1A07C3F8615A}"/>
            </a:ext>
          </a:extLst>
        </p:cNvPr>
        <p:cNvGrpSpPr/>
        <p:nvPr/>
      </p:nvGrpSpPr>
      <p:grpSpPr>
        <a:xfrm>
          <a:off x="0" y="0"/>
          <a:ext cx="0" cy="0"/>
          <a:chOff x="0" y="0"/>
          <a:chExt cx="0" cy="0"/>
        </a:xfrm>
      </p:grpSpPr>
      <p:pic>
        <p:nvPicPr>
          <p:cNvPr id="2" name="Picture 1" descr="Có thể là hình ảnh về ‎1 người và ‎văn bản cho biết '‎CHÚA NHẬT XXI THƯỜNG NIÊN- NĂM C Hãy cố gắng VÀO QUA CỬA HẸP ه &quot;Hãy cỗ gắng vão qua cửa hẹp, VÌ Ta bảo các ngươi biết: nhiều người sẽ tìm vão mà không vão được.' (Lc 13, 22-30)‎'‎‎">
            <a:extLst>
              <a:ext uri="{FF2B5EF4-FFF2-40B4-BE49-F238E27FC236}">
                <a16:creationId xmlns:a16="http://schemas.microsoft.com/office/drawing/2014/main" id="{454B685B-C099-6120-5E17-BBC17C6DA37A}"/>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177263137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2</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Nguyễn Văn Trinh</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11000" b="1" dirty="0">
                <a:effectLst/>
                <a:latin typeface="Times New Roman" panose="02020603050405020304" pitchFamily="18" charset="0"/>
                <a:cs typeface="Times New Roman" panose="02020603050405020304" pitchFamily="18" charset="0"/>
              </a:rPr>
              <a:t>1. Khi con </a:t>
            </a:r>
            <a:r>
              <a:rPr lang="en-US" sz="11000" b="1" dirty="0" err="1">
                <a:effectLst/>
                <a:latin typeface="Times New Roman" panose="02020603050405020304" pitchFamily="18" charset="0"/>
                <a:cs typeface="Times New Roman" panose="02020603050405020304" pitchFamily="18" charset="0"/>
              </a:rPr>
              <a:t>về</a:t>
            </a:r>
            <a:r>
              <a:rPr lang="en-US" sz="11000" b="1" dirty="0">
                <a:effectLst/>
                <a:latin typeface="Times New Roman" panose="02020603050405020304" pitchFamily="18" charset="0"/>
                <a:cs typeface="Times New Roman" panose="02020603050405020304" pitchFamily="18" charset="0"/>
              </a:rPr>
              <a:t> </a:t>
            </a:r>
            <a:r>
              <a:rPr lang="en-US" sz="11000" b="1" dirty="0" err="1">
                <a:effectLst/>
                <a:latin typeface="Times New Roman" panose="02020603050405020304" pitchFamily="18" charset="0"/>
                <a:cs typeface="Times New Roman" panose="02020603050405020304" pitchFamily="18" charset="0"/>
              </a:rPr>
              <a:t>lòng</a:t>
            </a:r>
            <a:r>
              <a:rPr lang="en-US" sz="11000" b="1" dirty="0">
                <a:effectLst/>
                <a:latin typeface="Times New Roman" panose="02020603050405020304" pitchFamily="18" charset="0"/>
                <a:cs typeface="Times New Roman" panose="02020603050405020304" pitchFamily="18" charset="0"/>
              </a:rPr>
              <a:t> </a:t>
            </a:r>
            <a:r>
              <a:rPr lang="en-US" sz="11000" b="1" dirty="0" err="1">
                <a:effectLst/>
                <a:latin typeface="Times New Roman" panose="02020603050405020304" pitchFamily="18" charset="0"/>
                <a:cs typeface="Times New Roman" panose="02020603050405020304" pitchFamily="18" charset="0"/>
              </a:rPr>
              <a:t>tràn</a:t>
            </a:r>
            <a:r>
              <a:rPr lang="en-US" sz="11000" b="1" dirty="0">
                <a:effectLst/>
                <a:latin typeface="Times New Roman" panose="02020603050405020304" pitchFamily="18" charset="0"/>
                <a:cs typeface="Times New Roman" panose="02020603050405020304" pitchFamily="18" charset="0"/>
              </a:rPr>
              <a:t> </a:t>
            </a:r>
            <a:r>
              <a:rPr lang="en-US" sz="11000" b="1" dirty="0" err="1">
                <a:effectLst/>
                <a:latin typeface="Times New Roman" panose="02020603050405020304" pitchFamily="18" charset="0"/>
                <a:cs typeface="Times New Roman" panose="02020603050405020304" pitchFamily="18" charset="0"/>
              </a:rPr>
              <a:t>niềm</a:t>
            </a:r>
            <a:r>
              <a:rPr lang="en-US" sz="11000" b="1" dirty="0">
                <a:effectLst/>
                <a:latin typeface="Times New Roman" panose="02020603050405020304" pitchFamily="18" charset="0"/>
                <a:cs typeface="Times New Roman" panose="02020603050405020304" pitchFamily="18" charset="0"/>
              </a:rPr>
              <a:t> </a:t>
            </a:r>
            <a:r>
              <a:rPr lang="en-US" sz="11000" b="1" dirty="0" err="1">
                <a:effectLst/>
                <a:latin typeface="Times New Roman" panose="02020603050405020304" pitchFamily="18" charset="0"/>
                <a:cs typeface="Times New Roman" panose="02020603050405020304" pitchFamily="18" charset="0"/>
              </a:rPr>
              <a:t>vui</a:t>
            </a:r>
            <a:r>
              <a:rPr lang="en-US" sz="11000" b="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11000" b="1" dirty="0">
                <a:effectLst/>
                <a:latin typeface="Times New Roman (Headings)"/>
                <a:cs typeface="Arial" panose="020B0604020202020204" pitchFamily="34" charset="0"/>
              </a:rPr>
              <a:t>Khi con </a:t>
            </a:r>
            <a:r>
              <a:rPr lang="en-US" sz="11000" b="1" dirty="0" err="1">
                <a:effectLst/>
                <a:latin typeface="Times New Roman (Headings)"/>
                <a:cs typeface="Arial" panose="020B0604020202020204" pitchFamily="34" charset="0"/>
              </a:rPr>
              <a:t>về</a:t>
            </a:r>
            <a:r>
              <a:rPr lang="en-US" sz="11000" b="1" dirty="0">
                <a:effectLst/>
                <a:latin typeface="Times New Roman (Headings)"/>
                <a:cs typeface="Arial" panose="020B0604020202020204" pitchFamily="34" charset="0"/>
              </a:rPr>
              <a:t> </a:t>
            </a:r>
            <a:r>
              <a:rPr lang="en-US" sz="11000" b="1" dirty="0" err="1">
                <a:effectLst/>
                <a:latin typeface="Times New Roman (Headings)"/>
                <a:cs typeface="Arial" panose="020B0604020202020204" pitchFamily="34" charset="0"/>
              </a:rPr>
              <a:t>tình</a:t>
            </a:r>
            <a:r>
              <a:rPr lang="en-US" sz="11000" b="1" dirty="0">
                <a:effectLst/>
                <a:latin typeface="Times New Roman (Headings)"/>
                <a:cs typeface="Arial" panose="020B0604020202020204" pitchFamily="34" charset="0"/>
              </a:rPr>
              <a:t> </a:t>
            </a:r>
            <a:r>
              <a:rPr lang="en-US" sz="11000" b="1" dirty="0" err="1">
                <a:effectLst/>
                <a:latin typeface="Times New Roman (Headings)"/>
                <a:cs typeface="Arial" panose="020B0604020202020204" pitchFamily="34" charset="0"/>
              </a:rPr>
              <a:t>yêu</a:t>
            </a:r>
            <a:r>
              <a:rPr lang="en-US" sz="11000" b="1" dirty="0">
                <a:effectLst/>
                <a:latin typeface="Times New Roman (Headings)"/>
                <a:cs typeface="Arial" panose="020B0604020202020204" pitchFamily="34" charset="0"/>
              </a:rPr>
              <a:t> </a:t>
            </a:r>
            <a:r>
              <a:rPr lang="en-US" sz="11000" b="1" dirty="0" err="1">
                <a:effectLst/>
                <a:latin typeface="Times New Roman (Headings)"/>
                <a:cs typeface="Arial" panose="020B0604020202020204" pitchFamily="34" charset="0"/>
              </a:rPr>
              <a:t>chan</a:t>
            </a:r>
            <a:r>
              <a:rPr lang="en-US" sz="11000" b="1" dirty="0">
                <a:effectLst/>
                <a:latin typeface="Times New Roman (Headings)"/>
                <a:cs typeface="Arial" panose="020B0604020202020204" pitchFamily="34" charset="0"/>
              </a:rPr>
              <a:t> </a:t>
            </a:r>
            <a:r>
              <a:rPr lang="en-US" sz="11000" b="1" dirty="0" err="1">
                <a:effectLst/>
                <a:latin typeface="Times New Roman (Headings)"/>
                <a:cs typeface="Arial" panose="020B0604020202020204" pitchFamily="34" charset="0"/>
              </a:rPr>
              <a:t>chứa</a:t>
            </a:r>
            <a:r>
              <a:rPr lang="en-US" sz="11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DD4-265E-1267-330E-884E78221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7D284-9CF1-0786-9E95-D8499D9A65E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11000" b="1" dirty="0">
                <a:effectLst/>
                <a:latin typeface="Times New Roman (Headings)"/>
                <a:cs typeface="Arial" panose="020B0604020202020204" pitchFamily="34" charset="0"/>
              </a:rPr>
              <a:t>nắm tay nhau bước trong ân tình,</a:t>
            </a:r>
            <a:endParaRPr lang="en-US" sz="11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565619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10000" b="1" dirty="0">
                <a:effectLst/>
                <a:latin typeface="Times New Roman (Headings)"/>
                <a:cs typeface="Arial" panose="020B0604020202020204" pitchFamily="34" charset="0"/>
              </a:rPr>
              <a:t>khi muôn người sống trong </a:t>
            </a:r>
            <a:r>
              <a:rPr lang="vi-VN" sz="10000" b="1" dirty="0" err="1">
                <a:effectLst/>
                <a:latin typeface="Times New Roman (Headings)"/>
                <a:cs typeface="Arial" panose="020B0604020202020204" pitchFamily="34" charset="0"/>
              </a:rPr>
              <a:t>hoà</a:t>
            </a:r>
            <a:r>
              <a:rPr lang="vi-VN" sz="10000" b="1" dirty="0">
                <a:effectLst/>
                <a:latin typeface="Times New Roman (Headings)"/>
                <a:cs typeface="Arial" panose="020B0604020202020204" pitchFamily="34" charset="0"/>
              </a:rPr>
              <a:t> bình.</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44FC-4D23-242A-FFDF-FBF661EC6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AC3ED-4CD9-AD73-FF1D-77BA032B1B1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10000" b="1" dirty="0" err="1">
                <a:effectLst/>
                <a:latin typeface="Times New Roman (Headings)"/>
                <a:cs typeface="Arial" panose="020B0604020202020204" pitchFamily="34" charset="0"/>
              </a:rPr>
              <a:t>ĐK</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Hãy</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đến</a:t>
            </a:r>
            <a:r>
              <a:rPr lang="en-US" sz="10000" b="1" dirty="0">
                <a:effectLst/>
                <a:latin typeface="Times New Roman (Headings)"/>
                <a:cs typeface="Arial" panose="020B0604020202020204" pitchFamily="34" charset="0"/>
              </a:rPr>
              <a:t>, Chúa </a:t>
            </a:r>
            <a:r>
              <a:rPr lang="en-US" sz="10000" b="1" dirty="0" err="1">
                <a:effectLst/>
                <a:latin typeface="Times New Roman (Headings)"/>
                <a:cs typeface="Arial" panose="020B0604020202020204" pitchFamily="34" charset="0"/>
              </a:rPr>
              <a:t>kêu</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gọi</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đi</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về</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Ngài</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1258147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77F43-7C49-0E3B-F6C1-5DFD8408E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8C0A9-7FF8-1666-075B-163C225251D2}"/>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11500" b="1" dirty="0" err="1">
                <a:effectLst/>
                <a:latin typeface="Times New Roman" panose="02020603050405020304" pitchFamily="18" charset="0"/>
                <a:cs typeface="Times New Roman" panose="02020603050405020304" pitchFamily="18" charset="0"/>
              </a:rPr>
              <a:t>để</a:t>
            </a:r>
            <a:r>
              <a:rPr lang="en-US" sz="11500" b="1" dirty="0">
                <a:effectLst/>
                <a:latin typeface="Times New Roman" panose="02020603050405020304" pitchFamily="18" charset="0"/>
                <a:cs typeface="Times New Roman" panose="02020603050405020304" pitchFamily="18" charset="0"/>
              </a:rPr>
              <a:t> </a:t>
            </a:r>
            <a:r>
              <a:rPr lang="en-US" sz="11500" b="1" dirty="0" err="1">
                <a:effectLst/>
                <a:latin typeface="Times New Roman" panose="02020603050405020304" pitchFamily="18" charset="0"/>
                <a:cs typeface="Times New Roman" panose="02020603050405020304" pitchFamily="18" charset="0"/>
              </a:rPr>
              <a:t>Ngài</a:t>
            </a:r>
            <a:r>
              <a:rPr lang="en-US" sz="11500" b="1" dirty="0">
                <a:effectLst/>
                <a:latin typeface="Times New Roman" panose="02020603050405020304" pitchFamily="18" charset="0"/>
                <a:cs typeface="Times New Roman" panose="02020603050405020304" pitchFamily="18" charset="0"/>
              </a:rPr>
              <a:t> ban </a:t>
            </a:r>
            <a:r>
              <a:rPr lang="en-US" sz="11500" b="1" dirty="0" err="1">
                <a:effectLst/>
                <a:latin typeface="Times New Roman" panose="02020603050405020304" pitchFamily="18" charset="0"/>
                <a:cs typeface="Times New Roman" panose="02020603050405020304" pitchFamily="18" charset="0"/>
              </a:rPr>
              <a:t>hồng</a:t>
            </a:r>
            <a:r>
              <a:rPr lang="en-US" sz="11500" b="1" dirty="0">
                <a:effectLst/>
                <a:latin typeface="Times New Roman" panose="02020603050405020304" pitchFamily="18" charset="0"/>
                <a:cs typeface="Times New Roman" panose="02020603050405020304" pitchFamily="18" charset="0"/>
              </a:rPr>
              <a:t> </a:t>
            </a:r>
            <a:r>
              <a:rPr lang="en-US" sz="11500" b="1" dirty="0" err="1">
                <a:effectLst/>
                <a:latin typeface="Times New Roman" panose="02020603050405020304" pitchFamily="18" charset="0"/>
                <a:cs typeface="Times New Roman" panose="02020603050405020304" pitchFamily="18" charset="0"/>
              </a:rPr>
              <a:t>ân</a:t>
            </a:r>
            <a:r>
              <a:rPr lang="en-US" sz="11500" b="1" dirty="0">
                <a:effectLst/>
                <a:latin typeface="Times New Roman" panose="02020603050405020304" pitchFamily="18" charset="0"/>
                <a:cs typeface="Times New Roman" panose="02020603050405020304" pitchFamily="18" charset="0"/>
              </a:rPr>
              <a:t> </a:t>
            </a:r>
            <a:r>
              <a:rPr lang="en-US" sz="11500" b="1" dirty="0" err="1">
                <a:effectLst/>
                <a:latin typeface="Times New Roman" panose="02020603050405020304" pitchFamily="18" charset="0"/>
                <a:cs typeface="Times New Roman" panose="02020603050405020304" pitchFamily="18" charset="0"/>
              </a:rPr>
              <a:t>chan</a:t>
            </a:r>
            <a:r>
              <a:rPr lang="en-US" sz="11500" b="1" dirty="0">
                <a:effectLst/>
                <a:latin typeface="Times New Roman" panose="02020603050405020304" pitchFamily="18" charset="0"/>
                <a:cs typeface="Times New Roman" panose="02020603050405020304" pitchFamily="18" charset="0"/>
              </a:rPr>
              <a:t> </a:t>
            </a:r>
            <a:r>
              <a:rPr lang="en-US" sz="11500" b="1" dirty="0" err="1">
                <a:effectLst/>
                <a:latin typeface="Times New Roman" panose="02020603050405020304" pitchFamily="18" charset="0"/>
                <a:cs typeface="Times New Roman" panose="02020603050405020304" pitchFamily="18" charset="0"/>
              </a:rPr>
              <a:t>chứa</a:t>
            </a:r>
            <a:r>
              <a:rPr lang="en-US" sz="11500" b="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8102817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3E0FE-E69B-C27C-805B-7BF081ED9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8698E-B534-9222-B492-B4DBC37C7016}"/>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10000" b="1" dirty="0">
                <a:effectLst/>
                <a:latin typeface="Times New Roman" panose="02020603050405020304" pitchFamily="18" charset="0"/>
                <a:cs typeface="Times New Roman" panose="02020603050405020304" pitchFamily="18" charset="0"/>
              </a:rPr>
              <a:t>Xin </a:t>
            </a:r>
            <a:r>
              <a:rPr lang="en-US" sz="10000" b="1" dirty="0" err="1">
                <a:effectLst/>
                <a:latin typeface="Times New Roman" panose="02020603050405020304" pitchFamily="18" charset="0"/>
                <a:cs typeface="Times New Roman" panose="02020603050405020304" pitchFamily="18" charset="0"/>
              </a:rPr>
              <a:t>vâng</a:t>
            </a:r>
            <a:r>
              <a:rPr lang="en-US" sz="10000" b="1" dirty="0">
                <a:effectLst/>
                <a:latin typeface="Times New Roman" panose="02020603050405020304" pitchFamily="18" charset="0"/>
                <a:cs typeface="Times New Roman" panose="02020603050405020304" pitchFamily="18" charset="0"/>
              </a:rPr>
              <a:t>, </a:t>
            </a:r>
            <a:r>
              <a:rPr lang="en-US" sz="10000" b="1" dirty="0" err="1">
                <a:effectLst/>
                <a:latin typeface="Times New Roman" panose="02020603050405020304" pitchFamily="18" charset="0"/>
                <a:cs typeface="Times New Roman" panose="02020603050405020304" pitchFamily="18" charset="0"/>
              </a:rPr>
              <a:t>vâng</a:t>
            </a:r>
            <a:r>
              <a:rPr lang="en-US" sz="10000" b="1" dirty="0">
                <a:effectLst/>
                <a:latin typeface="Times New Roman" panose="02020603050405020304" pitchFamily="18" charset="0"/>
                <a:cs typeface="Times New Roman" panose="02020603050405020304" pitchFamily="18" charset="0"/>
              </a:rPr>
              <a:t> con </a:t>
            </a:r>
            <a:r>
              <a:rPr lang="en-US" sz="10000" b="1" dirty="0" err="1">
                <a:effectLst/>
                <a:latin typeface="Times New Roman" panose="02020603050405020304" pitchFamily="18" charset="0"/>
                <a:cs typeface="Times New Roman" panose="02020603050405020304" pitchFamily="18" charset="0"/>
              </a:rPr>
              <a:t>về</a:t>
            </a:r>
            <a:r>
              <a:rPr lang="en-US" sz="10000" b="1" dirty="0">
                <a:effectLst/>
                <a:latin typeface="Times New Roman" panose="02020603050405020304" pitchFamily="18" charset="0"/>
                <a:cs typeface="Times New Roman" panose="02020603050405020304" pitchFamily="18" charset="0"/>
              </a:rPr>
              <a:t> </a:t>
            </a:r>
            <a:r>
              <a:rPr lang="en-US" sz="10000" b="1" dirty="0" err="1">
                <a:effectLst/>
                <a:latin typeface="Times New Roman" panose="02020603050405020304" pitchFamily="18" charset="0"/>
                <a:cs typeface="Times New Roman" panose="02020603050405020304" pitchFamily="18" charset="0"/>
              </a:rPr>
              <a:t>theo</a:t>
            </a:r>
            <a:r>
              <a:rPr lang="en-US" sz="10000" b="1" dirty="0">
                <a:effectLst/>
                <a:latin typeface="Times New Roman" panose="02020603050405020304" pitchFamily="18" charset="0"/>
                <a:cs typeface="Times New Roman" panose="02020603050405020304" pitchFamily="18" charset="0"/>
              </a:rPr>
              <a:t> </a:t>
            </a:r>
            <a:r>
              <a:rPr lang="en-US" sz="10000" b="1" dirty="0" err="1">
                <a:effectLst/>
                <a:latin typeface="Times New Roman" panose="02020603050405020304" pitchFamily="18" charset="0"/>
                <a:cs typeface="Times New Roman" panose="02020603050405020304" pitchFamily="18" charset="0"/>
              </a:rPr>
              <a:t>tiếng</a:t>
            </a:r>
            <a:r>
              <a:rPr lang="en-US" sz="10000" b="1" dirty="0">
                <a:effectLst/>
                <a:latin typeface="Times New Roman" panose="02020603050405020304" pitchFamily="18" charset="0"/>
                <a:cs typeface="Times New Roman" panose="02020603050405020304" pitchFamily="18" charset="0"/>
              </a:rPr>
              <a:t> </a:t>
            </a:r>
            <a:r>
              <a:rPr lang="en-US" sz="10000" b="1" dirty="0" err="1">
                <a:effectLst/>
                <a:latin typeface="Times New Roman" panose="02020603050405020304" pitchFamily="18" charset="0"/>
                <a:cs typeface="Times New Roman" panose="02020603050405020304" pitchFamily="18" charset="0"/>
              </a:rPr>
              <a:t>Ngài</a:t>
            </a:r>
            <a:endParaRPr lang="en-US" sz="10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6307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63DC4-D4B2-1A09-24BA-AB420BF8B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96B16-86A4-E9EF-B9EE-688179E4AD9D}"/>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10000" b="1" dirty="0">
                <a:effectLst/>
                <a:latin typeface="Times New Roman (Headings)"/>
                <a:cs typeface="Arial" panose="020B0604020202020204" pitchFamily="34" charset="0"/>
              </a:rPr>
              <a:t>gọi vào tình thương chứa chan muôn đời.</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146247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95835-4AFC-4BC3-B3FB-F298E207D994}"/>
            </a:ext>
          </a:extLst>
        </p:cNvPr>
        <p:cNvGrpSpPr/>
        <p:nvPr/>
      </p:nvGrpSpPr>
      <p:grpSpPr>
        <a:xfrm>
          <a:off x="0" y="0"/>
          <a:ext cx="0" cy="0"/>
          <a:chOff x="0" y="0"/>
          <a:chExt cx="0" cy="0"/>
        </a:xfrm>
      </p:grpSpPr>
      <p:pic>
        <p:nvPicPr>
          <p:cNvPr id="2" name="Picture 1" descr="Có thể là hình ảnh về ‎1 người và ‎văn bản cho biết '‎CHÚA NHẬT XXI THƯỜNG NIÊN- NĂM C Hãy cố gắng VÀO QUA CỬA HẸP ه &quot;Hãy cỗ gắng vão qua cửa hẹp, VÌ Ta bảo các ngươi biết: nhiều người sẽ tìm vão mà không vão được.' (Lc 13, 22-30)‎'‎‎">
            <a:extLst>
              <a:ext uri="{FF2B5EF4-FFF2-40B4-BE49-F238E27FC236}">
                <a16:creationId xmlns:a16="http://schemas.microsoft.com/office/drawing/2014/main" id="{88AD56C5-AE89-33C8-0646-93ACA7DFF265}"/>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5574550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vi-VN" sz="10000" b="1" dirty="0">
                <a:effectLst/>
                <a:latin typeface="Times New Roman (Headings)"/>
                <a:cs typeface="Arial" panose="020B0604020202020204" pitchFamily="34" charset="0"/>
              </a:rPr>
              <a:t>và bình an dưới thế cho người thiện tâm.</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tôn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vinh</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pPr algn="l"/>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9F6D3-43AE-251C-CCB5-94806C3F259D}"/>
            </a:ext>
          </a:extLst>
        </p:cNvPr>
        <p:cNvGrpSpPr/>
        <p:nvPr/>
      </p:nvGrpSpPr>
      <p:grpSpPr>
        <a:xfrm>
          <a:off x="0" y="0"/>
          <a:ext cx="0" cy="0"/>
          <a:chOff x="0" y="0"/>
          <a:chExt cx="0" cy="0"/>
        </a:xfrm>
      </p:grpSpPr>
      <p:pic>
        <p:nvPicPr>
          <p:cNvPr id="2" name="Picture 1" descr="Có thể là hình ảnh về ‎1 người và ‎văn bản cho biết '‎CHÚA NHẬT XXI THƯỜNG NIÊN- NĂM C Hãy cố gắng VÀO QUA CỬA HẸP ه &quot;Hãy cỗ gắng vão qua cửa hẹp, VÌ Ta bảo các ngươi biết: nhiều người sẽ tìm vão mà không vão được.' (Lc 13, 22-30)‎'‎‎">
            <a:extLst>
              <a:ext uri="{FF2B5EF4-FFF2-40B4-BE49-F238E27FC236}">
                <a16:creationId xmlns:a16="http://schemas.microsoft.com/office/drawing/2014/main" id="{8E61080D-89A3-5D1A-608C-61E7B6BAF86A}"/>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279455297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21BCA-5D2B-E7EA-6E63-43A06F90D6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AD85E-0645-EF3E-E980-2E664985656F}"/>
              </a:ext>
            </a:extLst>
          </p:cNvPr>
          <p:cNvSpPr>
            <a:spLocks noGrp="1"/>
          </p:cNvSpPr>
          <p:nvPr>
            <p:ph idx="1"/>
          </p:nvPr>
        </p:nvSpPr>
        <p:spPr/>
        <p:txBody>
          <a:bodyPr/>
          <a:lstStyle/>
          <a:p>
            <a:endParaRPr lang="en-US"/>
          </a:p>
        </p:txBody>
      </p:sp>
      <p:pic>
        <p:nvPicPr>
          <p:cNvPr id="4" name="Picture 3" descr="Có thể là hình ảnh về 1 người và văn bản cho biết 'BÀI ĐỌC 1- 1 CN χχΙ TN C Bài trích sách TIÊN TRI ISAIA ~ဟာလမလမာလဟ &quot;Chũng sẽ rao giảng cho cấc dân biết vinh quang của Ta, sẽ dẫn tất cả anh em cấc ngươi từ moi dân tộc đền như của lễ dâng cho Chúa.&quot; (Is 66, 18-21)'">
            <a:extLst>
              <a:ext uri="{FF2B5EF4-FFF2-40B4-BE49-F238E27FC236}">
                <a16:creationId xmlns:a16="http://schemas.microsoft.com/office/drawing/2014/main" id="{1E364DE6-5D26-6C7C-C30C-F7033110F0D3}"/>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184420328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116</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11500" b="1" dirty="0">
                <a:effectLst/>
                <a:latin typeface="Times New Roman (Headings)"/>
                <a:cs typeface="Arial" panose="020B0604020202020204" pitchFamily="34" charset="0"/>
              </a:rPr>
              <a:t>1. </a:t>
            </a:r>
            <a:r>
              <a:rPr lang="en-US" sz="11500" b="1" dirty="0" err="1">
                <a:effectLst/>
                <a:latin typeface="Times New Roman (Headings)"/>
                <a:cs typeface="Arial" panose="020B0604020202020204" pitchFamily="34" charset="0"/>
              </a:rPr>
              <a:t>Ngàn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dân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hỡi</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Hãy</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ngợi</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khen</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500400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11500" b="1" dirty="0">
                <a:effectLst/>
                <a:latin typeface="Times New Roman (Headings)"/>
                <a:cs typeface="Arial" panose="020B0604020202020204" pitchFamily="34" charset="0"/>
              </a:rPr>
              <a:t>Muôn nước ơi, chúc tụng Danh Ngài.</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8114624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E4792-1866-7ECA-ECC3-37E4FE9A3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8D8B3-40A3-DFA9-C73F-AAA7CC53F888}"/>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10000" b="1" dirty="0" err="1">
                <a:effectLst/>
                <a:latin typeface="Times New Roman (Headings)"/>
                <a:cs typeface="Arial" panose="020B0604020202020204" pitchFamily="34" charset="0"/>
              </a:rPr>
              <a:t>ĐK</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Hãy</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đi</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rao</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giảng</a:t>
            </a:r>
            <a:r>
              <a:rPr lang="en-US" sz="10000" b="1" dirty="0">
                <a:effectLst/>
                <a:latin typeface="Times New Roman (Headings)"/>
                <a:cs typeface="Arial" panose="020B0604020202020204" pitchFamily="34" charset="0"/>
              </a:rPr>
              <a:t> Tin </a:t>
            </a:r>
            <a:r>
              <a:rPr lang="en-US" sz="10000" b="1" dirty="0" err="1">
                <a:effectLst/>
                <a:latin typeface="Times New Roman (Headings)"/>
                <a:cs typeface="Arial" panose="020B0604020202020204" pitchFamily="34" charset="0"/>
              </a:rPr>
              <a:t>Mừng</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khắp</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thế</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gian</a:t>
            </a:r>
            <a:r>
              <a:rPr lang="en-US" sz="10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7999392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E6F70-7810-8DFC-109C-BB387682B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DD41A-711E-355A-D7F4-FDE62BF21446}"/>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truyền rao chân lý muôn nơi</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0809778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cho </a:t>
            </a:r>
            <a:r>
              <a:rPr lang="en-US" sz="10000" b="1" dirty="0" err="1">
                <a:effectLst/>
                <a:latin typeface="Times New Roman (Headings)"/>
                <a:cs typeface="Arial" panose="020B0604020202020204" pitchFamily="34" charset="0"/>
              </a:rPr>
              <a:t>muôn</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người</a:t>
            </a:r>
            <a:r>
              <a:rPr lang="vi-VN" sz="10000" b="1" dirty="0">
                <a:effectLst/>
                <a:latin typeface="Times New Roman (Headings)"/>
                <a:cs typeface="Arial" panose="020B0604020202020204" pitchFamily="34" charset="0"/>
              </a:rPr>
              <a:t> được ơn cứu độ.</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6982357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4EB3-3187-CD98-1E69-A14BB88EF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8F71F-BD20-7A2E-A863-A8EBB9C958B4}"/>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11500" b="1" dirty="0">
                <a:effectLst/>
                <a:latin typeface="Times New Roman (Headings)"/>
                <a:cs typeface="Arial" panose="020B0604020202020204" pitchFamily="34" charset="0"/>
              </a:rPr>
              <a:t>2. </a:t>
            </a:r>
            <a:r>
              <a:rPr lang="en-US" sz="11500" b="1" dirty="0" err="1">
                <a:effectLst/>
                <a:latin typeface="Times New Roman (Headings)"/>
                <a:cs typeface="Arial" panose="020B0604020202020204" pitchFamily="34" charset="0"/>
              </a:rPr>
              <a:t>Vì</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tình</a:t>
            </a:r>
            <a:r>
              <a:rPr lang="en-US" sz="11500" b="1" dirty="0">
                <a:effectLst/>
                <a:latin typeface="Times New Roman (Headings)"/>
                <a:cs typeface="Arial" panose="020B0604020202020204" pitchFamily="34" charset="0"/>
              </a:rPr>
              <a:t> Chúa </a:t>
            </a:r>
            <a:r>
              <a:rPr lang="en-US" sz="11500" b="1" dirty="0" err="1">
                <a:effectLst/>
                <a:latin typeface="Times New Roman (Headings)"/>
                <a:cs typeface="Arial" panose="020B0604020202020204" pitchFamily="34" charset="0"/>
              </a:rPr>
              <a:t>thật</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là</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cao</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cả</a:t>
            </a:r>
            <a:r>
              <a:rPr lang="en-US" sz="11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6181457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C4611-31D4-1D1F-7796-424FC95E5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7FD76-D5A5-3942-0988-69713A4FE73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l"/>
            <a:r>
              <a:rPr lang="en-US" sz="11000" b="1" dirty="0" err="1">
                <a:effectLst/>
                <a:latin typeface="Times New Roman (Headings)"/>
                <a:cs typeface="Arial" panose="020B0604020202020204" pitchFamily="34" charset="0"/>
              </a:rPr>
              <a:t>Lòng</a:t>
            </a:r>
            <a:r>
              <a:rPr lang="en-US" sz="11000" b="1" dirty="0">
                <a:effectLst/>
                <a:latin typeface="Times New Roman (Headings)"/>
                <a:cs typeface="Arial" panose="020B0604020202020204" pitchFamily="34" charset="0"/>
              </a:rPr>
              <a:t> </a:t>
            </a:r>
            <a:r>
              <a:rPr lang="en-US" sz="11000" b="1" dirty="0" err="1">
                <a:effectLst/>
                <a:latin typeface="Times New Roman (Headings)"/>
                <a:cs typeface="Arial" panose="020B0604020202020204" pitchFamily="34" charset="0"/>
              </a:rPr>
              <a:t>tín</a:t>
            </a:r>
            <a:r>
              <a:rPr lang="en-US" sz="11000" b="1" dirty="0">
                <a:effectLst/>
                <a:latin typeface="Times New Roman (Headings)"/>
                <a:cs typeface="Arial" panose="020B0604020202020204" pitchFamily="34" charset="0"/>
              </a:rPr>
              <a:t> </a:t>
            </a:r>
            <a:r>
              <a:rPr lang="en-US" sz="11000" b="1" dirty="0" err="1">
                <a:effectLst/>
                <a:latin typeface="Times New Roman (Headings)"/>
                <a:cs typeface="Arial" panose="020B0604020202020204" pitchFamily="34" charset="0"/>
              </a:rPr>
              <a:t>trung</a:t>
            </a:r>
            <a:r>
              <a:rPr lang="en-US" sz="11000" b="1" dirty="0">
                <a:effectLst/>
                <a:latin typeface="Times New Roman (Headings)"/>
                <a:cs typeface="Arial" panose="020B0604020202020204" pitchFamily="34" charset="0"/>
              </a:rPr>
              <a:t> </a:t>
            </a:r>
            <a:r>
              <a:rPr lang="en-US" sz="11000" b="1" dirty="0" err="1">
                <a:effectLst/>
                <a:latin typeface="Times New Roman (Headings)"/>
                <a:cs typeface="Arial" panose="020B0604020202020204" pitchFamily="34" charset="0"/>
              </a:rPr>
              <a:t>của</a:t>
            </a:r>
            <a:r>
              <a:rPr lang="en-US" sz="11000" b="1" dirty="0">
                <a:effectLst/>
                <a:latin typeface="Times New Roman (Headings)"/>
                <a:cs typeface="Arial" panose="020B0604020202020204" pitchFamily="34" charset="0"/>
              </a:rPr>
              <a:t> </a:t>
            </a:r>
            <a:r>
              <a:rPr lang="en-US" sz="11000" b="1" dirty="0" err="1">
                <a:effectLst/>
                <a:latin typeface="Times New Roman (Headings)"/>
                <a:cs typeface="Arial" panose="020B0604020202020204" pitchFamily="34" charset="0"/>
              </a:rPr>
              <a:t>Ngài</a:t>
            </a:r>
            <a:r>
              <a:rPr lang="en-US" sz="11000" b="1" dirty="0">
                <a:effectLst/>
                <a:latin typeface="Times New Roman (Headings)"/>
                <a:cs typeface="Arial" panose="020B0604020202020204" pitchFamily="34" charset="0"/>
              </a:rPr>
              <a:t> </a:t>
            </a:r>
            <a:r>
              <a:rPr lang="en-US" sz="11000" b="1" dirty="0" err="1">
                <a:effectLst/>
                <a:latin typeface="Times New Roman (Headings)"/>
                <a:cs typeface="Arial" panose="020B0604020202020204" pitchFamily="34" charset="0"/>
              </a:rPr>
              <a:t>muôn</a:t>
            </a:r>
            <a:r>
              <a:rPr lang="en-US" sz="11000" b="1" dirty="0">
                <a:effectLst/>
                <a:latin typeface="Times New Roman (Headings)"/>
                <a:cs typeface="Arial" panose="020B0604020202020204" pitchFamily="34" charset="0"/>
              </a:rPr>
              <a:t> </a:t>
            </a:r>
            <a:r>
              <a:rPr lang="en-US" sz="11000" b="1" dirty="0" err="1">
                <a:effectLst/>
                <a:latin typeface="Times New Roman (Headings)"/>
                <a:cs typeface="Arial" panose="020B0604020202020204" pitchFamily="34" charset="0"/>
              </a:rPr>
              <a:t>đời</a:t>
            </a:r>
            <a:r>
              <a:rPr lang="en-US" sz="11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6774751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6B2F-BC59-EF3A-5C05-FF9A161C1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6E7A8-F7BD-42FB-1062-E4B3680A2F2C}"/>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10000" b="1" dirty="0" err="1">
                <a:effectLst/>
                <a:latin typeface="Times New Roman (Headings)"/>
                <a:cs typeface="Arial" panose="020B0604020202020204" pitchFamily="34" charset="0"/>
              </a:rPr>
              <a:t>ĐK</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Hãy</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đi</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rao</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giảng</a:t>
            </a:r>
            <a:r>
              <a:rPr lang="en-US" sz="10000" b="1" dirty="0">
                <a:effectLst/>
                <a:latin typeface="Times New Roman (Headings)"/>
                <a:cs typeface="Arial" panose="020B0604020202020204" pitchFamily="34" charset="0"/>
              </a:rPr>
              <a:t> Tin </a:t>
            </a:r>
            <a:r>
              <a:rPr lang="en-US" sz="10000" b="1" dirty="0" err="1">
                <a:effectLst/>
                <a:latin typeface="Times New Roman (Headings)"/>
                <a:cs typeface="Arial" panose="020B0604020202020204" pitchFamily="34" charset="0"/>
              </a:rPr>
              <a:t>Mừng</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khắp</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thế</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gian</a:t>
            </a:r>
            <a:r>
              <a:rPr lang="en-US" sz="10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80483810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01E46-4E08-B13F-5B3B-8BED28629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D4863-AA84-1CDD-299A-3A0ACD641F7D}"/>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truyền rao chân lý muôn nơi</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009484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4F52F-F4C3-9983-8DE3-D10C81B9C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A050B-C662-2243-AF46-2AF7FB7DC84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cho </a:t>
            </a:r>
            <a:r>
              <a:rPr lang="en-US" sz="10000" b="1" dirty="0" err="1">
                <a:effectLst/>
                <a:latin typeface="Times New Roman (Headings)"/>
                <a:cs typeface="Arial" panose="020B0604020202020204" pitchFamily="34" charset="0"/>
              </a:rPr>
              <a:t>muôn</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người</a:t>
            </a:r>
            <a:r>
              <a:rPr lang="vi-VN" sz="10000" b="1" dirty="0">
                <a:effectLst/>
                <a:latin typeface="Times New Roman (Headings)"/>
                <a:cs typeface="Arial" panose="020B0604020202020204" pitchFamily="34" charset="0"/>
              </a:rPr>
              <a:t> được ơn cứu độ.</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8556338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EDFE-4645-D337-A652-0105B0D63D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C1BF6-73D6-D3D1-4F2D-0B87EEB32BAF}"/>
              </a:ext>
            </a:extLst>
          </p:cNvPr>
          <p:cNvSpPr>
            <a:spLocks noGrp="1"/>
          </p:cNvSpPr>
          <p:nvPr>
            <p:ph idx="1"/>
          </p:nvPr>
        </p:nvSpPr>
        <p:spPr/>
        <p:txBody>
          <a:bodyPr/>
          <a:lstStyle/>
          <a:p>
            <a:endParaRPr lang="en-US"/>
          </a:p>
        </p:txBody>
      </p:sp>
      <p:pic>
        <p:nvPicPr>
          <p:cNvPr id="2" name="Picture 1" descr="Có thể là hình ảnh về 1 người và văn bản cho biết 'BÀI ĐỌC 2- 2 CN XI TN c Bai trích thư gửi TIN ฺบิบ DO THÁI &quot;Chỡ khinh thường viêc Chữa sửa dạy, vă đừng nản chí khi Người quờ trach con; VÌ Chua sửa dạy ai là kẻ Người yêu mễn.&quot; (Dt 12, 5-7, 12,5-7,11-13) 11-13)'">
            <a:extLst>
              <a:ext uri="{FF2B5EF4-FFF2-40B4-BE49-F238E27FC236}">
                <a16:creationId xmlns:a16="http://schemas.microsoft.com/office/drawing/2014/main" id="{4FFFE2FB-AB51-E189-BC25-1F0B15B0AAAB}"/>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332324564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B0E12-474C-AF30-24C8-ADB0C0C4036C}"/>
            </a:ext>
          </a:extLst>
        </p:cNvPr>
        <p:cNvGrpSpPr/>
        <p:nvPr/>
      </p:nvGrpSpPr>
      <p:grpSpPr>
        <a:xfrm>
          <a:off x="0" y="0"/>
          <a:ext cx="0" cy="0"/>
          <a:chOff x="0" y="0"/>
          <a:chExt cx="0" cy="0"/>
        </a:xfrm>
      </p:grpSpPr>
      <p:pic>
        <p:nvPicPr>
          <p:cNvPr id="2" name="Picture 1" descr="Có thể là hình ảnh về ‎1 người và ‎văn bản cho biết '‎CHÚA NHẬT XXI THƯỜNG NIÊN- NĂM C Hãy cố gắng VÀO QUA CỬA HẸP ه &quot;Hãy cỗ gắng vão qua cửa hẹp, VÌ Ta bảo các ngươi biết: nhiều người sẽ tìm vão mà không vão được.' (Lc 13, 22-30)‎'‎‎">
            <a:extLst>
              <a:ext uri="{FF2B5EF4-FFF2-40B4-BE49-F238E27FC236}">
                <a16:creationId xmlns:a16="http://schemas.microsoft.com/office/drawing/2014/main" id="{09AEDA9F-3120-131F-E737-838284DDD05A}"/>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206534200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409575"/>
            <a:ext cx="9144000" cy="4733925"/>
          </a:xfrm>
          <a:solidFill>
            <a:schemeClr val="bg1"/>
          </a:solidFill>
        </p:spPr>
        <p:txBody>
          <a:bodyPr lIns="91440" tIns="0" rIns="91440" bIns="0">
            <a:noAutofit/>
          </a:bodyPr>
          <a:lstStyle/>
          <a:p>
            <a:r>
              <a:rPr lang="en-US" sz="8000" b="1" i="1" dirty="0">
                <a:effectLst/>
                <a:latin typeface="Times New Roman (Headings)"/>
                <a:cs typeface="Arial" panose="020B0604020202020204" pitchFamily="34" charset="0"/>
              </a:rPr>
              <a:t>All… All...</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phán</a:t>
            </a:r>
            <a:r>
              <a:rPr lang="en-US" sz="8000" b="1" dirty="0">
                <a:effectLst/>
                <a:latin typeface="Times New Roman (Headings)"/>
                <a:cs typeface="Arial" panose="020B0604020202020204" pitchFamily="34" charset="0"/>
              </a:rPr>
              <a:t>: </a:t>
            </a:r>
            <a:r>
              <a:rPr lang="en-US" sz="8000" b="1" i="1" dirty="0">
                <a:effectLst/>
                <a:latin typeface="Times New Roman (Headings)"/>
                <a:cs typeface="Arial" panose="020B0604020202020204" pitchFamily="34" charset="0"/>
              </a:rPr>
              <a:t>“</a:t>
            </a:r>
            <a:r>
              <a:rPr lang="en-US" sz="8000" b="1" i="1" dirty="0" err="1">
                <a:effectLst/>
                <a:latin typeface="Times New Roman (Headings)"/>
                <a:cs typeface="Arial" panose="020B0604020202020204" pitchFamily="34" charset="0"/>
              </a:rPr>
              <a:t>Nếu</a:t>
            </a:r>
            <a:r>
              <a:rPr lang="en-US" sz="8000" b="1" i="1" dirty="0">
                <a:effectLst/>
                <a:latin typeface="Times New Roman (Headings)"/>
                <a:cs typeface="Arial" panose="020B0604020202020204" pitchFamily="34" charset="0"/>
              </a:rPr>
              <a:t> ai </a:t>
            </a:r>
            <a:r>
              <a:rPr lang="en-US" sz="8000" b="1" i="1" dirty="0" err="1">
                <a:effectLst/>
                <a:latin typeface="Times New Roman (Headings)"/>
                <a:cs typeface="Arial" panose="020B0604020202020204" pitchFamily="34" charset="0"/>
              </a:rPr>
              <a:t>yêu</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mến</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Thầy</a:t>
            </a:r>
            <a:endParaRPr lang="en-US" sz="8000" b="1" i="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6350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u="sng" dirty="0">
                <a:solidFill>
                  <a:srgbClr val="FF0000"/>
                </a:solidFill>
                <a:latin typeface="Times New Roman" panose="02020603050405020304" pitchFamily="18" charset="0"/>
                <a:cs typeface="Times New Roman" panose="02020603050405020304" pitchFamily="18" charset="0"/>
              </a:rPr>
              <a:t>TUNG </a:t>
            </a:r>
            <a:r>
              <a:rPr lang="en-US" sz="3200" b="1" u="sng" dirty="0" err="1">
                <a:solidFill>
                  <a:srgbClr val="FF0000"/>
                </a:solidFill>
                <a:latin typeface="Times New Roman" panose="02020603050405020304" pitchFamily="18" charset="0"/>
                <a:cs typeface="Times New Roman" panose="02020603050405020304" pitchFamily="18" charset="0"/>
              </a:rPr>
              <a:t>HÔ</a:t>
            </a:r>
            <a:r>
              <a:rPr lang="en-US" sz="3200" b="1" u="sng" dirty="0">
                <a:solidFill>
                  <a:srgbClr val="FF0000"/>
                </a:solidFill>
                <a:latin typeface="Times New Roman" panose="02020603050405020304" pitchFamily="18" charset="0"/>
                <a:cs typeface="Times New Roman" panose="02020603050405020304" pitchFamily="18" charset="0"/>
              </a:rPr>
              <a:t> TIN </a:t>
            </a:r>
            <a:r>
              <a:rPr lang="en-US" sz="3200" b="1" u="sng" dirty="0" err="1">
                <a:solidFill>
                  <a:srgbClr val="FF0000"/>
                </a:solidFill>
                <a:latin typeface="Times New Roman" panose="02020603050405020304" pitchFamily="18" charset="0"/>
                <a:cs typeface="Times New Roman" panose="02020603050405020304" pitchFamily="18" charset="0"/>
              </a:rPr>
              <a:t>MỪNG</a:t>
            </a:r>
            <a:endParaRPr lang="vi-VN" sz="32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3118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65F3-7093-0EC2-264B-B9FBEDD05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9FB56-98B7-8F01-187F-0001B0B908B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i="1" dirty="0">
                <a:latin typeface="Times New Roman (Headings)"/>
                <a:cs typeface="Arial" panose="020B0604020202020204" pitchFamily="34" charset="0"/>
              </a:rPr>
              <a:t>thì sẽ giữ lời Thầy luôn,</a:t>
            </a:r>
            <a:r>
              <a:rPr lang="en-US" sz="8800" b="1" i="1" dirty="0">
                <a:latin typeface="Times New Roman (Headings)"/>
                <a:cs typeface="Arial" panose="020B0604020202020204" pitchFamily="34" charset="0"/>
              </a:rPr>
              <a:t> </a:t>
            </a:r>
            <a:r>
              <a:rPr lang="en-US" sz="8800" b="1" i="1" dirty="0" err="1">
                <a:latin typeface="Times New Roman (Headings)"/>
                <a:cs typeface="Arial" panose="020B0604020202020204" pitchFamily="34" charset="0"/>
              </a:rPr>
              <a:t>và</a:t>
            </a:r>
            <a:r>
              <a:rPr lang="en-US" sz="8800" b="1" i="1" dirty="0">
                <a:latin typeface="Times New Roman (Headings)"/>
                <a:cs typeface="Arial" panose="020B0604020202020204" pitchFamily="34" charset="0"/>
              </a:rPr>
              <a:t> Cha </a:t>
            </a:r>
            <a:r>
              <a:rPr lang="en-US" sz="8800" b="1" i="1" dirty="0" err="1">
                <a:latin typeface="Times New Roman (Headings)"/>
                <a:cs typeface="Arial" panose="020B0604020202020204" pitchFamily="34" charset="0"/>
              </a:rPr>
              <a:t>Thầy</a:t>
            </a:r>
            <a:r>
              <a:rPr lang="en-US" sz="8800" b="1" i="1" dirty="0">
                <a:latin typeface="Times New Roman (Headings)"/>
                <a:cs typeface="Arial" panose="020B0604020202020204" pitchFamily="34" charset="0"/>
              </a:rPr>
              <a:t> </a:t>
            </a:r>
            <a:r>
              <a:rPr lang="en-US" sz="8800" b="1" i="1" dirty="0" err="1">
                <a:latin typeface="Times New Roman (Headings)"/>
                <a:cs typeface="Arial" panose="020B0604020202020204" pitchFamily="34" charset="0"/>
              </a:rPr>
              <a:t>sẽ</a:t>
            </a:r>
            <a:r>
              <a:rPr lang="en-US" sz="8800" b="1" i="1" dirty="0">
                <a:latin typeface="Times New Roman (Headings)"/>
                <a:cs typeface="Arial" panose="020B0604020202020204" pitchFamily="34" charset="0"/>
              </a:rPr>
              <a:t> </a:t>
            </a:r>
            <a:r>
              <a:rPr lang="en-US" sz="8800" b="1" i="1" dirty="0" err="1">
                <a:latin typeface="Times New Roman (Headings)"/>
                <a:cs typeface="Arial" panose="020B0604020202020204" pitchFamily="34" charset="0"/>
              </a:rPr>
              <a:t>yêu</a:t>
            </a:r>
            <a:r>
              <a:rPr lang="en-US" sz="8800" b="1" i="1" dirty="0">
                <a:latin typeface="Times New Roman (Headings)"/>
                <a:cs typeface="Arial" panose="020B0604020202020204" pitchFamily="34" charset="0"/>
              </a:rPr>
              <a:t> </a:t>
            </a:r>
            <a:r>
              <a:rPr lang="en-US" sz="8800" b="1" i="1" dirty="0" err="1">
                <a:latin typeface="Times New Roman (Headings)"/>
                <a:cs typeface="Arial" panose="020B0604020202020204" pitchFamily="34" charset="0"/>
              </a:rPr>
              <a:t>mến</a:t>
            </a:r>
            <a:r>
              <a:rPr lang="en-US" sz="8800" b="1" i="1" dirty="0">
                <a:latin typeface="Times New Roman (Headings)"/>
                <a:cs typeface="Arial" panose="020B0604020202020204" pitchFamily="34" charset="0"/>
              </a:rPr>
              <a:t> </a:t>
            </a:r>
            <a:r>
              <a:rPr lang="en-US" sz="8800" b="1" i="1" dirty="0" err="1">
                <a:latin typeface="Times New Roman (Headings)"/>
                <a:cs typeface="Arial" panose="020B0604020202020204" pitchFamily="34" charset="0"/>
              </a:rPr>
              <a:t>người</a:t>
            </a:r>
            <a:r>
              <a:rPr lang="en-US" sz="8800" b="1" i="1" dirty="0">
                <a:latin typeface="Times New Roman (Headings)"/>
                <a:cs typeface="Arial" panose="020B0604020202020204" pitchFamily="34" charset="0"/>
              </a:rPr>
              <a:t> </a:t>
            </a:r>
            <a:endParaRPr lang="en-US" sz="8800" b="1" i="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1908389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i="1" dirty="0">
                <a:latin typeface="Times New Roman (Headings)"/>
                <a:cs typeface="Arial" panose="020B0604020202020204" pitchFamily="34" charset="0"/>
              </a:rPr>
              <a:t>ấy, và Chúng Ta sẽ ở trong người ấy</a:t>
            </a:r>
            <a:r>
              <a:rPr lang="en-US" sz="8800" b="1" dirty="0">
                <a:latin typeface="Times New Roman (Headings)"/>
                <a:cs typeface="Arial" panose="020B0604020202020204" pitchFamily="34" charset="0"/>
              </a:rPr>
              <a:t>”</a:t>
            </a:r>
            <a:br>
              <a:rPr lang="en-US" sz="8800" b="1" i="1" dirty="0">
                <a:latin typeface="Times New Roman (Headings)"/>
                <a:cs typeface="Arial" panose="020B0604020202020204" pitchFamily="34" charset="0"/>
              </a:rPr>
            </a:br>
            <a:r>
              <a:rPr lang="en-US" sz="8800" b="1" i="1" dirty="0">
                <a:latin typeface="Times New Roman (Headings)"/>
                <a:cs typeface="Arial" panose="020B0604020202020204" pitchFamily="34" charset="0"/>
              </a:rPr>
              <a:t>All…All…</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70426-FA1B-336A-EB12-390CACAEF102}"/>
            </a:ext>
          </a:extLst>
        </p:cNvPr>
        <p:cNvGrpSpPr/>
        <p:nvPr/>
      </p:nvGrpSpPr>
      <p:grpSpPr>
        <a:xfrm>
          <a:off x="0" y="0"/>
          <a:ext cx="0" cy="0"/>
          <a:chOff x="0" y="0"/>
          <a:chExt cx="0" cy="0"/>
        </a:xfrm>
      </p:grpSpPr>
      <p:pic>
        <p:nvPicPr>
          <p:cNvPr id="2" name="Picture 1" descr="Có thể là hình ảnh về ‎1 người và ‎văn bản cho biết '‎CHÚA NHẬT XXI THƯỜNG NIÊN- NĂM C Hãy cố gắng VÀO QUA CỬA HẸP ه &quot;Hãy cỗ gắng vão qua cửa hẹp, VÌ Ta bảo các ngươi biết: nhiều người sẽ tìm vão mà không vão được.' (Lc 13, 22-30)‎'‎‎">
            <a:extLst>
              <a:ext uri="{FF2B5EF4-FFF2-40B4-BE49-F238E27FC236}">
                <a16:creationId xmlns:a16="http://schemas.microsoft.com/office/drawing/2014/main" id="{26BCEB18-E45C-AC34-4FBA-0251711CF36B}"/>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371267378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0F398-BB19-782B-F27B-07EAFD89903B}"/>
            </a:ext>
          </a:extLst>
        </p:cNvPr>
        <p:cNvGrpSpPr/>
        <p:nvPr/>
      </p:nvGrpSpPr>
      <p:grpSpPr>
        <a:xfrm>
          <a:off x="0" y="0"/>
          <a:ext cx="0" cy="0"/>
          <a:chOff x="0" y="0"/>
          <a:chExt cx="0" cy="0"/>
        </a:xfrm>
      </p:grpSpPr>
      <p:pic>
        <p:nvPicPr>
          <p:cNvPr id="2" name="Picture 1" descr="Có thể là hình ảnh về ‎1 người và ‎văn bản cho biết '‎CHÚA NHẬT XXI THƯỜNG NIÊN- NĂM C Hãy cố gắng VÀO QUA CỬA HẸP ه &quot;Hãy cỗ gắng vão qua cửa hẹp, VÌ Ta bảo các ngươi biết: nhiều người sẽ tìm vão mà không vão được.' (Lc 13, 22-30)‎'‎‎">
            <a:extLst>
              <a:ext uri="{FF2B5EF4-FFF2-40B4-BE49-F238E27FC236}">
                <a16:creationId xmlns:a16="http://schemas.microsoft.com/office/drawing/2014/main" id="{3100BCFA-24A2-21D9-38F6-53ABF9A6C927}"/>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408530005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HÒA</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BÌNH </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(Mi </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Trầm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000" b="1" dirty="0" err="1">
                <a:effectLst/>
                <a:latin typeface="Times New Roman (Headings)"/>
                <a:cs typeface="Arial" panose="020B0604020202020204" pitchFamily="34" charset="0"/>
              </a:rPr>
              <a:t>ÐK</a:t>
            </a:r>
            <a:r>
              <a:rPr lang="en-US" sz="9000" b="1" dirty="0">
                <a:effectLst/>
                <a:latin typeface="Times New Roman (Headings)"/>
                <a:cs typeface="Arial" panose="020B0604020202020204" pitchFamily="34" charset="0"/>
              </a:rPr>
              <a:t>: Con </a:t>
            </a:r>
            <a:r>
              <a:rPr lang="en-US" sz="9000" b="1" dirty="0" err="1">
                <a:effectLst/>
                <a:latin typeface="Times New Roman (Headings)"/>
                <a:cs typeface="Arial" panose="020B0604020202020204" pitchFamily="34" charset="0"/>
              </a:rPr>
              <a:t>đến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dâng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lễ</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vật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với</a:t>
            </a:r>
            <a:r>
              <a:rPr lang="en-US" sz="9000" b="1" dirty="0">
                <a:effectLst/>
                <a:latin typeface="Times New Roman (Headings)"/>
                <a:cs typeface="Arial" panose="020B0604020202020204" pitchFamily="34" charset="0"/>
              </a:rPr>
              <a:t> bao </a:t>
            </a:r>
            <a:r>
              <a:rPr lang="en-US" sz="9000" b="1" dirty="0" err="1">
                <a:effectLst/>
                <a:latin typeface="Times New Roman (Headings)"/>
                <a:cs typeface="Arial" panose="020B0604020202020204" pitchFamily="34" charset="0"/>
              </a:rPr>
              <a:t>tâm</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tình</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hòa</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bình</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6042738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với lòng khoan dung tha thứ, với tình yêu thương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76059-E4E8-83D3-8690-F158BF154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CAC94-C693-78AF-320E-3B9BF2DF34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thắm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thiết</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tế</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bao la,</a:t>
            </a:r>
          </a:p>
        </p:txBody>
      </p:sp>
    </p:spTree>
    <p:extLst>
      <p:ext uri="{BB962C8B-B14F-4D97-AF65-F5344CB8AC3E}">
        <p14:creationId xmlns:p14="http://schemas.microsoft.com/office/powerpoint/2010/main" val="40630447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A798-468A-0C11-83D1-031682B0E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B27F0-AE5E-C1DC-08E6-F61BE14EB7A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đoái nhận lễ con dâng Cha, Chúa ơi, nhận lời.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4684188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CBA87-71BE-18C0-BE2E-5D10ACDC5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8EC7D-15E1-800F-D0E6-2D6297512DE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1. Mối chân tình con đặt nơi Chúa, là tình yêu muôn người thắm thiết.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2095690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15BD8-5E9C-7DEC-79E3-7AF405023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593B5-4088-15E5-F9EB-38541A8BFD7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Chúa ơi đây lòng con tha thứ, xin nhận cho trái tim hòa bình.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6190748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80F84-AA38-1BFD-7795-2FAC37C78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6C4C7-28AA-AB12-1F33-246C2568177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000" b="1" dirty="0" err="1">
                <a:effectLst/>
                <a:latin typeface="Times New Roman (Headings)"/>
                <a:cs typeface="Arial" panose="020B0604020202020204" pitchFamily="34" charset="0"/>
              </a:rPr>
              <a:t>ÐK</a:t>
            </a:r>
            <a:r>
              <a:rPr lang="en-US" sz="9000" b="1" dirty="0">
                <a:effectLst/>
                <a:latin typeface="Times New Roman (Headings)"/>
                <a:cs typeface="Arial" panose="020B0604020202020204" pitchFamily="34" charset="0"/>
              </a:rPr>
              <a:t>: Con </a:t>
            </a:r>
            <a:r>
              <a:rPr lang="en-US" sz="9000" b="1" dirty="0" err="1">
                <a:effectLst/>
                <a:latin typeface="Times New Roman (Headings)"/>
                <a:cs typeface="Arial" panose="020B0604020202020204" pitchFamily="34" charset="0"/>
              </a:rPr>
              <a:t>đến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dâng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lễ</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vật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với</a:t>
            </a:r>
            <a:r>
              <a:rPr lang="en-US" sz="9000" b="1" dirty="0">
                <a:effectLst/>
                <a:latin typeface="Times New Roman (Headings)"/>
                <a:cs typeface="Arial" panose="020B0604020202020204" pitchFamily="34" charset="0"/>
              </a:rPr>
              <a:t> bao </a:t>
            </a:r>
            <a:r>
              <a:rPr lang="en-US" sz="9000" b="1" dirty="0" err="1">
                <a:effectLst/>
                <a:latin typeface="Times New Roman (Headings)"/>
                <a:cs typeface="Arial" panose="020B0604020202020204" pitchFamily="34" charset="0"/>
              </a:rPr>
              <a:t>tâm</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tình</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hòa</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bình</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06448283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22DD5-D4CD-0192-6A6E-8848A9E8C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23EBF-822F-27FF-1F3A-0139D7B6E92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với lòng khoan dung tha thứ, với tình yêu thương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9453657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BEC9C-0AF2-D66B-2BA6-774374226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426D4-FD3E-7C6B-C7AC-1E91101BCFF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thắm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thiết</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tế</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bao la,</a:t>
            </a:r>
          </a:p>
        </p:txBody>
      </p:sp>
    </p:spTree>
    <p:extLst>
      <p:ext uri="{BB962C8B-B14F-4D97-AF65-F5344CB8AC3E}">
        <p14:creationId xmlns:p14="http://schemas.microsoft.com/office/powerpoint/2010/main" val="238157459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519FE-3631-95A3-FD09-1206896FB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0661AD-E429-DB0F-A468-CE8A7BDEA4E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đoái nhận lễ con dâng Cha, Chúa ơi, nhận lời.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907402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E67B5-B93B-3E6E-625B-8311F114D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CC94C-1B1A-A044-ECD6-F6615EDE166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latin typeface="Times New Roman (Headings)"/>
                <a:cs typeface="Arial" panose="020B0604020202020204" pitchFamily="34" charset="0"/>
              </a:rPr>
              <a:t>2. Chúa </a:t>
            </a:r>
            <a:r>
              <a:rPr lang="en-US" sz="8000" b="1" dirty="0" err="1">
                <a:latin typeface="Times New Roman (Headings)"/>
                <a:cs typeface="Arial" panose="020B0604020202020204" pitchFamily="34" charset="0"/>
              </a:rPr>
              <a:t>không</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nhận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chiên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bò</a:t>
            </a:r>
            <a:r>
              <a:rPr lang="en-US" sz="8000" b="1" dirty="0">
                <a:latin typeface="Times New Roman (Headings)"/>
                <a:cs typeface="Arial" panose="020B0604020202020204" pitchFamily="34" charset="0"/>
              </a:rPr>
              <a:t> hy </a:t>
            </a:r>
            <a:r>
              <a:rPr lang="en-US" sz="8000" b="1" dirty="0" err="1">
                <a:latin typeface="Times New Roman (Headings)"/>
                <a:cs typeface="Arial" panose="020B0604020202020204" pitchFamily="34" charset="0"/>
              </a:rPr>
              <a:t>tế</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Ngài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chỉ</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nhận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tâm</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hồn</a:t>
            </a:r>
            <a:r>
              <a:rPr lang="en-US" sz="8000" b="1" dirty="0">
                <a:latin typeface="Times New Roman (Headings)"/>
                <a:cs typeface="Arial" panose="020B0604020202020204" pitchFamily="34" charset="0"/>
              </a:rPr>
              <a:t> thanh </a:t>
            </a:r>
            <a:r>
              <a:rPr lang="en-US" sz="8000" b="1" dirty="0" err="1">
                <a:latin typeface="Times New Roman (Headings)"/>
                <a:cs typeface="Arial" panose="020B0604020202020204" pitchFamily="34" charset="0"/>
              </a:rPr>
              <a:t>khiết</a:t>
            </a:r>
            <a:r>
              <a:rPr lang="en-US" sz="8000" b="1" dirty="0">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6594982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FD137-390E-F837-D6BA-69DF40589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E5DD3-670C-2ABE-F403-3D504F09579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Chúa không ưa lễ dâng cao quý, nhưng chỉ ưa trái tim hòa bình.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4439178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81C04-D9F8-D525-C31C-EF320E41E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C83B0-E08A-B38B-63DB-9C8CDF52EB4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000" b="1" dirty="0" err="1">
                <a:effectLst/>
                <a:latin typeface="Times New Roman (Headings)"/>
                <a:cs typeface="Arial" panose="020B0604020202020204" pitchFamily="34" charset="0"/>
              </a:rPr>
              <a:t>ÐK</a:t>
            </a:r>
            <a:r>
              <a:rPr lang="en-US" sz="9000" b="1" dirty="0">
                <a:effectLst/>
                <a:latin typeface="Times New Roman (Headings)"/>
                <a:cs typeface="Arial" panose="020B0604020202020204" pitchFamily="34" charset="0"/>
              </a:rPr>
              <a:t>: Con </a:t>
            </a:r>
            <a:r>
              <a:rPr lang="en-US" sz="9000" b="1" dirty="0" err="1">
                <a:effectLst/>
                <a:latin typeface="Times New Roman (Headings)"/>
                <a:cs typeface="Arial" panose="020B0604020202020204" pitchFamily="34" charset="0"/>
              </a:rPr>
              <a:t>đến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dâng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lễ</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vật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với</a:t>
            </a:r>
            <a:r>
              <a:rPr lang="en-US" sz="9000" b="1" dirty="0">
                <a:effectLst/>
                <a:latin typeface="Times New Roman (Headings)"/>
                <a:cs typeface="Arial" panose="020B0604020202020204" pitchFamily="34" charset="0"/>
              </a:rPr>
              <a:t> bao </a:t>
            </a:r>
            <a:r>
              <a:rPr lang="en-US" sz="9000" b="1" dirty="0" err="1">
                <a:effectLst/>
                <a:latin typeface="Times New Roman (Headings)"/>
                <a:cs typeface="Arial" panose="020B0604020202020204" pitchFamily="34" charset="0"/>
              </a:rPr>
              <a:t>tâm</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tình</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hòa</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bình</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87186448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AE269-EA6B-C09A-4DB3-7F8F2ABB9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9325D-9BDA-9C33-D6E2-B13BC2FD41F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với lòng khoan dung tha thứ, với tình yêu thương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43106668"/>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E6293-A3EE-7091-0FDB-A2ECF37E4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CEBE5-9602-91A2-80A1-107E5DBC2B9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thắm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thiết</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tế</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bao la,</a:t>
            </a:r>
          </a:p>
        </p:txBody>
      </p:sp>
    </p:spTree>
    <p:extLst>
      <p:ext uri="{BB962C8B-B14F-4D97-AF65-F5344CB8AC3E}">
        <p14:creationId xmlns:p14="http://schemas.microsoft.com/office/powerpoint/2010/main" val="311810094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0DB2A-06F3-3D62-9415-3955A5D7C1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29C4B-EA54-6AC0-6E6E-939421569C4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đoái nhận lễ con dâng Cha, Chúa ơi, nhận lời.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5114483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C0739-ABBF-2867-023B-928B4DC41B82}"/>
            </a:ext>
          </a:extLst>
        </p:cNvPr>
        <p:cNvGrpSpPr/>
        <p:nvPr/>
      </p:nvGrpSpPr>
      <p:grpSpPr>
        <a:xfrm>
          <a:off x="0" y="0"/>
          <a:ext cx="0" cy="0"/>
          <a:chOff x="0" y="0"/>
          <a:chExt cx="0" cy="0"/>
        </a:xfrm>
      </p:grpSpPr>
      <p:pic>
        <p:nvPicPr>
          <p:cNvPr id="2" name="Picture 1" descr="Có thể là hình ảnh về ‎1 người và ‎văn bản cho biết '‎CHÚA NHẬT XXI THƯỜNG NIÊN- NĂM C Hãy cố gắng VÀO QUA CỬA HẸP ه &quot;Hãy cỗ gắng vão qua cửa hẹp, VÌ Ta bảo các ngươi biết: nhiều người sẽ tìm vão mà không vão được.' (Lc 13, 22-30)‎'‎‎">
            <a:extLst>
              <a:ext uri="{FF2B5EF4-FFF2-40B4-BE49-F238E27FC236}">
                <a16:creationId xmlns:a16="http://schemas.microsoft.com/office/drawing/2014/main" id="{7512E585-44F2-A9F2-C9D6-32240645241A}"/>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6785820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736600" y="31750"/>
            <a:ext cx="7670800" cy="457761"/>
          </a:xfrm>
        </p:spPr>
        <p:txBody>
          <a:bodyPr lIns="91440" tIns="0" rIns="91440" bIns="0" anchor="b">
            <a:normAutofit/>
          </a:bodyPr>
          <a:lstStyle/>
          <a:p>
            <a:pPr>
              <a:lnSpc>
                <a:spcPct val="90000"/>
              </a:lnSpc>
            </a:pP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u="sng"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10000" b="1" dirty="0">
                <a:latin typeface="Times New Roman (Headings)"/>
                <a:cs typeface="Arial" panose="020B0604020202020204" pitchFamily="34" charset="0"/>
              </a:rPr>
              <a:t>Lạy Chúa, do kết quả việc Chúa làm,</a:t>
            </a:r>
            <a:endParaRPr lang="en-US" sz="10000" b="1" dirty="0">
              <a:latin typeface="Times New Roman (Headings)"/>
              <a:cs typeface="Arial" panose="020B0604020202020204" pitchFamily="34" charset="0"/>
            </a:endParaRPr>
          </a:p>
        </p:txBody>
      </p:sp>
    </p:spTree>
    <p:extLst>
      <p:ext uri="{BB962C8B-B14F-4D97-AF65-F5344CB8AC3E}">
        <p14:creationId xmlns:p14="http://schemas.microsoft.com/office/powerpoint/2010/main" val="215767542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233A-A4C7-EB77-3144-78F6A55B2E0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85E8734-82AC-62FA-FB99-277D354A2C19}"/>
              </a:ext>
            </a:extLst>
          </p:cNvPr>
          <p:cNvSpPr txBox="1">
            <a:spLocks/>
          </p:cNvSpPr>
          <p:nvPr/>
        </p:nvSpPr>
        <p:spPr>
          <a:xfrm>
            <a:off x="0" y="1"/>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11500" b="1" dirty="0">
                <a:latin typeface="Times New Roman (Headings)"/>
                <a:cs typeface="Arial" panose="020B0604020202020204" pitchFamily="34" charset="0"/>
              </a:rPr>
              <a:t>địa cầu được no phỉ, để từ trong đất,</a:t>
            </a:r>
            <a:endParaRPr lang="en-US" sz="11500" b="1" dirty="0">
              <a:latin typeface="Times New Roman (Headings)"/>
              <a:cs typeface="Arial" panose="020B0604020202020204" pitchFamily="34" charset="0"/>
            </a:endParaRPr>
          </a:p>
        </p:txBody>
      </p:sp>
    </p:spTree>
    <p:extLst>
      <p:ext uri="{BB962C8B-B14F-4D97-AF65-F5344CB8AC3E}">
        <p14:creationId xmlns:p14="http://schemas.microsoft.com/office/powerpoint/2010/main" val="304456690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959B8-0386-B8C8-1F8B-71357E7AB57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EC8FB27-0933-03B3-7856-FF2F39E539AC}"/>
              </a:ext>
            </a:extLst>
          </p:cNvPr>
          <p:cNvSpPr txBox="1">
            <a:spLocks/>
          </p:cNvSpPr>
          <p:nvPr/>
        </p:nvSpPr>
        <p:spPr>
          <a:xfrm>
            <a:off x="0" y="1"/>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11500" b="1" dirty="0">
                <a:latin typeface="Times New Roman (Headings)"/>
                <a:cs typeface="Arial" panose="020B0604020202020204" pitchFamily="34" charset="0"/>
              </a:rPr>
              <a:t>con người tạo ra cơm bánh, </a:t>
            </a:r>
            <a:endParaRPr lang="en-US" sz="11500" b="1" dirty="0">
              <a:latin typeface="Times New Roman (Headings)"/>
              <a:cs typeface="Arial" panose="020B0604020202020204" pitchFamily="34" charset="0"/>
            </a:endParaRPr>
          </a:p>
        </p:txBody>
      </p:sp>
    </p:spTree>
    <p:extLst>
      <p:ext uri="{BB962C8B-B14F-4D97-AF65-F5344CB8AC3E}">
        <p14:creationId xmlns:p14="http://schemas.microsoft.com/office/powerpoint/2010/main" val="71587666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3D867-AD3F-6479-EF2B-4244C8A9D33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89AEE6E-29D3-EECA-1F30-2DB80DEE70A9}"/>
              </a:ext>
            </a:extLst>
          </p:cNvPr>
          <p:cNvSpPr txBox="1">
            <a:spLocks/>
          </p:cNvSpPr>
          <p:nvPr/>
        </p:nvSpPr>
        <p:spPr>
          <a:xfrm>
            <a:off x="0" y="1"/>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11500" b="1">
                <a:latin typeface="Times New Roman (Headings)"/>
                <a:cs typeface="Arial" panose="020B0604020202020204" pitchFamily="34" charset="0"/>
              </a:rPr>
              <a:t>và rượu làm hoan hỷ lòng người.</a:t>
            </a:r>
            <a:endParaRPr lang="en-US" sz="11500" b="1" dirty="0">
              <a:latin typeface="Times New Roman (Headings)"/>
              <a:cs typeface="Arial" panose="020B0604020202020204" pitchFamily="34" charset="0"/>
            </a:endParaRPr>
          </a:p>
        </p:txBody>
      </p:sp>
    </p:spTree>
    <p:extLst>
      <p:ext uri="{BB962C8B-B14F-4D97-AF65-F5344CB8AC3E}">
        <p14:creationId xmlns:p14="http://schemas.microsoft.com/office/powerpoint/2010/main" val="367769502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QUA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CỬA</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HẸP</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Hãy chiến đấu để qua cửa hẹp, vì cửa hẹp đưa đến sự sống.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153937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Xin Chúa giúp con vượt lên chính mình,</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DE67-0396-4438-3555-C90668888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FACCA-2CF0-D1A9-EA52-B49B03B9CDD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latin typeface="Times New Roman (Headings)"/>
                <a:cs typeface="Arial" panose="020B0604020202020204" pitchFamily="34" charset="0"/>
              </a:rPr>
              <a:t>để con đi trên con đường Phúc 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9243297"/>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sống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cuộc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để</a:t>
            </a:r>
            <a:r>
              <a:rPr lang="en-US" sz="8800" b="1" dirty="0">
                <a:effectLst/>
                <a:latin typeface="Times New Roman (Headings)"/>
                <a:cs typeface="Arial" panose="020B0604020202020204" pitchFamily="34" charset="0"/>
              </a:rPr>
              <a:t> qua </a:t>
            </a:r>
            <a:r>
              <a:rPr lang="en-US" sz="8800" b="1" dirty="0" err="1">
                <a:effectLst/>
                <a:latin typeface="Times New Roman (Headings)"/>
                <a:cs typeface="Arial" panose="020B0604020202020204" pitchFamily="34" charset="0"/>
              </a:rPr>
              <a:t>cửa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hẹp</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64124727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85B6-E2BD-648B-179B-895C1F67C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26F9-B316-7B2A-47B9-4B324E79B26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latin typeface="Times New Roman (Headings)"/>
                <a:cs typeface="Arial" panose="020B0604020202020204" pitchFamily="34" charset="0"/>
              </a:rPr>
              <a:t>qua </a:t>
            </a:r>
            <a:r>
              <a:rPr lang="en-US" sz="8800" b="1" dirty="0" err="1">
                <a:latin typeface="Times New Roman (Headings)"/>
                <a:cs typeface="Arial" panose="020B0604020202020204" pitchFamily="34" charset="0"/>
              </a:rPr>
              <a:t>cửa</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hẹp</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để</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đi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về</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với</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8299313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B1215-13FE-50C1-7250-456C5BBF2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F2C78-1E22-2631-2CE3-B447D9B9039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900" b="1" dirty="0">
                <a:latin typeface="Times New Roman (Headings)"/>
                <a:cs typeface="Arial" panose="020B0604020202020204" pitchFamily="34" charset="0"/>
              </a:rPr>
              <a:t>Cửa không hẹp nhưng vì con quá to, to ích kỷ, to kiêu kỳ,</a:t>
            </a:r>
            <a:endParaRPr lang="en-US" sz="89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8855503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87F25-F31A-4D7B-3684-BC6FCA65F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311B3-53AD-4806-1ECD-5C412461B73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to tham vọng nên khó lòng để mà vượt qua.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903776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FC168-15C5-72DB-9C73-F52568180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EF882-3680-268F-A274-D38CBC2471E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Hãy chiến đấu để qua cửa hẹp, vì cửa hẹp đưa đến sự sống.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7972231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CDD9F-DF37-2AE0-7B51-8E6232100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97A93-DF22-A890-47EA-8CFAEBE4861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Xin Chúa giúp con vượt lên chính mình,</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741854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8B995-4DF3-BC3D-C593-6F16A96DE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77E87-C72F-3994-DEA9-FFB413B8C97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latin typeface="Times New Roman (Headings)"/>
                <a:cs typeface="Arial" panose="020B0604020202020204" pitchFamily="34" charset="0"/>
              </a:rPr>
              <a:t>để con đi trên con đường Phúc 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1112156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9B676-706C-EE2D-FE24-015E0B6D01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38541-87C9-B7AE-3412-E86E38710AF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2. Đời sống con còn nặng lòng dưới thế mà chưa hướng về,</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2437667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7FBDD-3730-904D-BB87-E78B98334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54A694-EDE2-331B-DEEA-6E4F3B49DC1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chưa hướng về nơi quê trời vinh phúc.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372202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4A85D-6695-9096-CBDA-990561A2C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30DCF-4EAB-ED4E-B7C6-2C29D576CD5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900" b="1" dirty="0">
                <a:latin typeface="Times New Roman (Headings)"/>
                <a:cs typeface="Arial" panose="020B0604020202020204" pitchFamily="34" charset="0"/>
              </a:rPr>
              <a:t>Vẫn lo tìm danh lợi lo thú vui, lo tích lũy,</a:t>
            </a:r>
            <a:endParaRPr lang="en-US" sz="89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5989796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CC011-D5B4-D58B-15D7-3BDAB71BD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F0189-007B-7356-2CF6-899FBB918B2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lo an nhàn nên không màng lo đến sự sống ở đời sau.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201902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9FCEF-58B1-C3A8-4707-14E566F05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DE330-68FB-88C5-B1DA-7FF3A847693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Hãy chiến đấu để qua cửa hẹp, vì cửa hẹp đưa đến sự sống.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5875541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B0BEA-84ED-B461-BE16-A2073DF42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DB703-1BE5-3673-BB38-78CF11AD07F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Xin Chúa giúp con vượt lên chính mình,</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5257679"/>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C6E0D-0C7A-914E-6DE5-21A069B3A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A1736B-8479-1015-FEF2-1C59C2A0E3D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latin typeface="Times New Roman (Headings)"/>
                <a:cs typeface="Arial" panose="020B0604020202020204" pitchFamily="34" charset="0"/>
              </a:rPr>
              <a:t>để con đi trên con đường Phúc 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15421787"/>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887C2-215B-28C6-C44B-A4B869BC2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36D3B-3128-FD73-6532-FF6A0DB182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3. Lòng trí con còn hời </a:t>
            </a:r>
            <a:r>
              <a:rPr lang="vi-VN" sz="8800" b="1" dirty="0" err="1">
                <a:latin typeface="Times New Roman (Headings)"/>
                <a:cs typeface="Arial" panose="020B0604020202020204" pitchFamily="34" charset="0"/>
              </a:rPr>
              <a:t>hợt</a:t>
            </a:r>
            <a:r>
              <a:rPr lang="vi-VN" sz="8800" b="1" dirty="0">
                <a:latin typeface="Times New Roman (Headings)"/>
                <a:cs typeface="Arial" panose="020B0604020202020204" pitchFamily="34" charset="0"/>
              </a:rPr>
              <a:t> trống vắng và toan tính nhiều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9908546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A90D8-9351-6E94-9202-36CC194AC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D9A47-F2AC-7FB2-8722-83B8F492D77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nên vẫn còn rất xa lạ với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08755497"/>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28DE1-D760-886C-742E-9D3C0FC8A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B6E38-46C0-A5AE-EC93-A642A795B5B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900" b="1" dirty="0">
                <a:latin typeface="Times New Roman (Headings)"/>
                <a:cs typeface="Arial" panose="020B0604020202020204" pitchFamily="34" charset="0"/>
              </a:rPr>
              <a:t>Những </a:t>
            </a:r>
            <a:r>
              <a:rPr lang="vi-VN" sz="8900" b="1" dirty="0" err="1">
                <a:latin typeface="Times New Roman (Headings)"/>
                <a:cs typeface="Arial" panose="020B0604020202020204" pitchFamily="34" charset="0"/>
              </a:rPr>
              <a:t>đam</a:t>
            </a:r>
            <a:r>
              <a:rPr lang="vi-VN" sz="8900" b="1" dirty="0">
                <a:latin typeface="Times New Roman (Headings)"/>
                <a:cs typeface="Arial" panose="020B0604020202020204" pitchFamily="34" charset="0"/>
              </a:rPr>
              <a:t> mê vẫn chực lôi kéo con, bao cám dỗ luôn bên mình</a:t>
            </a:r>
            <a:endParaRPr lang="en-US" sz="89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2210902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7B888-EF95-2313-0504-5F3589836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DA576-F2A9-E862-AD56-604E9B35FBC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bao bóng hình như vô tình khuấy động lòng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88040281"/>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13D66-8400-42AB-CF34-EE29E7B8E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4B0E7-2650-5D6F-CD89-C31E510B7EF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Hãy chiến đấu để qua cửa hẹp, vì cửa hẹp đưa đến sự sống.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37050680"/>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9F386-0A31-B9F7-DA54-ECF6FE3D8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0C74C-C7FA-1919-1CDF-9330A879BCD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Xin Chúa giúp con vượt lên chính mình,</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73247819"/>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7F632-8E0F-128F-5D51-9AA041A3A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8B519-BE96-B998-ECFD-869F2F7C01F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latin typeface="Times New Roman (Headings)"/>
                <a:cs typeface="Arial" panose="020B0604020202020204" pitchFamily="34" charset="0"/>
              </a:rPr>
              <a:t>để con đi trên con đường Phúc 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85516644"/>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C7B81-61DA-F284-8577-6A0BD399ABDC}"/>
            </a:ext>
          </a:extLst>
        </p:cNvPr>
        <p:cNvGrpSpPr/>
        <p:nvPr/>
      </p:nvGrpSpPr>
      <p:grpSpPr>
        <a:xfrm>
          <a:off x="0" y="0"/>
          <a:ext cx="0" cy="0"/>
          <a:chOff x="0" y="0"/>
          <a:chExt cx="0" cy="0"/>
        </a:xfrm>
      </p:grpSpPr>
      <p:pic>
        <p:nvPicPr>
          <p:cNvPr id="2" name="Picture 1" descr="Có thể là hình ảnh về ‎1 người và ‎văn bản cho biết '‎CHÚA NHẬT XXI THƯỜNG NIÊN- NĂM C Hãy cố gắng VÀO QUA CỬA HẸP ه &quot;Hãy cỗ gắng vão qua cửa hẹp, VÌ Ta bảo các ngươi biết: nhiều người sẽ tìm vão mà không vão được.' (Lc 13, 22-30)‎'‎‎">
            <a:extLst>
              <a:ext uri="{FF2B5EF4-FFF2-40B4-BE49-F238E27FC236}">
                <a16:creationId xmlns:a16="http://schemas.microsoft.com/office/drawing/2014/main" id="{2DE61647-3C5E-6A71-E0EA-66CA8F151A7B}"/>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912228407"/>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MẸ</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ĐẸP</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TƯƠI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600" b="1" dirty="0">
                <a:latin typeface="Times New Roman (Headings)"/>
                <a:cs typeface="Arial" panose="020B0604020202020204" pitchFamily="34" charset="0"/>
              </a:rPr>
              <a:t>1. Mẹ Ma-ri-a đẹp tươi như bình minh chiếu rạng ngời.</a:t>
            </a:r>
            <a:endParaRPr lang="en-US" sz="8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latin typeface="Times New Roman (Headings)"/>
                <a:cs typeface="Arial" panose="020B0604020202020204" pitchFamily="34" charset="0"/>
              </a:rPr>
              <a:t>Vầng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trăng</a:t>
            </a:r>
            <a:r>
              <a:rPr lang="en-US" sz="8800" b="1" dirty="0">
                <a:latin typeface="Times New Roman (Headings)"/>
                <a:cs typeface="Arial" panose="020B0604020202020204" pitchFamily="34" charset="0"/>
              </a:rPr>
              <a:t> lung </a:t>
            </a:r>
            <a:r>
              <a:rPr lang="en-US" sz="8800" b="1" dirty="0" err="1">
                <a:latin typeface="Times New Roman (Headings)"/>
                <a:cs typeface="Arial" panose="020B0604020202020204" pitchFamily="34" charset="0"/>
              </a:rPr>
              <a:t>linh</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màn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đêm</a:t>
            </a:r>
            <a:r>
              <a:rPr lang="en-US" sz="8800" b="1" dirty="0">
                <a:latin typeface="Times New Roman (Headings)"/>
                <a:cs typeface="Arial" panose="020B0604020202020204" pitchFamily="34" charset="0"/>
              </a:rPr>
              <a:t>, so </a:t>
            </a:r>
            <a:r>
              <a:rPr lang="en-US" sz="8800" b="1" dirty="0" err="1">
                <a:latin typeface="Times New Roman (Headings)"/>
                <a:cs typeface="Arial" panose="020B0604020202020204" pitchFamily="34" charset="0"/>
              </a:rPr>
              <a:t>với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Mẹ</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còn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kém</a:t>
            </a:r>
            <a:r>
              <a:rPr lang="en-US" sz="8800" b="1" dirty="0">
                <a:latin typeface="Times New Roman (Headings)"/>
                <a:cs typeface="Arial" panose="020B0604020202020204" pitchFamily="34" charset="0"/>
              </a:rPr>
              <a:t> xa.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58446063"/>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latin typeface="Times New Roman (Headings)"/>
                <a:cs typeface="Arial" panose="020B0604020202020204" pitchFamily="34" charset="0"/>
              </a:rPr>
              <a:t>ĐK</a:t>
            </a:r>
            <a:r>
              <a:rPr lang="vi-VN" sz="8800" b="1" dirty="0">
                <a:latin typeface="Times New Roman (Headings)"/>
                <a:cs typeface="Arial" panose="020B0604020202020204" pitchFamily="34" charset="0"/>
              </a:rPr>
              <a:t>. Con thành tâm kính mừng Mẹ, mừng Mẹ đầy ơn phúc.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6430146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5FC6-C4E7-49E7-E172-4A27B9716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8DA2A-DE2E-1901-7370-4F45EEC10B2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Lòng khiết trinh như huệ thắm xinh muôn đời hiển vinh.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76382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23C0A-FCEC-C694-6DC7-C3F7F3A934C5}"/>
            </a:ext>
          </a:extLst>
        </p:cNvPr>
        <p:cNvGrpSpPr/>
        <p:nvPr/>
      </p:nvGrpSpPr>
      <p:grpSpPr>
        <a:xfrm>
          <a:off x="0" y="0"/>
          <a:ext cx="0" cy="0"/>
          <a:chOff x="0" y="0"/>
          <a:chExt cx="0" cy="0"/>
        </a:xfrm>
      </p:grpSpPr>
      <p:pic>
        <p:nvPicPr>
          <p:cNvPr id="2" name="Picture 1" descr="Có thể là hình ảnh về ‎1 người và ‎văn bản cho biết '‎CHÚA NHẬT XXI THƯỜNG NIÊN- NĂM C Hãy cố gắng VÀO QUA CỬA HẸP ه &quot;Hãy cỗ gắng vão qua cửa hẹp, VÌ Ta bảo các ngươi biết: nhiều người sẽ tìm vão mà không vão được.' (Lc 13, 22-30)‎'‎‎">
            <a:extLst>
              <a:ext uri="{FF2B5EF4-FFF2-40B4-BE49-F238E27FC236}">
                <a16:creationId xmlns:a16="http://schemas.microsoft.com/office/drawing/2014/main" id="{62BA0258-EB6F-59DF-C9B5-571EA29BE498}"/>
              </a:ext>
            </a:extLst>
          </p:cNvPr>
          <p:cNvPicPr>
            <a:picLocks noChangeAspect="1"/>
          </p:cNvPicPr>
          <p:nvPr/>
        </p:nvPicPr>
        <p:blipFill>
          <a:blip r:embed="rId2"/>
          <a:stretch>
            <a:fillRect/>
          </a:stretch>
        </p:blipFill>
        <p:spPr>
          <a:xfrm>
            <a:off x="0" y="0"/>
            <a:ext cx="9159902" cy="5143500"/>
          </a:xfrm>
          <a:prstGeom prst="rect">
            <a:avLst/>
          </a:prstGeom>
        </p:spPr>
      </p:pic>
    </p:spTree>
    <p:extLst>
      <p:ext uri="{BB962C8B-B14F-4D97-AF65-F5344CB8AC3E}">
        <p14:creationId xmlns:p14="http://schemas.microsoft.com/office/powerpoint/2010/main" val="2244638971"/>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921</TotalTime>
  <Words>3960</Words>
  <Application>Microsoft Office PowerPoint</Application>
  <PresentationFormat>On-screen Show (16:9)</PresentationFormat>
  <Paragraphs>393</Paragraphs>
  <Slides>241</Slides>
  <Notes>77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241</vt:i4>
      </vt:variant>
    </vt:vector>
  </HeadingPairs>
  <TitlesOfParts>
    <vt:vector size="248"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CA NHẬP LỄ 2 (Lm. Nguyễn Văn Trinh)</vt:lpstr>
      <vt:lpstr>1. Khi con về lòng tràn niềm vui.</vt:lpstr>
      <vt:lpstr>Khi con về tình yêu chan chứa,</vt:lpstr>
      <vt:lpstr>nắm tay nhau bước trong ân tình,</vt:lpstr>
      <vt:lpstr>khi muôn người sống trong hoà bình.</vt:lpstr>
      <vt:lpstr>ĐK: Hãy đến, Chúa kêu gọi con đi về Ngài</vt:lpstr>
      <vt:lpstr>để Ngài ban hồng ân chan chứa.</vt:lpstr>
      <vt:lpstr>Xin vâng, vâng con về theo tiếng Ngài</vt:lpstr>
      <vt:lpstr>gọi vào tình thương chứa chan muôn đời.</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116 (Lm. Thái Nguyên)</vt:lpstr>
      <vt:lpstr>1. Ngàn dân hỡi! Hãy ngợi khen Chúa.</vt:lpstr>
      <vt:lpstr>Muôn nước ơi, chúc tụng Danh Ngài.</vt:lpstr>
      <vt:lpstr>ĐK: Hãy đi rao giảng Tin Mừng khắp thế gian,</vt:lpstr>
      <vt:lpstr>truyền rao chân lý muôn nơi</vt:lpstr>
      <vt:lpstr>cho muôn người được ơn cứu độ.</vt:lpstr>
      <vt:lpstr>2. Vì tình Chúa thật là cao cả.</vt:lpstr>
      <vt:lpstr>Lòng tín trung của Ngài muôn đời.</vt:lpstr>
      <vt:lpstr>ĐK: Hãy đi rao giảng Tin Mừng khắp thế gian,</vt:lpstr>
      <vt:lpstr>truyền rao chân lý muôn nơi</vt:lpstr>
      <vt:lpstr>cho muôn người được ơn cứu độ.</vt:lpstr>
      <vt:lpstr>PowerPoint Presentation</vt:lpstr>
      <vt:lpstr>PowerPoint Presentation</vt:lpstr>
      <vt:lpstr>All… All...   Chúa phán: “Nếu ai yêu mến Thầy</vt:lpstr>
      <vt:lpstr>thì sẽ giữ lời Thầy luôn, và Cha Thầy sẽ yêu mến người </vt:lpstr>
      <vt:lpstr>ấy, và Chúng Ta sẽ ở trong người ấy” All…All…</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LỄ DÂNG  HÒA BÌNH   (Mi Trầm)</vt:lpstr>
      <vt:lpstr>ÐK: Con đến dâng lễ vật với bao tâm tình hòa bình,</vt:lpstr>
      <vt:lpstr>với lòng khoan dung tha thứ, với tình yêu thương</vt:lpstr>
      <vt:lpstr>thắm thiết. Con đến dâng hiến tế, Chúa là tình yêu bao la,</vt:lpstr>
      <vt:lpstr>đoái nhận lễ con dâng Cha, Chúa ơi, nhận lời.</vt:lpstr>
      <vt:lpstr>1. Mối chân tình con đặt nơi Chúa, là tình yêu muôn người thắm thiết.</vt:lpstr>
      <vt:lpstr>Chúa ơi đây lòng con tha thứ, xin nhận cho trái tim hòa bình.</vt:lpstr>
      <vt:lpstr>ÐK: Con đến dâng lễ vật với bao tâm tình hòa bình,</vt:lpstr>
      <vt:lpstr>với lòng khoan dung tha thứ, với tình yêu thương</vt:lpstr>
      <vt:lpstr>thắm thiết. Con đến dâng hiến tế, Chúa là tình yêu bao la,</vt:lpstr>
      <vt:lpstr>đoái nhận lễ con dâng Cha, Chúa ơi, nhận lời.</vt:lpstr>
      <vt:lpstr>2. Chúa không nhận chiên bò hy tế, Ngài chỉ nhận tâm hồn thanh khiết.</vt:lpstr>
      <vt:lpstr>Chúa không ưa lễ dâng cao quý, nhưng chỉ ưa trái tim hòa bình.</vt:lpstr>
      <vt:lpstr>ÐK: Con đến dâng lễ vật với bao tâm tình hòa bình,</vt:lpstr>
      <vt:lpstr>với lòng khoan dung tha thứ, với tình yêu thương</vt:lpstr>
      <vt:lpstr>thắm thiết. Con đến dâng hiến tế, Chúa là tình yêu bao la,</vt:lpstr>
      <vt:lpstr>đoái nhận lễ con dâng Cha, Chúa ơi, nhận lời.</vt:lpstr>
      <vt:lpstr>PowerPoint Presentation</vt:lpstr>
      <vt:lpstr>CA HIỆP LỄ</vt:lpstr>
      <vt:lpstr>PowerPoint Presentation</vt:lpstr>
      <vt:lpstr>PowerPoint Presentation</vt:lpstr>
      <vt:lpstr>PowerPoint Presentation</vt:lpstr>
      <vt:lpstr>HIỆP LỄ QUA CỬA HẸP (Lm. Thái Nguyên)</vt:lpstr>
      <vt:lpstr>ĐK. Hãy chiến đấu để qua cửa hẹp, vì cửa hẹp đưa đến sự sống.</vt:lpstr>
      <vt:lpstr>Xin Chúa giúp con vượt lên chính mình,</vt:lpstr>
      <vt:lpstr>để con đi trên con đường Phúc Âm.</vt:lpstr>
      <vt:lpstr>1. Đời sống con là một cuộc chiến đấu để qua cửa hẹp,</vt:lpstr>
      <vt:lpstr>qua cửa hẹp để đi về với Chúa.</vt:lpstr>
      <vt:lpstr>Cửa không hẹp nhưng vì con quá to, to ích kỷ, to kiêu kỳ,</vt:lpstr>
      <vt:lpstr>to tham vọng nên khó lòng để mà vượt qua.</vt:lpstr>
      <vt:lpstr>ĐK. Hãy chiến đấu để qua cửa hẹp, vì cửa hẹp đưa đến sự sống.</vt:lpstr>
      <vt:lpstr>Xin Chúa giúp con vượt lên chính mình,</vt:lpstr>
      <vt:lpstr>để con đi trên con đường Phúc Âm.</vt:lpstr>
      <vt:lpstr>2. Đời sống con còn nặng lòng dưới thế mà chưa hướng về,</vt:lpstr>
      <vt:lpstr>chưa hướng về nơi quê trời vinh phúc.</vt:lpstr>
      <vt:lpstr>Vẫn lo tìm danh lợi lo thú vui, lo tích lũy,</vt:lpstr>
      <vt:lpstr>lo an nhàn nên không màng lo đến sự sống ở đời sau.</vt:lpstr>
      <vt:lpstr>ĐK. Hãy chiến đấu để qua cửa hẹp, vì cửa hẹp đưa đến sự sống.</vt:lpstr>
      <vt:lpstr>Xin Chúa giúp con vượt lên chính mình,</vt:lpstr>
      <vt:lpstr>để con đi trên con đường Phúc Âm.</vt:lpstr>
      <vt:lpstr>3. Lòng trí con còn hời hợt trống vắng và toan tính nhiều</vt:lpstr>
      <vt:lpstr>nên vẫn còn rất xa lạ với Chúa.</vt:lpstr>
      <vt:lpstr>Những đam mê vẫn chực lôi kéo con, bao cám dỗ luôn bên mình</vt:lpstr>
      <vt:lpstr>bao bóng hình như vô tình khuấy động lòng con.</vt:lpstr>
      <vt:lpstr>ĐK. Hãy chiến đấu để qua cửa hẹp, vì cửa hẹp đưa đến sự sống.</vt:lpstr>
      <vt:lpstr>Xin Chúa giúp con vượt lên chính mình,</vt:lpstr>
      <vt:lpstr>để con đi trên con đường Phúc Âm.</vt:lpstr>
      <vt:lpstr>PowerPoint Presentation</vt:lpstr>
      <vt:lpstr>KẾT LỄ MẸ ĐẸP TƯƠI (Lm. Thái Nguyên)</vt:lpstr>
      <vt:lpstr>1. Mẹ Ma-ri-a đẹp tươi như bình minh chiếu rạng ngời.</vt:lpstr>
      <vt:lpstr>Vầng trăng lung linh màn đêm, so với Mẹ còn kém xa.</vt:lpstr>
      <vt:lpstr>ĐK. Con thành tâm kính mừng Mẹ, mừng Mẹ đầy ơn phúc.</vt:lpstr>
      <vt:lpstr>Lòng khiết trinh như huệ thắm xinh muôn đời hiển vinh.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875</cp:revision>
  <cp:lastPrinted>2025-03-29T15:09:16Z</cp:lastPrinted>
  <dcterms:created xsi:type="dcterms:W3CDTF">2023-01-29T22:00:16Z</dcterms:created>
  <dcterms:modified xsi:type="dcterms:W3CDTF">2025-08-23T14:47:10Z</dcterms:modified>
</cp:coreProperties>
</file>