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222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206.xml"/>
  <Override ContentType="application/vnd.openxmlformats-officedocument.presentationml.notesSlide+xml" PartName="/ppt/notesSlides/notesSlide230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76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4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196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202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3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8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29.xml"/>
  <Override ContentType="application/vnd.openxmlformats-officedocument.presentationml.notesSlide+xml" PartName="/ppt/notesSlides/notesSlide180.xml"/>
  <Override ContentType="application/vnd.openxmlformats-officedocument.presentationml.notesSlide+xml" PartName="/ppt/notesSlides/notesSlide17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87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225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213.xml"/>
  <Override ContentType="application/vnd.openxmlformats-officedocument.presentationml.notesSlide+xml" PartName="/ppt/notesSlides/notesSlide223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77.xml"/>
  <Override ContentType="application/vnd.openxmlformats-officedocument.presentationml.notesSlide+xml" PartName="/ppt/notesSlides/notesSlide231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0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95.xml"/>
  <Override ContentType="application/vnd.openxmlformats-officedocument.presentationml.notesSlide+xml" PartName="/ppt/notesSlides/notesSlide183.xml"/>
  <Override ContentType="application/vnd.openxmlformats-officedocument.presentationml.notesSlide+xml" PartName="/ppt/notesSlides/notesSlide217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35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2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199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90.xml"/>
  <Override ContentType="application/vnd.openxmlformats-officedocument.presentationml.notesSlide+xml" PartName="/ppt/notesSlides/notesSlide218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73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224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207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88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86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23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182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78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20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71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16.xml"/>
  <Override ContentType="application/vnd.openxmlformats-officedocument.presentationml.notesSlide+xml" PartName="/ppt/notesSlides/notesSlide227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98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189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21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36.xml"/>
  <Override ContentType="application/vnd.openxmlformats-officedocument.presentationml.notesSlide+xml" PartName="/ppt/notesSlides/notesSlide20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91.xml"/>
  <Override ContentType="application/vnd.openxmlformats-officedocument.presentationml.notesSlide+xml" PartName="/ppt/notesSlides/notesSlide20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174.xml"/>
  <Override ContentType="application/vnd.openxmlformats-officedocument.presentationml.notesSlide+xml" PartName="/ppt/notesSlides/notesSlide212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93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85.xml"/>
  <Override ContentType="application/vnd.openxmlformats-officedocument.presentationml.notesSlide+xml" PartName="/ppt/notesSlides/notesSlide215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69.xml"/>
  <Override ContentType="application/vnd.openxmlformats-officedocument.presentationml.notesSlide+xml" PartName="/ppt/notesSlides/notesSlide205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79.xml"/>
  <Override ContentType="application/vnd.openxmlformats-officedocument.presentationml.notesSlide+xml" PartName="/ppt/notesSlides/notesSlide233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70.xml"/>
  <Override ContentType="application/vnd.openxmlformats-officedocument.presentationml.notesSlide+xml" PartName="/ppt/notesSlides/notesSlide197.xml"/>
  <Override ContentType="application/vnd.openxmlformats-officedocument.presentationml.notesSlide+xml" PartName="/ppt/notesSlides/notesSlide221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226.xml"/>
  <Override ContentType="application/vnd.openxmlformats-officedocument.presentationml.notesSlide+xml" PartName="/ppt/notesSlides/notesSlide200.xml"/>
  <Override ContentType="application/vnd.openxmlformats-officedocument.presentationml.notesSlide+xml" PartName="/ppt/notesSlides/notesSlide181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09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211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175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43.xml"/>
  <Override ContentType="application/vnd.openxmlformats-officedocument.presentationml.slide+xml" PartName="/ppt/slides/slide199.xml"/>
  <Override ContentType="application/vnd.openxmlformats-officedocument.presentationml.slide+xml" PartName="/ppt/slides/slide210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202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72.xml"/>
  <Override ContentType="application/vnd.openxmlformats-officedocument.presentationml.slide+xml" PartName="/ppt/slides/slide19.xml"/>
  <Override ContentType="application/vnd.openxmlformats-officedocument.presentationml.slide+xml" PartName="/ppt/slides/slide5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217.xml"/>
  <Override ContentType="application/vnd.openxmlformats-officedocument.presentationml.slide+xml" PartName="/ppt/slides/slide71.xml"/>
  <Override ContentType="application/vnd.openxmlformats-officedocument.presentationml.slide+xml" PartName="/ppt/slides/slide179.xml"/>
  <Override ContentType="application/vnd.openxmlformats-officedocument.presentationml.slide+xml" PartName="/ppt/slides/slide233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229.xml"/>
  <Override ContentType="application/vnd.openxmlformats-officedocument.presentationml.slide+xml" PartName="/ppt/slides/slide136.xml"/>
  <Override ContentType="application/vnd.openxmlformats-officedocument.presentationml.slide+xml" PartName="/ppt/slides/slide184.xml"/>
  <Override ContentType="application/vnd.openxmlformats-officedocument.presentationml.slide+xml" PartName="/ppt/slides/slide141.xml"/>
  <Override ContentType="application/vnd.openxmlformats-officedocument.presentationml.slide+xml" PartName="/ppt/slides/slide82.xml"/>
  <Override ContentType="application/vnd.openxmlformats-officedocument.presentationml.slide+xml" PartName="/ppt/slides/slide9.xml"/>
  <Override ContentType="application/vnd.openxmlformats-officedocument.presentationml.slide+xml" PartName="/ppt/slides/slide16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187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214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206.xml"/>
  <Override ContentType="application/vnd.openxmlformats-officedocument.presentationml.slide+xml" PartName="/ppt/slides/slide55.xml"/>
  <Override ContentType="application/vnd.openxmlformats-officedocument.presentationml.slide+xml" PartName="/ppt/slides/slide195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59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176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225.xml"/>
  <Override ContentType="application/vnd.openxmlformats-officedocument.presentationml.slide+xml" PartName="/ppt/slides/slide180.xml"/>
  <Override ContentType="application/vnd.openxmlformats-officedocument.presentationml.slide+xml" PartName="/ppt/slides/slide18.xml"/>
  <Override ContentType="application/vnd.openxmlformats-officedocument.presentationml.slide+xml" PartName="/ppt/slides/slide201.xml"/>
  <Override ContentType="application/vnd.openxmlformats-officedocument.presentationml.slide+xml" PartName="/ppt/slides/slide52.xml"/>
  <Override ContentType="application/vnd.openxmlformats-officedocument.presentationml.slide+xml" PartName="/ppt/slides/slide95.xml"/>
  <Override ContentType="application/vnd.openxmlformats-officedocument.presentationml.slide+xml" PartName="/ppt/slides/slide181.xml"/>
  <Override ContentType="application/vnd.openxmlformats-officedocument.presentationml.slide+xml" PartName="/ppt/slides/slide157.xml"/>
  <Override ContentType="application/vnd.openxmlformats-officedocument.presentationml.slide+xml" PartName="/ppt/slides/slide211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47.xml"/>
  <Override ContentType="application/vnd.openxmlformats-officedocument.presentationml.slide+xml" PartName="/ppt/slides/slide191.xml"/>
  <Override ContentType="application/vnd.openxmlformats-officedocument.presentationml.slide+xml" PartName="/ppt/slides/slide23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67.xml"/>
  <Override ContentType="application/vnd.openxmlformats-officedocument.presentationml.slide+xml" PartName="/ppt/slides/slide196.xml"/>
  <Override ContentType="application/vnd.openxmlformats-officedocument.presentationml.slide+xml" PartName="/ppt/slides/slide171.xml"/>
  <Override ContentType="application/vnd.openxmlformats-officedocument.presentationml.slide+xml" PartName="/ppt/slides/slide49.xml"/>
  <Override ContentType="application/vnd.openxmlformats-officedocument.presentationml.slide+xml" PartName="/ppt/slides/slide216.xml"/>
  <Override ContentType="application/vnd.openxmlformats-officedocument.presentationml.slide+xml" PartName="/ppt/slides/slide83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221.xml"/>
  <Override ContentType="application/vnd.openxmlformats-officedocument.presentationml.slide+xml" PartName="/ppt/slides/slide73.xml"/>
  <Override ContentType="application/vnd.openxmlformats-officedocument.presentationml.slide+xml" PartName="/ppt/slides/slide169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86.xml"/>
  <Override ContentType="application/vnd.openxmlformats-officedocument.presentationml.slide+xml" PartName="/ppt/slides/slide215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222.xml"/>
  <Override ContentType="application/vnd.openxmlformats-officedocument.presentationml.slide+xml" PartName="/ppt/slides/slide205.xml"/>
  <Override ContentType="application/vnd.openxmlformats-officedocument.presentationml.slide+xml" PartName="/ppt/slides/slide160.xml"/>
  <Override ContentType="application/vnd.openxmlformats-officedocument.presentationml.slide+xml" PartName="/ppt/slides/slide232.xml"/>
  <Override ContentType="application/vnd.openxmlformats-officedocument.presentationml.slide+xml" PartName="/ppt/slides/slide100.xml"/>
  <Override ContentType="application/vnd.openxmlformats-officedocument.presentationml.slide+xml" PartName="/ppt/slides/slide90.xml"/>
  <Override ContentType="application/vnd.openxmlformats-officedocument.presentationml.slide+xml" PartName="/ppt/slides/slide143.xml"/>
  <Override ContentType="application/vnd.openxmlformats-officedocument.presentationml.slide+xml" PartName="/ppt/slides/slide132.xml"/>
  <Override ContentType="application/vnd.openxmlformats-officedocument.presentationml.slide+xml" PartName="/ppt/slides/slide62.xml"/>
  <Override ContentType="application/vnd.openxmlformats-officedocument.presentationml.slide+xml" PartName="/ppt/slides/slide175.xml"/>
  <Override ContentType="application/vnd.openxmlformats-officedocument.presentationml.slide+xml" PartName="/ppt/slides/slide1.xml"/>
  <Override ContentType="application/vnd.openxmlformats-officedocument.presentationml.slide+xml" PartName="/ppt/slides/slide192.xml"/>
  <Override ContentType="application/vnd.openxmlformats-officedocument.presentationml.slide+xml" PartName="/ppt/slides/slide45.xml"/>
  <Override ContentType="application/vnd.openxmlformats-officedocument.presentationml.slide+xml" PartName="/ppt/slides/slide226.xml"/>
  <Override ContentType="application/vnd.openxmlformats-officedocument.presentationml.slide+xml" PartName="/ppt/slides/slide28.xml"/>
  <Override ContentType="application/vnd.openxmlformats-officedocument.presentationml.slide+xml" PartName="/ppt/slides/slide209.xml"/>
  <Override ContentType="application/vnd.openxmlformats-officedocument.presentationml.slide+xml" PartName="/ppt/slides/slide200.xml"/>
  <Override ContentType="application/vnd.openxmlformats-officedocument.presentationml.slide+xml" PartName="/ppt/slides/slide88.xml"/>
  <Override ContentType="application/vnd.openxmlformats-officedocument.presentationml.slide+xml" PartName="/ppt/slides/slide158.xml"/>
  <Override ContentType="application/vnd.openxmlformats-officedocument.presentationml.slide+xml" PartName="/ppt/slides/slide115.xml"/>
  <Override ContentType="application/vnd.openxmlformats-officedocument.presentationml.slide+xml" PartName="/ppt/slides/slide3.xml"/>
  <Override ContentType="application/vnd.openxmlformats-officedocument.presentationml.slide+xml" PartName="/ppt/slides/slide182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174.xml"/>
  <Override ContentType="application/vnd.openxmlformats-officedocument.presentationml.slide+xml" PartName="/ppt/slides/slide190.xml"/>
  <Override ContentType="application/vnd.openxmlformats-officedocument.presentationml.slide+xml" PartName="/ppt/slides/slide227.xml"/>
  <Override ContentType="application/vnd.openxmlformats-officedocument.presentationml.slide+xml" PartName="/ppt/slides/slide33.xml"/>
  <Override ContentType="application/vnd.openxmlformats-officedocument.presentationml.slide+xml" PartName="/ppt/slides/slide219.xml"/>
  <Override ContentType="application/vnd.openxmlformats-officedocument.presentationml.slide+xml" PartName="/ppt/slides/slide68.xml"/>
  <Override ContentType="application/vnd.openxmlformats-officedocument.presentationml.slide+xml" PartName="/ppt/slides/slide170.xml"/>
  <Override ContentType="application/vnd.openxmlformats-officedocument.presentationml.slide+xml" PartName="/ppt/slides/slide20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220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235.xml"/>
  <Override ContentType="application/vnd.openxmlformats-officedocument.presentationml.slide+xml" PartName="/ppt/slides/slide154.xml"/>
  <Override ContentType="application/vnd.openxmlformats-officedocument.presentationml.slide+xml" PartName="/ppt/slides/slide197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3.xml"/>
  <Override ContentType="application/vnd.openxmlformats-officedocument.presentationml.slide+xml" PartName="/ppt/slides/slide22.xml"/>
  <Override ContentType="application/vnd.openxmlformats-officedocument.presentationml.slide+xml" PartName="/ppt/slides/slide185.xml"/>
  <Override ContentType="application/vnd.openxmlformats-officedocument.presentationml.slide+xml" PartName="/ppt/slides/slide231.xml"/>
  <Override ContentType="application/vnd.openxmlformats-officedocument.presentationml.slide+xml" PartName="/ppt/slides/slide65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178.xml"/>
  <Override ContentType="application/vnd.openxmlformats-officedocument.presentationml.slide+xml" PartName="/ppt/slides/slide29.xml"/>
  <Override ContentType="application/vnd.openxmlformats-officedocument.presentationml.slide+xml" PartName="/ppt/slides/slide212.xml"/>
  <Override ContentType="application/vnd.openxmlformats-officedocument.presentationml.slide+xml" PartName="/ppt/slides/slide76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89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57.xml"/>
  <Override ContentType="application/vnd.openxmlformats-officedocument.presentationml.slide+xml" PartName="/ppt/slides/slide44.xml"/>
  <Override ContentType="application/vnd.openxmlformats-officedocument.presentationml.slide+xml" PartName="/ppt/slides/slide193.xml"/>
  <Override ContentType="application/vnd.openxmlformats-officedocument.presentationml.slide+xml" PartName="/ppt/slides/slide208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22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198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218.xml"/>
  <Override ContentType="application/vnd.openxmlformats-officedocument.presentationml.slide+xml" PartName="/ppt/slides/slide130.xml"/>
  <Override ContentType="application/vnd.openxmlformats-officedocument.presentationml.slide+xml" PartName="/ppt/slides/slide173.xml"/>
  <Override ContentType="application/vnd.openxmlformats-officedocument.presentationml.slide+xml" PartName="/ppt/slides/slide16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83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49.xml"/>
  <Override ContentType="application/vnd.openxmlformats-officedocument.presentationml.slide+xml" PartName="/ppt/slides/slide203.xml"/>
  <Override ContentType="application/vnd.openxmlformats-officedocument.presentationml.slide+xml" PartName="/ppt/slides/slide124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234.xml"/>
  <Override ContentType="application/vnd.openxmlformats-officedocument.presentationml.slide+xml" PartName="/ppt/slides/slide194.xml"/>
  <Override ContentType="application/vnd.openxmlformats-officedocument.presentationml.slide+xml" PartName="/ppt/slides/slide151.xml"/>
  <Override ContentType="application/vnd.openxmlformats-officedocument.presentationml.slide+xml" PartName="/ppt/slides/slide177.xml"/>
  <Override ContentType="application/vnd.openxmlformats-officedocument.presentationml.slide+xml" PartName="/ppt/slides/slide134.xml"/>
  <Override ContentType="application/vnd.openxmlformats-officedocument.presentationml.slide+xml" PartName="/ppt/slides/slide207.xml"/>
  <Override ContentType="application/vnd.openxmlformats-officedocument.presentationml.slide+xml" PartName="/ppt/slides/slide224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88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75.xml"/>
  <Override ContentType="application/vnd.openxmlformats-officedocument.presentationml.slide+xml" PartName="/ppt/slides/slide213.xml"/>
  <Override ContentType="application/vnd.openxmlformats-officedocument.presentationml.slide+xml" PartName="/ppt/slides/slide58.xml"/>
  <Override ContentType="application/vnd.openxmlformats-officedocument.presentationml.slide+xml" PartName="/ppt/slides/slide15.xml"/>
  <Override ContentType="application/vnd.openxmlformats-officedocument.presentationml.slide+xml" PartName="/ppt/slides/slide230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  <p:sldId id="409" r:id="rId159"/>
    <p:sldId id="410" r:id="rId160"/>
    <p:sldId id="411" r:id="rId161"/>
    <p:sldId id="412" r:id="rId162"/>
    <p:sldId id="413" r:id="rId163"/>
    <p:sldId id="414" r:id="rId164"/>
    <p:sldId id="415" r:id="rId165"/>
    <p:sldId id="416" r:id="rId166"/>
    <p:sldId id="417" r:id="rId167"/>
    <p:sldId id="418" r:id="rId168"/>
    <p:sldId id="419" r:id="rId169"/>
    <p:sldId id="420" r:id="rId170"/>
    <p:sldId id="421" r:id="rId171"/>
    <p:sldId id="422" r:id="rId172"/>
    <p:sldId id="423" r:id="rId173"/>
    <p:sldId id="424" r:id="rId174"/>
    <p:sldId id="425" r:id="rId175"/>
    <p:sldId id="426" r:id="rId176"/>
    <p:sldId id="427" r:id="rId177"/>
    <p:sldId id="428" r:id="rId178"/>
    <p:sldId id="429" r:id="rId179"/>
    <p:sldId id="430" r:id="rId180"/>
    <p:sldId id="431" r:id="rId181"/>
    <p:sldId id="432" r:id="rId182"/>
    <p:sldId id="433" r:id="rId183"/>
    <p:sldId id="434" r:id="rId184"/>
    <p:sldId id="435" r:id="rId185"/>
    <p:sldId id="436" r:id="rId186"/>
    <p:sldId id="437" r:id="rId187"/>
    <p:sldId id="438" r:id="rId188"/>
    <p:sldId id="439" r:id="rId189"/>
    <p:sldId id="440" r:id="rId190"/>
    <p:sldId id="441" r:id="rId191"/>
    <p:sldId id="442" r:id="rId192"/>
    <p:sldId id="443" r:id="rId193"/>
    <p:sldId id="444" r:id="rId194"/>
    <p:sldId id="445" r:id="rId195"/>
    <p:sldId id="446" r:id="rId196"/>
    <p:sldId id="447" r:id="rId197"/>
    <p:sldId id="448" r:id="rId198"/>
    <p:sldId id="449" r:id="rId199"/>
    <p:sldId id="450" r:id="rId200"/>
    <p:sldId id="451" r:id="rId201"/>
    <p:sldId id="452" r:id="rId202"/>
    <p:sldId id="453" r:id="rId203"/>
    <p:sldId id="454" r:id="rId204"/>
    <p:sldId id="455" r:id="rId205"/>
    <p:sldId id="456" r:id="rId206"/>
    <p:sldId id="457" r:id="rId207"/>
    <p:sldId id="458" r:id="rId208"/>
    <p:sldId id="459" r:id="rId209"/>
    <p:sldId id="460" r:id="rId210"/>
    <p:sldId id="461" r:id="rId211"/>
    <p:sldId id="462" r:id="rId212"/>
    <p:sldId id="463" r:id="rId213"/>
    <p:sldId id="464" r:id="rId214"/>
    <p:sldId id="465" r:id="rId215"/>
    <p:sldId id="466" r:id="rId216"/>
    <p:sldId id="467" r:id="rId217"/>
    <p:sldId id="468" r:id="rId218"/>
    <p:sldId id="469" r:id="rId219"/>
    <p:sldId id="470" r:id="rId220"/>
    <p:sldId id="471" r:id="rId221"/>
    <p:sldId id="472" r:id="rId222"/>
    <p:sldId id="473" r:id="rId223"/>
    <p:sldId id="474" r:id="rId224"/>
    <p:sldId id="475" r:id="rId225"/>
    <p:sldId id="476" r:id="rId226"/>
    <p:sldId id="477" r:id="rId227"/>
    <p:sldId id="478" r:id="rId228"/>
    <p:sldId id="479" r:id="rId229"/>
    <p:sldId id="480" r:id="rId230"/>
    <p:sldId id="481" r:id="rId231"/>
    <p:sldId id="482" r:id="rId232"/>
    <p:sldId id="483" r:id="rId233"/>
    <p:sldId id="484" r:id="rId234"/>
    <p:sldId id="485" r:id="rId235"/>
    <p:sldId id="486" r:id="rId236"/>
    <p:sldId id="487" r:id="rId237"/>
    <p:sldId id="488" r:id="rId238"/>
    <p:sldId id="489" r:id="rId239"/>
    <p:sldId id="490" r:id="rId240"/>
    <p:sldId id="491" r:id="rId241"/>
  </p:sldIdLst>
  <p:sldSz cy="51435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42" roundtripDataSignature="AMtx7mhuG1ZXa4FxBZzsBJkzayqDgSG+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190" Type="http://schemas.openxmlformats.org/officeDocument/2006/relationships/slide" Target="slides/slide18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194" Type="http://schemas.openxmlformats.org/officeDocument/2006/relationships/slide" Target="slides/slide189.xml"/><Relationship Id="rId43" Type="http://schemas.openxmlformats.org/officeDocument/2006/relationships/slide" Target="slides/slide38.xml"/><Relationship Id="rId193" Type="http://schemas.openxmlformats.org/officeDocument/2006/relationships/slide" Target="slides/slide188.xml"/><Relationship Id="rId46" Type="http://schemas.openxmlformats.org/officeDocument/2006/relationships/slide" Target="slides/slide41.xml"/><Relationship Id="rId192" Type="http://schemas.openxmlformats.org/officeDocument/2006/relationships/slide" Target="slides/slide187.xml"/><Relationship Id="rId45" Type="http://schemas.openxmlformats.org/officeDocument/2006/relationships/slide" Target="slides/slide40.xml"/><Relationship Id="rId191" Type="http://schemas.openxmlformats.org/officeDocument/2006/relationships/slide" Target="slides/slide186.xml"/><Relationship Id="rId48" Type="http://schemas.openxmlformats.org/officeDocument/2006/relationships/slide" Target="slides/slide43.xml"/><Relationship Id="rId187" Type="http://schemas.openxmlformats.org/officeDocument/2006/relationships/slide" Target="slides/slide182.xml"/><Relationship Id="rId47" Type="http://schemas.openxmlformats.org/officeDocument/2006/relationships/slide" Target="slides/slide42.xml"/><Relationship Id="rId186" Type="http://schemas.openxmlformats.org/officeDocument/2006/relationships/slide" Target="slides/slide181.xml"/><Relationship Id="rId185" Type="http://schemas.openxmlformats.org/officeDocument/2006/relationships/slide" Target="slides/slide180.xml"/><Relationship Id="rId49" Type="http://schemas.openxmlformats.org/officeDocument/2006/relationships/slide" Target="slides/slide44.xml"/><Relationship Id="rId184" Type="http://schemas.openxmlformats.org/officeDocument/2006/relationships/slide" Target="slides/slide179.xml"/><Relationship Id="rId189" Type="http://schemas.openxmlformats.org/officeDocument/2006/relationships/slide" Target="slides/slide184.xml"/><Relationship Id="rId188" Type="http://schemas.openxmlformats.org/officeDocument/2006/relationships/slide" Target="slides/slide18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183" Type="http://schemas.openxmlformats.org/officeDocument/2006/relationships/slide" Target="slides/slide178.xml"/><Relationship Id="rId32" Type="http://schemas.openxmlformats.org/officeDocument/2006/relationships/slide" Target="slides/slide27.xml"/><Relationship Id="rId182" Type="http://schemas.openxmlformats.org/officeDocument/2006/relationships/slide" Target="slides/slide177.xml"/><Relationship Id="rId35" Type="http://schemas.openxmlformats.org/officeDocument/2006/relationships/slide" Target="slides/slide30.xml"/><Relationship Id="rId181" Type="http://schemas.openxmlformats.org/officeDocument/2006/relationships/slide" Target="slides/slide176.xml"/><Relationship Id="rId34" Type="http://schemas.openxmlformats.org/officeDocument/2006/relationships/slide" Target="slides/slide29.xml"/><Relationship Id="rId180" Type="http://schemas.openxmlformats.org/officeDocument/2006/relationships/slide" Target="slides/slide175.xml"/><Relationship Id="rId37" Type="http://schemas.openxmlformats.org/officeDocument/2006/relationships/slide" Target="slides/slide32.xml"/><Relationship Id="rId176" Type="http://schemas.openxmlformats.org/officeDocument/2006/relationships/slide" Target="slides/slide171.xml"/><Relationship Id="rId36" Type="http://schemas.openxmlformats.org/officeDocument/2006/relationships/slide" Target="slides/slide31.xml"/><Relationship Id="rId175" Type="http://schemas.openxmlformats.org/officeDocument/2006/relationships/slide" Target="slides/slide170.xml"/><Relationship Id="rId39" Type="http://schemas.openxmlformats.org/officeDocument/2006/relationships/slide" Target="slides/slide34.xml"/><Relationship Id="rId174" Type="http://schemas.openxmlformats.org/officeDocument/2006/relationships/slide" Target="slides/slide169.xml"/><Relationship Id="rId38" Type="http://schemas.openxmlformats.org/officeDocument/2006/relationships/slide" Target="slides/slide33.xml"/><Relationship Id="rId173" Type="http://schemas.openxmlformats.org/officeDocument/2006/relationships/slide" Target="slides/slide168.xml"/><Relationship Id="rId179" Type="http://schemas.openxmlformats.org/officeDocument/2006/relationships/slide" Target="slides/slide174.xml"/><Relationship Id="rId178" Type="http://schemas.openxmlformats.org/officeDocument/2006/relationships/slide" Target="slides/slide173.xml"/><Relationship Id="rId177" Type="http://schemas.openxmlformats.org/officeDocument/2006/relationships/slide" Target="slides/slide172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98" Type="http://schemas.openxmlformats.org/officeDocument/2006/relationships/slide" Target="slides/slide193.xml"/><Relationship Id="rId14" Type="http://schemas.openxmlformats.org/officeDocument/2006/relationships/slide" Target="slides/slide9.xml"/><Relationship Id="rId197" Type="http://schemas.openxmlformats.org/officeDocument/2006/relationships/slide" Target="slides/slide192.xml"/><Relationship Id="rId17" Type="http://schemas.openxmlformats.org/officeDocument/2006/relationships/slide" Target="slides/slide12.xml"/><Relationship Id="rId196" Type="http://schemas.openxmlformats.org/officeDocument/2006/relationships/slide" Target="slides/slide191.xml"/><Relationship Id="rId16" Type="http://schemas.openxmlformats.org/officeDocument/2006/relationships/slide" Target="slides/slide11.xml"/><Relationship Id="rId195" Type="http://schemas.openxmlformats.org/officeDocument/2006/relationships/slide" Target="slides/slide190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99" Type="http://schemas.openxmlformats.org/officeDocument/2006/relationships/slide" Target="slides/slide194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150" Type="http://schemas.openxmlformats.org/officeDocument/2006/relationships/slide" Target="slides/slide145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4.xml"/><Relationship Id="rId4" Type="http://schemas.openxmlformats.org/officeDocument/2006/relationships/slideMaster" Target="slideMasters/slideMaster1.xml"/><Relationship Id="rId148" Type="http://schemas.openxmlformats.org/officeDocument/2006/relationships/slide" Target="slides/slide143.xml"/><Relationship Id="rId9" Type="http://schemas.openxmlformats.org/officeDocument/2006/relationships/slide" Target="slides/slide4.xml"/><Relationship Id="rId143" Type="http://schemas.openxmlformats.org/officeDocument/2006/relationships/slide" Target="slides/slide138.xml"/><Relationship Id="rId142" Type="http://schemas.openxmlformats.org/officeDocument/2006/relationships/slide" Target="slides/slide137.xml"/><Relationship Id="rId141" Type="http://schemas.openxmlformats.org/officeDocument/2006/relationships/slide" Target="slides/slide136.xml"/><Relationship Id="rId140" Type="http://schemas.openxmlformats.org/officeDocument/2006/relationships/slide" Target="slides/slide135.xml"/><Relationship Id="rId5" Type="http://schemas.openxmlformats.org/officeDocument/2006/relationships/notesMaster" Target="notesMasters/notesMaster1.xml"/><Relationship Id="rId147" Type="http://schemas.openxmlformats.org/officeDocument/2006/relationships/slide" Target="slides/slide142.xml"/><Relationship Id="rId6" Type="http://schemas.openxmlformats.org/officeDocument/2006/relationships/slide" Target="slides/slide1.xml"/><Relationship Id="rId146" Type="http://schemas.openxmlformats.org/officeDocument/2006/relationships/slide" Target="slides/slide141.xml"/><Relationship Id="rId7" Type="http://schemas.openxmlformats.org/officeDocument/2006/relationships/slide" Target="slides/slide2.xml"/><Relationship Id="rId145" Type="http://schemas.openxmlformats.org/officeDocument/2006/relationships/slide" Target="slides/slide140.xml"/><Relationship Id="rId8" Type="http://schemas.openxmlformats.org/officeDocument/2006/relationships/slide" Target="slides/slide3.xml"/><Relationship Id="rId144" Type="http://schemas.openxmlformats.org/officeDocument/2006/relationships/slide" Target="slides/slide13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9" Type="http://schemas.openxmlformats.org/officeDocument/2006/relationships/slide" Target="slides/slide134.xml"/><Relationship Id="rId138" Type="http://schemas.openxmlformats.org/officeDocument/2006/relationships/slide" Target="slides/slide133.xml"/><Relationship Id="rId137" Type="http://schemas.openxmlformats.org/officeDocument/2006/relationships/slide" Target="slides/slide132.xml"/><Relationship Id="rId132" Type="http://schemas.openxmlformats.org/officeDocument/2006/relationships/slide" Target="slides/slide127.xml"/><Relationship Id="rId131" Type="http://schemas.openxmlformats.org/officeDocument/2006/relationships/slide" Target="slides/slide126.xml"/><Relationship Id="rId130" Type="http://schemas.openxmlformats.org/officeDocument/2006/relationships/slide" Target="slides/slide125.xml"/><Relationship Id="rId136" Type="http://schemas.openxmlformats.org/officeDocument/2006/relationships/slide" Target="slides/slide131.xml"/><Relationship Id="rId135" Type="http://schemas.openxmlformats.org/officeDocument/2006/relationships/slide" Target="slides/slide130.xml"/><Relationship Id="rId134" Type="http://schemas.openxmlformats.org/officeDocument/2006/relationships/slide" Target="slides/slide129.xml"/><Relationship Id="rId133" Type="http://schemas.openxmlformats.org/officeDocument/2006/relationships/slide" Target="slides/slide12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172" Type="http://schemas.openxmlformats.org/officeDocument/2006/relationships/slide" Target="slides/slide167.xml"/><Relationship Id="rId65" Type="http://schemas.openxmlformats.org/officeDocument/2006/relationships/slide" Target="slides/slide60.xml"/><Relationship Id="rId171" Type="http://schemas.openxmlformats.org/officeDocument/2006/relationships/slide" Target="slides/slide166.xml"/><Relationship Id="rId68" Type="http://schemas.openxmlformats.org/officeDocument/2006/relationships/slide" Target="slides/slide63.xml"/><Relationship Id="rId170" Type="http://schemas.openxmlformats.org/officeDocument/2006/relationships/slide" Target="slides/slide165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165" Type="http://schemas.openxmlformats.org/officeDocument/2006/relationships/slide" Target="slides/slide160.xml"/><Relationship Id="rId69" Type="http://schemas.openxmlformats.org/officeDocument/2006/relationships/slide" Target="slides/slide64.xml"/><Relationship Id="rId164" Type="http://schemas.openxmlformats.org/officeDocument/2006/relationships/slide" Target="slides/slide159.xml"/><Relationship Id="rId163" Type="http://schemas.openxmlformats.org/officeDocument/2006/relationships/slide" Target="slides/slide158.xml"/><Relationship Id="rId162" Type="http://schemas.openxmlformats.org/officeDocument/2006/relationships/slide" Target="slides/slide157.xml"/><Relationship Id="rId169" Type="http://schemas.openxmlformats.org/officeDocument/2006/relationships/slide" Target="slides/slide164.xml"/><Relationship Id="rId168" Type="http://schemas.openxmlformats.org/officeDocument/2006/relationships/slide" Target="slides/slide163.xml"/><Relationship Id="rId167" Type="http://schemas.openxmlformats.org/officeDocument/2006/relationships/slide" Target="slides/slide162.xml"/><Relationship Id="rId166" Type="http://schemas.openxmlformats.org/officeDocument/2006/relationships/slide" Target="slides/slide161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161" Type="http://schemas.openxmlformats.org/officeDocument/2006/relationships/slide" Target="slides/slide156.xml"/><Relationship Id="rId54" Type="http://schemas.openxmlformats.org/officeDocument/2006/relationships/slide" Target="slides/slide49.xml"/><Relationship Id="rId160" Type="http://schemas.openxmlformats.org/officeDocument/2006/relationships/slide" Target="slides/slide155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159" Type="http://schemas.openxmlformats.org/officeDocument/2006/relationships/slide" Target="slides/slide154.xml"/><Relationship Id="rId59" Type="http://schemas.openxmlformats.org/officeDocument/2006/relationships/slide" Target="slides/slide54.xml"/><Relationship Id="rId154" Type="http://schemas.openxmlformats.org/officeDocument/2006/relationships/slide" Target="slides/slide149.xml"/><Relationship Id="rId58" Type="http://schemas.openxmlformats.org/officeDocument/2006/relationships/slide" Target="slides/slide53.xml"/><Relationship Id="rId153" Type="http://schemas.openxmlformats.org/officeDocument/2006/relationships/slide" Target="slides/slide148.xml"/><Relationship Id="rId152" Type="http://schemas.openxmlformats.org/officeDocument/2006/relationships/slide" Target="slides/slide147.xml"/><Relationship Id="rId151" Type="http://schemas.openxmlformats.org/officeDocument/2006/relationships/slide" Target="slides/slide146.xml"/><Relationship Id="rId158" Type="http://schemas.openxmlformats.org/officeDocument/2006/relationships/slide" Target="slides/slide153.xml"/><Relationship Id="rId157" Type="http://schemas.openxmlformats.org/officeDocument/2006/relationships/slide" Target="slides/slide152.xml"/><Relationship Id="rId156" Type="http://schemas.openxmlformats.org/officeDocument/2006/relationships/slide" Target="slides/slide151.xml"/><Relationship Id="rId155" Type="http://schemas.openxmlformats.org/officeDocument/2006/relationships/slide" Target="slides/slide150.xml"/><Relationship Id="rId107" Type="http://schemas.openxmlformats.org/officeDocument/2006/relationships/slide" Target="slides/slide102.xml"/><Relationship Id="rId228" Type="http://schemas.openxmlformats.org/officeDocument/2006/relationships/slide" Target="slides/slide223.xml"/><Relationship Id="rId106" Type="http://schemas.openxmlformats.org/officeDocument/2006/relationships/slide" Target="slides/slide101.xml"/><Relationship Id="rId227" Type="http://schemas.openxmlformats.org/officeDocument/2006/relationships/slide" Target="slides/slide222.xml"/><Relationship Id="rId105" Type="http://schemas.openxmlformats.org/officeDocument/2006/relationships/slide" Target="slides/slide100.xml"/><Relationship Id="rId226" Type="http://schemas.openxmlformats.org/officeDocument/2006/relationships/slide" Target="slides/slide221.xml"/><Relationship Id="rId104" Type="http://schemas.openxmlformats.org/officeDocument/2006/relationships/slide" Target="slides/slide99.xml"/><Relationship Id="rId225" Type="http://schemas.openxmlformats.org/officeDocument/2006/relationships/slide" Target="slides/slide220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229" Type="http://schemas.openxmlformats.org/officeDocument/2006/relationships/slide" Target="slides/slide224.xml"/><Relationship Id="rId220" Type="http://schemas.openxmlformats.org/officeDocument/2006/relationships/slide" Target="slides/slide215.xml"/><Relationship Id="rId103" Type="http://schemas.openxmlformats.org/officeDocument/2006/relationships/slide" Target="slides/slide98.xml"/><Relationship Id="rId224" Type="http://schemas.openxmlformats.org/officeDocument/2006/relationships/slide" Target="slides/slide219.xml"/><Relationship Id="rId102" Type="http://schemas.openxmlformats.org/officeDocument/2006/relationships/slide" Target="slides/slide97.xml"/><Relationship Id="rId223" Type="http://schemas.openxmlformats.org/officeDocument/2006/relationships/slide" Target="slides/slide218.xml"/><Relationship Id="rId101" Type="http://schemas.openxmlformats.org/officeDocument/2006/relationships/slide" Target="slides/slide96.xml"/><Relationship Id="rId222" Type="http://schemas.openxmlformats.org/officeDocument/2006/relationships/slide" Target="slides/slide217.xml"/><Relationship Id="rId100" Type="http://schemas.openxmlformats.org/officeDocument/2006/relationships/slide" Target="slides/slide95.xml"/><Relationship Id="rId221" Type="http://schemas.openxmlformats.org/officeDocument/2006/relationships/slide" Target="slides/slide216.xml"/><Relationship Id="rId217" Type="http://schemas.openxmlformats.org/officeDocument/2006/relationships/slide" Target="slides/slide212.xml"/><Relationship Id="rId216" Type="http://schemas.openxmlformats.org/officeDocument/2006/relationships/slide" Target="slides/slide211.xml"/><Relationship Id="rId215" Type="http://schemas.openxmlformats.org/officeDocument/2006/relationships/slide" Target="slides/slide210.xml"/><Relationship Id="rId214" Type="http://schemas.openxmlformats.org/officeDocument/2006/relationships/slide" Target="slides/slide209.xml"/><Relationship Id="rId219" Type="http://schemas.openxmlformats.org/officeDocument/2006/relationships/slide" Target="slides/slide214.xml"/><Relationship Id="rId218" Type="http://schemas.openxmlformats.org/officeDocument/2006/relationships/slide" Target="slides/slide213.xml"/><Relationship Id="rId213" Type="http://schemas.openxmlformats.org/officeDocument/2006/relationships/slide" Target="slides/slide208.xml"/><Relationship Id="rId212" Type="http://schemas.openxmlformats.org/officeDocument/2006/relationships/slide" Target="slides/slide207.xml"/><Relationship Id="rId211" Type="http://schemas.openxmlformats.org/officeDocument/2006/relationships/slide" Target="slides/slide206.xml"/><Relationship Id="rId210" Type="http://schemas.openxmlformats.org/officeDocument/2006/relationships/slide" Target="slides/slide205.xml"/><Relationship Id="rId129" Type="http://schemas.openxmlformats.org/officeDocument/2006/relationships/slide" Target="slides/slide124.xml"/><Relationship Id="rId128" Type="http://schemas.openxmlformats.org/officeDocument/2006/relationships/slide" Target="slides/slide123.xml"/><Relationship Id="rId127" Type="http://schemas.openxmlformats.org/officeDocument/2006/relationships/slide" Target="slides/slide122.xml"/><Relationship Id="rId126" Type="http://schemas.openxmlformats.org/officeDocument/2006/relationships/slide" Target="slides/slide121.xml"/><Relationship Id="rId121" Type="http://schemas.openxmlformats.org/officeDocument/2006/relationships/slide" Target="slides/slide116.xml"/><Relationship Id="rId242" Type="http://customschemas.google.com/relationships/presentationmetadata" Target="metadata"/><Relationship Id="rId120" Type="http://schemas.openxmlformats.org/officeDocument/2006/relationships/slide" Target="slides/slide115.xml"/><Relationship Id="rId241" Type="http://schemas.openxmlformats.org/officeDocument/2006/relationships/slide" Target="slides/slide236.xml"/><Relationship Id="rId240" Type="http://schemas.openxmlformats.org/officeDocument/2006/relationships/slide" Target="slides/slide235.xml"/><Relationship Id="rId125" Type="http://schemas.openxmlformats.org/officeDocument/2006/relationships/slide" Target="slides/slide120.xml"/><Relationship Id="rId124" Type="http://schemas.openxmlformats.org/officeDocument/2006/relationships/slide" Target="slides/slide119.xml"/><Relationship Id="rId123" Type="http://schemas.openxmlformats.org/officeDocument/2006/relationships/slide" Target="slides/slide118.xml"/><Relationship Id="rId122" Type="http://schemas.openxmlformats.org/officeDocument/2006/relationships/slide" Target="slides/slide117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99" Type="http://schemas.openxmlformats.org/officeDocument/2006/relationships/slide" Target="slides/slide94.xml"/><Relationship Id="rId98" Type="http://schemas.openxmlformats.org/officeDocument/2006/relationships/slide" Target="slides/slide93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239" Type="http://schemas.openxmlformats.org/officeDocument/2006/relationships/slide" Target="slides/slide234.xml"/><Relationship Id="rId117" Type="http://schemas.openxmlformats.org/officeDocument/2006/relationships/slide" Target="slides/slide112.xml"/><Relationship Id="rId238" Type="http://schemas.openxmlformats.org/officeDocument/2006/relationships/slide" Target="slides/slide233.xml"/><Relationship Id="rId116" Type="http://schemas.openxmlformats.org/officeDocument/2006/relationships/slide" Target="slides/slide111.xml"/><Relationship Id="rId237" Type="http://schemas.openxmlformats.org/officeDocument/2006/relationships/slide" Target="slides/slide232.xml"/><Relationship Id="rId115" Type="http://schemas.openxmlformats.org/officeDocument/2006/relationships/slide" Target="slides/slide110.xml"/><Relationship Id="rId236" Type="http://schemas.openxmlformats.org/officeDocument/2006/relationships/slide" Target="slides/slide231.xml"/><Relationship Id="rId119" Type="http://schemas.openxmlformats.org/officeDocument/2006/relationships/slide" Target="slides/slide114.xml"/><Relationship Id="rId110" Type="http://schemas.openxmlformats.org/officeDocument/2006/relationships/slide" Target="slides/slide105.xml"/><Relationship Id="rId231" Type="http://schemas.openxmlformats.org/officeDocument/2006/relationships/slide" Target="slides/slide226.xml"/><Relationship Id="rId230" Type="http://schemas.openxmlformats.org/officeDocument/2006/relationships/slide" Target="slides/slide225.xml"/><Relationship Id="rId114" Type="http://schemas.openxmlformats.org/officeDocument/2006/relationships/slide" Target="slides/slide109.xml"/><Relationship Id="rId235" Type="http://schemas.openxmlformats.org/officeDocument/2006/relationships/slide" Target="slides/slide230.xml"/><Relationship Id="rId113" Type="http://schemas.openxmlformats.org/officeDocument/2006/relationships/slide" Target="slides/slide108.xml"/><Relationship Id="rId234" Type="http://schemas.openxmlformats.org/officeDocument/2006/relationships/slide" Target="slides/slide229.xml"/><Relationship Id="rId112" Type="http://schemas.openxmlformats.org/officeDocument/2006/relationships/slide" Target="slides/slide107.xml"/><Relationship Id="rId233" Type="http://schemas.openxmlformats.org/officeDocument/2006/relationships/slide" Target="slides/slide228.xml"/><Relationship Id="rId111" Type="http://schemas.openxmlformats.org/officeDocument/2006/relationships/slide" Target="slides/slide106.xml"/><Relationship Id="rId232" Type="http://schemas.openxmlformats.org/officeDocument/2006/relationships/slide" Target="slides/slide227.xml"/><Relationship Id="rId206" Type="http://schemas.openxmlformats.org/officeDocument/2006/relationships/slide" Target="slides/slide201.xml"/><Relationship Id="rId205" Type="http://schemas.openxmlformats.org/officeDocument/2006/relationships/slide" Target="slides/slide200.xml"/><Relationship Id="rId204" Type="http://schemas.openxmlformats.org/officeDocument/2006/relationships/slide" Target="slides/slide199.xml"/><Relationship Id="rId203" Type="http://schemas.openxmlformats.org/officeDocument/2006/relationships/slide" Target="slides/slide198.xml"/><Relationship Id="rId209" Type="http://schemas.openxmlformats.org/officeDocument/2006/relationships/slide" Target="slides/slide204.xml"/><Relationship Id="rId208" Type="http://schemas.openxmlformats.org/officeDocument/2006/relationships/slide" Target="slides/slide203.xml"/><Relationship Id="rId207" Type="http://schemas.openxmlformats.org/officeDocument/2006/relationships/slide" Target="slides/slide202.xml"/><Relationship Id="rId202" Type="http://schemas.openxmlformats.org/officeDocument/2006/relationships/slide" Target="slides/slide197.xml"/><Relationship Id="rId201" Type="http://schemas.openxmlformats.org/officeDocument/2006/relationships/slide" Target="slides/slide196.xml"/><Relationship Id="rId200" Type="http://schemas.openxmlformats.org/officeDocument/2006/relationships/slide" Target="slides/slide19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5c12958b4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g3a5c12958b4_0_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1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1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1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1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1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1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1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2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2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2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2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2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2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2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2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2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2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3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3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3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3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3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3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3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3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3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3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4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4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4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4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4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4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p4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4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4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p4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p5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p5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p5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p5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p5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6" name="Google Shape;356;p5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p5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p5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p5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p5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p6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p6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p6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6" name="Google Shape;396;p6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p6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p6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p6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6" name="Google Shape;416;p6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p6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p6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7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1" name="Google Shape;431;p7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7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p7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7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1" name="Google Shape;441;p7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6" name="Google Shape;446;p7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1" name="Google Shape;451;p7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7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6" name="Google Shape;456;p7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7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1" name="Google Shape;461;p7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6" name="Google Shape;466;p7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7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1" name="Google Shape;471;p7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6" name="Google Shape;476;p7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1" name="Google Shape;481;p8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8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6" name="Google Shape;486;p8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8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1" name="Google Shape;491;p8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8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6" name="Google Shape;496;p8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8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1" name="Google Shape;501;p8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8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6" name="Google Shape;506;p8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8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1" name="Google Shape;511;p8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8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6" name="Google Shape;516;p8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8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1" name="Google Shape;521;p8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8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6" name="Google Shape;526;p8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9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1" name="Google Shape;531;p9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9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6" name="Google Shape;536;p9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9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1" name="Google Shape;541;p9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9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6" name="Google Shape;546;p9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9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1" name="Google Shape;551;p9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6" name="Google Shape;556;p9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9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1" name="Google Shape;561;p9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9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6" name="Google Shape;566;p9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9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1" name="Google Shape;571;p9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9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6" name="Google Shape;576;p9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0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1" name="Google Shape;581;p10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0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6" name="Google Shape;586;p10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1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1" name="Google Shape;591;p10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6" name="Google Shape;596;p10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0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1" name="Google Shape;601;p10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0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6" name="Google Shape;606;p10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0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1" name="Google Shape;611;p10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1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6" name="Google Shape;616;p10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0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1" name="Google Shape;621;p10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0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6" name="Google Shape;626;p10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1" name="Google Shape;631;p11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6" name="Google Shape;636;p11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1" name="Google Shape;641;p11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1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6" name="Google Shape;646;p11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1" name="Google Shape;651;p11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6" name="Google Shape;656;p11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1" name="Google Shape;661;p11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1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6" name="Google Shape;666;p11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1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1" name="Google Shape;671;p11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1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6" name="Google Shape;676;p11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1" name="Google Shape;681;p12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1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6" name="Google Shape;686;p12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1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1" name="Google Shape;691;p12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1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6" name="Google Shape;696;p12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b224b7d20a_0_2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1" name="Google Shape;701;g3b224b7d20a_0_21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6" name="Google Shape;706;p12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a42a8b53c1_2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1" name="Google Shape;711;g3a42a8b53c1_2_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b224b7d20a_0_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6" name="Google Shape;716;g3b224b7d20a_0_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a42a8b53c1_2_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1" name="Google Shape;721;g3a42a8b53c1_2_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b224b7d20a_0_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6" name="Google Shape;726;g3b224b7d20a_0_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a42a8b53c1_2_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1" name="Google Shape;731;g3a42a8b53c1_2_1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a42a8b53c1_2_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6" name="Google Shape;736;g3a42a8b53c1_2_2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b224b7d20a_0_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1" name="Google Shape;741;g3b224b7d20a_0_1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3b224b7d20a_0_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6" name="Google Shape;746;g3b224b7d20a_0_2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b224b7d20a_0_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1" name="Google Shape;751;g3b224b7d20a_0_2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b224b7d20a_0_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6" name="Google Shape;756;g3b224b7d20a_0_2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b224b7d20a_0_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1" name="Google Shape;761;g3b224b7d20a_0_3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b224b7d20a_0_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6" name="Google Shape;766;g3b224b7d20a_0_3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b224b7d20a_0_2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1" name="Google Shape;771;g3b224b7d20a_0_22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1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6" name="Google Shape;776;p13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a42a8b53c1_2_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5" name="Google Shape;785;g3a42a8b53c1_2_7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a42a8b53c1_2_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0" name="Google Shape;790;g3a42a8b53c1_2_7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b224b7d20a_0_8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5" name="Google Shape;795;g3b224b7d20a_0_8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a42a8b53c1_2_8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0" name="Google Shape;800;g3a42a8b53c1_2_8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b224b7d20a_0_8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5" name="Google Shape;805;g3b224b7d20a_0_8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a42a8b53c1_2_9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0" name="Google Shape;810;g3a42a8b53c1_2_9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a42a8b53c1_2_10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5" name="Google Shape;815;g3a42a8b53c1_2_10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3b224b7d20a_0_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0" name="Google Shape;820;g3b224b7d20a_0_4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a42a8b53c1_2_1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5" name="Google Shape;825;g3a42a8b53c1_2_11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b224b7d20a_0_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0" name="Google Shape;830;g3b224b7d20a_0_5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b224b7d20a_0_5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5" name="Google Shape;835;g3b224b7d20a_0_5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b224b7d20a_0_5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0" name="Google Shape;840;g3b224b7d20a_0_5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b224b7d20a_0_7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5" name="Google Shape;845;g3b224b7d20a_0_7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b224b7d20a_0_6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0" name="Google Shape;850;g3b224b7d20a_0_6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3b224b7d20a_0_6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5" name="Google Shape;855;g3b224b7d20a_0_6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3b224b7d20a_0_7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0" name="Google Shape;860;g3b224b7d20a_0_7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b224b7d20a_0_7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5" name="Google Shape;865;g3b224b7d20a_0_7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1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0" name="Google Shape;870;p15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15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6" name="Google Shape;876;p15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7" name="Google Shape;877;p156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15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3" name="Google Shape;883;p15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b224b7d20a_0_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8" name="Google Shape;888;g3b224b7d20a_0_9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15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3" name="Google Shape;893;p15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3b224b7d20a_0_2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8" name="Google Shape;898;g3b224b7d20a_0_22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15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3" name="Google Shape;903;p15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16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9" name="Google Shape;909;p16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16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4" name="Google Shape;914;p16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16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9" name="Google Shape;919;p16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16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4" name="Google Shape;924;p16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16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9" name="Google Shape;929;p16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16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4" name="Google Shape;934;p16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16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9" name="Google Shape;939;p16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16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4" name="Google Shape;944;p16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16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9" name="Google Shape;949;p16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16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4" name="Google Shape;954;p16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17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9" name="Google Shape;959;p17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17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4" name="Google Shape;964;p17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17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9" name="Google Shape;969;p17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1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4" name="Google Shape;974;p17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17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9" name="Google Shape;979;p17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17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4" name="Google Shape;984;p17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17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9" name="Google Shape;989;p17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1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4" name="Google Shape;994;p17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17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9" name="Google Shape;999;p17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3b224b7d20a_0_2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4" name="Google Shape;1004;g3b224b7d20a_0_23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3a42a8b53c1_2_1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9" name="Google Shape;1009;g3a42a8b53c1_2_19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3a42a8b53c1_2_19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4" name="Google Shape;1014;g3a42a8b53c1_2_19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3a42a8b53c1_2_20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9" name="Google Shape;1019;g3a42a8b53c1_2_20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1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4" name="Google Shape;1024;p13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b224b7d20a_0_10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9" name="Google Shape;1029;g3b224b7d20a_0_10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3a42a8b53c1_2_2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4" name="Google Shape;1034;g3a42a8b53c1_2_21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3b224b7d20a_0_1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9" name="Google Shape;1039;g3b224b7d20a_0_11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3a42a8b53c1_2_2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4" name="Google Shape;1044;g3a42a8b53c1_2_21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3b224b7d20a_0_1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9" name="Google Shape;1049;g3b224b7d20a_0_11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3a42a8b53c1_2_2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4" name="Google Shape;1054;g3a42a8b53c1_2_22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3a42a8b53c1_2_2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9" name="Google Shape;1059;g3a42a8b53c1_2_22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1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4" name="Google Shape;1064;p13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3b224b7d20a_0_1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9" name="Google Shape;1069;g3b224b7d20a_0_12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3b224b7d20a_0_1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4" name="Google Shape;1074;g3b224b7d20a_0_13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3b224b7d20a_0_1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9" name="Google Shape;1079;g3b224b7d20a_0_13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3b224b7d20a_0_1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4" name="Google Shape;1084;g3b224b7d20a_0_14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3b224b7d20a_0_1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9" name="Google Shape;1089;g3b224b7d20a_0_14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20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4" name="Google Shape;1094;p20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2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9" name="Google Shape;1099;p20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2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4" name="Google Shape;1104;p20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20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9" name="Google Shape;1109;p20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20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4" name="Google Shape;1114;p20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3a42a8b53c1_2_26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9" name="Google Shape;1119;g3a42a8b53c1_2_26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2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4" name="Google Shape;1124;p20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20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9" name="Google Shape;1129;p20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20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4" name="Google Shape;1134;p20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3a42a8b53c1_2_27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9" name="Google Shape;1139;g3a42a8b53c1_2_27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3a42a8b53c1_2_28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5" name="Google Shape;1145;g3a42a8b53c1_2_28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2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0" name="Google Shape;1150;p21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g3a42a8b53c1_2_28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5" name="Google Shape;1155;g3a42a8b53c1_2_28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3a42a8b53c1_2_29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0" name="Google Shape;1160;g3a42a8b53c1_2_29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3a42a8b53c1_2_29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5" name="Google Shape;1165;g3a42a8b53c1_2_29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3a42a8b53c1_2_3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0" name="Google Shape;1170;g3a42a8b53c1_2_30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14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5" name="Google Shape;1175;p14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g3a42a8b53c1_2_3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0" name="Google Shape;1180;g3a42a8b53c1_2_31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3a42a8b53c1_2_3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5" name="Google Shape;1185;g3a42a8b53c1_2_31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g3a5c12958b4_0_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0" name="Google Shape;1190;g3a5c12958b4_0_2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g3b224b7d20a_0_16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5" name="Google Shape;1195;g3b224b7d20a_0_16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3b224b7d20a_0_16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0" name="Google Shape;1200;g3b224b7d20a_0_16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3b224b7d20a_0_16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5" name="Google Shape;1205;g3b224b7d20a_0_16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3b224b7d20a_0_1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0" name="Google Shape;1210;g3b224b7d20a_0_17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g3b224b7d20a_0_1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5" name="Google Shape;1215;g3b224b7d20a_0_17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g3b224b7d20a_0_18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0" name="Google Shape;1220;g3b224b7d20a_0_18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g3b224b7d20a_0_18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5" name="Google Shape;1225;g3b224b7d20a_0_18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g3b224b7d20a_0_18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0" name="Google Shape;1230;g3b224b7d20a_0_18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g3b224b7d20a_0_19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5" name="Google Shape;1235;g3b224b7d20a_0_19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3b224b7d20a_0_2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0" name="Google Shape;1240;g3b224b7d20a_0_23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3b224b7d20a_0_2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5" name="Google Shape;1245;g3b224b7d20a_0_21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g3b026dfa84c_0_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0" name="Google Shape;1250;g3b026dfa84c_0_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3b026dfa84c_0_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5" name="Google Shape;1255;g3b026dfa84c_0_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3b026dfa84c_0_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0" name="Google Shape;1260;g3b026dfa84c_0_1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3b224b7d20a_0_20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5" name="Google Shape;1265;g3b224b7d20a_0_20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3b224b7d20a_0_23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0" name="Google Shape;1270;g3b224b7d20a_0_23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46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6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6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7"/>
          <p:cNvSpPr txBox="1"/>
          <p:nvPr>
            <p:ph type="ctrTitle"/>
          </p:nvPr>
        </p:nvSpPr>
        <p:spPr>
          <a:xfrm>
            <a:off x="685800" y="1597822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7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7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7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7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8"/>
          <p:cNvSpPr txBox="1"/>
          <p:nvPr>
            <p:ph type="title"/>
          </p:nvPr>
        </p:nvSpPr>
        <p:spPr>
          <a:xfrm>
            <a:off x="722313" y="3305178"/>
            <a:ext cx="7772400" cy="1021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8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8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8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8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9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49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49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9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9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0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0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50"/>
          <p:cNvSpPr txBox="1"/>
          <p:nvPr>
            <p:ph idx="3" type="body"/>
          </p:nvPr>
        </p:nvSpPr>
        <p:spPr>
          <a:xfrm>
            <a:off x="4645031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0"/>
          <p:cNvSpPr txBox="1"/>
          <p:nvPr>
            <p:ph idx="4" type="body"/>
          </p:nvPr>
        </p:nvSpPr>
        <p:spPr>
          <a:xfrm>
            <a:off x="4645031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50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0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0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1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1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1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2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2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2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3"/>
          <p:cNvSpPr txBox="1"/>
          <p:nvPr>
            <p:ph type="title"/>
          </p:nvPr>
        </p:nvSpPr>
        <p:spPr>
          <a:xfrm>
            <a:off x="457206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3"/>
          <p:cNvSpPr txBox="1"/>
          <p:nvPr>
            <p:ph idx="1" type="body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3"/>
          <p:cNvSpPr txBox="1"/>
          <p:nvPr>
            <p:ph idx="2" type="body"/>
          </p:nvPr>
        </p:nvSpPr>
        <p:spPr>
          <a:xfrm>
            <a:off x="457206" y="1076328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53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3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3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4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4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4"/>
          <p:cNvSpPr txBox="1"/>
          <p:nvPr>
            <p:ph idx="1" type="body"/>
          </p:nvPr>
        </p:nvSpPr>
        <p:spPr>
          <a:xfrm>
            <a:off x="1792288" y="4025504"/>
            <a:ext cx="5486400" cy="603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54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4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4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5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5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5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5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6"/>
          <p:cNvSpPr txBox="1"/>
          <p:nvPr>
            <p:ph type="title"/>
          </p:nvPr>
        </p:nvSpPr>
        <p:spPr>
          <a:xfrm rot="5400000">
            <a:off x="5463778" y="1371603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6"/>
          <p:cNvSpPr txBox="1"/>
          <p:nvPr>
            <p:ph idx="1" type="body"/>
          </p:nvPr>
        </p:nvSpPr>
        <p:spPr>
          <a:xfrm rot="5400000">
            <a:off x="1272778" y="-609597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6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6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6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4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45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45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45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5.png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5.png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6.png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4.png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7.png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Relationship Id="rId3" Type="http://schemas.openxmlformats.org/officeDocument/2006/relationships/image" Target="../media/image5.png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5.png"/></Relationships>
</file>

<file path=ppt/slides/_rels/slide1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3.xml"/></Relationships>
</file>

<file path=ppt/slides/_rels/slide1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4.xml"/></Relationships>
</file>

<file path=ppt/slides/_rels/slide1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5.xml"/></Relationships>
</file>

<file path=ppt/slides/_rels/slide1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6.xml"/></Relationships>
</file>

<file path=ppt/slides/_rels/slide1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7.xml"/></Relationships>
</file>

<file path=ppt/slides/_rels/slide1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8.xml"/></Relationships>
</file>

<file path=ppt/slides/_rels/slide1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9.xml"/></Relationships>
</file>

<file path=ppt/slides/_rels/slide2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0.xml"/></Relationships>
</file>

<file path=ppt/slides/_rels/slide2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3" Type="http://schemas.openxmlformats.org/officeDocument/2006/relationships/image" Target="../media/image2.png"/></Relationships>
</file>

<file path=ppt/slides/_rels/slide2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2.xml"/></Relationships>
</file>

<file path=ppt/slides/_rels/slide2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3.xml"/></Relationships>
</file>

<file path=ppt/slides/_rels/slide2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4.xml"/></Relationships>
</file>

<file path=ppt/slides/_rels/slide2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3" Type="http://schemas.openxmlformats.org/officeDocument/2006/relationships/image" Target="../media/image2.png"/></Relationships>
</file>

<file path=ppt/slides/_rels/slide2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6.xml"/></Relationships>
</file>

<file path=ppt/slides/_rels/slide2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7.xml"/></Relationships>
</file>

<file path=ppt/slides/_rels/slide2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8.xml"/></Relationships>
</file>

<file path=ppt/slides/_rels/slide2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Relationship Id="rId3" Type="http://schemas.openxmlformats.org/officeDocument/2006/relationships/image" Target="../media/image2.png"/></Relationships>
</file>

<file path=ppt/slides/_rels/slide2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0.xml"/></Relationships>
</file>

<file path=ppt/slides/_rels/slide2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1.xml"/></Relationships>
</file>

<file path=ppt/slides/_rels/slide2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Relationship Id="rId3" Type="http://schemas.openxmlformats.org/officeDocument/2006/relationships/image" Target="../media/image1.jpg"/></Relationships>
</file>

<file path=ppt/slides/_rels/slide2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3.xml"/></Relationships>
</file>

<file path=ppt/slides/_rels/slide2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4.xml"/></Relationships>
</file>

<file path=ppt/slides/_rels/slide2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5.xml"/></Relationships>
</file>

<file path=ppt/slides/_rels/slide2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6.xml"/></Relationships>
</file>

<file path=ppt/slides/_rels/slide2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7.xml"/></Relationships>
</file>

<file path=ppt/slides/_rels/slide2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8.xml"/></Relationships>
</file>

<file path=ppt/slides/_rels/slide2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9.xml"/></Relationships>
</file>

<file path=ppt/slides/_rels/slide2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0.xml"/></Relationships>
</file>

<file path=ppt/slides/_rels/slide2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1.xml"/></Relationships>
</file>

<file path=ppt/slides/_rels/slide2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2.xml"/></Relationships>
</file>

<file path=ppt/slides/_rels/slide2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3.xml"/></Relationships>
</file>

<file path=ppt/slides/_rels/slide2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4.xml"/></Relationships>
</file>

<file path=ppt/slides/_rels/slide2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5.xml"/></Relationships>
</file>

<file path=ppt/slides/_rels/slide2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6.xml"/></Relationships>
</file>

<file path=ppt/slides/_rels/slide2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7.xml"/></Relationships>
</file>

<file path=ppt/slides/_rels/slide2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8.xml"/></Relationships>
</file>

<file path=ppt/slides/_rels/slide2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9.xml"/></Relationships>
</file>

<file path=ppt/slides/_rels/slide2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Relationship Id="rId3" Type="http://schemas.openxmlformats.org/officeDocument/2006/relationships/image" Target="../media/image5.png"/></Relationships>
</file>

<file path=ppt/slides/_rels/slide2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1.xml"/></Relationships>
</file>

<file path=ppt/slides/_rels/slide2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2.xml"/></Relationships>
</file>

<file path=ppt/slides/_rels/slide2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3.xml"/></Relationships>
</file>

<file path=ppt/slides/_rels/slide2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4.xml"/></Relationships>
</file>

<file path=ppt/slides/_rels/slide2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5.xml"/></Relationships>
</file>

<file path=ppt/slides/_rels/slide2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a5c12958b4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danh Cha †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Con † và Thánh Thần †. Amen.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</a:pPr>
            <a:r>
              <a:rPr b="1" lang="en-US" sz="4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CHÚA THÁNH THẦN</a:t>
            </a:r>
            <a:endParaRPr b="1" sz="40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lạy ơn Đức Chúa Thánh Thần, thiêng liêng sáng láng vô cùng. 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xin Đức Chúa Thánh Thần xuống đầy lòng chúng con, là kẻ tin cậy Đức Chúa Trời,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đốt lửa kính mến Đức Chúa Trời trong lòng chúng con;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xin Đức Chúa Trời cho Đức Chúa Thánh Thần xuống,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sửa lại mọi sự trong ngoài chúng con. Chúng con cầu cùng Đức Chúa Trời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xưa đã cho Đức Chúa Thánh Thần xuống soi lòng dạy dỗ các Thánh Tông Đồ,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rày chúng con cũng xin Đức Chúa Trời cho Đức Chúa Thánh Thần lại xuống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1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ủi dạy dỗ chúng con làm những việc lành,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công nghiệp vô cùng Đức Chúa Giêsu Kitô là Chúa chúng con. Amen.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17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TRUYỀN TIN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i="1" lang="en-US" sz="19200" u="sng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26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8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Đức Chúa Trời sai Thánh Thiên Thần truyền tin cho Rất Thánh Đức Bà Maria.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64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Rất Thánh Đức Bà chịu thai bởi phép Đức Chúa Thánh Thần. </a:t>
            </a: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6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60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i="1" sz="72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tôi là tôi tá Đức Chúa Trời.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Tôi xin vâng như lời Thánh Thiên Thần truyền.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4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4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400"/>
              <a:buNone/>
            </a:pPr>
            <a:r>
              <a:t/>
            </a:r>
            <a:endParaRPr b="1" i="1" sz="44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 u="sng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Chốc ấy Ngôi Thứ Hai xuống thế làm người.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</a:pPr>
            <a:br>
              <a:rPr b="1" i="1" lang="en-US" sz="4800" u="sng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ở cùng </a:t>
            </a:r>
            <a:b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con.</a:t>
            </a:r>
            <a:endParaRPr b="1" sz="6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4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4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</a:pPr>
            <a:r>
              <a:t/>
            </a:r>
            <a:endParaRPr b="1" i="1" sz="40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Rất Thánh Đức Mẹ Chúa Trời, xin cầu cho chúng con.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400"/>
              <a:buNone/>
            </a:pPr>
            <a:r>
              <a:t/>
            </a:r>
            <a:endParaRPr b="1" i="1" sz="4400"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</a:t>
            </a:r>
            <a:r>
              <a:rPr b="1" i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Đáng chịu lấy những sự Chúa Kitô đã hứa.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LỜI NGUYỆN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572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Chúa, chúng con xin Chúa ban ơn Chúa xuống trong linh hồn chúng con,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kẻ đã nhờ lời Thánh Thiên Thần truyền, mà biết thật Chúa Kitô là Con Chúa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idx="1" type="subTitle"/>
          </p:nvPr>
        </p:nvSpPr>
        <p:spPr>
          <a:xfrm>
            <a:off x="0" y="647272"/>
            <a:ext cx="9144000" cy="449622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 xuống thế làm người, thì xin vì công ơn Con Chúa chịu nạn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 chết trên cây Thánh Giá, cho chúng con ngày sau khi sống lại,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được đến nơi vinh hiển, cũng vì công nghiệp Chúa Kitô là Chúa chúng con. Amen.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TIN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tin thật có một Đức Chúa Trời là Đấng thưởng phạt vô cùng.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lại tin thật Đức Chúa Trời có Ba Ngôi, mà Ngôi Thứ Hai đã xuống thế làm người,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 nạn chịu chết mà chuộc tội cho thiên hạ.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/>
          <p:nvPr>
            <p:ph idx="1" type="subTitle"/>
          </p:nvPr>
        </p:nvSpPr>
        <p:spPr>
          <a:xfrm>
            <a:off x="0" y="421240"/>
            <a:ext cx="9144000" cy="47222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Bấy nhiêu điều ấy cùng các điều Hội Thánh dạy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con tin vững vàng, vì Chúa là</a:t>
            </a: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Đấng thông minh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/>
          <p:nvPr>
            <p:ph idx="1" type="subTitle"/>
          </p:nvPr>
        </p:nvSpPr>
        <p:spPr>
          <a:xfrm>
            <a:off x="0" y="719191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chân thật vô cùng đã phán truyền cho Hội Thánh. Amen.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CẬY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trông cậy vững vàng, vì công nghiệp Đức Chúa Giêsu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 txBox="1"/>
          <p:nvPr>
            <p:ph idx="1" type="subTitle"/>
          </p:nvPr>
        </p:nvSpPr>
        <p:spPr>
          <a:xfrm>
            <a:off x="0" y="626724"/>
            <a:ext cx="9144000" cy="451677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Chúa sẽ ban ơn cho con giữ đạo nên ở đời này,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ngày sau được lên thiên đàng xem thấy mặt Đức Chúa Trời hưởng phước đời đời,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"/>
          <p:cNvSpPr txBox="1"/>
          <p:nvPr>
            <p:ph idx="1" type="subTitle"/>
          </p:nvPr>
        </p:nvSpPr>
        <p:spPr>
          <a:xfrm>
            <a:off x="0" y="1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Chúa là Đấng phép tắc và lòng lành vô cùng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t/>
            </a:r>
            <a:endParaRPr b="1" sz="4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 phán hứa sự ấy chẳng có lẽ nào sai đặng.  Amen.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3715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MẾN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7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kính mến Chúa hết lòng hết sức trên hết mọi sự,</a:t>
            </a:r>
            <a:endParaRPr b="1" sz="7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Chúa là Đấng trọn tốt trọn lành vô cùng,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lại vì Chúa thì con thương yêu người ta như mình con vậy.  Amen.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SẤP MÌNH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sấp mình xuống trước mặt Chúa con. Con tin thật Chúa ở khắp mọi nơi,</a:t>
            </a:r>
            <a:endParaRPr b="1" sz="8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thông biết mọi sự, hằng xem thấy con, hằng nghe lời con cầu nguyện.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Chúa rất nhân từ  hãy đoái xem sự nghèo ngặt con và nhậm lời con nguyện.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Chúa, xin hãy mở miệng lưỡi con ra, thì con sẽ cao rao những lời ngợi khen Chúa.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chúng con! Vì dấu † Thánh giá, xin chữa † chúng con, cho khỏi † kẻ thù.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4"/>
          <p:cNvSpPr txBox="1"/>
          <p:nvPr>
            <p:ph idx="1" type="subTitle"/>
          </p:nvPr>
        </p:nvSpPr>
        <p:spPr>
          <a:xfrm>
            <a:off x="0" y="1"/>
            <a:ext cx="9030984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br>
              <a:rPr b="1" lang="en-US" sz="4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danh Cha †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Con † và Thánh Thần †. Amen.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LẠY NỮ VƯƠNG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7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Nữ Vương, Mẹ nhân lành làm cho chúng con đặng sống, đặng vui, đặng cậy.</a:t>
            </a:r>
            <a:endParaRPr b="1" sz="7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Thân lạy Mẹ! chúng con, con cháu Evà ở chốn khách đày kêu đến cùng Bà,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ở nơi khóc lóc than thở kêu khẩn Bà thương. Hỡi Ôi! Bà là chủ bầu chúng con,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t/>
            </a:r>
            <a:endParaRPr b="1" sz="4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ghé mắt thương xem chúng con. Đến sau khỏi đày,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cho chúng con được thấy Đức Chúa Giêsu con lòng Bà gồm phúc lạ.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Ôi khoan thay! nhân thay! dịu thay! Thánh Maria trọn đời đồng trinh. Amen.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NGHĨA ĐỨC TIN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7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Ngày Chúa Nhật hôm nay, chúng con hợp nhau kính lạy thờ phượng Chúa, </a:t>
            </a:r>
            <a:endParaRPr b="1" sz="7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khong khen cảm tạ ơn Chúa về mọi ơn lành Chúa đã ban cho chúng con,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phạt tạ Chúa vì những tội lỗi chúng con đã phạm mất lòng Chúa: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4"/>
          <p:cNvSpPr txBox="1"/>
          <p:nvPr>
            <p:ph idx="1" type="subTitle"/>
          </p:nvPr>
        </p:nvSpPr>
        <p:spPr>
          <a:xfrm>
            <a:off x="92467" y="-205483"/>
            <a:ext cx="9051533" cy="53489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chúng con dám xin Chúa hãy khứng ban những ơn cần kíp cho chúng con được rỗi linh hồn. 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</a:pPr>
            <a:r>
              <a:rPr b="1" lang="en-US" sz="7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Nên chúng con cả lòng tin vững vàng mọi điều đạo thánh Chúa dạy, </a:t>
            </a:r>
            <a:endParaRPr b="1" sz="7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nhất là những điều cần kíp này là có một Đức Chúa Trời phép tắc vô cùng dựng nên trời đất, 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7"/>
          <p:cNvSpPr txBox="1"/>
          <p:nvPr>
            <p:ph idx="1" type="subTitle"/>
          </p:nvPr>
        </p:nvSpPr>
        <p:spPr>
          <a:xfrm>
            <a:off x="0" y="-308225"/>
            <a:ext cx="9144000" cy="545172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 Người có Ba Ngôi. Ngôi Thứ Nhất là Cha, Ngôi Thứ Hai là Con, Ngôi Thứ Ba là Thánh Thần; 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r>
              <a:t/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 Ngôi cũng một tính một phép, cho nên Ba Ngôi cũng một Chúa mà thôi.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tin Ngôi Thứ Hai ra đời làm người, sinh bởi Bà Maria Đồng Trinh,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đặt tên là Giêsu, ở thế gian ba mươi ba năm, đoạn chịu chết trên cây Thánh giá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t/>
            </a:r>
            <a:endParaRPr b="1" sz="4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 chuộc tội cho thiên hạ, đến ngày thứ ba Người sống lại; 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2"/>
          <p:cNvSpPr txBox="1"/>
          <p:nvPr>
            <p:ph idx="1" type="subTitle"/>
          </p:nvPr>
        </p:nvSpPr>
        <p:spPr>
          <a:xfrm>
            <a:off x="0" y="-164387"/>
            <a:ext cx="9144000" cy="530788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khỏi bốn mươi ngày lên trời; đủ mười ngày lại cho Đức Chúa Thánh Thần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3"/>
          <p:cNvSpPr txBox="1"/>
          <p:nvPr>
            <p:ph idx="1" type="subTitle"/>
          </p:nvPr>
        </p:nvSpPr>
        <p:spPr>
          <a:xfrm>
            <a:off x="0" y="0"/>
            <a:ext cx="9226193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xuống trên các thánh Tông đồ và Hội Thánh mới lập;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chẳng thông công cùng Hội Thánh ấy thì chẳng đặng rỗi linh hồn;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5"/>
          <p:cNvSpPr txBox="1"/>
          <p:nvPr>
            <p:ph idx="1" type="sub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 linh hồn là giống thiêng liêng chẳng hề chết đặng; và đến ngày tận thế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xác loài người ta sẽ sống lại mà chịu phán xét;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kẻ lành lên thiên đàng hưởng phước đời đời; kẻ dữ sa hỏa ngục chịu phạt vô cùng.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 chúng con tin các sự ấy mà thôi thì chưa đủ cho đặng lên </a:t>
            </a: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thiên đàng;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song phải giữ Mười điều răn Đức Chúa Trời cùng Năm luật điều Hội Thánh,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7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làm những việc lành phước đức.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vì sự ấy, chúng con hằng phải sợ hãi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7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trốn tránh các tội lỗi, nhất là bảy mối tội đầu, là căn nguyên mọi tội lỗi khác.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72"/>
          <p:cNvSpPr txBox="1"/>
          <p:nvPr>
            <p:ph idx="1" type="subTitle"/>
          </p:nvPr>
        </p:nvSpPr>
        <p:spPr>
          <a:xfrm>
            <a:off x="0" y="-246580"/>
            <a:ext cx="9144000" cy="53900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Vậy chúng con phải ân cần lo lắng mà năng chịu các phép bí tích Đức</a:t>
            </a:r>
            <a:r>
              <a:rPr b="1" lang="en-US" sz="6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</a:t>
            </a:r>
            <a:r>
              <a:rPr b="1" lang="en-US" sz="6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Giêsu đã truyền,</a:t>
            </a:r>
            <a:endParaRPr b="1"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7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những phương linh nghiệm cho chúng con đặng nên thánh.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7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bảy phép bí tích mà thôi, song phép Rửa tội, phép Mình Thánh Chúa,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7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 phép Giải tội, là ba phép cần kíp hơn cho chúng con đặng rỗi. 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7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Ấy vậy chúng con hằng phải ra sức lo lắng thể nào mà chịu các phép trọng ấy cho nên, 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7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 tin thật vững vàng mà giữ cẩn thận các điều trước này,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7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mới đặng hưởng  phúc thanh nhàn đời đời kiếp kiếp. Amen.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79"/>
          <p:cNvSpPr txBox="1"/>
          <p:nvPr>
            <p:ph idx="1" type="subTitle"/>
          </p:nvPr>
        </p:nvSpPr>
        <p:spPr>
          <a:xfrm>
            <a:off x="0" y="-143838"/>
            <a:ext cx="9144000" cy="528733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Đạo Đức Chúa Trời có 10 điều răn: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b="1" lang="en-US" sz="6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Thờ phượng một Đức Chúa Trời và kính mến người trên hết mọi sự.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8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kêu tên Đức Chúa Trời vô cớ.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ngày Chúa Nhật.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8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Thảo kính cha mẹ.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giết người.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8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làm sự dâm dục.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lấy của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8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tám: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làm chứng dối.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chín: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Chớ muốn vợ chồng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8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mười: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tham </a:t>
            </a: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của người.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Mười điều răn ấy tóm về hai này mà chớ:</a:t>
            </a:r>
            <a:endParaRPr b="1" i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85"/>
          <p:cNvSpPr txBox="1"/>
          <p:nvPr>
            <p:ph idx="1" type="subTitle"/>
          </p:nvPr>
        </p:nvSpPr>
        <p:spPr>
          <a:xfrm>
            <a:off x="0" y="-226031"/>
            <a:ext cx="9144000" cy="536953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trước kính mến một Đức Chúa Trời trên hết mọi sự; sau lại yêu người như mình ta vậy. </a:t>
            </a:r>
            <a:r>
              <a:rPr b="1" i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Amen.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r>
              <a:t/>
            </a:r>
            <a:endParaRPr b="1" i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8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500"/>
              <a:buNone/>
            </a:pPr>
            <a:r>
              <a:rPr b="1" lang="en-US" sz="4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Hội Thánh có 5 điều răn: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nhất: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dự lễ và kiêng việc xác ngày Chúa Nhật cùng các ngày lễ buộc;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87"/>
          <p:cNvSpPr txBox="1"/>
          <p:nvPr>
            <p:ph idx="1" type="subTitle"/>
          </p:nvPr>
        </p:nvSpPr>
        <p:spPr>
          <a:xfrm>
            <a:off x="0" y="-236306"/>
            <a:ext cx="9144000" cy="537980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800"/>
              <a:buNone/>
            </a:pPr>
            <a:r>
              <a:rPr b="1" lang="en-US" sz="6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xưng tội trong một năm ít là một lần;</a:t>
            </a:r>
            <a:endParaRPr b="1"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accent4"/>
              </a:buClr>
              <a:buSzPts val="6800"/>
              <a:buNone/>
            </a:pPr>
            <a:r>
              <a:rPr b="1" lang="en-US" sz="6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ba: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rước Mình Thánh Chúa trong mùa Phục Sinh;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88"/>
          <p:cNvSpPr txBox="1"/>
          <p:nvPr>
            <p:ph idx="1" type="sub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bốn: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chay và kiêng thịt những ngày Hội Thánh buộc;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8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góp công góp của xây dựng Hội Thánh, tùy theo khả năng của mình.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9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Đạo Đức Chúa Trời có 7 phép Bí tích: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8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nhất: </a:t>
            </a: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Rửa tội.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8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Thêm sức.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9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Mình Thánh Chúa.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bốn: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Giải tội.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9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Xức dầu thánh.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sáu: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Truyền chức thánh.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9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Hôn phối.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9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Thương người có mười bốn mối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i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Thương xác bảy mối:</a:t>
            </a:r>
            <a:endParaRPr b="1" i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đói ăn.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9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khát uống.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rách rưới ăn mặc.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9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Viếng kẻ liệt cùng kẻ tù rạc.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khách đỗ nhà.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9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Chuộc kẻ làm tôi.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Chôn xác kẻ chết.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9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25"/>
              <a:buNone/>
            </a:pPr>
            <a:r>
              <a:t/>
            </a:r>
            <a:endParaRPr b="1" sz="82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4"/>
              </a:buClr>
              <a:buSzPts val="5400"/>
              <a:buNone/>
            </a:pPr>
            <a:r>
              <a:rPr b="1" i="1" lang="en-US" sz="5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Thương linh hồn bảy mối:</a:t>
            </a:r>
            <a:endParaRPr b="1" i="1" sz="5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Lấy lời lành khuyên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9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Mở dạy kẻ mê muội.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ủi kẻ âu lo.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0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Răn bảo kẻ có tội.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 kẻ dể ta.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10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Nhịn kẻ mất lòng ta.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Cầu cho kẻ sống và kẻ chết.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0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4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CẢI TỘI BẢY MỐI CÓ BẢY ĐỨC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Khiêm nhượng, chớ kiêu ngạo.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0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Rộng rãi, chớ hà tiện.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mình sạch sẽ, chớ mê dâm dục.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r>
              <a:t/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0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Hay nhịn, Chớ hờn giận.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Kiêng bớt, chớ mê ăn uống.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10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Yêu người, chớ ghen ghét.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Siêng năng việc Đức Chúa Trời, chớ làm biếng.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0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PHƯỚC THẬT TÁM MỐI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95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có lòng khó khăn, ấy là phước thật, vì chưng nước Đức Chúa Trời là của mình vậy.</a:t>
            </a:r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0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hiền lành, ấy là phước thật, vì chưng sẽ được đất Đức Chúa Trời làm của mình vậy.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10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khóc lóc, ấy là phước thật, vì chưng sẽ được an ủi vậy.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0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khao khát nhân đức trọn lành, ấy là phước thật, vì chưng sẽ được no đủ vậy.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1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8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thương xót người, ấy là phước thật, vì chưng mình sẽ được thương xót vậy.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1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giữ lòng sạch sẽ, ấy là phước thật, vì chưng sẽ được thấy mặt Đức Chúa Trời vậy.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b="1" lang="en-US" sz="6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</a:t>
            </a:r>
            <a:r>
              <a:rPr b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làm cho người hòa thuận, ấy là phước thật, vì chưng sẽ được gọi là con Đức Chúa Trời vậy.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1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b="1" lang="en-US" sz="6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tám:</a:t>
            </a:r>
            <a:r>
              <a:rPr b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chịu khốn nạn vì đạo ngay, ấy là phước thật, vì chưng nước Đức Chúa Trời là của mình vậy.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1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NĂM THÁNH 2025</a:t>
            </a:r>
            <a:endParaRPr b="1" sz="16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6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Cha trên trời, Xin cho ơn đức tin mà Cha ban tặng chúng con/ trong Chúa Giêsu Kitô,</a:t>
            </a:r>
            <a:endParaRPr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Cha và Anh của chúng con, cùng ngọn lửa đức ái được thắp lên trong tâm hồn chúng con/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1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bởi Chúa Thánh Thần, khơi dậy trong chúng con/ niềm hy vọng hồng phúc hướng về Nước Cha trị đến.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11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ân sủng Cha biến đổi chúng con/ thành những người miệt mài vun trồng hạt giống Tin Mừng.</a:t>
            </a:r>
            <a:endParaRPr b="1"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118"/>
          <p:cNvSpPr txBox="1"/>
          <p:nvPr>
            <p:ph idx="1" type="sub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</a:pPr>
            <a:r>
              <a:rPr b="1" lang="en-US" sz="7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Ước gì những hạt giống ấy/ biến đổi từ bên trong nhân loại và toàn thể vũ trụ này,</a:t>
            </a:r>
            <a:endParaRPr b="1" sz="7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1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 khi vững lòng mong đợi trời mới đất mới, lúc mà quyền lực Sự Dữ sẽ bị đánh bại,</a:t>
            </a:r>
            <a:endParaRPr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1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vinh quang Cha sẽ chiếu sáng muôn đời. Xin cho ân sủng của Năm Thánh này/ khơi dậy trong chúng con,</a:t>
            </a:r>
            <a:endParaRPr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12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</a:t>
            </a:r>
            <a:r>
              <a:rPr b="1" lang="en-US" sz="7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Những Người Lữ Hành Hy Vọng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niềm khao khát kho tàng ở trên trời.</a:t>
            </a:r>
            <a:endParaRPr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12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</a:pPr>
            <a:r>
              <a:rPr b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Đồng thời cũng làm lan tỏa trên khắp thế giới/ niềm vui và sự bình an của Đấng Cứu Chuộc chúng con.</a:t>
            </a:r>
            <a:endParaRPr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1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</a:pPr>
            <a:r>
              <a:rPr b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tôn vinh và ngợi khen Cha là Thiên Chúa chúng con, Cha đáng chúc tụng mãi muôn đời. </a:t>
            </a:r>
            <a:r>
              <a:rPr b="1" i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Amen.</a:t>
            </a:r>
            <a:endParaRPr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3" name="Google Shape;703;g3b224b7d20a_0_2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12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NHẬP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VUI LÊN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Mi Trầm)</a:t>
            </a:r>
            <a:endParaRPr b="1" sz="4700"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a42a8b53c1_2_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ÐK: </a:t>
            </a:r>
            <a:endParaRPr b="1" sz="8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Vui lên!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Nào vui lên!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Nào vui lên!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b224b7d20a_0_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Chúa sắp đến đây rồi loan báo niềm vui cứu đời.</a:t>
            </a:r>
            <a:endParaRPr b="1" sz="8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a42a8b53c1_2_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Vui lên!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Nào vui lên!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Nào vui lên!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b224b7d20a_0_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Chúa sắp đến đây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rồi, ta hãy mừng vui trong Chúa Trời.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a42a8b53c1_2_1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Nào ta vui lên vì Chúa đến ở giữa dân người: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a42a8b53c1_2_2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 xuống niềm vui cho Thế nhân thôi hận thù.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b224b7d20a_0_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Nào ta vui lên vì Chúa đến cứu thoát muôn người: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b224b7d20a_0_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 xuống niềm vui tô ngày mai thêm đẹp tươi.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3b224b7d20a_0_2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ÐK: </a:t>
            </a:r>
            <a:endParaRPr b="1" sz="8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Vui lên!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Nào vui lên!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Nào vui lên!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b224b7d20a_0_2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Chúa sắp đến đây rồi loan báo niềm vui cứu đời.</a:t>
            </a:r>
            <a:endParaRPr b="1" sz="8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b224b7d20a_0_3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Vui lên!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Nào vui lên!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Nào vui lên!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b224b7d20a_0_3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Chúa sắp đến đây rồi, ta hãy mừng vui trong Chúa Trời.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3" name="Google Shape;773;g3b224b7d20a_0_2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1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133"/>
          <p:cNvSpPr/>
          <p:nvPr/>
        </p:nvSpPr>
        <p:spPr>
          <a:xfrm flipH="1" rot="-5400000">
            <a:off x="1999963" y="-1999641"/>
            <a:ext cx="5143500" cy="9143425"/>
          </a:xfrm>
          <a:prstGeom prst="rect">
            <a:avLst/>
          </a:prstGeom>
          <a:gradFill>
            <a:gsLst>
              <a:gs pos="0">
                <a:schemeClr val="accent1"/>
              </a:gs>
              <a:gs pos="8000">
                <a:schemeClr val="accent1"/>
              </a:gs>
              <a:gs pos="100000">
                <a:srgbClr val="1F3864"/>
              </a:gs>
            </a:gsLst>
            <a:lin ang="12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133"/>
          <p:cNvSpPr/>
          <p:nvPr/>
        </p:nvSpPr>
        <p:spPr>
          <a:xfrm flipH="1" rot="10800000">
            <a:off x="-1733" y="0"/>
            <a:ext cx="6803134" cy="5143179"/>
          </a:xfrm>
          <a:prstGeom prst="rect">
            <a:avLst/>
          </a:prstGeom>
          <a:gradFill>
            <a:gsLst>
              <a:gs pos="0">
                <a:srgbClr val="000000">
                  <a:alpha val="50588"/>
                </a:srgbClr>
              </a:gs>
              <a:gs pos="8000">
                <a:srgbClr val="000000">
                  <a:alpha val="50588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133"/>
          <p:cNvSpPr/>
          <p:nvPr/>
        </p:nvSpPr>
        <p:spPr>
          <a:xfrm flipH="1" rot="-5400000">
            <a:off x="2737118" y="-1264380"/>
            <a:ext cx="3670923" cy="9145160"/>
          </a:xfrm>
          <a:prstGeom prst="rect">
            <a:avLst/>
          </a:prstGeom>
          <a:gradFill>
            <a:gsLst>
              <a:gs pos="0">
                <a:srgbClr val="9CC2E5">
                  <a:alpha val="0"/>
                </a:srgbClr>
              </a:gs>
              <a:gs pos="100000">
                <a:srgbClr val="000000">
                  <a:alpha val="44705"/>
                </a:srgbClr>
              </a:gs>
            </a:gsLst>
            <a:lin ang="1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2" name="Google Shape;782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a42a8b53c1_2_7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 CA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THÁNH VỊNH 23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Thái Nguyên)</a:t>
            </a:r>
            <a:br>
              <a:rPr b="1" i="1" lang="en-US" sz="4700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(03 câu)</a:t>
            </a:r>
            <a:endParaRPr b="1" sz="4700">
              <a:solidFill>
                <a:srgbClr val="F3F3F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3a42a8b53c1_2_7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Trái đất và muôn loài đều là của Chúa,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b224b7d20a_0_8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hoàn cầu và muôn vật đều là của Ngài. 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a42a8b53c1_2_8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Chúa đã dựng nên trên các dòng sông.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b224b7d20a_0_8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Chúa đã dựng nên trên các dòng sông.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a42a8b53c1_2_9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đến nơi rồi, Chúa đến cho đời, chính Ngài là Vua hiển vinh.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a42a8b53c1_2_10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sẽ được hân hạnh trèo lên núi Chúa?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b224b7d20a_0_4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Người nào được may lành vào đền thánh Ngài? 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3a42a8b53c1_2_1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Người đó có bàn tay vô tội sạch trong.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b224b7d20a_0_5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Người đó có lòng thanh không sống tà gian.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b224b7d20a_0_5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đến nơi rồi, Chúa đến cho đời, chính Ngài là Vua hiển vinh. 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3b224b7d20a_0_5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tốt sẽ hưởng được lòng từ bi Chúa,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b224b7d20a_0_7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được Ngài chúc lành trọn đời sống này.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b224b7d20a_0_6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Người nào được may lành vào đền thánh Ngài? 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3b224b7d20a_0_6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Vì Chúa Đấng giải thoát cho người tìm Chúa,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b224b7d20a_0_7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tìm kiếm Chúa Gia-cốp,Thiên Chúa của ngươi.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3b224b7d20a_0_7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đến nơi rồi, Chúa đến cho đời, chính Ngài là Vua hiển vinh. 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155"/>
          <p:cNvSpPr/>
          <p:nvPr/>
        </p:nvSpPr>
        <p:spPr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3" name="Google Shape;873;p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156"/>
          <p:cNvSpPr txBox="1"/>
          <p:nvPr>
            <p:ph type="ctrTitle"/>
          </p:nvPr>
        </p:nvSpPr>
        <p:spPr>
          <a:xfrm>
            <a:off x="0" y="584200"/>
            <a:ext cx="9144000" cy="4559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Times"/>
              <a:buNone/>
            </a:pPr>
            <a:r>
              <a:rPr b="1" i="1" lang="en-US" sz="7000">
                <a:solidFill>
                  <a:srgbClr val="FFFF00"/>
                </a:solidFill>
                <a:latin typeface="Times"/>
                <a:ea typeface="Times"/>
                <a:cs typeface="Times"/>
                <a:sym typeface="Times"/>
              </a:rPr>
              <a:t>All… All…</a:t>
            </a:r>
            <a:r>
              <a:rPr b="1" i="1" lang="en-US" sz="7000">
                <a:solidFill>
                  <a:srgbClr val="EE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br>
              <a:rPr b="1" i="1" lang="en-US" sz="7200">
                <a:solidFill>
                  <a:srgbClr val="EE0000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77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Này đây trinh nữ </a:t>
            </a:r>
            <a:br>
              <a:rPr b="1" lang="en-US" sz="77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77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sẽ thụ thai sinh một con trai, </a:t>
            </a:r>
            <a:endParaRPr b="1" i="1" sz="77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80" name="Google Shape;880;p156"/>
          <p:cNvSpPr txBox="1"/>
          <p:nvPr/>
        </p:nvSpPr>
        <p:spPr>
          <a:xfrm>
            <a:off x="0" y="-50800"/>
            <a:ext cx="9144000" cy="635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TUNG HÔ TIN MỪNG</a:t>
            </a:r>
            <a:endParaRPr b="1" i="0" sz="3200" u="none" cap="none" strike="noStrik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15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imes"/>
              <a:buNone/>
            </a:pPr>
            <a:r>
              <a:rPr b="1" lang="en-US" sz="8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và người ta sẽ gọi tên Em-ma-nu-el,</a:t>
            </a:r>
            <a:endParaRPr b="1" sz="8000">
              <a:solidFill>
                <a:srgbClr val="FFFF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3b224b7d20a_0_9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imes"/>
              <a:buNone/>
            </a:pPr>
            <a:r>
              <a:rPr b="1" lang="en-US" sz="8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nghĩa là Thiên Chúa ở cùng chúng ta.</a:t>
            </a:r>
            <a:br>
              <a:rPr b="1" i="1" lang="en-US" sz="8000">
                <a:latin typeface="Times"/>
                <a:ea typeface="Times"/>
                <a:cs typeface="Times"/>
                <a:sym typeface="Times"/>
              </a:rPr>
            </a:br>
            <a:r>
              <a:rPr b="1" i="1" lang="en-US" sz="8000">
                <a:solidFill>
                  <a:srgbClr val="FFFF00"/>
                </a:solidFill>
                <a:latin typeface="Times"/>
                <a:ea typeface="Times"/>
                <a:cs typeface="Times"/>
                <a:sym typeface="Times"/>
              </a:rPr>
              <a:t>All.. All..</a:t>
            </a:r>
            <a:endParaRPr b="1" sz="8000">
              <a:solidFill>
                <a:srgbClr val="FFFF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5" name="Google Shape;895;p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Google Shape;900;g3b224b7d20a_0_2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159"/>
          <p:cNvSpPr txBox="1"/>
          <p:nvPr>
            <p:ph type="ctrTitle"/>
          </p:nvPr>
        </p:nvSpPr>
        <p:spPr>
          <a:xfrm>
            <a:off x="0" y="514351"/>
            <a:ext cx="9144000" cy="46291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CT: </a:t>
            </a: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kính một Thiên Chúa là Cha toàn năng.</a:t>
            </a:r>
            <a:endParaRPr/>
          </a:p>
        </p:txBody>
      </p:sp>
      <p:sp>
        <p:nvSpPr>
          <p:cNvPr id="906" name="Google Shape;906;p159"/>
          <p:cNvSpPr txBox="1"/>
          <p:nvPr/>
        </p:nvSpPr>
        <p:spPr>
          <a:xfrm>
            <a:off x="0" y="0"/>
            <a:ext cx="9144000" cy="738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TIN KÍNH</a:t>
            </a:r>
            <a:endParaRPr b="1" i="0" sz="3600" u="none" cap="none" strike="noStrike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160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Đấng tạo thành trời đất muôn vật hữu hình và vô hình.</a:t>
            </a:r>
            <a:endParaRPr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161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kính một Chúa Giê-su Ki-tô Con Một Thiên Chúa,</a:t>
            </a:r>
            <a:endParaRPr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162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sinh bởi Đức Chúa Cha từ trước muôn đời.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163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là Thiên Chúa bởi Thiên Chúa, Ánh Sáng bởi Ánh Sáng,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164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Thiên Chúa thật bởi Thiên Chúa Thật Được sinh ra mà không phải được tạo thành, 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165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đồng bản thể với Đức Chúa Cha:nhờ Người mà muôn vật được tạo thành.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166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Vì loài người chúng ta và để cứu độ chúng ta, Người đã từ trời xuống thế.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167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Bởi phép Đức Chúa Thánh Thần Người đã nhập thể trong long Trinh Nữ Maria, và đã làm người.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168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chịu đóng đinh vào thập giá vì chúng ta, Thời quan Phong-xi-ô Phi-la-tô; 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169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chịu khổ hình và mai táng, ngày thứ ba Người sống lại như lời Thánh Kinh.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170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lên trời, ngự bên hữu Đức Chúa Cha, và Người sẽ lại đến trong vinh quang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171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để phán xét kẻ sống và kẻ chết, Nước Người sẽ không bao giờ cùng.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172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tinh kính Đức Chúa Thánh Thần là Thiên Chúa, và là Đấng ban sự sống,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173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bởi Đức Chúa Cha và Đức Chúa Con mà ra.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174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được phụng thờ và tôn vinh cùng với Đức Chúa Cha và Đức Chúa Con.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175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đã dùng các Tiên tri mà phán dạy.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176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Hội Thánh duy nhất, thánh thiện, công giáo và tông truyền.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177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tuyên xưng có một Phép Rửa </a:t>
            </a:r>
            <a:b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để tha tội.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178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trông đợi kẻ chết sống lại và sự sống đời sau. Amen.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6" name="Google Shape;1006;g3b224b7d20a_0_2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3a42a8b53c1_2_19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TÌNH YÊU </a:t>
            </a: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MẾN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(Cao Huy Hoàng)</a:t>
            </a:r>
            <a:endParaRPr b="1" sz="4700">
              <a:solidFill>
                <a:srgbClr val="F3F3F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3a42a8b53c1_2_19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Cuộc đời này con có gì mà dâng Chúa đâu.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3a42a8b53c1_2_20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Những luống cày sâu trời tối mau cha chưa kịp về;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13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Mẹ bận rộn từng ngày lo no cơm ấm áo;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3b224b7d20a_0_10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chi đâu Ngài ơi có chi dâng Ngài.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3a42a8b53c1_2_21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xin tiến dâng lên tình yêu mến,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3b224b7d20a_0_1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nhờ những hy sinh được êm ấm gia đình.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3a42a8b53c1_2_2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xin tiến dâng lên tình yêu mến,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3b224b7d20a_0_11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nguyện Chúa đoái thương gia đình con được bình yên.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3a42a8b53c1_2_22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Đời tuyệt vời luôn thắm nồng tình yêu thiết tha.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g3a42a8b53c1_2_22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Gương sáng mẹ cha ngày tháng qua luôn luôn hiền hoà;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13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Mẹ dặn dò đừng buồn nhau không vui mái ấm.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3b224b7d20a_0_12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Mến yêu nhau đẹp sao lễ dâng lên Ngài.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3b224b7d20a_0_13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xin tiến dâng lên tình yêu mến,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3b224b7d20a_0_13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nhờ những hy sinh được êm ấm gia đình.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3b224b7d20a_0_14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xin tiến dâng lên tình yêu mến,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3b224b7d20a_0_14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nguyện Chúa đoái thương gia đình con được bình yên.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olden chalice and a cross next to a book&#10;&#10;AI-generated content may be incorrect." id="1096" name="Google Shape;1096;p201"/>
          <p:cNvPicPr preferRelativeResize="0"/>
          <p:nvPr/>
        </p:nvPicPr>
        <p:blipFill rotWithShape="1">
          <a:blip r:embed="rId3">
            <a:alphaModFix/>
          </a:blip>
          <a:srcRect b="9844" l="0" r="0" t="578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202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KINH THÁNH, THÁNH</a:t>
            </a: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Thánh, Thánh, Thánh. Chúa là Thiên Chúa các đạo binh</a:t>
            </a:r>
            <a:b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203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Trời đất đầy vinh quang Chúa. Hoan hô Chúa trên các tầng trời.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204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Chúc tụng Đấng ngự đến nhân danh Chúa. Hoan hô Chúa trên các tầng trời.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olden chalice and a cross next to a book&#10;&#10;AI-generated content may be incorrect." id="1116" name="Google Shape;1116;p205"/>
          <p:cNvPicPr preferRelativeResize="0"/>
          <p:nvPr/>
        </p:nvPicPr>
        <p:blipFill rotWithShape="1">
          <a:blip r:embed="rId3">
            <a:alphaModFix/>
          </a:blip>
          <a:srcRect b="9844" l="0" r="0" t="578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3a42a8b53c1_2_268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CHIÊN THIÊN CHÚA</a:t>
            </a:r>
            <a:endParaRPr b="1" sz="40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b="1" lang="en-US" sz="66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gian, xin thương xót chúng con.</a:t>
            </a:r>
            <a:b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207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gian: xin thương xót chúng con.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208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gian: xin ban bình an cho chúng con.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olden chalice and a cross next to a book&#10;&#10;AI-generated content may be incorrect." id="1136" name="Google Shape;1136;p209"/>
          <p:cNvPicPr preferRelativeResize="0"/>
          <p:nvPr/>
        </p:nvPicPr>
        <p:blipFill rotWithShape="1">
          <a:blip r:embed="rId3">
            <a:alphaModFix/>
          </a:blip>
          <a:srcRect b="9844" l="0" r="0" t="578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g3a42a8b53c1_2_272"/>
          <p:cNvSpPr txBox="1"/>
          <p:nvPr>
            <p:ph type="ctrTitle"/>
          </p:nvPr>
        </p:nvSpPr>
        <p:spPr>
          <a:xfrm>
            <a:off x="0" y="680400"/>
            <a:ext cx="9144000" cy="4463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b="1" lang="en-US" sz="8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Này đây Trinh Nữ sẽ thụ thai và sinh hạ con trai,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42" name="Google Shape;1142;g3a42a8b53c1_2_272"/>
          <p:cNvSpPr txBox="1"/>
          <p:nvPr/>
        </p:nvSpPr>
        <p:spPr>
          <a:xfrm>
            <a:off x="0" y="0"/>
            <a:ext cx="9144000" cy="800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CA HIỆP LỄ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g3a42a8b53c1_2_280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8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ta sẽ gọi tên con trẻ là Em-ma-nu-en. </a:t>
            </a:r>
            <a:endParaRPr b="1" sz="8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old chalice and two round objects on a plate&#10;&#10;AI-generated content may be incorrect." id="1152" name="Google Shape;1152;p2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21"/>
            <a:ext cx="9144000" cy="5141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3a42a8b53c1_2_28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HIỆP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TIẾNG GỌI</a:t>
            </a:r>
            <a:b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MẠC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Xuân Thảo)</a:t>
            </a:r>
            <a:endParaRPr b="1" sz="4700">
              <a:solidFill>
                <a:srgbClr val="F3F3F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3a42a8b53c1_2_29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 sa mạc hoang vu, trên rừng vắng âm u: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3a42a8b53c1_2_29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tiếng gọi trong sa mạc, có tiếng gọi nơi hoang địa, có tiếng gọi trong lòng.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a42a8b53c1_2_30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 sa mạc hoang vu, trong cuộc sống âu lo: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14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tiếng gọi trong sa mạc, có tiếng gọi nơi hoang địa, có tiếng gọi lòng ta.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3a42a8b53c1_2_3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Dọn đường cho Chúa đi, hãy san bằng những con đường gập ghềnh.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3a42a8b53c1_2_31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Đồi cao hay hố sâu, hãy biến thành những con đường thẳng tắp.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3a5c12958b4_0_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Dọn đường cho Chúa đi, trở về với Chúa đi,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g3b224b7d20a_0_16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Nước Chúa đang gần kề, Nước Chúa đang gần kề.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3b224b7d20a_0_16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 con người xa hoa, đang chìm đắm say sưa: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3b224b7d20a_0_16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tiếng gọi trong sa mạc, có tiếng gọi nơi hoang địa, có tiếng gọi trong lòng.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g3b224b7d20a_0_17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 con người hoang mang trong cuộc sống gian tham: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3b224b7d20a_0_17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tiếng gọi trong sa mạc, có tiếng gọi nơi hoang địa, có tiếng gọi lòng ta.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3b224b7d20a_0_18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Dọn đường cho Chúa đi, hãy san bằng những con đường gập ghềnh.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g3b224b7d20a_0_18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Đồi cao hay hố sâu, hãy biến thành những con đường thẳng tắp.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3b224b7d20a_0_18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Dọn đường cho Chúa đi, trở về với Chúa đi,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g3b224b7d20a_0_19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Nước Chúa đang gần kề, Nước Chúa đang gần kề.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2" name="Google Shape;1242;g3b224b7d20a_0_2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g3b224b7d20a_0_212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</a:t>
            </a: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SẴN SÀNG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Mi Trầm)</a:t>
            </a:r>
            <a:endParaRPr b="1" sz="4700">
              <a:solidFill>
                <a:srgbClr val="F3F3F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3b026dfa84c_0_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8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Nầy đoàn dân Chúa hãy sẵn sàng vì lúc ta không ngờ thì Chúa sẽ đến.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g3b026dfa84c_0_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Nầy đoàn dân Chúa hãy sẵn sàng vì lúc ta không ngờ thì Chúa đến gần.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3b026dfa84c_0_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-US" sz="7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7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thắp nến sáng với bao việc lành, chờ ngày về nơi phúc vinh thiên đàng.</a:t>
            </a:r>
            <a:endParaRPr b="1" sz="7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g3b224b7d20a_0_20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8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Nầy đoàn dân Chúa hãy sẵn sàng vì lúc ta không ngờ thì Chúa sẽ đến.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2" name="Google Shape;1272;g3b224b7d20a_0_2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2023-01-29T22:00:16Z</dcterms:created>
</cp:coreProperties>
</file>