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1.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83.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199" roundtripDataSignature="AMtx7mh7R+MSubiqh/KCTNorSmFEH+Ux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customschemas.google.com/relationships/presentationmetadata" Target="metadata"/><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b98287b44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eb98287b44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f95afb83fa_0_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g3f95afb83fa_0_1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e27e67361b_1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g3e27e67361b_1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f0aa96aa8e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g3f0aa96aa8e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f0aa96aa8e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g3f0aa96aa8e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f95afb83fa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g3f95afb83fa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f95afb83fa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g3f95afb83fa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f95afb83fa_0_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g3f95afb83fa_0_1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2" name="Google Shape;56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63" name="Google Shape;56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8" name="Google Shape;56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569" name="Google Shape;56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75" name="Google Shape;57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0" name="Google Shape;58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81" name="Google Shape;58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6" name="Google Shape;58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87" name="Google Shape;58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2" name="Google Shape;59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3" name="Google Shape;59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8" name="Google Shape;59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9" name="Google Shape;59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4" name="Google Shape;60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05" name="Google Shape;60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0" name="Google Shape;61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1" name="Google Shape;61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6" name="Google Shape;61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7" name="Google Shape;61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2" name="Google Shape;62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3" name="Google Shape;62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8" name="Google Shape;62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9" name="Google Shape;62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4" name="Google Shape;63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35" name="Google Shape;63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f95afb83fa_0_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0" name="Google Shape;640;g3f95afb83fa_0_1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5" name="Google Shape;645;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e8a8273fd3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e8a8273fd3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f95afb83fa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f95afb83fa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f282feffb0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f282feffb0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f282feffb0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f282feffb0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f95afb83fa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f95afb83fa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f95afb83fa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f95afb83fa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f282feffb0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f282feffb0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f282feffb0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f282feffb0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f54ad4d3bd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g3f54ad4d3bd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f95afb83fa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g3f95afb83fa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6" name="Google Shape;716;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2" name="Google Shape;722;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3" name="Google Shape;723;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9" name="Google Shape;729;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4" name="Google Shape;734;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g3f95afb83fa_0_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9" name="Google Shape;739;g3f95afb83fa_0_1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4" name="Google Shape;744;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0" name="Google Shape;750;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5" name="Google Shape;755;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0" name="Google Shape;760;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5" name="Google Shape;765;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0" name="Google Shape;770;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5" name="Google Shape;775;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0" name="Google Shape;790;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5" name="Google Shape;795;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0" name="Google Shape;800;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5" name="Google Shape;805;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0" name="Google Shape;810;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5" name="Google Shape;815;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0" name="Google Shape;820;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5" name="Google Shape;825;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0" name="Google Shape;830;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5" name="Google Shape;835;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0" name="Google Shape;840;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g3f95afb83fa_0_1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5" name="Google Shape;845;g3f95afb83fa_0_1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3f95afb83fa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0" name="Google Shape;850;g3f95afb83fa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3f95afb83fa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5" name="Google Shape;855;g3f95afb83fa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g3f95afb83fa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0" name="Google Shape;860;g3f95afb83fa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3f95afb83fa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5" name="Google Shape;865;g3f95afb83fa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3f95afb83fa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0" name="Google Shape;870;g3f95afb83fa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g3f95afb83fa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5" name="Google Shape;875;g3f95afb83fa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3f95afb83fa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0" name="Google Shape;880;g3f95afb83fa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3f95afb83fa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5" name="Google Shape;885;g3f95afb83fa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3f95afb83fa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g3f95afb83fa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3f95afb83fa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g3f95afb83fa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3f95afb83fa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g3f95afb83fa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3f95afb83fa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g3f95afb83fa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p2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g3e9ce9eb37a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g3e9ce9eb37a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1" name="Google Shape;961;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3f491e64396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6" name="Google Shape;966;g3f491e64396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g3f491e64396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1" name="Google Shape;971;g3f491e64396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g3f491e64396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6" name="Google Shape;976;g3f491e64396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g3f54ad4d3bd_0_1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1" name="Google Shape;981;g3f54ad4d3bd_0_1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g3f491e64396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6" name="Google Shape;986;g3f491e64396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g3f491e64396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1" name="Google Shape;991;g3f491e64396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g3f95afb83fa_0_1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6" name="Google Shape;996;g3f95afb83fa_0_14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g3f54ad4d3bd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1" name="Google Shape;1001;g3f54ad4d3bd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3f54ad4d3bd_0_1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6" name="Google Shape;1006;g3f54ad4d3bd_0_1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3f54ad4d3bd_0_1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1" name="Google Shape;1011;g3f54ad4d3bd_0_1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g3f54ad4d3bd_0_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6" name="Google Shape;1016;g3f54ad4d3bd_0_1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g3f95afb83fa_0_1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1" name="Google Shape;1021;g3f95afb83fa_0_15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g3f95afb83fa_0_1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6" name="Google Shape;1026;g3f95afb83fa_0_1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3f0aa96aa8e_0_1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1" name="Google Shape;1031;g3f0aa96aa8e_0_1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3f0aa96aa8e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6" name="Google Shape;1036;g3f0aa96aa8e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g3f0aa96aa8e_0_1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1" name="Google Shape;1041;g3f0aa96aa8e_0_1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3f0aa96aa8e_0_1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6" name="Google Shape;1046;g3f0aa96aa8e_0_1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g3f54ad4d3bd_0_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1" name="Google Shape;1051;g3f54ad4d3bd_0_1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3f95afb83fa_0_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6" name="Google Shape;1056;g3f95afb83fa_0_1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3f95afb83fa_0_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1" name="Google Shape;1061;g3f95afb83fa_0_1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g3f95afb83fa_0_1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6" name="Google Shape;1066;g3f95afb83fa_0_1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4.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3" Type="http://schemas.openxmlformats.org/officeDocument/2006/relationships/image" Target="../media/image4.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 Id="rId3" Type="http://schemas.openxmlformats.org/officeDocument/2006/relationships/image" Target="../media/image4.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 Id="rId3" Type="http://schemas.openxmlformats.org/officeDocument/2006/relationships/image" Target="../media/image5.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 Id="rId3" Type="http://schemas.openxmlformats.org/officeDocument/2006/relationships/image" Target="../media/image1.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 Id="rId3" Type="http://schemas.openxmlformats.org/officeDocument/2006/relationships/image" Target="../media/image3.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 Id="rId3" Type="http://schemas.openxmlformats.org/officeDocument/2006/relationships/image" Target="../media/image4.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 Id="rId3" Type="http://schemas.openxmlformats.org/officeDocument/2006/relationships/image" Target="../media/image4.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 Id="rId3" Type="http://schemas.openxmlformats.org/officeDocument/2006/relationships/image" Target="../media/image2.jp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2.jp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2.jp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2.jp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4.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eb98287b44_0_85"/>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id="513" name="Google Shape;513;g3f95afb83fa_0_164"/>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ĐÂY THÁNH CUNG HUY HOÀNG</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(Quang Trịnh)</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Đây Thánh Cung huy hoàng tràn lan bao hồng ân Chúa,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3e27e67361b_1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về đây hát khúc hoan ca, kính dâng Cha với lòng mến yêu.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g3f0aa96aa8e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Tâm tư con vui sướng bước vào đền thờ Thiên Chúa.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3f0aa96aa8e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Dâng lên Cha chí thánh muôn người trong thánh lễ này.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g3f95afb83fa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Đây Thánh Cung huy hoàng tràn lan bao hồng ân Chúa,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g3f95afb83fa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về đây hát khúc hoan ca, kính dâng Cha với lòng mến yêu.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pic>
        <p:nvPicPr>
          <p:cNvPr id="553" name="Google Shape;553;g3f95afb83fa_0_168"/>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559" name="Google Shape;559;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0" name="Shape 570"/>
        <p:cNvGrpSpPr/>
        <p:nvPr/>
      </p:nvGrpSpPr>
      <p:grpSpPr>
        <a:xfrm>
          <a:off x="0" y="0"/>
          <a:ext cx="0" cy="0"/>
          <a:chOff x="0" y="0"/>
          <a:chExt cx="0" cy="0"/>
        </a:xfrm>
      </p:grpSpPr>
      <p:sp>
        <p:nvSpPr>
          <p:cNvPr id="571" name="Google Shape;57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pic>
        <p:nvPicPr>
          <p:cNvPr id="642" name="Google Shape;642;g3f95afb83fa_0_172"/>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46" name="Shape 646"/>
        <p:cNvGrpSpPr/>
        <p:nvPr/>
      </p:nvGrpSpPr>
      <p:grpSpPr>
        <a:xfrm>
          <a:off x="0" y="0"/>
          <a:ext cx="0" cy="0"/>
          <a:chOff x="0" y="0"/>
          <a:chExt cx="0" cy="0"/>
        </a:xfrm>
      </p:grpSpPr>
      <p:sp>
        <p:nvSpPr>
          <p:cNvPr id="647" name="Google Shape;647;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648" name="Google Shape;648;g3d48ab63a6f_0_9"/>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118</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1. </a:t>
            </a:r>
            <a:r>
              <a:rPr b="1" lang="en-US" sz="7000">
                <a:solidFill>
                  <a:schemeClr val="lt1"/>
                </a:solidFill>
                <a:latin typeface="Times New Roman"/>
                <a:ea typeface="Times New Roman"/>
                <a:cs typeface="Times New Roman"/>
                <a:sym typeface="Times New Roman"/>
              </a:rPr>
              <a:t>Con vẫn thân thưa rằng gia nghiệp con thực là chính Chúa.</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e8a8273fd3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Nguyện Ngài thương đỡ nâng, giúp con giữ trọn lời Ngài đã truyền ban.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f95afb83fa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Luật pháp Chúa ôi thật quý hơn muôn châu báu bạc vàng.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Lạy Chúa con yêu chuộng luật Chúa bao nhiêu, với Lời Ngài con mến yêu nhiều.</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f282feffb0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Nguyện xót thương con hèn như lời xưa Ngài đã phán hứa.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f282feffb0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Vì tình thương của Chúa đã cho con được hưởng sự sống đẹp tươi.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f95afb83fa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Luật pháp Chúa là niềm sướng vui cho con những đêm ngày.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g3f95afb83fa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Lạy Chúa con yêu chuộng luật Chúa bao nhiêu, với Lời Ngài con mến yêu nhiều.</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f282feffb0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 </a:t>
            </a:r>
            <a:r>
              <a:rPr b="1" lang="en-US" sz="7500">
                <a:solidFill>
                  <a:schemeClr val="lt1"/>
                </a:solidFill>
                <a:latin typeface="Times New Roman"/>
                <a:ea typeface="Times New Roman"/>
                <a:cs typeface="Times New Roman"/>
                <a:sym typeface="Times New Roman"/>
              </a:rPr>
              <a:t>Con vẫn luôn thiết tha với Lời Chúa, còn hơn châu báu.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f282feffb0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Và đời con đã quyết hết tâm kiếm tìm một mình Chúa mà thôi.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g3f54ad4d3bd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Nguyện đời con gian tà tránh xa, chỉ yêu lấy Lời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g3f95afb83fa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Lạy Chúa con yêu chuộng luật Chúa bao nhiêu, với Lời Ngài con mến yêu nhiều.</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7" name="Shape 717"/>
        <p:cNvGrpSpPr/>
        <p:nvPr/>
      </p:nvGrpSpPr>
      <p:grpSpPr>
        <a:xfrm>
          <a:off x="0" y="0"/>
          <a:ext cx="0" cy="0"/>
          <a:chOff x="0" y="0"/>
          <a:chExt cx="0" cy="0"/>
        </a:xfrm>
      </p:grpSpPr>
      <p:sp>
        <p:nvSpPr>
          <p:cNvPr id="718" name="Google Shape;718;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19" name="Google Shape;719;g3d89366497e_0_44"/>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5700">
                <a:solidFill>
                  <a:srgbClr val="FFFF00"/>
                </a:solidFill>
                <a:latin typeface="Times New Roman"/>
                <a:ea typeface="Times New Roman"/>
                <a:cs typeface="Times New Roman"/>
                <a:sym typeface="Times New Roman"/>
              </a:rPr>
              <a:t>All… All…</a:t>
            </a:r>
            <a:r>
              <a:rPr b="1" i="1" lang="en-US" sz="7200">
                <a:solidFill>
                  <a:srgbClr val="EE0000"/>
                </a:solidFill>
                <a:latin typeface="Times New Roman"/>
                <a:ea typeface="Times New Roman"/>
                <a:cs typeface="Times New Roman"/>
                <a:sym typeface="Times New Roman"/>
              </a:rPr>
              <a:t> </a:t>
            </a:r>
            <a:br>
              <a:rPr b="1" i="1" lang="en-US" sz="7400">
                <a:solidFill>
                  <a:srgbClr val="EE0000"/>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Lời Chúa tồn tại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rgbClr val="EE0000"/>
              </a:buClr>
              <a:buSzPts val="8000"/>
              <a:buFont typeface="Times"/>
              <a:buNone/>
            </a:pPr>
            <a:r>
              <a:rPr b="1" lang="en-US" sz="7200">
                <a:solidFill>
                  <a:schemeClr val="lt1"/>
                </a:solidFill>
                <a:latin typeface="Times New Roman"/>
                <a:ea typeface="Times New Roman"/>
                <a:cs typeface="Times New Roman"/>
                <a:sym typeface="Times New Roman"/>
              </a:rPr>
              <a:t>mãi đến muôn đời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rgbClr val="EE0000"/>
              </a:buClr>
              <a:buSzPts val="8000"/>
              <a:buFont typeface="Times"/>
              <a:buNone/>
            </a:pPr>
            <a:r>
              <a:rPr b="1" lang="en-US" sz="7200">
                <a:solidFill>
                  <a:schemeClr val="lt1"/>
                </a:solidFill>
                <a:latin typeface="Times New Roman"/>
                <a:ea typeface="Times New Roman"/>
                <a:cs typeface="Times New Roman"/>
                <a:sym typeface="Times New Roman"/>
              </a:rPr>
              <a:t>chẳng phai, </a:t>
            </a:r>
            <a:endParaRPr b="1" sz="7200">
              <a:solidFill>
                <a:schemeClr val="lt1"/>
              </a:solidFill>
              <a:latin typeface="Times New Roman"/>
              <a:ea typeface="Times New Roman"/>
              <a:cs typeface="Times New Roman"/>
              <a:sym typeface="Times New Roman"/>
            </a:endParaRPr>
          </a:p>
        </p:txBody>
      </p:sp>
      <p:sp>
        <p:nvSpPr>
          <p:cNvPr id="726" name="Google Shape;726;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7600">
                <a:solidFill>
                  <a:schemeClr val="lt1"/>
                </a:solidFill>
                <a:latin typeface="Times New Roman"/>
                <a:ea typeface="Times New Roman"/>
                <a:cs typeface="Times New Roman"/>
                <a:sym typeface="Times New Roman"/>
              </a:rPr>
              <a:t>đó là lời Tin Mừng đã loan báo </a:t>
            </a:r>
            <a:endParaRPr b="1" sz="7600">
              <a:solidFill>
                <a:schemeClr val="lt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dk1"/>
              </a:buClr>
              <a:buSzPts val="8000"/>
              <a:buFont typeface="Times"/>
              <a:buNone/>
            </a:pPr>
            <a:r>
              <a:rPr b="1" lang="en-US" sz="7600">
                <a:solidFill>
                  <a:schemeClr val="lt1"/>
                </a:solidFill>
                <a:latin typeface="Times New Roman"/>
                <a:ea typeface="Times New Roman"/>
                <a:cs typeface="Times New Roman"/>
                <a:sym typeface="Times New Roman"/>
              </a:rPr>
              <a:t>cho anh em.</a:t>
            </a:r>
            <a:br>
              <a:rPr b="1" lang="en-US" sz="6500">
                <a:solidFill>
                  <a:schemeClr val="lt1"/>
                </a:solidFill>
                <a:latin typeface="Times New Roman"/>
                <a:ea typeface="Times New Roman"/>
                <a:cs typeface="Times New Roman"/>
                <a:sym typeface="Times New Roman"/>
              </a:rPr>
            </a:br>
            <a:r>
              <a:rPr b="1" i="1" lang="en-US" sz="6500">
                <a:solidFill>
                  <a:srgbClr val="FFFF00"/>
                </a:solidFill>
                <a:latin typeface="Times New Roman"/>
                <a:ea typeface="Times New Roman"/>
                <a:cs typeface="Times New Roman"/>
                <a:sym typeface="Times New Roman"/>
              </a:rPr>
              <a:t>All.. All..</a:t>
            </a:r>
            <a:endParaRPr b="1" sz="6500">
              <a:solidFill>
                <a:srgbClr val="FFFF00"/>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pic>
        <p:nvPicPr>
          <p:cNvPr id="736" name="Google Shape;736;g3baa6357486_0_13"/>
          <p:cNvPicPr preferRelativeResize="0"/>
          <p:nvPr/>
        </p:nvPicPr>
        <p:blipFill rotWithShape="1">
          <a:blip r:embed="rId3">
            <a:alphaModFix/>
          </a:blip>
          <a:srcRect b="0" l="0" r="0" t="0"/>
          <a:stretch/>
        </p:blipFill>
        <p:spPr>
          <a:xfrm>
            <a:off x="0" y="0"/>
            <a:ext cx="9143990" cy="5143500"/>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pic>
        <p:nvPicPr>
          <p:cNvPr id="741" name="Google Shape;741;g3f95afb83fa_0_176"/>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747" name="Google Shape;747;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pic>
        <p:nvPicPr>
          <p:cNvPr id="847" name="Google Shape;847;g3f95afb83fa_0_180"/>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g3f95afb83fa_0_24"/>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DÂNG LỜI</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CẢM MẾN</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(Phanxicô)</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g3f95afb83fa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Như dòng nến trôi trên bàn thờ, tâm hồn con lâng lâng niềm cảm mến vô bờ.</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g3f95afb83fa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tiến dâng đây con tim ươm bao ước vọng,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g3f95afb83fa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tiến dâng đây con tim ươm bao ước vọng, hằng muốn sắt son một đời mến yêu.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g3f95afb83fa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Kính tiến Chúa tình yêu bao nhiêu mà có gì. Xin hãy thánh hoá lòng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g3f95afb83fa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tình yêu mới bước tới ngày mai.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g3f95afb83fa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Bao ngày tháng xuôi theo dòng đời,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g3f95afb83fa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tâm hồn con lênh đênh tìm hạnh phúc mong chờ.</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g3f95afb83fa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Chúa thương khi con đây trông mong đến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g3f95afb83fa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là Núi đá che chở người tháng năm.</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g3f95afb83fa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Kính tiến Chúa tình yêu bao nhiêu mà có gì. Xin hãy thánh hoá lòng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g3f95afb83fa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tình yêu mới bước tới ngày mai.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pic>
        <p:nvPicPr>
          <p:cNvPr id="912" name="Google Shape;912;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pic>
        <p:nvPicPr>
          <p:cNvPr id="932" name="Google Shape;932;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20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pic>
        <p:nvPicPr>
          <p:cNvPr id="952" name="Google Shape;952;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g3e9ce9eb37a_0_183"/>
          <p:cNvSpPr txBox="1"/>
          <p:nvPr>
            <p:ph type="ctrTitle"/>
          </p:nvPr>
        </p:nvSpPr>
        <p:spPr>
          <a:xfrm>
            <a:off x="0" y="680400"/>
            <a:ext cx="9144000" cy="44631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6900">
                <a:solidFill>
                  <a:schemeClr val="lt1"/>
                </a:solidFill>
                <a:latin typeface="Times New Roman"/>
                <a:ea typeface="Times New Roman"/>
                <a:cs typeface="Times New Roman"/>
                <a:sym typeface="Times New Roman"/>
              </a:rPr>
              <a:t>Linh hồn tôi ơi, hãy chúc tụng Chúa, và chớ khá quên mọi ân huệ của Người.</a:t>
            </a:r>
            <a:endParaRPr b="1" sz="6900">
              <a:solidFill>
                <a:schemeClr val="lt1"/>
              </a:solidFill>
              <a:latin typeface="Times New Roman"/>
              <a:ea typeface="Times New Roman"/>
              <a:cs typeface="Times New Roman"/>
              <a:sym typeface="Times New Roman"/>
            </a:endParaRPr>
          </a:p>
        </p:txBody>
      </p:sp>
      <p:sp>
        <p:nvSpPr>
          <p:cNvPr id="958" name="Google Shape;958;g3e9ce9eb37a_0_183"/>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pic>
        <p:nvPicPr>
          <p:cNvPr id="963" name="Google Shape;963;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g3f491e64396_0_4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NƯỚC TRỜI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(Mt 13, 44-45)</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(Phanxicô)</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sp>
        <p:nvSpPr>
          <p:cNvPr id="973" name="Google Shape;973;g3f491e64396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Nước Trời như là hạt ngọc quý vùi trong ruộng sâu biết đâu mà tìm.</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g3f491e64396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Có người buôn phương xa đi tìm mua ngọc ngà,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g3f54ad4d3bd_0_1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tìm được viên ngọc quý rất vui mừng.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g3f491e64396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Người về bán đi luôn của cải chốn quê hương,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sp>
        <p:nvSpPr>
          <p:cNvPr id="993" name="Google Shape;993;g3f491e64396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mua ngọc quý đi mua Nước Trời.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g3f95afb83fa_0_1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Nước Trời như là hạt ngọc quý vùi trong ruộng sâu biết đâu mà tìm.</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g3f54ad4d3bd_0_1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Nước Trời cho nhân gian trên đường đi ngập tràn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g3f54ad4d3bd_0_1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là một viên ngọc quý Chúa thương ban.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g3f54ad4d3bd_0_1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Bằng cuộc sống thương đau, bằng tận hiến dâng trao,</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g3f54ad4d3bd_0_1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ngọc quý, xin ban Nước Trời.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g3f95afb83fa_0_1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Nước Trời như là hạt ngọc quý vùi trong ruộng sâu biết đâu mà tìm.</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pic>
        <p:nvPicPr>
          <p:cNvPr id="1028" name="Google Shape;1028;g3f95afb83fa_0_184"/>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g3f0aa96aa8e_0_179"/>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LẠY MẸ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XIN YÊN ỦI</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rgbClr val="FFD966"/>
                </a:solidFill>
                <a:latin typeface="Times New Roman"/>
                <a:ea typeface="Times New Roman"/>
                <a:cs typeface="Times New Roman"/>
                <a:sym typeface="Times New Roman"/>
              </a:rPr>
              <a:t>(Nguyễn Khắc Xuyên)</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g3f0aa96aa8e_0_1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000">
                <a:solidFill>
                  <a:srgbClr val="FFFF00"/>
                </a:solidFill>
                <a:latin typeface="Times New Roman"/>
                <a:ea typeface="Times New Roman"/>
                <a:cs typeface="Times New Roman"/>
                <a:sym typeface="Times New Roman"/>
              </a:rPr>
              <a:t>ĐK:</a:t>
            </a:r>
            <a:r>
              <a:rPr b="1" lang="en-US" sz="7000">
                <a:solidFill>
                  <a:srgbClr val="FFFFFF"/>
                </a:solidFill>
                <a:latin typeface="Times New Roman"/>
                <a:ea typeface="Times New Roman"/>
                <a:cs typeface="Times New Roman"/>
                <a:sym typeface="Times New Roman"/>
              </a:rPr>
              <a:t> Lạy Mẹ xin yên ủi chúng con luôn luôn. Mẹ từ bi xin phá những nỗi u buồn.</a:t>
            </a:r>
            <a:endParaRPr b="1" sz="7000">
              <a:solidFill>
                <a:srgbClr val="FFFFFF"/>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g3f0aa96aa8e_0_1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Vì đời con gieo rắc biết bao đau thương. Và tràn lan gai góc vướng trên con đường.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g3f0aa96aa8e_0_1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6700">
                <a:solidFill>
                  <a:srgbClr val="FFFF00"/>
                </a:solidFill>
                <a:latin typeface="Times New Roman"/>
                <a:ea typeface="Times New Roman"/>
                <a:cs typeface="Times New Roman"/>
                <a:sym typeface="Times New Roman"/>
              </a:rPr>
              <a:t>1.</a:t>
            </a:r>
            <a:r>
              <a:rPr b="1" lang="en-US" sz="6700">
                <a:solidFill>
                  <a:schemeClr val="lt1"/>
                </a:solidFill>
                <a:latin typeface="Times New Roman"/>
                <a:ea typeface="Times New Roman"/>
                <a:cs typeface="Times New Roman"/>
                <a:sym typeface="Times New Roman"/>
              </a:rPr>
              <a:t> Ở Mẹ rất nhân từ Mẹ quên sao được hôm xưa, lời Mẹ hứa khi ở trên núi kia.</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g3f54ad4d3bd_0_1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000">
                <a:solidFill>
                  <a:srgbClr val="FFFFFF"/>
                </a:solidFill>
                <a:latin typeface="Times New Roman"/>
                <a:ea typeface="Times New Roman"/>
                <a:cs typeface="Times New Roman"/>
                <a:sym typeface="Times New Roman"/>
              </a:rPr>
              <a:t>Lúc mà Chúa sinh thì Mẹ đứng âu sầu lặng yên là Mẹ chúng con Mẹ xin lĩnh quyền.</a:t>
            </a:r>
            <a:endParaRPr b="1" sz="7000">
              <a:solidFill>
                <a:srgbClr val="FFFFFF"/>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g3f95afb83fa_0_1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000">
                <a:solidFill>
                  <a:srgbClr val="FFFF00"/>
                </a:solidFill>
                <a:latin typeface="Times New Roman"/>
                <a:ea typeface="Times New Roman"/>
                <a:cs typeface="Times New Roman"/>
                <a:sym typeface="Times New Roman"/>
              </a:rPr>
              <a:t>ĐK:</a:t>
            </a:r>
            <a:r>
              <a:rPr b="1" lang="en-US" sz="7000">
                <a:solidFill>
                  <a:srgbClr val="FFFFFF"/>
                </a:solidFill>
                <a:latin typeface="Times New Roman"/>
                <a:ea typeface="Times New Roman"/>
                <a:cs typeface="Times New Roman"/>
                <a:sym typeface="Times New Roman"/>
              </a:rPr>
              <a:t> Lạy Mẹ xin yên ủi chúng con luôn luôn. Mẹ từ bi xin phá những nỗi u buồn.</a:t>
            </a:r>
            <a:endParaRPr b="1" sz="7000">
              <a:solidFill>
                <a:srgbClr val="FFFFFF"/>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g3f95afb83fa_0_1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Vì đời con gieo rắc biết bao đau thương. Và tràn lan gai góc vướng trên con đường.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pic>
        <p:nvPicPr>
          <p:cNvPr id="1068" name="Google Shape;1068;g3f95afb83fa_0_188"/>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