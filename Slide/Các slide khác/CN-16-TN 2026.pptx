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23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23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24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235.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245.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241.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239.xml"/>
  <Override ContentType="application/vnd.openxmlformats-officedocument.presentationml.notesSlide+xml" PartName="/ppt/notesSlides/notesSlide24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36.xml"/>
  <Override ContentType="application/vnd.openxmlformats-officedocument.presentationml.notesSlide+xml" PartName="/ppt/notesSlides/notesSlide244.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233.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243.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37.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237.xml"/>
  <Override ContentType="application/vnd.openxmlformats-officedocument.presentationml.slide+xml" PartName="/ppt/slides/slide51.xml"/>
  <Override ContentType="application/vnd.openxmlformats-officedocument.presentationml.slide+xml" PartName="/ppt/slides/slide245.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233.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242.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244.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23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243.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235.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40.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238.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234.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41.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239.xml"/>
  <Override ContentType="application/vnd.openxmlformats-officedocument.presentationml.slide+xml" PartName="/ppt/slides/slide15.xml"/>
  <Override ContentType="application/vnd.openxmlformats-officedocument.presentationml.slide+xml" PartName="/ppt/slides/slide230.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 id="485" r:id="rId235"/>
    <p:sldId id="486" r:id="rId236"/>
    <p:sldId id="487" r:id="rId237"/>
    <p:sldId id="488" r:id="rId238"/>
    <p:sldId id="489" r:id="rId239"/>
    <p:sldId id="490" r:id="rId240"/>
    <p:sldId id="491" r:id="rId241"/>
    <p:sldId id="492" r:id="rId242"/>
    <p:sldId id="493" r:id="rId243"/>
    <p:sldId id="494" r:id="rId244"/>
    <p:sldId id="495" r:id="rId245"/>
    <p:sldId id="496" r:id="rId246"/>
    <p:sldId id="497" r:id="rId247"/>
    <p:sldId id="498" r:id="rId248"/>
    <p:sldId id="499" r:id="rId249"/>
    <p:sldId id="500" r:id="rId250"/>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51" roundtripDataSignature="AMtx7mgxMjLuSlx/5ueMDbVFrfD5MJQ68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251" Type="http://customschemas.google.com/relationships/presentationmetadata" Target="metadata"/><Relationship Id="rId250" Type="http://schemas.openxmlformats.org/officeDocument/2006/relationships/slide" Target="slides/slide24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249" Type="http://schemas.openxmlformats.org/officeDocument/2006/relationships/slide" Target="slides/slide244.xml"/><Relationship Id="rId127" Type="http://schemas.openxmlformats.org/officeDocument/2006/relationships/slide" Target="slides/slide122.xml"/><Relationship Id="rId248" Type="http://schemas.openxmlformats.org/officeDocument/2006/relationships/slide" Target="slides/slide243.xml"/><Relationship Id="rId126" Type="http://schemas.openxmlformats.org/officeDocument/2006/relationships/slide" Target="slides/slide121.xml"/><Relationship Id="rId247" Type="http://schemas.openxmlformats.org/officeDocument/2006/relationships/slide" Target="slides/slide242.xml"/><Relationship Id="rId121" Type="http://schemas.openxmlformats.org/officeDocument/2006/relationships/slide" Target="slides/slide116.xml"/><Relationship Id="rId242" Type="http://schemas.openxmlformats.org/officeDocument/2006/relationships/slide" Target="slides/slide237.xml"/><Relationship Id="rId120" Type="http://schemas.openxmlformats.org/officeDocument/2006/relationships/slide" Target="slides/slide115.xml"/><Relationship Id="rId241" Type="http://schemas.openxmlformats.org/officeDocument/2006/relationships/slide" Target="slides/slide236.xml"/><Relationship Id="rId240" Type="http://schemas.openxmlformats.org/officeDocument/2006/relationships/slide" Target="slides/slide235.xml"/><Relationship Id="rId125" Type="http://schemas.openxmlformats.org/officeDocument/2006/relationships/slide" Target="slides/slide120.xml"/><Relationship Id="rId246" Type="http://schemas.openxmlformats.org/officeDocument/2006/relationships/slide" Target="slides/slide241.xml"/><Relationship Id="rId124" Type="http://schemas.openxmlformats.org/officeDocument/2006/relationships/slide" Target="slides/slide119.xml"/><Relationship Id="rId245" Type="http://schemas.openxmlformats.org/officeDocument/2006/relationships/slide" Target="slides/slide240.xml"/><Relationship Id="rId123" Type="http://schemas.openxmlformats.org/officeDocument/2006/relationships/slide" Target="slides/slide118.xml"/><Relationship Id="rId244" Type="http://schemas.openxmlformats.org/officeDocument/2006/relationships/slide" Target="slides/slide239.xml"/><Relationship Id="rId122" Type="http://schemas.openxmlformats.org/officeDocument/2006/relationships/slide" Target="slides/slide117.xml"/><Relationship Id="rId243" Type="http://schemas.openxmlformats.org/officeDocument/2006/relationships/slide" Target="slides/slide238.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239" Type="http://schemas.openxmlformats.org/officeDocument/2006/relationships/slide" Target="slides/slide234.xml"/><Relationship Id="rId117" Type="http://schemas.openxmlformats.org/officeDocument/2006/relationships/slide" Target="slides/slide112.xml"/><Relationship Id="rId238" Type="http://schemas.openxmlformats.org/officeDocument/2006/relationships/slide" Target="slides/slide233.xml"/><Relationship Id="rId116" Type="http://schemas.openxmlformats.org/officeDocument/2006/relationships/slide" Target="slides/slide111.xml"/><Relationship Id="rId237" Type="http://schemas.openxmlformats.org/officeDocument/2006/relationships/slide" Target="slides/slide232.xml"/><Relationship Id="rId115" Type="http://schemas.openxmlformats.org/officeDocument/2006/relationships/slide" Target="slides/slide110.xml"/><Relationship Id="rId236" Type="http://schemas.openxmlformats.org/officeDocument/2006/relationships/slide" Target="slides/slide231.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235" Type="http://schemas.openxmlformats.org/officeDocument/2006/relationships/slide" Target="slides/slide230.xml"/><Relationship Id="rId113" Type="http://schemas.openxmlformats.org/officeDocument/2006/relationships/slide" Target="slides/slide108.xml"/><Relationship Id="rId234" Type="http://schemas.openxmlformats.org/officeDocument/2006/relationships/slide" Target="slides/slide229.xml"/><Relationship Id="rId112" Type="http://schemas.openxmlformats.org/officeDocument/2006/relationships/slide" Target="slides/slide107.xml"/><Relationship Id="rId233" Type="http://schemas.openxmlformats.org/officeDocument/2006/relationships/slide" Target="slides/slide228.xml"/><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b98287b44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eb98287b44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f491e64396_0_2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f491e64396_0_2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e27e67361b_1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e27e67361b_1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e27e67361b_1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e27e67361b_1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f0aa96aa8e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f0aa96aa8e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f0aa96aa8e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f0aa96aa8e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f54ad4d3bd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f54ad4d3bd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f54ad4d3bd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f54ad4d3bd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f54ad4d3bd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f54ad4d3bd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f54ad4d3bd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f54ad4d3bd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f54ad4d3bd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f54ad4d3bd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f54ad4d3bd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f54ad4d3bd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f54ad4d3bd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f54ad4d3bd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f54ad4d3bd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f54ad4d3bd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f82dfb2a92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g3f82dfb2a92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1" name="Google Shape;731;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8" name="Google Shape;738;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3" name="Google Shape;743;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44" name="Google Shape;744;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9" name="Google Shape;749;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0" name="Google Shape;750;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5" name="Google Shape;755;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6" name="Google Shape;756;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1" name="Google Shape;761;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2" name="Google Shape;762;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7" name="Google Shape;767;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8" name="Google Shape;768;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3" name="Google Shape;773;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4" name="Google Shape;774;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9" name="Google Shape;779;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0" name="Google Shape;780;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5" name="Google Shape;785;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6" name="Google Shape;786;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1" name="Google Shape;791;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92" name="Google Shape;792;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7" name="Google Shape;797;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98" name="Google Shape;798;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3" name="Google Shape;803;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04" name="Google Shape;804;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9" name="Google Shape;809;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10" name="Google Shape;810;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f82dfb2a92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g3f82dfb2a92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6" name="Google Shape;826;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e8a8273fd3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e8a8273fd3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f491e64396_0_1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g3f491e64396_0_1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1" name="Google Shape;851;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6" name="Google Shape;856;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f54ad4d3bd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1" name="Google Shape;861;g3f54ad4d3bd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f54ad4d3bd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6" name="Google Shape;866;g3f54ad4d3bd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f282feffb0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1" name="Google Shape;871;g3f282feffb0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3f282feffb0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6" name="Google Shape;876;g3f282feffb0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3f54ad4d3bd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1" name="Google Shape;881;g3f54ad4d3bd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f54ad4d3bd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6" name="Google Shape;886;g3f54ad4d3bd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1" name="Google Shape;891;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7" name="Google Shape;897;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8" name="Google Shape;898;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4" name="Google Shape;904;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9" name="Google Shape;909;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3f82dfb2a92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4" name="Google Shape;914;g3f82dfb2a92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9" name="Google Shape;919;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3f82dfb2a92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g3f82dfb2a92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f0aa96aa8e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g3f0aa96aa8e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f0aa96aa8e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g3f0aa96aa8e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f0aa96aa8e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g3f0aa96aa8e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f0aa96aa8e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g3f0aa96aa8e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f0aa96aa8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g3f0aa96aa8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f54ad4d3bd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g3f54ad4d3bd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3f54ad4d3bd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g3f54ad4d3bd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3f0aa96aa8e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g3f0aa96aa8e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3f491e64396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g3f491e64396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f0aa96aa8e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g3f0aa96aa8e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g3f54ad4d3bd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g3f54ad4d3bd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3f54ad4d3bd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g3f54ad4d3bd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f54ad4d3bd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g3f54ad4d3bd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3f54ad4d3bd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g3f54ad4d3bd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3f54ad4d3bd_0_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5" name="Google Shape;1095;g3f54ad4d3bd_0_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3f54ad4d3bd_0_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0" name="Google Shape;1100;g3f54ad4d3bd_0_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3f54ad4d3bd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5" name="Google Shape;1105;g3f54ad4d3bd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3f54ad4d3bd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0" name="Google Shape;1110;g3f54ad4d3bd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3f54ad4d3bd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5" name="Google Shape;1115;g3f54ad4d3bd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3f54ad4d3bd_0_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0" name="Google Shape;1120;g3f54ad4d3bd_0_1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3f54ad4d3bd_0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5" name="Google Shape;1125;g3f54ad4d3bd_0_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3f54ad4d3bd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0" name="Google Shape;1130;g3f54ad4d3bd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g3f54ad4d3bd_0_1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5" name="Google Shape;1135;g3f54ad4d3bd_0_1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g3f54ad4d3bd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0" name="Google Shape;1140;g3f54ad4d3bd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g3f54ad4d3bd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5" name="Google Shape;1145;g3f54ad4d3bd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0" name="Google Shape;1150;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5" name="Google Shape;1155;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0" name="Google Shape;1160;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5" name="Google Shape;1165;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0" name="Google Shape;1170;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5" name="Google Shape;1175;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0" name="Google Shape;1180;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5" name="Google Shape;1185;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0" name="Google Shape;1190;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5" name="Google Shape;1195;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f282feffb0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1" name="Google Shape;1201;g3f282feffb0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6" name="Google Shape;1206;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f491e64396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1" name="Google Shape;1211;g3f491e64396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3f491e64396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6" name="Google Shape;1216;g3f491e64396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3f491e64396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1" name="Google Shape;1221;g3f491e64396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3f491e64396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6" name="Google Shape;1226;g3f491e64396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g3f54ad4d3bd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1" name="Google Shape;1231;g3f54ad4d3bd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g3f491e64396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6" name="Google Shape;1236;g3f491e64396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g3f491e64396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1" name="Google Shape;1241;g3f491e64396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3f491e64396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6" name="Google Shape;1246;g3f491e64396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g3f54ad4d3bd_0_1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1" name="Google Shape;1251;g3f54ad4d3bd_0_1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3f54ad4d3bd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6" name="Google Shape;1256;g3f54ad4d3bd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3f54ad4d3bd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1" name="Google Shape;1261;g3f54ad4d3bd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g3f54ad4d3bd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6" name="Google Shape;1266;g3f54ad4d3bd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g3f54ad4d3bd_0_1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1" name="Google Shape;1271;g3f54ad4d3bd_0_1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g3f54ad4d3bd_0_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6" name="Google Shape;1276;g3f54ad4d3bd_0_1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9" name="Shape 1279"/>
        <p:cNvGrpSpPr/>
        <p:nvPr/>
      </p:nvGrpSpPr>
      <p:grpSpPr>
        <a:xfrm>
          <a:off x="0" y="0"/>
          <a:ext cx="0" cy="0"/>
          <a:chOff x="0" y="0"/>
          <a:chExt cx="0" cy="0"/>
        </a:xfrm>
      </p:grpSpPr>
      <p:sp>
        <p:nvSpPr>
          <p:cNvPr id="1280" name="Google Shape;1280;g3f54ad4d3bd_0_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1" name="Google Shape;1281;g3f54ad4d3bd_0_1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g3f54ad4d3bd_0_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6" name="Google Shape;1286;g3f54ad4d3bd_0_1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g3f82dfb2a92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1" name="Google Shape;1291;g3f82dfb2a92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4" name="Shape 1294"/>
        <p:cNvGrpSpPr/>
        <p:nvPr/>
      </p:nvGrpSpPr>
      <p:grpSpPr>
        <a:xfrm>
          <a:off x="0" y="0"/>
          <a:ext cx="0" cy="0"/>
          <a:chOff x="0" y="0"/>
          <a:chExt cx="0" cy="0"/>
        </a:xfrm>
      </p:grpSpPr>
      <p:sp>
        <p:nvSpPr>
          <p:cNvPr id="1295" name="Google Shape;1295;g3f0aa96aa8e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6" name="Google Shape;1296;g3f0aa96aa8e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g3f0aa96aa8e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1" name="Google Shape;1301;g3f0aa96aa8e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g3f0aa96aa8e_0_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6" name="Google Shape;1306;g3f0aa96aa8e_0_1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g3f0aa96aa8e_0_1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1" name="Google Shape;1311;g3f0aa96aa8e_0_1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4" name="Shape 1314"/>
        <p:cNvGrpSpPr/>
        <p:nvPr/>
      </p:nvGrpSpPr>
      <p:grpSpPr>
        <a:xfrm>
          <a:off x="0" y="0"/>
          <a:ext cx="0" cy="0"/>
          <a:chOff x="0" y="0"/>
          <a:chExt cx="0" cy="0"/>
        </a:xfrm>
      </p:grpSpPr>
      <p:sp>
        <p:nvSpPr>
          <p:cNvPr id="1315" name="Google Shape;1315;g3f54ad4d3bd_0_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6" name="Google Shape;1316;g3f54ad4d3bd_0_1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g3f54ad4d3bd_0_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1" name="Google Shape;1321;g3f54ad4d3bd_0_1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4" name="Shape 1324"/>
        <p:cNvGrpSpPr/>
        <p:nvPr/>
      </p:nvGrpSpPr>
      <p:grpSpPr>
        <a:xfrm>
          <a:off x="0" y="0"/>
          <a:ext cx="0" cy="0"/>
          <a:chOff x="0" y="0"/>
          <a:chExt cx="0" cy="0"/>
        </a:xfrm>
      </p:grpSpPr>
      <p:sp>
        <p:nvSpPr>
          <p:cNvPr id="1325" name="Google Shape;1325;g3f82dfb2a92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6" name="Google Shape;1326;g3f82dfb2a92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3.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4.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 Id="rId3" Type="http://schemas.openxmlformats.org/officeDocument/2006/relationships/image" Target="../media/image4.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 Id="rId3" Type="http://schemas.openxmlformats.org/officeDocument/2006/relationships/image" Target="../media/image2.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 Id="rId3" Type="http://schemas.openxmlformats.org/officeDocument/2006/relationships/image" Target="../media/image6.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 Id="rId3" Type="http://schemas.openxmlformats.org/officeDocument/2006/relationships/image" Target="../media/image5.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 Id="rId3" Type="http://schemas.openxmlformats.org/officeDocument/2006/relationships/image" Target="../media/image4.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4.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 Id="rId3" Type="http://schemas.openxmlformats.org/officeDocument/2006/relationships/image" Target="../media/image1.jp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 Id="rId3" Type="http://schemas.openxmlformats.org/officeDocument/2006/relationships/image" Target="../media/image1.jp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 Id="rId3" Type="http://schemas.openxmlformats.org/officeDocument/2006/relationships/image" Target="../media/image1.jp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 Id="rId3" Type="http://schemas.openxmlformats.org/officeDocument/2006/relationships/image" Target="../media/image1.jp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Relationship Id="rId3" Type="http://schemas.openxmlformats.org/officeDocument/2006/relationships/image" Target="../media/image7.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eb98287b44_0_85"/>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g3f491e64396_0_244"/>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SẼ HÂN HOAN</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Kim Long</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Con sẽ hân hoan tiến vào cung thánh, tới gần Chúa Trời.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e27e67361b_1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Tuổi thanh xuân reo vang khúc nhạc êm ái, vương ánh sáng nơi nơi.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e27e67361b_1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Gần bàn thờ Chúa, tâm hồn con thảnh thơi trong nguồn vui thánh ân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f0aa96aa8e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Ôi nói sao được niềm vui, khi lên đền thánh Chúa Trời.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f0aa96aa8e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Gia-liêm đây! Thôi dừng chân lại. Đến nơi rồi, hồn ta 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f54ad4d3bd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Con sẽ hân hoan tiến vào cung thánh, tới gần Chúa Trời.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f54ad4d3bd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Tuổi thanh xuân reo vang khúc nhạc êm ái, vương ánh sáng nơi nơi.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f54ad4d3bd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Gần bàn thờ Chúa, tâm hồn con thảnh thơi trong nguồn vui thánh ân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f54ad4d3bd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Đây chốn sum vầy yên vui, mong sao được sống suốt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f54ad4d3bd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Bao anh em chung lời ca ngợi. Hát lên nào, hồn ta 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f54ad4d3bd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Con sẽ hân hoan tiến vào cung thánh, tới gần Chúa Trời.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f54ad4d3bd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Tuổi thanh xuân reo vang khúc nhạc êm ái, vương ánh sáng nơi nơi.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f54ad4d3bd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Gần bàn thờ Chúa, tâm hồn con thảnh thơi trong nguồn vui thánh ân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pic>
        <p:nvPicPr>
          <p:cNvPr id="728" name="Google Shape;728;g3f82dfb2a92_0_1"/>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734" name="Google Shape;734;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5" name="Shape 745"/>
        <p:cNvGrpSpPr/>
        <p:nvPr/>
      </p:nvGrpSpPr>
      <p:grpSpPr>
        <a:xfrm>
          <a:off x="0" y="0"/>
          <a:ext cx="0" cy="0"/>
          <a:chOff x="0" y="0"/>
          <a:chExt cx="0" cy="0"/>
        </a:xfrm>
      </p:grpSpPr>
      <p:sp>
        <p:nvSpPr>
          <p:cNvPr id="746" name="Google Shape;746;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pic>
        <p:nvPicPr>
          <p:cNvPr id="817" name="Google Shape;817;g3f82dfb2a92_0_5"/>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1" name="Shape 821"/>
        <p:cNvGrpSpPr/>
        <p:nvPr/>
      </p:nvGrpSpPr>
      <p:grpSpPr>
        <a:xfrm>
          <a:off x="0" y="0"/>
          <a:ext cx="0" cy="0"/>
          <a:chOff x="0" y="0"/>
          <a:chExt cx="0" cy="0"/>
        </a:xfrm>
      </p:grpSpPr>
      <p:sp>
        <p:nvSpPr>
          <p:cNvPr id="822" name="Google Shape;822;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23" name="Google Shape;823;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85</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1. </a:t>
            </a:r>
            <a:r>
              <a:rPr b="1" lang="en-US" sz="7000">
                <a:solidFill>
                  <a:schemeClr val="lt1"/>
                </a:solidFill>
                <a:latin typeface="Times New Roman"/>
                <a:ea typeface="Times New Roman"/>
                <a:cs typeface="Times New Roman"/>
                <a:sym typeface="Times New Roman"/>
              </a:rPr>
              <a:t>Lạy Chúa, tình Chúa như sông sâu biển rộng, lòng Chúa luôn bao dung khoan hồng,</a:t>
            </a:r>
            <a:r>
              <a:rPr b="1" lang="en-US" sz="7000">
                <a:solidFill>
                  <a:schemeClr val="lt1"/>
                </a:solidFill>
                <a:latin typeface="Times New Roman"/>
                <a:ea typeface="Times New Roman"/>
                <a:cs typeface="Times New Roman"/>
                <a:sym typeface="Times New Roman"/>
              </a:rPr>
              <a: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e8a8273fd3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giàu tình thương cho những kẻ đợi trông, ngàn hồng ân cho những kẻ cầu mong.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Lạy Chúa, Đấng nhân hậu và hay xót thương, đây lòng con cất tiếng khẩn cầu,</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g3f491e64396_0_1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tình yêu của Chúa thẳm sâu, cho đẹp mầu ơn phúc bền lâu.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Lạy Chúa, này các dân Chúa đã tác thành, họ đến chung nhau lời ca ngợi,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thờ lạy Chúa ôi Chúa Đấng quyền năng, kỳ diệu thay tay Chúa đã làm nên.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g3f54ad4d3bd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Lạy Chúa, Đấng nhân hậu và hay xót thương, đây lòng con cất tiếng khẩn cầu,</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g3f54ad4d3bd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tình yêu của Chúa thẳm sâu, cho đẹp mầu ơn phúc bền lâu.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g3f282feffb0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Lạy Chúa, Ngài rất khoan dung và nhân hậu, hằng lắng nghe tiếng người kêu cầu,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g3f282feffb0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Ngài chở che qua bao cảnh bể dâu, Ngài đỡ nâng qua những nỗi khổ sầu.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g3f54ad4d3bd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Lạy Chúa, Đấng nhân hậu và hay xót thương, đây lòng con cất tiếng khẩn cầu,</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g3f54ad4d3bd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tình yêu của Chúa thẳm sâu, cho đẹp mầu ơn phúc bền lâu.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2" name="Shape 892"/>
        <p:cNvGrpSpPr/>
        <p:nvPr/>
      </p:nvGrpSpPr>
      <p:grpSpPr>
        <a:xfrm>
          <a:off x="0" y="0"/>
          <a:ext cx="0" cy="0"/>
          <a:chOff x="0" y="0"/>
          <a:chExt cx="0" cy="0"/>
        </a:xfrm>
      </p:grpSpPr>
      <p:sp>
        <p:nvSpPr>
          <p:cNvPr id="893" name="Google Shape;893;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94" name="Google Shape;894;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5700">
                <a:solidFill>
                  <a:srgbClr val="FFFF00"/>
                </a:solidFill>
                <a:latin typeface="Times New Roman"/>
                <a:ea typeface="Times New Roman"/>
                <a:cs typeface="Times New Roman"/>
                <a:sym typeface="Times New Roman"/>
              </a:rPr>
              <a:t>All… All…</a:t>
            </a:r>
            <a:r>
              <a:rPr b="1" i="1" lang="en-US" sz="7200">
                <a:solidFill>
                  <a:srgbClr val="EE0000"/>
                </a:solidFill>
                <a:latin typeface="Times New Roman"/>
                <a:ea typeface="Times New Roman"/>
                <a:cs typeface="Times New Roman"/>
                <a:sym typeface="Times New Roman"/>
              </a:rPr>
              <a:t> </a:t>
            </a:r>
            <a:br>
              <a:rPr b="1" i="1" lang="en-US" sz="7400">
                <a:solidFill>
                  <a:srgbClr val="EE0000"/>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Lạy Chúa, Lời của Chúa là thần trí và là sự sống, </a:t>
            </a:r>
            <a:endParaRPr b="1" sz="7200">
              <a:solidFill>
                <a:schemeClr val="lt1"/>
              </a:solidFill>
              <a:latin typeface="Times New Roman"/>
              <a:ea typeface="Times New Roman"/>
              <a:cs typeface="Times New Roman"/>
              <a:sym typeface="Times New Roman"/>
            </a:endParaRPr>
          </a:p>
        </p:txBody>
      </p:sp>
      <p:sp>
        <p:nvSpPr>
          <p:cNvPr id="901" name="Google Shape;901;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600">
                <a:solidFill>
                  <a:schemeClr val="lt1"/>
                </a:solidFill>
                <a:latin typeface="Times New Roman"/>
                <a:ea typeface="Times New Roman"/>
                <a:cs typeface="Times New Roman"/>
                <a:sym typeface="Times New Roman"/>
              </a:rPr>
              <a:t>Chúa có lời ban sự sống ngàn thu.</a:t>
            </a:r>
            <a:br>
              <a:rPr b="1" lang="en-US" sz="6500">
                <a:solidFill>
                  <a:schemeClr val="lt1"/>
                </a:solidFill>
                <a:latin typeface="Times New Roman"/>
                <a:ea typeface="Times New Roman"/>
                <a:cs typeface="Times New Roman"/>
                <a:sym typeface="Times New Roman"/>
              </a:rPr>
            </a:br>
            <a:r>
              <a:rPr b="1" i="1" lang="en-US" sz="6500">
                <a:solidFill>
                  <a:srgbClr val="FFFF00"/>
                </a:solidFill>
                <a:latin typeface="Times New Roman"/>
                <a:ea typeface="Times New Roman"/>
                <a:cs typeface="Times New Roman"/>
                <a:sym typeface="Times New Roman"/>
              </a:rPr>
              <a:t>All.. All..</a:t>
            </a:r>
            <a:endParaRPr b="1" sz="6500">
              <a:solidFill>
                <a:srgbClr val="FFFF00"/>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pic>
        <p:nvPicPr>
          <p:cNvPr id="911" name="Google Shape;911;g3baa6357486_0_13"/>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pic>
        <p:nvPicPr>
          <p:cNvPr id="916" name="Google Shape;916;g3f82dfb2a92_0_9"/>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922" name="Google Shape;922;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pic>
        <p:nvPicPr>
          <p:cNvPr id="1022" name="Google Shape;1022;g3f82dfb2a92_0_13"/>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g3f0aa96aa8e_0_2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CA KHÚC</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TRẦM HƯƠNG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Dao Kim</a:t>
            </a:r>
            <a:r>
              <a:rPr b="1" i="1" lang="en-US" sz="4700">
                <a:solidFill>
                  <a:schemeClr val="accent4"/>
                </a:solidFill>
                <a:latin typeface="Times New Roman"/>
                <a:ea typeface="Times New Roman"/>
                <a:cs typeface="Times New Roman"/>
                <a:sym typeface="Times New Roman"/>
              </a:rPr>
              <a:t>)</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g3f0aa96aa8e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Lời con như trầm hương bay lên tới thiên đường,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g3f0aa96aa8e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bay lên tới thiên đường cho lung linh ánh nhiệm mầu.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g3f0aa96aa8e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Thiết tha là như cánh vạc kêu sương Chúa ơi.</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g3f0aa96aa8e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Lòng con chân thành dâng vinh quang Chúa muôn vàn,</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g3f54ad4d3bd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không gian với tơ vang dậy cao siêu lễ tôn thờ. </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g3f54ad4d3bd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Khẩn cầu là Chúa hãy đủ thương ban muôn hồng ân.</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g3f0aa96aa8e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rgbClr val="FFFF00"/>
                </a:solidFill>
                <a:latin typeface="Times New Roman"/>
                <a:ea typeface="Times New Roman"/>
                <a:cs typeface="Times New Roman"/>
                <a:sym typeface="Times New Roman"/>
              </a:rPr>
              <a:t>1. </a:t>
            </a:r>
            <a:r>
              <a:rPr b="1" lang="en-US" sz="7800">
                <a:solidFill>
                  <a:schemeClr val="lt1"/>
                </a:solidFill>
                <a:latin typeface="Times New Roman"/>
                <a:ea typeface="Times New Roman"/>
                <a:cs typeface="Times New Roman"/>
                <a:sym typeface="Times New Roman"/>
              </a:rPr>
              <a:t>Chúa ơi, bênh vực con luôn khỏi những quân gian thù hằng mưu ác hại con.</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g3f491e64396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Cánh tay con này vươn cao như đất mong mưa rào,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g3f0aa96aa8e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hồn con mong Chúa dường bao.</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g3f54ad4d3bd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Lời con như trầm hương bay lên tới thiên đường,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g3f54ad4d3bd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bay lên tới thiên đường cho lung linh ánh nhiệm mầu.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g3f54ad4d3bd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Thiết tha là như cánh vạc kêu sương Chúa ơi.</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g3f54ad4d3bd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Lòng con chân thành dâng vinh quang Chúa muôn vàn,</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g3f54ad4d3bd_0_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không gian với tơ vang dậy cao siêu lễ tôn thờ. </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g3f54ad4d3bd_0_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Khẩn cầu là Chúa hãy đủ thương ban muôn hồng ân.</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g3f54ad4d3bd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rgbClr val="FFFF00"/>
                </a:solidFill>
                <a:latin typeface="Times New Roman"/>
                <a:ea typeface="Times New Roman"/>
                <a:cs typeface="Times New Roman"/>
                <a:sym typeface="Times New Roman"/>
              </a:rPr>
              <a:t>2</a:t>
            </a:r>
            <a:r>
              <a:rPr b="1" lang="en-US" sz="7800">
                <a:solidFill>
                  <a:srgbClr val="FFFF00"/>
                </a:solidFill>
                <a:latin typeface="Times New Roman"/>
                <a:ea typeface="Times New Roman"/>
                <a:cs typeface="Times New Roman"/>
                <a:sym typeface="Times New Roman"/>
              </a:rPr>
              <a:t>. </a:t>
            </a:r>
            <a:r>
              <a:rPr b="1" lang="en-US" sz="7800">
                <a:solidFill>
                  <a:schemeClr val="lt1"/>
                </a:solidFill>
                <a:latin typeface="Times New Roman"/>
                <a:ea typeface="Times New Roman"/>
                <a:cs typeface="Times New Roman"/>
                <a:sym typeface="Times New Roman"/>
              </a:rPr>
              <a:t>Chúa ơi, con hằng trông mong được ở trong nhà Ngài ngày đêm suốt đời con.</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g3f54ad4d3bd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Lời cầu như trầm hương dâng ơn thánh Chúa dạt dào,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g3f54ad4d3bd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dìu con lên tới đỉnh cao.</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g3f54ad4d3bd_0_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Lời con như trầm hương bay lên tới thiên đường,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g3f54ad4d3bd_0_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bay lên tới thiên đường cho lung linh ánh nhiệm mầu.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g3f54ad4d3bd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Thiết tha là như cánh vạc kêu sương Chúa ơi.</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sp>
        <p:nvSpPr>
          <p:cNvPr id="1137" name="Google Shape;1137;g3f54ad4d3bd_0_1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Lòng con chân thành dâng vinh quang Chúa muôn vàn,</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g3f54ad4d3bd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không gian với tơ vang dậy cao siêu lễ tôn thờ. </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g3f54ad4d3bd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Khẩn cầu là Chúa hãy đủ thương ban muôn hồng ân.</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pic>
        <p:nvPicPr>
          <p:cNvPr id="1152" name="Google Shape;1152;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sp>
        <p:nvSpPr>
          <p:cNvPr id="1157" name="Google Shape;1157;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1" name="Shape 1171"/>
        <p:cNvGrpSpPr/>
        <p:nvPr/>
      </p:nvGrpSpPr>
      <p:grpSpPr>
        <a:xfrm>
          <a:off x="0" y="0"/>
          <a:ext cx="0" cy="0"/>
          <a:chOff x="0" y="0"/>
          <a:chExt cx="0" cy="0"/>
        </a:xfrm>
      </p:grpSpPr>
      <p:pic>
        <p:nvPicPr>
          <p:cNvPr id="1172" name="Google Shape;1172;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pic>
        <p:nvPicPr>
          <p:cNvPr id="1192" name="Google Shape;1192;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sp>
        <p:nvSpPr>
          <p:cNvPr id="1197" name="Google Shape;1197;g3e9ce9eb37a_0_183"/>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6900">
                <a:solidFill>
                  <a:schemeClr val="lt1"/>
                </a:solidFill>
                <a:latin typeface="Times New Roman"/>
                <a:ea typeface="Times New Roman"/>
                <a:cs typeface="Times New Roman"/>
                <a:sym typeface="Times New Roman"/>
              </a:rPr>
              <a:t>Chúa đã làm những điều lạ lùng đáng ghi nhớ, Chúa thật là Đấng nhân hậu và từ bi;</a:t>
            </a:r>
            <a:endParaRPr b="1" sz="6900">
              <a:solidFill>
                <a:schemeClr val="lt1"/>
              </a:solidFill>
              <a:latin typeface="Times New Roman"/>
              <a:ea typeface="Times New Roman"/>
              <a:cs typeface="Times New Roman"/>
              <a:sym typeface="Times New Roman"/>
            </a:endParaRPr>
          </a:p>
        </p:txBody>
      </p:sp>
      <p:sp>
        <p:nvSpPr>
          <p:cNvPr id="1198" name="Google Shape;1198;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g3f282feffb0_0_132"/>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000">
                <a:solidFill>
                  <a:schemeClr val="lt1"/>
                </a:solidFill>
                <a:latin typeface="Times New Roman"/>
                <a:ea typeface="Times New Roman"/>
                <a:cs typeface="Times New Roman"/>
                <a:sym typeface="Times New Roman"/>
              </a:rPr>
              <a:t>Người đã ban lương thực cho những ai tôn sợ Người.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pic>
        <p:nvPicPr>
          <p:cNvPr id="1208" name="Google Shape;1208;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g3f491e64396_0_4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GIA NGHIỆP</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ĐỜI CON</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Thái Nguyên</a:t>
            </a:r>
            <a:r>
              <a:rPr b="1" i="1" lang="en-US" sz="4700">
                <a:solidFill>
                  <a:schemeClr val="accent4"/>
                </a:solidFill>
                <a:latin typeface="Times New Roman"/>
                <a:ea typeface="Times New Roman"/>
                <a:cs typeface="Times New Roman"/>
                <a:sym typeface="Times New Roman"/>
              </a:rPr>
              <a:t>)</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g3f491e64396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Thánh ý Ngài là gia nghiệp đời con, là tình yêu cho con ủ ấp,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g3f491e64396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là ước mơ con thơ đi tìm, là niềm tin cho con luôn vững lòng chờ mong.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g3f491e64396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rgbClr val="FFFF00"/>
                </a:solidFill>
                <a:latin typeface="Times New Roman"/>
                <a:ea typeface="Times New Roman"/>
                <a:cs typeface="Times New Roman"/>
                <a:sym typeface="Times New Roman"/>
              </a:rPr>
              <a:t>1.</a:t>
            </a:r>
            <a:r>
              <a:rPr b="1" lang="en-US" sz="7400">
                <a:solidFill>
                  <a:srgbClr val="FFFF00"/>
                </a:solidFill>
                <a:latin typeface="Times New Roman"/>
                <a:ea typeface="Times New Roman"/>
                <a:cs typeface="Times New Roman"/>
                <a:sym typeface="Times New Roman"/>
              </a:rPr>
              <a:t> </a:t>
            </a:r>
            <a:r>
              <a:rPr b="1" lang="en-US" sz="7400">
                <a:solidFill>
                  <a:schemeClr val="lt1"/>
                </a:solidFill>
                <a:latin typeface="Times New Roman"/>
                <a:ea typeface="Times New Roman"/>
                <a:cs typeface="Times New Roman"/>
                <a:sym typeface="Times New Roman"/>
              </a:rPr>
              <a:t>Xin dạy con đường nẻo Ngài, xin dìu con từng bước đi qua ngàn gian khổ, </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g3f54ad4d3bd_0_1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chemeClr val="lt1"/>
                </a:solidFill>
                <a:latin typeface="Times New Roman"/>
                <a:ea typeface="Times New Roman"/>
                <a:cs typeface="Times New Roman"/>
                <a:sym typeface="Times New Roman"/>
              </a:rPr>
              <a:t>có Chúa bên con sợ chi.</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g3f491e64396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Vì tình thương Chúa luôn đỡ đần, dầu muôn ngàn điều gian nan,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g3f491e64396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thì đời con vui bước trong bình an giữa những bao lầm than.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g3f491e64396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có Chúa cùng đi con không đơn côi, ôi tình tuyệt vời.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sp>
        <p:nvSpPr>
          <p:cNvPr id="1253" name="Google Shape;1253;g3f54ad4d3bd_0_1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Thánh ý Ngài là gia nghiệp đời con, là tình yêu cho con ủ ấp,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g3f54ad4d3bd_0_1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là ước mơ con thơ đi tìm, là niềm tin cho con luôn vững lòng chờ mong.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g3f54ad4d3bd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rgbClr val="FFFF00"/>
                </a:solidFill>
                <a:latin typeface="Times New Roman"/>
                <a:ea typeface="Times New Roman"/>
                <a:cs typeface="Times New Roman"/>
                <a:sym typeface="Times New Roman"/>
              </a:rPr>
              <a:t>2</a:t>
            </a:r>
            <a:r>
              <a:rPr b="1" lang="en-US" sz="7400">
                <a:solidFill>
                  <a:srgbClr val="FFFF00"/>
                </a:solidFill>
                <a:latin typeface="Times New Roman"/>
                <a:ea typeface="Times New Roman"/>
                <a:cs typeface="Times New Roman"/>
                <a:sym typeface="Times New Roman"/>
              </a:rPr>
              <a:t>. </a:t>
            </a:r>
            <a:r>
              <a:rPr b="1" lang="en-US" sz="7400">
                <a:solidFill>
                  <a:schemeClr val="lt1"/>
                </a:solidFill>
                <a:latin typeface="Times New Roman"/>
                <a:ea typeface="Times New Roman"/>
                <a:cs typeface="Times New Roman"/>
                <a:sym typeface="Times New Roman"/>
              </a:rPr>
              <a:t>Đêm ngày con hằng khẩn cầu, như đời con hằng bấy lâu luôn được tươi mầu</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g3f54ad4d3bd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chemeClr val="lt1"/>
                </a:solidFill>
                <a:latin typeface="Times New Roman"/>
                <a:ea typeface="Times New Roman"/>
                <a:cs typeface="Times New Roman"/>
                <a:sym typeface="Times New Roman"/>
              </a:rPr>
              <a:t>giữa những thương đau, Ngài hỡi.</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g3f54ad4d3bd_0_1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Ngài là nơi chúng con ẩn mình, sống thanh bình đời đẹp xinh,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7" name="Shape 1277"/>
        <p:cNvGrpSpPr/>
        <p:nvPr/>
      </p:nvGrpSpPr>
      <p:grpSpPr>
        <a:xfrm>
          <a:off x="0" y="0"/>
          <a:ext cx="0" cy="0"/>
          <a:chOff x="0" y="0"/>
          <a:chExt cx="0" cy="0"/>
        </a:xfrm>
      </p:grpSpPr>
      <p:sp>
        <p:nvSpPr>
          <p:cNvPr id="1278" name="Google Shape;1278;g3f54ad4d3bd_0_1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để lòng luôn vang khúc ca hồng ân, cất bước trong tình thân.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2" name="Shape 1282"/>
        <p:cNvGrpSpPr/>
        <p:nvPr/>
      </p:nvGrpSpPr>
      <p:grpSpPr>
        <a:xfrm>
          <a:off x="0" y="0"/>
          <a:ext cx="0" cy="0"/>
          <a:chOff x="0" y="0"/>
          <a:chExt cx="0" cy="0"/>
        </a:xfrm>
      </p:grpSpPr>
      <p:sp>
        <p:nvSpPr>
          <p:cNvPr id="1283" name="Google Shape;1283;g3f54ad4d3bd_0_1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Thánh ý Ngài là gia nghiệp đời con, là tình yêu cho con ủ ấp,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g3f54ad4d3bd_0_1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là ước mơ con thơ đi tìm, là niềm tin cho con luôn vững lòng chờ mong.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pic>
        <p:nvPicPr>
          <p:cNvPr id="1293" name="Google Shape;1293;g3f82dfb2a92_0_17"/>
          <p:cNvPicPr preferRelativeResize="0"/>
          <p:nvPr/>
        </p:nvPicPr>
        <p:blipFill>
          <a:blip r:embed="rId3">
            <a:alphaModFix/>
          </a:blip>
          <a:stretch>
            <a:fillRect/>
          </a:stretch>
        </p:blipFill>
        <p:spPr>
          <a:xfrm>
            <a:off x="0" y="0"/>
            <a:ext cx="9144000" cy="5993602"/>
          </a:xfrm>
          <a:prstGeom prst="rect">
            <a:avLst/>
          </a:prstGeom>
          <a:noFill/>
          <a:ln>
            <a:noFill/>
          </a:ln>
        </p:spPr>
      </p:pic>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7" name="Shape 1297"/>
        <p:cNvGrpSpPr/>
        <p:nvPr/>
      </p:nvGrpSpPr>
      <p:grpSpPr>
        <a:xfrm>
          <a:off x="0" y="0"/>
          <a:ext cx="0" cy="0"/>
          <a:chOff x="0" y="0"/>
          <a:chExt cx="0" cy="0"/>
        </a:xfrm>
      </p:grpSpPr>
      <p:sp>
        <p:nvSpPr>
          <p:cNvPr id="1298" name="Google Shape;1298;g3f0aa96aa8e_0_179"/>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TẠ ƠN CHÚA</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VỚI MẸ</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rgbClr val="FFD966"/>
                </a:solidFill>
                <a:latin typeface="Times New Roman"/>
                <a:ea typeface="Times New Roman"/>
                <a:cs typeface="Times New Roman"/>
                <a:sym typeface="Times New Roman"/>
              </a:rPr>
              <a:t>(</a:t>
            </a:r>
            <a:r>
              <a:rPr b="1" i="1" lang="en-US" sz="4700">
                <a:solidFill>
                  <a:srgbClr val="FFD966"/>
                </a:solidFill>
                <a:latin typeface="Times New Roman"/>
                <a:ea typeface="Times New Roman"/>
                <a:cs typeface="Times New Roman"/>
                <a:sym typeface="Times New Roman"/>
              </a:rPr>
              <a:t>Thy Yên</a:t>
            </a:r>
            <a:r>
              <a:rPr b="1" i="1" lang="en-US" sz="4700">
                <a:solidFill>
                  <a:srgbClr val="FFD966"/>
                </a:solidFill>
                <a:latin typeface="Times New Roman"/>
                <a:ea typeface="Times New Roman"/>
                <a:cs typeface="Times New Roman"/>
                <a:sym typeface="Times New Roman"/>
              </a:rPr>
              <a:t>)</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sp>
        <p:nvSpPr>
          <p:cNvPr id="1303" name="Google Shape;1303;g3f0aa96aa8e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00"/>
                </a:solidFill>
                <a:latin typeface="Times New Roman"/>
                <a:ea typeface="Times New Roman"/>
                <a:cs typeface="Times New Roman"/>
                <a:sym typeface="Times New Roman"/>
              </a:rPr>
              <a:t>ĐK:</a:t>
            </a:r>
            <a:r>
              <a:rPr b="1" lang="en-US" sz="7000">
                <a:solidFill>
                  <a:srgbClr val="FFFFFF"/>
                </a:solidFill>
                <a:latin typeface="Times New Roman"/>
                <a:ea typeface="Times New Roman"/>
                <a:cs typeface="Times New Roman"/>
                <a:sym typeface="Times New Roman"/>
              </a:rPr>
              <a:t> </a:t>
            </a:r>
            <a:r>
              <a:rPr b="1" lang="en-US" sz="7000">
                <a:solidFill>
                  <a:srgbClr val="FFFFFF"/>
                </a:solidFill>
                <a:latin typeface="Times New Roman"/>
                <a:ea typeface="Times New Roman"/>
                <a:cs typeface="Times New Roman"/>
                <a:sym typeface="Times New Roman"/>
              </a:rPr>
              <a:t>Chúng con xin tạ ơn Chúa uy quyền toàn năng, tình yêu Chúa nào biết chi báo đền.</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7" name="Shape 1307"/>
        <p:cNvGrpSpPr/>
        <p:nvPr/>
      </p:nvGrpSpPr>
      <p:grpSpPr>
        <a:xfrm>
          <a:off x="0" y="0"/>
          <a:ext cx="0" cy="0"/>
          <a:chOff x="0" y="0"/>
          <a:chExt cx="0" cy="0"/>
        </a:xfrm>
      </p:grpSpPr>
      <p:sp>
        <p:nvSpPr>
          <p:cNvPr id="1308" name="Google Shape;1308;g3f0aa96aa8e_0_1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Chúa muôn đời là Chúa khắp vũ trụ, trời đất ngàn vinh quang cao chiếu, hiển trị đời đời.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2" name="Shape 1312"/>
        <p:cNvGrpSpPr/>
        <p:nvPr/>
      </p:nvGrpSpPr>
      <p:grpSpPr>
        <a:xfrm>
          <a:off x="0" y="0"/>
          <a:ext cx="0" cy="0"/>
          <a:chOff x="0" y="0"/>
          <a:chExt cx="0" cy="0"/>
        </a:xfrm>
      </p:grpSpPr>
      <p:sp>
        <p:nvSpPr>
          <p:cNvPr id="1313" name="Google Shape;1313;g3f0aa96aa8e_0_1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6700">
                <a:solidFill>
                  <a:srgbClr val="FFFF00"/>
                </a:solidFill>
                <a:latin typeface="Times New Roman"/>
                <a:ea typeface="Times New Roman"/>
                <a:cs typeface="Times New Roman"/>
                <a:sym typeface="Times New Roman"/>
              </a:rPr>
              <a:t>1.</a:t>
            </a:r>
            <a:r>
              <a:rPr b="1" lang="en-US" sz="6700">
                <a:solidFill>
                  <a:schemeClr val="lt1"/>
                </a:solidFill>
                <a:latin typeface="Times New Roman"/>
                <a:ea typeface="Times New Roman"/>
                <a:cs typeface="Times New Roman"/>
                <a:sym typeface="Times New Roman"/>
              </a:rPr>
              <a:t> </a:t>
            </a:r>
            <a:r>
              <a:rPr b="1" lang="en-US" sz="6700">
                <a:solidFill>
                  <a:schemeClr val="lt1"/>
                </a:solidFill>
                <a:latin typeface="Times New Roman"/>
                <a:ea typeface="Times New Roman"/>
                <a:cs typeface="Times New Roman"/>
                <a:sym typeface="Times New Roman"/>
              </a:rPr>
              <a:t>Vì tình Chúa ôi miên man, muôn tháng năm không tan, dâng triều sóng vỗ lớp lớp biển khơi vang rền.</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7" name="Shape 1317"/>
        <p:cNvGrpSpPr/>
        <p:nvPr/>
      </p:nvGrpSpPr>
      <p:grpSpPr>
        <a:xfrm>
          <a:off x="0" y="0"/>
          <a:ext cx="0" cy="0"/>
          <a:chOff x="0" y="0"/>
          <a:chExt cx="0" cy="0"/>
        </a:xfrm>
      </p:grpSpPr>
      <p:sp>
        <p:nvSpPr>
          <p:cNvPr id="1318" name="Google Shape;1318;g3f54ad4d3bd_0_1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00"/>
                </a:solidFill>
                <a:latin typeface="Times New Roman"/>
                <a:ea typeface="Times New Roman"/>
                <a:cs typeface="Times New Roman"/>
                <a:sym typeface="Times New Roman"/>
              </a:rPr>
              <a:t>ĐK:</a:t>
            </a:r>
            <a:r>
              <a:rPr b="1" lang="en-US" sz="7000">
                <a:solidFill>
                  <a:srgbClr val="FFFFFF"/>
                </a:solidFill>
                <a:latin typeface="Times New Roman"/>
                <a:ea typeface="Times New Roman"/>
                <a:cs typeface="Times New Roman"/>
                <a:sym typeface="Times New Roman"/>
              </a:rPr>
              <a:t> Chúng con xin tạ ơn Chúa uy quyền toàn năng, tình yêu Chúa nào biết chi báo đền.</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sp>
        <p:nvSpPr>
          <p:cNvPr id="1323" name="Google Shape;1323;g3f54ad4d3bd_0_1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Chúa muôn đời là Chúa khắp vũ trụ, trời đất ngàn vinh quang cao chiếu, hiển trị đời đời.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7" name="Shape 1327"/>
        <p:cNvGrpSpPr/>
        <p:nvPr/>
      </p:nvGrpSpPr>
      <p:grpSpPr>
        <a:xfrm>
          <a:off x="0" y="0"/>
          <a:ext cx="0" cy="0"/>
          <a:chOff x="0" y="0"/>
          <a:chExt cx="0" cy="0"/>
        </a:xfrm>
      </p:grpSpPr>
      <p:pic>
        <p:nvPicPr>
          <p:cNvPr id="1328" name="Google Shape;1328;g3f82dfb2a92_0_21"/>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