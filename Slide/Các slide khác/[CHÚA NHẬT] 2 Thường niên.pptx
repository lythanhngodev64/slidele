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1" roundtripDataSignature="AMtx7mhS0aq7XLgKRTvt7XIbWDyZ5/5c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customschemas.google.com/relationships/presentationmetadata" Target="metadata"/><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aa6357486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aa6357486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26357b4a1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26357b4a1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b5c728cec8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b5c728cec8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baa6357486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baa6357486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baa6357486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baa6357486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b26357b4a1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g3b26357b4a1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aa6357486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aa6357486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aa6357486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aa6357486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aa6357486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aa6357486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aa635748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aa635748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aa635748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aa635748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aa6357486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aa6357486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aa6357486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aa6357486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baa6357486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7" name="Google Shape;907;g3baa6357486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2" name="Google Shape;91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baa6357486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baa6357486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5c728cec8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b5c728cec8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26357b4a1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26357b4a1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b26357b4a1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g3b26357b4a1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26357b4a1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26357b4a1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b5c728cec8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b5c728cec8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aa6357486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3baa6357486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baa6357486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3baa6357486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5c728cec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5c728cec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5c728cec8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5c728cec8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5c728cec8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5c728cec8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aa6357486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aa6357486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aa6357486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aa6357486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aa6357486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aa6357486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aa6357486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aa6357486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aa6357486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baa6357486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7.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4.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2.jp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aa6357486_0_122"/>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ĐI VỀ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Ngọc Linh</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Đi về nhà Chúa bao năm cách xa Nhan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đi về nhà Chúa tâm tư sướng vui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26357b4a1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Đi về nhà Chúa tâm tư sướng vui đầy vơi, đi về nhà Chúa dâng lên khúc ca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Hân hoan hân hoan vào thánh điện Ngài, dâng lên dâng lên một bài ca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Tôn vinh tôn vinh Thiên Chúa đất trời tạo tác muôn loài.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b5c728cec8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Đấng mến thương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baa6357486_0_126"/>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baa6357486_0_130"/>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8" name="Google Shape;78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9" name="Google Shape;789;p133"/>
          <p:cNvSpPr/>
          <p:nvPr/>
        </p:nvSpPr>
        <p:spPr>
          <a:xfrm flipH="1" rot="10800000">
            <a:off x="-1733" y="0"/>
            <a:ext cx="6803134" cy="5143179"/>
          </a:xfrm>
          <a:prstGeom prst="rect">
            <a:avLst/>
          </a:prstGeom>
          <a:gradFill>
            <a:gsLst>
              <a:gs pos="0">
                <a:srgbClr val="000000">
                  <a:alpha val="49411"/>
                </a:srgbClr>
              </a:gs>
              <a:gs pos="8000">
                <a:srgbClr val="000000">
                  <a:alpha val="49411"/>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0" name="Google Shape;790;p133"/>
          <p:cNvSpPr/>
          <p:nvPr/>
        </p:nvSpPr>
        <p:spPr>
          <a:xfrm flipH="1" rot="-5400000">
            <a:off x="2737118" y="-1264380"/>
            <a:ext cx="3670923" cy="9145160"/>
          </a:xfrm>
          <a:prstGeom prst="rect">
            <a:avLst/>
          </a:prstGeom>
          <a:gradFill>
            <a:gsLst>
              <a:gs pos="0">
                <a:srgbClr val="9CC2E5">
                  <a:alpha val="0"/>
                </a:srgbClr>
              </a:gs>
              <a:gs pos="100000">
                <a:srgbClr val="000000">
                  <a:alpha val="43529"/>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1" name="Google Shape;791;p133"/>
          <p:cNvPicPr preferRelativeResize="0"/>
          <p:nvPr/>
        </p:nvPicPr>
        <p:blipFill>
          <a:blip r:embed="rId3">
            <a:alphaModFix/>
          </a:blip>
          <a:stretch>
            <a:fillRect/>
          </a:stretch>
        </p:blipFill>
        <p:spPr>
          <a:xfrm>
            <a:off x="-287" y="-162"/>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39</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đã trông cậy ở Chúa, Ngài đã nghiêng mình về bên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Ngài đã nghe con khẩn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b26357b4a1_0_3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Ngài đặt trong miệng con một bài ca mới, một bài ca mừng Thiên Chúa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Hy lễ trên bàn thờ đây, lễ phẩm dâng Ngài cũng không ưng,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nhưng Ngài mở tai con hiểu rằng: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chẳng muốn của lễ hay là hy tế, thì này con nguyện đến Chúa 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aa6357486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Như sách đã thuật về con: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thực tình sung sướng để được sống theo Thánh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Lề luật Chúa được ghi trong tận lòng con, để đời con hằng dõi bước theo.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aa6357486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aa6357486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Con đã loan truyền về Chúa, về Chúa con thật là công minh,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aa6357486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đời biết uy linh của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aa635748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miệng con sẽ chẳng bao giờ im tiếng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aa6357486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ngợi ca mừng Danh Thánh Ngài.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aa6357486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5" name="Shape 885"/>
        <p:cNvGrpSpPr/>
        <p:nvPr/>
      </p:nvGrpSpPr>
      <p:grpSpPr>
        <a:xfrm>
          <a:off x="0" y="0"/>
          <a:ext cx="0" cy="0"/>
          <a:chOff x="0" y="0"/>
          <a:chExt cx="0" cy="0"/>
        </a:xfrm>
      </p:grpSpPr>
      <p:sp>
        <p:nvSpPr>
          <p:cNvPr id="886" name="Google Shape;88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87" name="Google Shape;887;p1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000">
                <a:solidFill>
                  <a:schemeClr val="lt1"/>
                </a:solidFill>
                <a:latin typeface="Times"/>
                <a:ea typeface="Times"/>
                <a:cs typeface="Times"/>
                <a:sym typeface="Times"/>
              </a:rPr>
              <a:t>Lạy Chúa xin hãy phán dạy vì tôi tớ Chúa đang lắng tai nghe;</a:t>
            </a:r>
            <a:endParaRPr b="1" i="1" sz="7000">
              <a:solidFill>
                <a:schemeClr val="lt1"/>
              </a:solidFill>
              <a:latin typeface="Times"/>
              <a:ea typeface="Times"/>
              <a:cs typeface="Times"/>
              <a:sym typeface="Times"/>
            </a:endParaRPr>
          </a:p>
        </p:txBody>
      </p:sp>
      <p:sp>
        <p:nvSpPr>
          <p:cNvPr id="894" name="Google Shape;89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a:ea typeface="Times"/>
                <a:cs typeface="Times"/>
                <a:sym typeface="Times"/>
              </a:rPr>
              <a:t>Chúa có lời </a:t>
            </a:r>
            <a:br>
              <a:rPr b="1" lang="en-US" sz="7500">
                <a:solidFill>
                  <a:schemeClr val="lt1"/>
                </a:solidFill>
                <a:latin typeface="Times"/>
                <a:ea typeface="Times"/>
                <a:cs typeface="Times"/>
                <a:sym typeface="Times"/>
              </a:rPr>
            </a:br>
            <a:r>
              <a:rPr b="1" lang="en-US" sz="7500">
                <a:solidFill>
                  <a:schemeClr val="lt1"/>
                </a:solidFill>
                <a:latin typeface="Times"/>
                <a:ea typeface="Times"/>
                <a:cs typeface="Times"/>
                <a:sym typeface="Times"/>
              </a:rPr>
              <a:t>ban sự sống đến muôn ngàn đời.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id="904" name="Google Shape;904;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pic>
        <p:nvPicPr>
          <p:cNvPr id="909" name="Google Shape;909;g3baa6357486_0_134"/>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15" name="Google Shape;91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g3baa6357486_0_138"/>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LỜI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CẢM MẾN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Như dòng nến trôi trên bàn thờ, tâm hồn con lâng lâng niềm cảm mến vô bờ.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3b5c728cec8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 hằng muốn sắt son một đời mến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26357b4a1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Bao ngày tháng xuôi theo dòng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b26357b4a1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tâm hồn con lênh đênh tìm hạnh phúc mong chờ.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26357b4a1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thương khi con đây trông mong đến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b5c728cec8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Núi đá che chở người tháng năm.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baa6357486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g3baa6357486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descr="A golden chalice and a cross next to a book&#10;&#10;AI-generated content may be incorrect." id="1080" name="Google Shape;108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A golden chalice and a cross next to a book&#10;&#10;AI-generated content may be incorrect." id="1100" name="Google Shape;110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pic>
        <p:nvPicPr>
          <p:cNvPr descr="A golden chalice and a cross next to a book&#10;&#10;AI-generated content may be incorrect." id="1120" name="Google Shape;112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Chúng ta đã biết, và tin vào tình yêu của Thiên Chúa đối với chúng ta.</a:t>
            </a:r>
            <a:endParaRPr b="1" sz="7200">
              <a:solidFill>
                <a:schemeClr val="lt1"/>
              </a:solidFill>
              <a:latin typeface="Times"/>
              <a:ea typeface="Times"/>
              <a:cs typeface="Times"/>
              <a:sym typeface="Times"/>
            </a:endParaRPr>
          </a:p>
        </p:txBody>
      </p:sp>
      <p:sp>
        <p:nvSpPr>
          <p:cNvPr id="1126" name="Google Shape;112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pic>
        <p:nvPicPr>
          <p:cNvPr descr="A gold chalice and two round objects on a plate&#10;&#10;AI-generated content may be incorrect." id="1131" name="Google Shape;113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CHO CON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ĐẾN VỚI NGÀI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Hồng Trần - Phạm Đình Đài</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Vì con chưa yêu Ngài nên thập giá còn nặng vai.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mến Ngài nên đời con còn lắm chông gai.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tin Ngài nên con sợ hãi tương lai.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theo Ngài nên lòng còn sầu héo hôm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Xin cho con được lòng mến yêu nhiều. Xin theo Ngài dù đời lắm truân chuyên.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tin Ngài để vơi gánh lo âu. Xin chọn Ngài làm đỡ nâng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5c728cec8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Vì con chưa yêu Ngài nên tình con nhiều dở dang.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5c728cec8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mến Ngài tâm hồn như còn sống lang thang.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5c728cec8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tin Ngài nên lòng nhiều nỗi mênh mang.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aa6357486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theo Ngài nên đường đời gặp lắm trái ngang.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aa6357486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Xin cho con được lòng mến yêu nhiều. Xin theo Ngài dù đời lắm truân chuyên.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aa6357486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tin Ngài để vơi gánh lo âu. Xin chọn Ngài làm đỡ nâng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pic>
        <p:nvPicPr>
          <p:cNvPr id="1201" name="Google Shape;1201;g3baa6357486_0_25"/>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CHA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HÃY CHO</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(Bài ca hiệp nhất)</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FF"/>
                </a:solidFill>
                <a:latin typeface="Times New Roman"/>
                <a:ea typeface="Times New Roman"/>
                <a:cs typeface="Times New Roman"/>
                <a:sym typeface="Times New Roman"/>
              </a:rPr>
              <a:t>Lạy Cha xin hãy cho mọi người hiệp nhất nên một,</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 Cha ở trong con và như con ở trong Cha.</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Xin Cha cho mọi người nên một trong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hầu cho thế gian tin rằng Cha đã sai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pic>
        <p:nvPicPr>
          <p:cNvPr id="1231" name="Google Shape;1231;g3baa6357486_0_142"/>
          <p:cNvPicPr preferRelativeResize="0"/>
          <p:nvPr/>
        </p:nvPicPr>
        <p:blipFill>
          <a:blip r:embed="rId3">
            <a:alphaModFix/>
          </a:blip>
          <a:stretch>
            <a:fillRect/>
          </a:stretch>
        </p:blipFill>
        <p:spPr>
          <a:xfrm>
            <a:off x="0" y="0"/>
            <a:ext cx="9214525" cy="518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