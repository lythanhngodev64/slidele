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0" roundtripDataSignature="AMtx7mjTjZWnCxrta0ex5dIydQxdnMU9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220" Type="http://customschemas.google.com/relationships/presentationmetadata" Target="metadata"/><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16ddd2213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16ddd2213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16ddd221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16ddd221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16ddd2213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16ddd2213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16ddd2213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16ddd2213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16ddd2213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f16ddd2213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8a8273fd3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e8a8273fd3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16ddd2213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16ddd2213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8a8273fd3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8a8273fd3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16ddd2213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16ddd2213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f16ddd2213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f16ddd2213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f16ddd2213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f16ddd2213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16ddd2213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16ddd2213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16ddd221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16ddd221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16ddd2213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16ddd2213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16ddd221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16ddd221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16ddd2213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16ddd2213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f16ddd221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f16ddd221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16ddd221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16ddd221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16ddd221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16ddd221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16ddd221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16ddd221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16ddd221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16ddd221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16ddd221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16ddd221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16ddd221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16ddd221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16ddd2213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16ddd2213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16ddd2213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16ddd2213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16ddd2213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16ddd2213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eb98287b44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eb98287b44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16ddd221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16ddd221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eb98287b44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eb98287b44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16ddd221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16ddd221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6.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6.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6.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6.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16ddd2213_0_8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BƯỚC LÊN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Kim Long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rgbClr val="FFFF00"/>
                </a:solidFill>
                <a:latin typeface="Times New Roman"/>
                <a:ea typeface="Times New Roman"/>
                <a:cs typeface="Times New Roman"/>
                <a:sym typeface="Times New Roman"/>
              </a:rPr>
              <a:t>ĐK: </a:t>
            </a:r>
            <a:r>
              <a:rPr b="1" lang="en-US" sz="66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Đây lễ vật hy sinh, Con Chúa Trời uy linh. Dâng mình trên thánh giá,</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nay tiến dâng trên muôn bàn thờ, đây bánh thơm, đây ly rượu nồng, lễ vật vẹn sạch tinh trong.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16ddd2213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rgbClr val="FFFF00"/>
                </a:solidFill>
                <a:latin typeface="Times New Roman"/>
                <a:ea typeface="Times New Roman"/>
                <a:cs typeface="Times New Roman"/>
                <a:sym typeface="Times New Roman"/>
              </a:rPr>
              <a:t>ĐK: </a:t>
            </a:r>
            <a:r>
              <a:rPr b="1" lang="en-US" sz="66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16ddd2213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f16ddd2213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f16ddd2213_0_8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1. </a:t>
            </a:r>
            <a:r>
              <a:rPr b="1" lang="en-US" sz="6700">
                <a:solidFill>
                  <a:schemeClr val="lt1"/>
                </a:solidFill>
                <a:latin typeface="Times New Roman"/>
                <a:ea typeface="Times New Roman"/>
                <a:cs typeface="Times New Roman"/>
                <a:sym typeface="Times New Roman"/>
              </a:rPr>
              <a:t>Vì Chúa con chịu nhục thân, bị anh em đoạn nghĩa chia tình, bị thân nhân khinh ghét riêng mình.</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Sự nhiệt tâm Nhà Chúa, khiến con mỏi mòn thổn thức. Điều làm tủi nhục Ngài lại đổ lên trên mình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nhậm lời con khẩn cầu vì lòng từ bi nhân hậu, xin mau cứu thoát cuộc đời bể dâu.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2. </a:t>
            </a:r>
            <a:r>
              <a:rPr b="1" lang="en-US" sz="6700">
                <a:solidFill>
                  <a:schemeClr val="lt1"/>
                </a:solidFill>
                <a:latin typeface="Times New Roman"/>
                <a:ea typeface="Times New Roman"/>
                <a:cs typeface="Times New Roman"/>
                <a:sym typeface="Times New Roman"/>
              </a:rPr>
              <a:t>Này con dâng lời nguyện xin: tình yêu thương Ngài hãy biểu lộ, nguyện thương con theo đức nhân hậu.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e8a8273fd3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Nhậm lời con Ngài ơi, chiếu theo đức cả từ bi. Vì lòng tín trung Ngài, nguyện xót thương thân phận con. </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16ddd2213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nhậm lời con khẩn cầu vì lòng từ bi nhân hậu, xin mau cứu thoát cuộc đời bể dâu.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3. </a:t>
            </a:r>
            <a:r>
              <a:rPr b="1" lang="en-US" sz="6700">
                <a:solidFill>
                  <a:schemeClr val="lt1"/>
                </a:solidFill>
                <a:latin typeface="Times New Roman"/>
                <a:ea typeface="Times New Roman"/>
                <a:cs typeface="Times New Roman"/>
                <a:sym typeface="Times New Roman"/>
              </a:rPr>
              <a:t>Vì Chúa thương người cùng đinh, và không chê bỏ kẻ thân tình hằng kêu xin tìm kiếm nhan Ngài.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8a8273fd3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Người hiền hãy mừng vui, hãy hoan hỉ và hồi sinh. Ngợi mừng Chúa cao vời, trời đất bao la biển khơi.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16ddd2213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nhậm lời con khẩn cầu vì lòng từ bi nhân hậu, xin mau cứu thoát cuộc đời bể dâu.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2" name="Shape 842"/>
        <p:cNvGrpSpPr/>
        <p:nvPr/>
      </p:nvGrpSpPr>
      <p:grpSpPr>
        <a:xfrm>
          <a:off x="0" y="0"/>
          <a:ext cx="0" cy="0"/>
          <a:chOff x="0" y="0"/>
          <a:chExt cx="0" cy="0"/>
        </a:xfrm>
      </p:grpSpPr>
      <p:sp>
        <p:nvSpPr>
          <p:cNvPr id="843" name="Google Shape;84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4" name="Google Shape;84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Chúa phán rằng: “Lời Cha là chân lý, lời ban niềm vui sống, </a:t>
            </a:r>
            <a:endParaRPr b="1" sz="6300">
              <a:solidFill>
                <a:schemeClr val="lt1"/>
              </a:solidFill>
              <a:latin typeface="Times New Roman"/>
              <a:ea typeface="Times New Roman"/>
              <a:cs typeface="Times New Roman"/>
              <a:sym typeface="Times New Roman"/>
            </a:endParaRPr>
          </a:p>
        </p:txBody>
      </p:sp>
      <p:sp>
        <p:nvSpPr>
          <p:cNvPr id="851" name="Google Shape;85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xin Ngài thánh hoá chúng trong sự thật”.</a:t>
            </a:r>
            <a:r>
              <a:rPr b="1" lang="en-US" sz="6500">
                <a:solidFill>
                  <a:schemeClr val="lt1"/>
                </a:solidFill>
                <a:latin typeface="Times New Roman"/>
                <a:ea typeface="Times New Roman"/>
                <a:cs typeface="Times New Roman"/>
                <a:sym typeface="Times New Roman"/>
              </a:rPr>
              <a:t> </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pic>
        <p:nvPicPr>
          <p:cNvPr id="861" name="Google Shape;861;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f16ddd2213_0_9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2" name="Google Shape;87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id="972" name="Google Shape;972;g3f16ddd2213_0_9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CỦA LỄ HIẾN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Thái Nguyên</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1. </a:t>
            </a:r>
            <a:r>
              <a:rPr b="1" lang="en-US" sz="6700">
                <a:solidFill>
                  <a:schemeClr val="lt1"/>
                </a:solidFill>
                <a:latin typeface="Times New Roman"/>
                <a:ea typeface="Times New Roman"/>
                <a:cs typeface="Times New Roman"/>
                <a:sym typeface="Times New Roman"/>
              </a:rPr>
              <a:t>Này là của lễ đời con, dâng về Thiên Chúa huyền siêu. Này đời con có bao nhiêu, dù cho bao điều vẫn thiếu.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Cậy nhờ hy lễ toàn thiêu, Chúa đã dâng hiến một chiều, trên đồi thập giá cô liêu, để cho nhân thế tình yêu.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Này đây lễ vật tinh tuyền cầu mong công ơn Chúa Con cứu đời lắm than héo hon.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chemeClr val="lt1"/>
                </a:solidFill>
                <a:latin typeface="Times New Roman"/>
                <a:ea typeface="Times New Roman"/>
                <a:cs typeface="Times New Roman"/>
                <a:sym typeface="Times New Roman"/>
              </a:rPr>
              <a:t>Này đây lễ vật thanh khiết, Chúa ơi thương tình đoái nhận ban phần sự sống muôn đời.</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16ddd2213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2</a:t>
            </a:r>
            <a:r>
              <a:rPr b="1" lang="en-US" sz="6700">
                <a:solidFill>
                  <a:srgbClr val="FFFF00"/>
                </a:solidFill>
                <a:latin typeface="Times New Roman"/>
                <a:ea typeface="Times New Roman"/>
                <a:cs typeface="Times New Roman"/>
                <a:sym typeface="Times New Roman"/>
              </a:rPr>
              <a:t>. </a:t>
            </a:r>
            <a:r>
              <a:rPr b="1" lang="en-US" sz="6700">
                <a:solidFill>
                  <a:schemeClr val="lt1"/>
                </a:solidFill>
                <a:latin typeface="Times New Roman"/>
                <a:ea typeface="Times New Roman"/>
                <a:cs typeface="Times New Roman"/>
                <a:sym typeface="Times New Roman"/>
              </a:rPr>
              <a:t>Này là tình mến gửi trao giữa ngàn nguy khó chẳng nao. Ngày dài năm tháng qua mau, </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16ddd221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đời con bên Ngài nương náu. Lễ vật chẳng có là bao, nhưng lòng yêu mến dâng trào. </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16ddd2213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Xin nguồn ơn thánh trên cao, hồng ân ban xuống dạt dào.</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16ddd221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Này đây lễ vật tinh tuyền cầu mong công ơn Chúa Con cứu đời lắm than héo hon.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16ddd2213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chemeClr val="lt1"/>
                </a:solidFill>
                <a:latin typeface="Times New Roman"/>
                <a:ea typeface="Times New Roman"/>
                <a:cs typeface="Times New Roman"/>
                <a:sym typeface="Times New Roman"/>
              </a:rPr>
              <a:t>Này đây lễ vật thanh khiết, Chúa ơi thương tình đoái nhận ban phần sự sống muôn đời.</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pic>
        <p:nvPicPr>
          <p:cNvPr id="1027" name="Google Shape;102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300">
                <a:solidFill>
                  <a:schemeClr val="lt1"/>
                </a:solidFill>
                <a:latin typeface="Times New Roman"/>
                <a:ea typeface="Times New Roman"/>
                <a:cs typeface="Times New Roman"/>
                <a:sym typeface="Times New Roman"/>
              </a:rPr>
              <a:t>Chúa phán: “Ta là mục tử tốt lành, </a:t>
            </a:r>
            <a:endParaRPr b="1" sz="6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300">
                <a:solidFill>
                  <a:schemeClr val="lt1"/>
                </a:solidFill>
                <a:latin typeface="Times New Roman"/>
                <a:ea typeface="Times New Roman"/>
                <a:cs typeface="Times New Roman"/>
                <a:sym typeface="Times New Roman"/>
              </a:rPr>
              <a:t>và Ta thí mạng sống Ta vì các chiên Ta”.</a:t>
            </a:r>
            <a:endParaRPr b="1" sz="6300">
              <a:solidFill>
                <a:schemeClr val="lt1"/>
              </a:solidFill>
              <a:latin typeface="Times New Roman"/>
              <a:ea typeface="Times New Roman"/>
              <a:cs typeface="Times New Roman"/>
              <a:sym typeface="Times New Roman"/>
            </a:endParaRPr>
          </a:p>
        </p:txBody>
      </p:sp>
      <p:sp>
        <p:nvSpPr>
          <p:cNvPr id="1073" name="Google Shape;107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pic>
        <p:nvPicPr>
          <p:cNvPr id="1078" name="Google Shape;107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Ý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Thái Nguyên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Thánh ý Chúa trong cuộc đời cho tim con vui rạng ngời nối kết trong tình Trời với đất.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f16ddd221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Thánh ý Chúa đưa con đi trong bình an dẫn con về, cầu ước thệ vẹn nghĩa tín trung.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1. </a:t>
            </a:r>
            <a:r>
              <a:rPr b="1" lang="en-US" sz="6700">
                <a:solidFill>
                  <a:schemeClr val="lt1"/>
                </a:solidFill>
                <a:latin typeface="Times New Roman"/>
                <a:ea typeface="Times New Roman"/>
                <a:cs typeface="Times New Roman"/>
                <a:sym typeface="Times New Roman"/>
              </a:rPr>
              <a:t>Xin cho con tìm theo ý Chúa, không hoang mang không sợ đau thương, không vấn vương trên con đường.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f16ddd221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Thánh ý Chúa trong cuộc đời cho tim con vui rạng ngời nối kết trong tình Trời với đất.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16ddd221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Thánh ý Chúa đưa con đi trong bình an dẫn con về, cầu ước thệ vẹn nghĩa tín trung.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16ddd221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2</a:t>
            </a:r>
            <a:r>
              <a:rPr b="1" lang="en-US" sz="6700">
                <a:solidFill>
                  <a:srgbClr val="FFFF00"/>
                </a:solidFill>
                <a:latin typeface="Times New Roman"/>
                <a:ea typeface="Times New Roman"/>
                <a:cs typeface="Times New Roman"/>
                <a:sym typeface="Times New Roman"/>
              </a:rPr>
              <a:t>. </a:t>
            </a:r>
            <a:r>
              <a:rPr b="1" lang="en-US" sz="6700">
                <a:solidFill>
                  <a:schemeClr val="lt1"/>
                </a:solidFill>
                <a:latin typeface="Times New Roman"/>
                <a:ea typeface="Times New Roman"/>
                <a:cs typeface="Times New Roman"/>
                <a:sym typeface="Times New Roman"/>
              </a:rPr>
              <a:t>Xin cho con một tình yêu mến, luôn hăng say tuân hành ý Chúa, không đắn đo không lo ngại.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16ddd221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Thánh ý Chúa trong cuộc đời cho tim con vui rạng ngời nối kết trong tình Trời với đất.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16ddd221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Thánh ý Chúa đưa con đi trong bình an dẫn con về, cầu ước thệ vẹn nghĩa tín trung.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16ddd221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3</a:t>
            </a:r>
            <a:r>
              <a:rPr b="1" lang="en-US" sz="6700">
                <a:solidFill>
                  <a:srgbClr val="FFFF00"/>
                </a:solidFill>
                <a:latin typeface="Times New Roman"/>
                <a:ea typeface="Times New Roman"/>
                <a:cs typeface="Times New Roman"/>
                <a:sym typeface="Times New Roman"/>
              </a:rPr>
              <a:t>. </a:t>
            </a:r>
            <a:r>
              <a:rPr b="1" lang="en-US" sz="6700">
                <a:solidFill>
                  <a:schemeClr val="lt1"/>
                </a:solidFill>
                <a:latin typeface="Times New Roman"/>
                <a:ea typeface="Times New Roman"/>
                <a:cs typeface="Times New Roman"/>
                <a:sym typeface="Times New Roman"/>
              </a:rPr>
              <a:t>Con không mong điều chi hơn nữa, nhưng mong sao cho đẹp ý Chúa, luôn hết tâm lo kiếm tìm.</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16ddd2213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Thánh ý Chúa trong cuộc đời cho tim con vui rạng ngời nối kết trong tình Trời với đất.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16ddd2213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Thánh ý Chúa đưa con đi trong bình an dẫn con về, cầu ước thệ vẹn nghĩa tín trung.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pic>
        <p:nvPicPr>
          <p:cNvPr id="1143" name="Google Shape;1143;g3f16ddd2213_0_10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ĐỒNG HÀNH </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VỚI CON</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Ngọc Linh</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eb98287b44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1.</a:t>
            </a:r>
            <a:r>
              <a:rPr b="1" lang="en-US" sz="6800">
                <a:solidFill>
                  <a:srgbClr val="FFFFFF"/>
                </a:solidFill>
                <a:latin typeface="Times New Roman"/>
                <a:ea typeface="Times New Roman"/>
                <a:cs typeface="Times New Roman"/>
                <a:sym typeface="Times New Roman"/>
              </a:rPr>
              <a:t> </a:t>
            </a:r>
            <a:r>
              <a:rPr b="1" lang="en-US" sz="6800">
                <a:solidFill>
                  <a:srgbClr val="FFFFFF"/>
                </a:solidFill>
                <a:latin typeface="Times New Roman"/>
                <a:ea typeface="Times New Roman"/>
                <a:cs typeface="Times New Roman"/>
                <a:sym typeface="Times New Roman"/>
              </a:rPr>
              <a:t>Mẹ ơi, trên con đường đời, xin Mẹ hằng luôn nâng đỡ. </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16ddd221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FF"/>
                </a:solidFill>
                <a:latin typeface="Times New Roman"/>
                <a:ea typeface="Times New Roman"/>
                <a:cs typeface="Times New Roman"/>
                <a:sym typeface="Times New Roman"/>
              </a:rPr>
              <a:t>Cùng con gieo chân khắp nơi, đắp xây Nước Trời chẳng ngơi; giữa nơi gian trần đẹp tươi.</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eb98287b44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a:t>
            </a:r>
            <a:r>
              <a:rPr b="1" lang="en-US" sz="6800">
                <a:solidFill>
                  <a:srgbClr val="FFFFFF"/>
                </a:solidFill>
                <a:latin typeface="Times New Roman"/>
                <a:ea typeface="Times New Roman"/>
                <a:cs typeface="Times New Roman"/>
                <a:sym typeface="Times New Roman"/>
              </a:rPr>
              <a:t>Kính dâng Mẹ lòng mến yêu nhiều kính dâng Mẹ tình con không thiếu. </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16ddd221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FF"/>
                </a:solidFill>
                <a:latin typeface="Times New Roman"/>
                <a:ea typeface="Times New Roman"/>
                <a:cs typeface="Times New Roman"/>
                <a:sym typeface="Times New Roman"/>
              </a:rPr>
              <a:t>Bước bên Mẹ lòng không cô liêu, sống trong Mẹ hồn ngập thương yêu.</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pic>
        <p:nvPicPr>
          <p:cNvPr id="1173" name="Google Shape;1173;g3e8a8273fd3_0_157"/>
          <p:cNvPicPr preferRelativeResize="0"/>
          <p:nvPr/>
        </p:nvPicPr>
        <p:blipFill rotWithShape="1">
          <a:blip r:embed="rId3">
            <a:alphaModFix/>
          </a:blip>
          <a:srcRect b="0" l="0" r="0" t="0"/>
          <a:stretch/>
        </p:blipFill>
        <p:spPr>
          <a:xfrm>
            <a:off x="0" y="-7444"/>
            <a:ext cx="9144001" cy="51462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