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168.xml"/>
  <Override ContentType="application/vnd.openxmlformats-officedocument.presentationml.notesSlide+xml" PartName="/ppt/notesSlides/notesSlide125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33.xml"/>
  <Override ContentType="application/vnd.openxmlformats-officedocument.presentationml.notesSlide+xml" PartName="/ppt/notesSlides/notesSlide176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86.xml"/>
  <Override ContentType="application/vnd.openxmlformats-officedocument.presentationml.notesSlide+xml" PartName="/ppt/notesSlides/notesSlide143.xml"/>
  <Override ContentType="application/vnd.openxmlformats-officedocument.presentationml.notesSlide+xml" PartName="/ppt/notesSlides/notesSlide151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166.xml"/>
  <Override ContentType="application/vnd.openxmlformats-officedocument.presentationml.notesSlide+xml" PartName="/ppt/notesSlides/notesSlide182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178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148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135.xml"/>
  <Override ContentType="application/vnd.openxmlformats-officedocument.presentationml.notesSlide+xml" PartName="/ppt/notesSlides/notesSlide137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1.xml"/>
  <Override ContentType="application/vnd.openxmlformats-officedocument.presentationml.notesSlide+xml" PartName="/ppt/notesSlides/notesSlide153.xml"/>
  <Override ContentType="application/vnd.openxmlformats-officedocument.presentationml.notesSlide+xml" PartName="/ppt/notesSlides/notesSlide123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71.xml"/>
  <Override ContentType="application/vnd.openxmlformats-officedocument.presentationml.notesSlide+xml" PartName="/ppt/notesSlides/notesSlide184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138.xml"/>
  <Override ContentType="application/vnd.openxmlformats-officedocument.presentationml.notesSlide+xml" PartName="/ppt/notesSlides/notesSlide163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155.xml"/>
  <Override ContentType="application/vnd.openxmlformats-officedocument.presentationml.notesSlide+xml" PartName="/ppt/notesSlides/notesSlide180.xml"/>
  <Override ContentType="application/vnd.openxmlformats-officedocument.presentationml.notesSlide+xml" PartName="/ppt/notesSlides/notesSlide189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17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46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120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29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44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31.xml"/>
  <Override ContentType="application/vnd.openxmlformats-officedocument.presentationml.notesSlide+xml" PartName="/ppt/notesSlides/notesSlide127.xml"/>
  <Override ContentType="application/vnd.openxmlformats-officedocument.presentationml.notesSlide+xml" PartName="/ppt/notesSlides/notesSlide157.xml"/>
  <Override ContentType="application/vnd.openxmlformats-officedocument.presentationml.notesSlide+xml" PartName="/ppt/notesSlides/notesSlide191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16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187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174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150.xml"/>
  <Override ContentType="application/vnd.openxmlformats-officedocument.presentationml.notesSlide+xml" PartName="/ppt/notesSlides/notesSlide14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59.xml"/>
  <Override ContentType="application/vnd.openxmlformats-officedocument.presentationml.notesSlide+xml" PartName="/ppt/notesSlides/notesSlide124.xml"/>
  <Override ContentType="application/vnd.openxmlformats-officedocument.presentationml.notesSlide+xml" PartName="/ppt/notesSlides/notesSlide185.xml"/>
  <Override ContentType="application/vnd.openxmlformats-officedocument.presentationml.notesSlide+xml" PartName="/ppt/notesSlides/notesSlide126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169.xml"/>
  <Override ContentType="application/vnd.openxmlformats-officedocument.presentationml.notesSlide+xml" PartName="/ppt/notesSlides/notesSlide177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1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60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179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152.xml"/>
  <Override ContentType="application/vnd.openxmlformats-officedocument.presentationml.notesSlide+xml" PartName="/ppt/notesSlides/notesSlide165.xml"/>
  <Override ContentType="application/vnd.openxmlformats-officedocument.presentationml.notesSlide+xml" PartName="/ppt/notesSlides/notesSlide183.xml"/>
  <Override ContentType="application/vnd.openxmlformats-officedocument.presentationml.notesSlide+xml" PartName="/ppt/notesSlides/notesSlide122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170.xml"/>
  <Override ContentType="application/vnd.openxmlformats-officedocument.presentationml.notesSlide+xml" PartName="/ppt/notesSlides/notesSlide167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140.xml"/>
  <Override ContentType="application/vnd.openxmlformats-officedocument.presentationml.notesSlide+xml" PartName="/ppt/notesSlides/notesSlide15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36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49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139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56.xml"/>
  <Override ContentType="application/vnd.openxmlformats-officedocument.presentationml.notesSlide+xml" PartName="/ppt/notesSlides/notesSlide18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190.xml"/>
  <Override ContentType="application/vnd.openxmlformats-officedocument.presentationml.notesSlide+xml" PartName="/ppt/notesSlides/notesSlide1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30.xml"/>
  <Override ContentType="application/vnd.openxmlformats-officedocument.presentationml.notesSlide+xml" PartName="/ppt/notesSlides/notesSlide16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73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2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132.xml"/>
  <Override ContentType="application/vnd.openxmlformats-officedocument.presentationml.notesSlide+xml" PartName="/ppt/notesSlides/notesSlide162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45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92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158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75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88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1.xml"/>
  <Override ContentType="application/vnd.openxmlformats-officedocument.presentationml.slide+xml" PartName="/ppt/slides/slide164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48.xml"/>
  <Override ContentType="application/vnd.openxmlformats-officedocument.presentationml.slide+xml" PartName="/ppt/slides/slide17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82.xml"/>
  <Override ContentType="application/vnd.openxmlformats-officedocument.presentationml.slide+xml" PartName="/ppt/slides/slide17.xml"/>
  <Override ContentType="application/vnd.openxmlformats-officedocument.presentationml.slide+xml" PartName="/ppt/slides/slide138.xml"/>
  <Override ContentType="application/vnd.openxmlformats-officedocument.presentationml.slide+xml" PartName="/ppt/slides/slide25.xml"/>
  <Override ContentType="application/vnd.openxmlformats-officedocument.presentationml.slide+xml" PartName="/ppt/slides/slide174.xml"/>
  <Override ContentType="application/vnd.openxmlformats-officedocument.presentationml.slide+xml" PartName="/ppt/slides/slide190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156.xml"/>
  <Override ContentType="application/vnd.openxmlformats-officedocument.presentationml.slide+xml" PartName="/ppt/slides/slide170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123.xml"/>
  <Override ContentType="application/vnd.openxmlformats-officedocument.presentationml.slide+xml" PartName="/ppt/slides/slide71.xml"/>
  <Override ContentType="application/vnd.openxmlformats-officedocument.presentationml.slide+xml" PartName="/ppt/slides/slide179.xml"/>
  <Override ContentType="application/vnd.openxmlformats-officedocument.presentationml.slide+xml" PartName="/ppt/slides/slide166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36.xml"/>
  <Override ContentType="application/vnd.openxmlformats-officedocument.presentationml.slide+xml" PartName="/ppt/slides/slide154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184.xml"/>
  <Override ContentType="application/vnd.openxmlformats-officedocument.presentationml.slide+xml" PartName="/ppt/slides/slide53.xml"/>
  <Override ContentType="application/vnd.openxmlformats-officedocument.presentationml.slide+xml" PartName="/ppt/slides/slide141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185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68.xml"/>
  <Override ContentType="application/vnd.openxmlformats-officedocument.presentationml.slide+xml" PartName="/ppt/slides/slide118.xml"/>
  <Override ContentType="application/vnd.openxmlformats-officedocument.presentationml.slide+xml" PartName="/ppt/slides/slide142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187.xml"/>
  <Override ContentType="application/vnd.openxmlformats-officedocument.presentationml.slide+xml" PartName="/ppt/slides/slide98.xml"/>
  <Override ContentType="application/vnd.openxmlformats-officedocument.presentationml.slide+xml" PartName="/ppt/slides/slide152.xml"/>
  <Override ContentType="application/vnd.openxmlformats-officedocument.presentationml.slide+xml" PartName="/ppt/slides/slide125.xml"/>
  <Override ContentType="application/vnd.openxmlformats-officedocument.presentationml.slide+xml" PartName="/ppt/slides/slide72.xml"/>
  <Override ContentType="application/vnd.openxmlformats-officedocument.presentationml.slide+xml" PartName="/ppt/slides/slide135.xml"/>
  <Override ContentType="application/vnd.openxmlformats-officedocument.presentationml.slide+xml" PartName="/ppt/slides/slide20.xml"/>
  <Override ContentType="application/vnd.openxmlformats-officedocument.presentationml.slide+xml" PartName="/ppt/slides/slide161.xml"/>
  <Override ContentType="application/vnd.openxmlformats-officedocument.presentationml.slide+xml" PartName="/ppt/slides/slide178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129.xml"/>
  <Override ContentType="application/vnd.openxmlformats-officedocument.presentationml.slide+xml" PartName="/ppt/slides/slide63.xml"/>
  <Override ContentType="application/vnd.openxmlformats-officedocument.presentationml.slide+xml" PartName="/ppt/slides/slide131.xml"/>
  <Override ContentType="application/vnd.openxmlformats-officedocument.presentationml.slide+xml" PartName="/ppt/slides/slide159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144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133.xml"/>
  <Override ContentType="application/vnd.openxmlformats-officedocument.presentationml.slide+xml" PartName="/ppt/slides/slide91.xml"/>
  <Override ContentType="application/vnd.openxmlformats-officedocument.presentationml.slide+xml" PartName="/ppt/slides/slide114.xml"/>
  <Override ContentType="application/vnd.openxmlformats-officedocument.presentationml.slide+xml" PartName="/ppt/slides/slide163.xml"/>
  <Override ContentType="application/vnd.openxmlformats-officedocument.presentationml.slide+xml" PartName="/ppt/slides/slide31.xml"/>
  <Override ContentType="application/vnd.openxmlformats-officedocument.presentationml.slide+xml" PartName="/ppt/slides/slide127.xml"/>
  <Override ContentType="application/vnd.openxmlformats-officedocument.presentationml.slide+xml" PartName="/ppt/slides/slide146.xml"/>
  <Override ContentType="application/vnd.openxmlformats-officedocument.presentationml.slide+xml" PartName="/ppt/slides/slide150.xml"/>
  <Override ContentType="application/vnd.openxmlformats-officedocument.presentationml.slide+xml" PartName="/ppt/slides/slide189.xml"/>
  <Override ContentType="application/vnd.openxmlformats-officedocument.presentationml.slide+xml" PartName="/ppt/slides/slide120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176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180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39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95.xml"/>
  <Override ContentType="application/vnd.openxmlformats-officedocument.presentationml.slide+xml" PartName="/ppt/slides/slide155.xml"/>
  <Override ContentType="application/vnd.openxmlformats-officedocument.presentationml.slide+xml" PartName="/ppt/slides/slide69.xml"/>
  <Override ContentType="application/vnd.openxmlformats-officedocument.presentationml.slide+xml" PartName="/ppt/slides/slide181.xml"/>
  <Override ContentType="application/vnd.openxmlformats-officedocument.presentationml.slide+xml" PartName="/ppt/slides/slide85.xml"/>
  <Override ContentType="application/vnd.openxmlformats-officedocument.presentationml.slide+xml" PartName="/ppt/slides/slide157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165.xml"/>
  <Override ContentType="application/vnd.openxmlformats-officedocument.presentationml.slide+xml" PartName="/ppt/slides/slide34.xml"/>
  <Override ContentType="application/vnd.openxmlformats-officedocument.presentationml.slide+xml" PartName="/ppt/slides/slide122.xml"/>
  <Override ContentType="application/vnd.openxmlformats-officedocument.presentationml.slide+xml" PartName="/ppt/slides/slide130.xml"/>
  <Override ContentType="application/vnd.openxmlformats-officedocument.presentationml.slide+xml" PartName="/ppt/slides/slide173.xml"/>
  <Override ContentType="application/vnd.openxmlformats-officedocument.presentationml.slide+xml" PartName="/ppt/slides/slide147.xml"/>
  <Override ContentType="application/vnd.openxmlformats-officedocument.presentationml.slide+xml" PartName="/ppt/slides/slide191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40.xml"/>
  <Override ContentType="application/vnd.openxmlformats-officedocument.presentationml.slide+xml" PartName="/ppt/slides/slide11.xml"/>
  <Override ContentType="application/vnd.openxmlformats-officedocument.presentationml.slide+xml" PartName="/ppt/slides/slide137.xml"/>
  <Override ContentType="application/vnd.openxmlformats-officedocument.presentationml.slide+xml" PartName="/ppt/slides/slide110.xml"/>
  <Override ContentType="application/vnd.openxmlformats-officedocument.presentationml.slide+xml" PartName="/ppt/slides/slide153.xml"/>
  <Override ContentType="application/vnd.openxmlformats-officedocument.presentationml.slide+xml" PartName="/ppt/slides/slide183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171.xml"/>
  <Override ContentType="application/vnd.openxmlformats-officedocument.presentationml.slide+xml" PartName="/ppt/slides/slide149.xml"/>
  <Override ContentType="application/vnd.openxmlformats-officedocument.presentationml.slide+xml" PartName="/ppt/slides/slide49.xml"/>
  <Override ContentType="application/vnd.openxmlformats-officedocument.presentationml.slide+xml" PartName="/ppt/slides/slide124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167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169.xml"/>
  <Override ContentType="application/vnd.openxmlformats-officedocument.presentationml.slide+xml" PartName="/ppt/slides/slide30.xml"/>
  <Override ContentType="application/vnd.openxmlformats-officedocument.presentationml.slide+xml" PartName="/ppt/slides/slide126.xml"/>
  <Override ContentType="application/vnd.openxmlformats-officedocument.presentationml.slide+xml" PartName="/ppt/slides/slide151.xml"/>
  <Override ContentType="application/vnd.openxmlformats-officedocument.presentationml.slide+xml" PartName="/ppt/slides/slide177.xml"/>
  <Override ContentType="application/vnd.openxmlformats-officedocument.presentationml.slide+xml" PartName="/ppt/slides/slide186.xml"/>
  <Override ContentType="application/vnd.openxmlformats-officedocument.presentationml.slide+xml" PartName="/ppt/slides/slide109.xml"/>
  <Override ContentType="application/vnd.openxmlformats-officedocument.presentationml.slide+xml" PartName="/ppt/slides/slide134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160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143.xml"/>
  <Override ContentType="application/vnd.openxmlformats-officedocument.presentationml.slide+xml" PartName="/ppt/slides/slide117.xml"/>
  <Override ContentType="application/vnd.openxmlformats-officedocument.presentationml.slide+xml" PartName="/ppt/slides/slide145.xml"/>
  <Override ContentType="application/vnd.openxmlformats-officedocument.presentationml.slide+xml" PartName="/ppt/slides/slide188.xml"/>
  <Override ContentType="application/vnd.openxmlformats-officedocument.presentationml.slide+xml" PartName="/ppt/slides/slide132.xml"/>
  <Override ContentType="application/vnd.openxmlformats-officedocument.presentationml.slide+xml" PartName="/ppt/slides/slide162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192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128.xml"/>
  <Override ContentType="application/vnd.openxmlformats-officedocument.presentationml.slide+xml" PartName="/ppt/slides/slide158.xml"/>
  <Override ContentType="application/vnd.openxmlformats-officedocument.presentationml.slide+xml" PartName="/ppt/slides/slide92.xml"/>
  <Override ContentType="application/vnd.openxmlformats-officedocument.presentationml.slide+xml" PartName="/ppt/slides/slide115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  <p:sldId id="372" r:id="rId122"/>
    <p:sldId id="373" r:id="rId123"/>
    <p:sldId id="374" r:id="rId124"/>
    <p:sldId id="375" r:id="rId125"/>
    <p:sldId id="376" r:id="rId126"/>
    <p:sldId id="377" r:id="rId127"/>
    <p:sldId id="378" r:id="rId128"/>
    <p:sldId id="379" r:id="rId129"/>
    <p:sldId id="380" r:id="rId130"/>
    <p:sldId id="381" r:id="rId131"/>
    <p:sldId id="382" r:id="rId132"/>
    <p:sldId id="383" r:id="rId133"/>
    <p:sldId id="384" r:id="rId134"/>
    <p:sldId id="385" r:id="rId135"/>
    <p:sldId id="386" r:id="rId136"/>
    <p:sldId id="387" r:id="rId137"/>
    <p:sldId id="388" r:id="rId138"/>
    <p:sldId id="389" r:id="rId139"/>
    <p:sldId id="390" r:id="rId140"/>
    <p:sldId id="391" r:id="rId141"/>
    <p:sldId id="392" r:id="rId142"/>
    <p:sldId id="393" r:id="rId143"/>
    <p:sldId id="394" r:id="rId144"/>
    <p:sldId id="395" r:id="rId145"/>
    <p:sldId id="396" r:id="rId146"/>
    <p:sldId id="397" r:id="rId147"/>
    <p:sldId id="398" r:id="rId148"/>
    <p:sldId id="399" r:id="rId149"/>
    <p:sldId id="400" r:id="rId150"/>
    <p:sldId id="401" r:id="rId151"/>
    <p:sldId id="402" r:id="rId152"/>
    <p:sldId id="403" r:id="rId153"/>
    <p:sldId id="404" r:id="rId154"/>
    <p:sldId id="405" r:id="rId155"/>
    <p:sldId id="406" r:id="rId156"/>
    <p:sldId id="407" r:id="rId157"/>
    <p:sldId id="408" r:id="rId158"/>
    <p:sldId id="409" r:id="rId159"/>
    <p:sldId id="410" r:id="rId160"/>
    <p:sldId id="411" r:id="rId161"/>
    <p:sldId id="412" r:id="rId162"/>
    <p:sldId id="413" r:id="rId163"/>
    <p:sldId id="414" r:id="rId164"/>
    <p:sldId id="415" r:id="rId165"/>
    <p:sldId id="416" r:id="rId166"/>
    <p:sldId id="417" r:id="rId167"/>
    <p:sldId id="418" r:id="rId168"/>
    <p:sldId id="419" r:id="rId169"/>
    <p:sldId id="420" r:id="rId170"/>
    <p:sldId id="421" r:id="rId171"/>
    <p:sldId id="422" r:id="rId172"/>
    <p:sldId id="423" r:id="rId173"/>
    <p:sldId id="424" r:id="rId174"/>
    <p:sldId id="425" r:id="rId175"/>
    <p:sldId id="426" r:id="rId176"/>
    <p:sldId id="427" r:id="rId177"/>
    <p:sldId id="428" r:id="rId178"/>
    <p:sldId id="429" r:id="rId179"/>
    <p:sldId id="430" r:id="rId180"/>
    <p:sldId id="431" r:id="rId181"/>
    <p:sldId id="432" r:id="rId182"/>
    <p:sldId id="433" r:id="rId183"/>
    <p:sldId id="434" r:id="rId184"/>
    <p:sldId id="435" r:id="rId185"/>
    <p:sldId id="436" r:id="rId186"/>
    <p:sldId id="437" r:id="rId187"/>
    <p:sldId id="438" r:id="rId188"/>
    <p:sldId id="439" r:id="rId189"/>
    <p:sldId id="440" r:id="rId190"/>
    <p:sldId id="441" r:id="rId191"/>
    <p:sldId id="442" r:id="rId192"/>
    <p:sldId id="443" r:id="rId193"/>
    <p:sldId id="444" r:id="rId194"/>
    <p:sldId id="445" r:id="rId195"/>
    <p:sldId id="446" r:id="rId196"/>
    <p:sldId id="447" r:id="rId197"/>
  </p:sldIdLst>
  <p:sldSz cy="5143500" cx="9144000"/>
  <p:notesSz cx="9144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98" roundtripDataSignature="AMtx7mhpTQTmA2eUcrxDs6lznYrJvdpY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190" Type="http://schemas.openxmlformats.org/officeDocument/2006/relationships/slide" Target="slides/slide18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194" Type="http://schemas.openxmlformats.org/officeDocument/2006/relationships/slide" Target="slides/slide189.xml"/><Relationship Id="rId43" Type="http://schemas.openxmlformats.org/officeDocument/2006/relationships/slide" Target="slides/slide38.xml"/><Relationship Id="rId193" Type="http://schemas.openxmlformats.org/officeDocument/2006/relationships/slide" Target="slides/slide188.xml"/><Relationship Id="rId46" Type="http://schemas.openxmlformats.org/officeDocument/2006/relationships/slide" Target="slides/slide41.xml"/><Relationship Id="rId192" Type="http://schemas.openxmlformats.org/officeDocument/2006/relationships/slide" Target="slides/slide187.xml"/><Relationship Id="rId45" Type="http://schemas.openxmlformats.org/officeDocument/2006/relationships/slide" Target="slides/slide40.xml"/><Relationship Id="rId191" Type="http://schemas.openxmlformats.org/officeDocument/2006/relationships/slide" Target="slides/slide186.xml"/><Relationship Id="rId48" Type="http://schemas.openxmlformats.org/officeDocument/2006/relationships/slide" Target="slides/slide43.xml"/><Relationship Id="rId187" Type="http://schemas.openxmlformats.org/officeDocument/2006/relationships/slide" Target="slides/slide182.xml"/><Relationship Id="rId47" Type="http://schemas.openxmlformats.org/officeDocument/2006/relationships/slide" Target="slides/slide42.xml"/><Relationship Id="rId186" Type="http://schemas.openxmlformats.org/officeDocument/2006/relationships/slide" Target="slides/slide181.xml"/><Relationship Id="rId185" Type="http://schemas.openxmlformats.org/officeDocument/2006/relationships/slide" Target="slides/slide180.xml"/><Relationship Id="rId49" Type="http://schemas.openxmlformats.org/officeDocument/2006/relationships/slide" Target="slides/slide44.xml"/><Relationship Id="rId184" Type="http://schemas.openxmlformats.org/officeDocument/2006/relationships/slide" Target="slides/slide179.xml"/><Relationship Id="rId189" Type="http://schemas.openxmlformats.org/officeDocument/2006/relationships/slide" Target="slides/slide184.xml"/><Relationship Id="rId188" Type="http://schemas.openxmlformats.org/officeDocument/2006/relationships/slide" Target="slides/slide18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183" Type="http://schemas.openxmlformats.org/officeDocument/2006/relationships/slide" Target="slides/slide178.xml"/><Relationship Id="rId32" Type="http://schemas.openxmlformats.org/officeDocument/2006/relationships/slide" Target="slides/slide27.xml"/><Relationship Id="rId182" Type="http://schemas.openxmlformats.org/officeDocument/2006/relationships/slide" Target="slides/slide177.xml"/><Relationship Id="rId35" Type="http://schemas.openxmlformats.org/officeDocument/2006/relationships/slide" Target="slides/slide30.xml"/><Relationship Id="rId181" Type="http://schemas.openxmlformats.org/officeDocument/2006/relationships/slide" Target="slides/slide176.xml"/><Relationship Id="rId34" Type="http://schemas.openxmlformats.org/officeDocument/2006/relationships/slide" Target="slides/slide29.xml"/><Relationship Id="rId180" Type="http://schemas.openxmlformats.org/officeDocument/2006/relationships/slide" Target="slides/slide175.xml"/><Relationship Id="rId37" Type="http://schemas.openxmlformats.org/officeDocument/2006/relationships/slide" Target="slides/slide32.xml"/><Relationship Id="rId176" Type="http://schemas.openxmlformats.org/officeDocument/2006/relationships/slide" Target="slides/slide171.xml"/><Relationship Id="rId36" Type="http://schemas.openxmlformats.org/officeDocument/2006/relationships/slide" Target="slides/slide31.xml"/><Relationship Id="rId175" Type="http://schemas.openxmlformats.org/officeDocument/2006/relationships/slide" Target="slides/slide170.xml"/><Relationship Id="rId39" Type="http://schemas.openxmlformats.org/officeDocument/2006/relationships/slide" Target="slides/slide34.xml"/><Relationship Id="rId174" Type="http://schemas.openxmlformats.org/officeDocument/2006/relationships/slide" Target="slides/slide169.xml"/><Relationship Id="rId38" Type="http://schemas.openxmlformats.org/officeDocument/2006/relationships/slide" Target="slides/slide33.xml"/><Relationship Id="rId173" Type="http://schemas.openxmlformats.org/officeDocument/2006/relationships/slide" Target="slides/slide168.xml"/><Relationship Id="rId179" Type="http://schemas.openxmlformats.org/officeDocument/2006/relationships/slide" Target="slides/slide174.xml"/><Relationship Id="rId178" Type="http://schemas.openxmlformats.org/officeDocument/2006/relationships/slide" Target="slides/slide173.xml"/><Relationship Id="rId177" Type="http://schemas.openxmlformats.org/officeDocument/2006/relationships/slide" Target="slides/slide172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98" Type="http://customschemas.google.com/relationships/presentationmetadata" Target="metadata"/><Relationship Id="rId14" Type="http://schemas.openxmlformats.org/officeDocument/2006/relationships/slide" Target="slides/slide9.xml"/><Relationship Id="rId197" Type="http://schemas.openxmlformats.org/officeDocument/2006/relationships/slide" Target="slides/slide192.xml"/><Relationship Id="rId17" Type="http://schemas.openxmlformats.org/officeDocument/2006/relationships/slide" Target="slides/slide12.xml"/><Relationship Id="rId196" Type="http://schemas.openxmlformats.org/officeDocument/2006/relationships/slide" Target="slides/slide191.xml"/><Relationship Id="rId16" Type="http://schemas.openxmlformats.org/officeDocument/2006/relationships/slide" Target="slides/slide11.xml"/><Relationship Id="rId195" Type="http://schemas.openxmlformats.org/officeDocument/2006/relationships/slide" Target="slides/slide190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150" Type="http://schemas.openxmlformats.org/officeDocument/2006/relationships/slide" Target="slides/slide145.xml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149" Type="http://schemas.openxmlformats.org/officeDocument/2006/relationships/slide" Target="slides/slide144.xml"/><Relationship Id="rId4" Type="http://schemas.openxmlformats.org/officeDocument/2006/relationships/slideMaster" Target="slideMasters/slideMaster1.xml"/><Relationship Id="rId148" Type="http://schemas.openxmlformats.org/officeDocument/2006/relationships/slide" Target="slides/slide143.xml"/><Relationship Id="rId9" Type="http://schemas.openxmlformats.org/officeDocument/2006/relationships/slide" Target="slides/slide4.xml"/><Relationship Id="rId143" Type="http://schemas.openxmlformats.org/officeDocument/2006/relationships/slide" Target="slides/slide138.xml"/><Relationship Id="rId142" Type="http://schemas.openxmlformats.org/officeDocument/2006/relationships/slide" Target="slides/slide137.xml"/><Relationship Id="rId141" Type="http://schemas.openxmlformats.org/officeDocument/2006/relationships/slide" Target="slides/slide136.xml"/><Relationship Id="rId140" Type="http://schemas.openxmlformats.org/officeDocument/2006/relationships/slide" Target="slides/slide135.xml"/><Relationship Id="rId5" Type="http://schemas.openxmlformats.org/officeDocument/2006/relationships/notesMaster" Target="notesMasters/notesMaster1.xml"/><Relationship Id="rId147" Type="http://schemas.openxmlformats.org/officeDocument/2006/relationships/slide" Target="slides/slide142.xml"/><Relationship Id="rId6" Type="http://schemas.openxmlformats.org/officeDocument/2006/relationships/slide" Target="slides/slide1.xml"/><Relationship Id="rId146" Type="http://schemas.openxmlformats.org/officeDocument/2006/relationships/slide" Target="slides/slide141.xml"/><Relationship Id="rId7" Type="http://schemas.openxmlformats.org/officeDocument/2006/relationships/slide" Target="slides/slide2.xml"/><Relationship Id="rId145" Type="http://schemas.openxmlformats.org/officeDocument/2006/relationships/slide" Target="slides/slide140.xml"/><Relationship Id="rId8" Type="http://schemas.openxmlformats.org/officeDocument/2006/relationships/slide" Target="slides/slide3.xml"/><Relationship Id="rId144" Type="http://schemas.openxmlformats.org/officeDocument/2006/relationships/slide" Target="slides/slide139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139" Type="http://schemas.openxmlformats.org/officeDocument/2006/relationships/slide" Target="slides/slide134.xml"/><Relationship Id="rId138" Type="http://schemas.openxmlformats.org/officeDocument/2006/relationships/slide" Target="slides/slide133.xml"/><Relationship Id="rId137" Type="http://schemas.openxmlformats.org/officeDocument/2006/relationships/slide" Target="slides/slide132.xml"/><Relationship Id="rId132" Type="http://schemas.openxmlformats.org/officeDocument/2006/relationships/slide" Target="slides/slide127.xml"/><Relationship Id="rId131" Type="http://schemas.openxmlformats.org/officeDocument/2006/relationships/slide" Target="slides/slide126.xml"/><Relationship Id="rId130" Type="http://schemas.openxmlformats.org/officeDocument/2006/relationships/slide" Target="slides/slide125.xml"/><Relationship Id="rId136" Type="http://schemas.openxmlformats.org/officeDocument/2006/relationships/slide" Target="slides/slide131.xml"/><Relationship Id="rId135" Type="http://schemas.openxmlformats.org/officeDocument/2006/relationships/slide" Target="slides/slide130.xml"/><Relationship Id="rId134" Type="http://schemas.openxmlformats.org/officeDocument/2006/relationships/slide" Target="slides/slide129.xml"/><Relationship Id="rId133" Type="http://schemas.openxmlformats.org/officeDocument/2006/relationships/slide" Target="slides/slide128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172" Type="http://schemas.openxmlformats.org/officeDocument/2006/relationships/slide" Target="slides/slide167.xml"/><Relationship Id="rId65" Type="http://schemas.openxmlformats.org/officeDocument/2006/relationships/slide" Target="slides/slide60.xml"/><Relationship Id="rId171" Type="http://schemas.openxmlformats.org/officeDocument/2006/relationships/slide" Target="slides/slide166.xml"/><Relationship Id="rId68" Type="http://schemas.openxmlformats.org/officeDocument/2006/relationships/slide" Target="slides/slide63.xml"/><Relationship Id="rId170" Type="http://schemas.openxmlformats.org/officeDocument/2006/relationships/slide" Target="slides/slide165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165" Type="http://schemas.openxmlformats.org/officeDocument/2006/relationships/slide" Target="slides/slide160.xml"/><Relationship Id="rId69" Type="http://schemas.openxmlformats.org/officeDocument/2006/relationships/slide" Target="slides/slide64.xml"/><Relationship Id="rId164" Type="http://schemas.openxmlformats.org/officeDocument/2006/relationships/slide" Target="slides/slide159.xml"/><Relationship Id="rId163" Type="http://schemas.openxmlformats.org/officeDocument/2006/relationships/slide" Target="slides/slide158.xml"/><Relationship Id="rId162" Type="http://schemas.openxmlformats.org/officeDocument/2006/relationships/slide" Target="slides/slide157.xml"/><Relationship Id="rId169" Type="http://schemas.openxmlformats.org/officeDocument/2006/relationships/slide" Target="slides/slide164.xml"/><Relationship Id="rId168" Type="http://schemas.openxmlformats.org/officeDocument/2006/relationships/slide" Target="slides/slide163.xml"/><Relationship Id="rId167" Type="http://schemas.openxmlformats.org/officeDocument/2006/relationships/slide" Target="slides/slide162.xml"/><Relationship Id="rId166" Type="http://schemas.openxmlformats.org/officeDocument/2006/relationships/slide" Target="slides/slide161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161" Type="http://schemas.openxmlformats.org/officeDocument/2006/relationships/slide" Target="slides/slide156.xml"/><Relationship Id="rId54" Type="http://schemas.openxmlformats.org/officeDocument/2006/relationships/slide" Target="slides/slide49.xml"/><Relationship Id="rId160" Type="http://schemas.openxmlformats.org/officeDocument/2006/relationships/slide" Target="slides/slide155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159" Type="http://schemas.openxmlformats.org/officeDocument/2006/relationships/slide" Target="slides/slide154.xml"/><Relationship Id="rId59" Type="http://schemas.openxmlformats.org/officeDocument/2006/relationships/slide" Target="slides/slide54.xml"/><Relationship Id="rId154" Type="http://schemas.openxmlformats.org/officeDocument/2006/relationships/slide" Target="slides/slide149.xml"/><Relationship Id="rId58" Type="http://schemas.openxmlformats.org/officeDocument/2006/relationships/slide" Target="slides/slide53.xml"/><Relationship Id="rId153" Type="http://schemas.openxmlformats.org/officeDocument/2006/relationships/slide" Target="slides/slide148.xml"/><Relationship Id="rId152" Type="http://schemas.openxmlformats.org/officeDocument/2006/relationships/slide" Target="slides/slide147.xml"/><Relationship Id="rId151" Type="http://schemas.openxmlformats.org/officeDocument/2006/relationships/slide" Target="slides/slide146.xml"/><Relationship Id="rId158" Type="http://schemas.openxmlformats.org/officeDocument/2006/relationships/slide" Target="slides/slide153.xml"/><Relationship Id="rId157" Type="http://schemas.openxmlformats.org/officeDocument/2006/relationships/slide" Target="slides/slide152.xml"/><Relationship Id="rId156" Type="http://schemas.openxmlformats.org/officeDocument/2006/relationships/slide" Target="slides/slide151.xml"/><Relationship Id="rId155" Type="http://schemas.openxmlformats.org/officeDocument/2006/relationships/slide" Target="slides/slide150.xml"/><Relationship Id="rId107" Type="http://schemas.openxmlformats.org/officeDocument/2006/relationships/slide" Target="slides/slide102.xml"/><Relationship Id="rId106" Type="http://schemas.openxmlformats.org/officeDocument/2006/relationships/slide" Target="slides/slide101.xml"/><Relationship Id="rId105" Type="http://schemas.openxmlformats.org/officeDocument/2006/relationships/slide" Target="slides/slide100.xml"/><Relationship Id="rId104" Type="http://schemas.openxmlformats.org/officeDocument/2006/relationships/slide" Target="slides/slide99.xml"/><Relationship Id="rId109" Type="http://schemas.openxmlformats.org/officeDocument/2006/relationships/slide" Target="slides/slide104.xml"/><Relationship Id="rId108" Type="http://schemas.openxmlformats.org/officeDocument/2006/relationships/slide" Target="slides/slide103.xml"/><Relationship Id="rId103" Type="http://schemas.openxmlformats.org/officeDocument/2006/relationships/slide" Target="slides/slide98.xml"/><Relationship Id="rId102" Type="http://schemas.openxmlformats.org/officeDocument/2006/relationships/slide" Target="slides/slide97.xml"/><Relationship Id="rId101" Type="http://schemas.openxmlformats.org/officeDocument/2006/relationships/slide" Target="slides/slide96.xml"/><Relationship Id="rId100" Type="http://schemas.openxmlformats.org/officeDocument/2006/relationships/slide" Target="slides/slide95.xml"/><Relationship Id="rId129" Type="http://schemas.openxmlformats.org/officeDocument/2006/relationships/slide" Target="slides/slide124.xml"/><Relationship Id="rId128" Type="http://schemas.openxmlformats.org/officeDocument/2006/relationships/slide" Target="slides/slide123.xml"/><Relationship Id="rId127" Type="http://schemas.openxmlformats.org/officeDocument/2006/relationships/slide" Target="slides/slide122.xml"/><Relationship Id="rId126" Type="http://schemas.openxmlformats.org/officeDocument/2006/relationships/slide" Target="slides/slide121.xml"/><Relationship Id="rId121" Type="http://schemas.openxmlformats.org/officeDocument/2006/relationships/slide" Target="slides/slide116.xml"/><Relationship Id="rId120" Type="http://schemas.openxmlformats.org/officeDocument/2006/relationships/slide" Target="slides/slide115.xml"/><Relationship Id="rId125" Type="http://schemas.openxmlformats.org/officeDocument/2006/relationships/slide" Target="slides/slide120.xml"/><Relationship Id="rId124" Type="http://schemas.openxmlformats.org/officeDocument/2006/relationships/slide" Target="slides/slide119.xml"/><Relationship Id="rId123" Type="http://schemas.openxmlformats.org/officeDocument/2006/relationships/slide" Target="slides/slide118.xml"/><Relationship Id="rId122" Type="http://schemas.openxmlformats.org/officeDocument/2006/relationships/slide" Target="slides/slide117.xml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7" Type="http://schemas.openxmlformats.org/officeDocument/2006/relationships/slide" Target="slides/slide92.xml"/><Relationship Id="rId96" Type="http://schemas.openxmlformats.org/officeDocument/2006/relationships/slide" Target="slides/slide91.xml"/><Relationship Id="rId99" Type="http://schemas.openxmlformats.org/officeDocument/2006/relationships/slide" Target="slides/slide94.xml"/><Relationship Id="rId98" Type="http://schemas.openxmlformats.org/officeDocument/2006/relationships/slide" Target="slides/slide93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118" Type="http://schemas.openxmlformats.org/officeDocument/2006/relationships/slide" Target="slides/slide113.xml"/><Relationship Id="rId117" Type="http://schemas.openxmlformats.org/officeDocument/2006/relationships/slide" Target="slides/slide112.xml"/><Relationship Id="rId116" Type="http://schemas.openxmlformats.org/officeDocument/2006/relationships/slide" Target="slides/slide111.xml"/><Relationship Id="rId115" Type="http://schemas.openxmlformats.org/officeDocument/2006/relationships/slide" Target="slides/slide110.xml"/><Relationship Id="rId119" Type="http://schemas.openxmlformats.org/officeDocument/2006/relationships/slide" Target="slides/slide114.xml"/><Relationship Id="rId110" Type="http://schemas.openxmlformats.org/officeDocument/2006/relationships/slide" Target="slides/slide105.xml"/><Relationship Id="rId114" Type="http://schemas.openxmlformats.org/officeDocument/2006/relationships/slide" Target="slides/slide109.xml"/><Relationship Id="rId113" Type="http://schemas.openxmlformats.org/officeDocument/2006/relationships/slide" Target="slides/slide108.xml"/><Relationship Id="rId112" Type="http://schemas.openxmlformats.org/officeDocument/2006/relationships/slide" Target="slides/slide107.xml"/><Relationship Id="rId111" Type="http://schemas.openxmlformats.org/officeDocument/2006/relationships/slide" Target="slides/slide106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79484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aa6357486_0_11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g3baa6357486_0_11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" name="Google Shape;111;p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p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p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p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p1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p1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p1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p1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p1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6" name="Google Shape;156;p1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p1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p1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p1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p1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" name="Google Shape;181;p2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p2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p2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p2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p2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6" name="Google Shape;206;p2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1" name="Google Shape;211;p2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6" name="Google Shape;216;p2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1" name="Google Shape;221;p2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6" name="Google Shape;226;p2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1" name="Google Shape;231;p3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6" name="Google Shape;236;p3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1" name="Google Shape;241;p3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6" name="Google Shape;246;p3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1" name="Google Shape;251;p3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6" name="Google Shape;256;p3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1" name="Google Shape;261;p3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6" name="Google Shape;266;p3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1" name="Google Shape;271;p3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6" name="Google Shape;276;p3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1" name="Google Shape;281;p4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6" name="Google Shape;286;p4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1" name="Google Shape;291;p4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6" name="Google Shape;296;p4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1" name="Google Shape;301;p4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6" name="Google Shape;306;p4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1" name="Google Shape;311;p4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6" name="Google Shape;316;p4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1" name="Google Shape;321;p4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6" name="Google Shape;326;p4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5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1" name="Google Shape;331;p5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bf2e8d6b56_0_18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6" name="Google Shape;336;g3bf2e8d6b56_0_18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bf2e8d6b56_0_19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1" name="Google Shape;341;g3bf2e8d6b56_0_19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bf2e8d6b56_0_19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6" name="Google Shape;346;g3bf2e8d6b56_0_19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bf2e8d6b56_0_19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1" name="Google Shape;351;g3bf2e8d6b56_0_19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bf2e8d6b56_0_20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6" name="Google Shape;356;g3bf2e8d6b56_0_20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bf2e8d6b56_0_20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1" name="Google Shape;361;g3bf2e8d6b56_0_20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bf2e8d6b56_0_21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6" name="Google Shape;366;g3bf2e8d6b56_0_21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bf2e8d6b56_0_21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1" name="Google Shape;371;g3bf2e8d6b56_0_21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bf2e8d6b56_0_21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6" name="Google Shape;376;g3bf2e8d6b56_0_21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bf2e8d6b56_0_22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1" name="Google Shape;381;g3bf2e8d6b56_0_22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bf2e8d6b56_0_22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6" name="Google Shape;386;g3bf2e8d6b56_0_22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bf2e8d6b56_0_23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1" name="Google Shape;391;g3bf2e8d6b56_0_23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bf2e8d6b56_0_23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6" name="Google Shape;396;g3bf2e8d6b56_0_23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bf2e8d6b56_0_23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1" name="Google Shape;401;g3bf2e8d6b56_0_23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bf2e8d6b56_0_24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6" name="Google Shape;406;g3bf2e8d6b56_0_24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bf2e8d6b56_0_24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1" name="Google Shape;411;g3bf2e8d6b56_0_24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bf2e8d6b56_0_25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6" name="Google Shape;416;g3bf2e8d6b56_0_25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bf2e8d6b56_0_25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1" name="Google Shape;421;g3bf2e8d6b56_0_25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bf2e8d6b56_0_25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6" name="Google Shape;426;g3bf2e8d6b56_0_25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bf2e8d6b56_0_26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1" name="Google Shape;431;g3bf2e8d6b56_0_26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bf2e8d6b56_0_26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6" name="Google Shape;436;g3bf2e8d6b56_0_26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bf2e8d6b56_0_27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1" name="Google Shape;441;g3bf2e8d6b56_0_27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bf2e8d6b56_0_27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6" name="Google Shape;446;g3bf2e8d6b56_0_27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bf2e8d6b56_0_27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1" name="Google Shape;451;g3bf2e8d6b56_0_27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bf2e8d6b56_0_28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6" name="Google Shape;456;g3bf2e8d6b56_0_28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bf2e8d6b56_0_28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1" name="Google Shape;461;g3bf2e8d6b56_0_28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bf2e8d6b56_0_29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6" name="Google Shape;466;g3bf2e8d6b56_0_29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bf2e8d6b56_0_29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1" name="Google Shape;471;g3bf2e8d6b56_0_29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bf2e8d6b56_0_29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6" name="Google Shape;476;g3bf2e8d6b56_0_29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bf2e8d6b56_0_30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1" name="Google Shape;481;g3bf2e8d6b56_0_30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bf2e8d6b56_0_30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6" name="Google Shape;486;g3bf2e8d6b56_0_30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bf2e8d6b56_0_31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1" name="Google Shape;491;g3bf2e8d6b56_0_31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bf2e8d6b56_0_31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6" name="Google Shape;496;g3bf2e8d6b56_0_31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bf2e8d6b56_0_31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1" name="Google Shape;501;g3bf2e8d6b56_0_31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bf2e8d6b56_0_32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6" name="Google Shape;506;g3bf2e8d6b56_0_32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c532ad054d_0_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1" name="Google Shape;511;g3c532ad054d_0_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b26357b4a1_0_5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6" name="Google Shape;516;g3b26357b4a1_0_5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bf2e8d6b56_0_55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1" name="Google Shape;521;g3bf2e8d6b56_0_55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bf2e8d6b56_0_56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6" name="Google Shape;526;g3bf2e8d6b56_0_56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cb7c2c030f_0_2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1" name="Google Shape;531;g3cb7c2c030f_0_2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cb7c2c030f_0_3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6" name="Google Shape;536;g3cb7c2c030f_0_3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c532ad054d_0_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1" name="Google Shape;541;g3c532ad054d_0_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13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6" name="Google Shape;546;p13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bf2e8d6b56_0_40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1" name="Google Shape;551;g3bf2e8d6b56_0_40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bf2e8d6b56_0_40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6" name="Google Shape;556;g3bf2e8d6b56_0_40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cb7c2c030f_0_6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1" name="Google Shape;561;g3cb7c2c030f_0_6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bf2e8d6b56_0_41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6" name="Google Shape;566;g3bf2e8d6b56_0_41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bf2e8d6b56_0_42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1" name="Google Shape;571;g3bf2e8d6b56_0_42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cb7c2c030f_0_4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6" name="Google Shape;576;g3cb7c2c030f_0_4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bf2e8d6b56_0_42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1" name="Google Shape;581;g3bf2e8d6b56_0_42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3cb7c2c030f_0_4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6" name="Google Shape;586;g3cb7c2c030f_0_4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bf2e8d6b56_0_43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1" name="Google Shape;591;g3bf2e8d6b56_0_43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3c532ad054d_0_3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6" name="Google Shape;596;g3c532ad054d_0_3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c532ad054d_0_3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1" name="Google Shape;601;g3c532ad054d_0_3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bf2e8d6b56_0_44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6" name="Google Shape;606;g3bf2e8d6b56_0_44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3bf2e8d6b56_0_45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1" name="Google Shape;611;g3bf2e8d6b56_0_45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3c532ad054d_0_3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6" name="Google Shape;616;g3c532ad054d_0_3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3c532ad054d_0_4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1" name="Google Shape;621;g3c532ad054d_0_4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15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6" name="Google Shape;626;p15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15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2" name="Google Shape;632;p15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3" name="Google Shape;633;p156:notes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3b224b7d20a_0_9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9" name="Google Shape;639;g3b224b7d20a_0_9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baa6357486_0_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4" name="Google Shape;644;g3baa6357486_0_1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c532ad054d_0_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9" name="Google Shape;649;g3c532ad054d_0_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3ca14f709a1_0_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4" name="Google Shape;654;g3ca14f709a1_0_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3ca14f709a1_0_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0" name="Google Shape;660;g3ca14f709a1_0_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3ca14f709a1_0_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5" name="Google Shape;665;g3ca14f709a1_0_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3ca14f709a1_0_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0" name="Google Shape;670;g3ca14f709a1_0_1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3ca14f709a1_0_1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5" name="Google Shape;675;g3ca14f709a1_0_1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3ca14f709a1_0_2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0" name="Google Shape;680;g3ca14f709a1_0_2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3ca14f709a1_0_2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5" name="Google Shape;685;g3ca14f709a1_0_2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g3ca14f709a1_0_2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0" name="Google Shape;690;g3ca14f709a1_0_2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3ca14f709a1_0_3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5" name="Google Shape;695;g3ca14f709a1_0_3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3ca14f709a1_0_3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0" name="Google Shape;700;g3ca14f709a1_0_3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g3ca14f709a1_0_4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5" name="Google Shape;705;g3ca14f709a1_0_4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3ca14f709a1_0_4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0" name="Google Shape;710;g3ca14f709a1_0_4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3ca14f709a1_0_4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5" name="Google Shape;715;g3ca14f709a1_0_4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3ca14f709a1_0_5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0" name="Google Shape;720;g3ca14f709a1_0_5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3ca14f709a1_0_5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5" name="Google Shape;725;g3ca14f709a1_0_5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3ca14f709a1_0_6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0" name="Google Shape;730;g3ca14f709a1_0_6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g3ca14f709a1_0_6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5" name="Google Shape;735;g3ca14f709a1_0_6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g3ca14f709a1_0_6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0" name="Google Shape;740;g3ca14f709a1_0_6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g3ca14f709a1_0_7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5" name="Google Shape;745;g3ca14f709a1_0_7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3ca14f709a1_0_7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0" name="Google Shape;750;g3ca14f709a1_0_7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3c532ad054d_0_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5" name="Google Shape;755;g3c532ad054d_0_1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3a42a8b53c1_2_19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0" name="Google Shape;760;g3a42a8b53c1_2_19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g3a42a8b53c1_2_19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5" name="Google Shape;765;g3a42a8b53c1_2_19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3c84d2f338d_0_14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0" name="Google Shape;770;g3c84d2f338d_0_14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3c532ad054d_0_4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5" name="Google Shape;775;g3c532ad054d_0_4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386abb9ea5c_0_7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0" name="Google Shape;780;g386abb9ea5c_0_7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g386abb9ea5c_0_8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5" name="Google Shape;785;g386abb9ea5c_0_8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3c532ad054d_0_5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0" name="Google Shape;790;g3c532ad054d_0_5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g3c532ad054d_0_5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5" name="Google Shape;795;g3c532ad054d_0_5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3c532ad054d_0_5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0" name="Google Shape;800;g3c532ad054d_0_5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g3c532ad054d_0_6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5" name="Google Shape;805;g3c532ad054d_0_6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g3c532ad054d_0_6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0" name="Google Shape;810;g3c532ad054d_0_6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3c532ad054d_0_7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5" name="Google Shape;815;g3c532ad054d_0_7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3c532ad054d_0_7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0" name="Google Shape;820;g3c532ad054d_0_7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g3c532ad054d_0_7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5" name="Google Shape;825;g3c532ad054d_0_7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3c532ad054d_0_8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0" name="Google Shape;830;g3c532ad054d_0_8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3c532ad054d_0_8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5" name="Google Shape;835;g3c532ad054d_0_8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g3c532ad054d_0_9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0" name="Google Shape;840;g3c532ad054d_0_9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3c532ad054d_0_9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5" name="Google Shape;845;g3c532ad054d_0_9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3c532ad054d_0_9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0" name="Google Shape;850;g3c532ad054d_0_9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20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5" name="Google Shape;855;p20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20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0" name="Google Shape;860;p20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20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5" name="Google Shape;865;p20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20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0" name="Google Shape;870;p20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3cb7c2c030f_0_7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5" name="Google Shape;875;g3cb7c2c030f_0_7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g3a42a8b53c1_2_26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0" name="Google Shape;880;g3a42a8b53c1_2_26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20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5" name="Google Shape;885;p20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20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0" name="Google Shape;890;p20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g3cb7c2c030f_0_7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5" name="Google Shape;895;g3cb7c2c030f_0_7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3c80dc9c1fd_0_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0" name="Google Shape;900;g3c80dc9c1fd_0_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g3c532ad054d_0_2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6" name="Google Shape;906;g3c532ad054d_0_2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g3cb7c2c030f_0_8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1" name="Google Shape;911;g3cb7c2c030f_0_8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3bf2e8d6b56_0_66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6" name="Google Shape;916;g3bf2e8d6b56_0_66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g3bf2e8d6b56_0_66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1" name="Google Shape;921;g3bf2e8d6b56_0_66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g3bf2e8d6b56_0_66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6" name="Google Shape;926;g3bf2e8d6b56_0_66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g3bf2e8d6b56_0_67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1" name="Google Shape;931;g3bf2e8d6b56_0_67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g3c532ad054d_0_10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6" name="Google Shape;936;g3c532ad054d_0_10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g3bf2e8d6b56_0_68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1" name="Google Shape;941;g3bf2e8d6b56_0_68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g3bf2e8d6b56_0_68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6" name="Google Shape;946;g3bf2e8d6b56_0_68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g3bf2e8d6b56_0_68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1" name="Google Shape;951;g3bf2e8d6b56_0_68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g3bf2e8d6b56_0_69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6" name="Google Shape;956;g3bf2e8d6b56_0_69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g3c532ad054d_0_11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1" name="Google Shape;961;g3c532ad054d_0_11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g3c532ad054d_0_11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6" name="Google Shape;966;g3c532ad054d_0_11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g3c532ad054d_0_11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1" name="Google Shape;971;g3c532ad054d_0_11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g3c532ad054d_0_12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6" name="Google Shape;976;g3c532ad054d_0_12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g3c532ad054d_0_12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1" name="Google Shape;981;g3c532ad054d_0_12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g3c532ad054d_0_13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6" name="Google Shape;986;g3c532ad054d_0_13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g3c532ad054d_0_13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1" name="Google Shape;991;g3c532ad054d_0_13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g3c532ad054d_0_13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6" name="Google Shape;996;g3c532ad054d_0_13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g3c532ad054d_0_1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1" name="Google Shape;1001;g3c532ad054d_0_1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g3b26357b4a1_0_14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6" name="Google Shape;1006;g3b26357b4a1_0_14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g3b26357b4a1_0_15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1" name="Google Shape;1011;g3b26357b4a1_0_15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3b26357b4a1_0_15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6" name="Google Shape;1016;g3b26357b4a1_0_15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b26357b4a1_0_18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1" name="Google Shape;1021;g3b26357b4a1_0_18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g3c532ad054d_0_10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6" name="Google Shape;1026;g3c532ad054d_0_10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g3bd41fd8710_0_7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1" name="Google Shape;1031;g3bd41fd8710_0_7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g3bd41fd8710_0_8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6" name="Google Shape;1036;g3bd41fd8710_0_8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g386abb9ea5c_0_18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1" name="Google Shape;1041;g386abb9ea5c_0_18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g3cb7c2c030f_0_2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6" name="Google Shape;1046;g3cb7c2c030f_0_2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6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46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46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46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46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7"/>
          <p:cNvSpPr txBox="1"/>
          <p:nvPr>
            <p:ph type="ctrTitle"/>
          </p:nvPr>
        </p:nvSpPr>
        <p:spPr>
          <a:xfrm>
            <a:off x="685800" y="1597822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7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247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7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47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8"/>
          <p:cNvSpPr txBox="1"/>
          <p:nvPr>
            <p:ph type="title"/>
          </p:nvPr>
        </p:nvSpPr>
        <p:spPr>
          <a:xfrm>
            <a:off x="722313" y="3305178"/>
            <a:ext cx="7772400" cy="10215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48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48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8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48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49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49"/>
          <p:cNvSpPr txBox="1"/>
          <p:nvPr>
            <p:ph idx="1" type="body"/>
          </p:nvPr>
        </p:nvSpPr>
        <p:spPr>
          <a:xfrm>
            <a:off x="457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49"/>
          <p:cNvSpPr txBox="1"/>
          <p:nvPr>
            <p:ph idx="2" type="body"/>
          </p:nvPr>
        </p:nvSpPr>
        <p:spPr>
          <a:xfrm>
            <a:off x="4648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49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49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49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50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50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50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50"/>
          <p:cNvSpPr txBox="1"/>
          <p:nvPr>
            <p:ph idx="3" type="body"/>
          </p:nvPr>
        </p:nvSpPr>
        <p:spPr>
          <a:xfrm>
            <a:off x="4645031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50"/>
          <p:cNvSpPr txBox="1"/>
          <p:nvPr>
            <p:ph idx="4" type="body"/>
          </p:nvPr>
        </p:nvSpPr>
        <p:spPr>
          <a:xfrm>
            <a:off x="4645031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50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0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50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1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51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51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1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2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2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52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53"/>
          <p:cNvSpPr txBox="1"/>
          <p:nvPr>
            <p:ph type="title"/>
          </p:nvPr>
        </p:nvSpPr>
        <p:spPr>
          <a:xfrm>
            <a:off x="457206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3"/>
          <p:cNvSpPr txBox="1"/>
          <p:nvPr>
            <p:ph idx="1" type="body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53"/>
          <p:cNvSpPr txBox="1"/>
          <p:nvPr>
            <p:ph idx="2" type="body"/>
          </p:nvPr>
        </p:nvSpPr>
        <p:spPr>
          <a:xfrm>
            <a:off x="457206" y="1076328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53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3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53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54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4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54"/>
          <p:cNvSpPr txBox="1"/>
          <p:nvPr>
            <p:ph idx="1" type="body"/>
          </p:nvPr>
        </p:nvSpPr>
        <p:spPr>
          <a:xfrm>
            <a:off x="1792288" y="4025504"/>
            <a:ext cx="5486400" cy="6036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54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4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54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5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55"/>
          <p:cNvSpPr txBox="1"/>
          <p:nvPr>
            <p:ph idx="1" type="body"/>
          </p:nvPr>
        </p:nvSpPr>
        <p:spPr>
          <a:xfrm rot="5400000">
            <a:off x="2874764" y="-1217414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55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5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55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56"/>
          <p:cNvSpPr txBox="1"/>
          <p:nvPr>
            <p:ph type="title"/>
          </p:nvPr>
        </p:nvSpPr>
        <p:spPr>
          <a:xfrm rot="5400000">
            <a:off x="5463778" y="1371603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56"/>
          <p:cNvSpPr txBox="1"/>
          <p:nvPr>
            <p:ph idx="1" type="body"/>
          </p:nvPr>
        </p:nvSpPr>
        <p:spPr>
          <a:xfrm rot="5400000">
            <a:off x="1272778" y="-609597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56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56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6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5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45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45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45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45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6.pn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6.png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1.png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9.xml"/><Relationship Id="rId3" Type="http://schemas.openxmlformats.org/officeDocument/2006/relationships/image" Target="../media/image2.png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3" Type="http://schemas.openxmlformats.org/officeDocument/2006/relationships/image" Target="../media/image7.png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Relationship Id="rId3" Type="http://schemas.openxmlformats.org/officeDocument/2006/relationships/image" Target="../media/image6.png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Relationship Id="rId3" Type="http://schemas.openxmlformats.org/officeDocument/2006/relationships/image" Target="../media/image6.png"/></Relationships>
</file>

<file path=ppt/slides/_rels/slide1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2.xml"/></Relationships>
</file>

<file path=ppt/slides/_rels/slide1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3.xml"/></Relationships>
</file>

<file path=ppt/slides/_rels/slide1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4.xml"/></Relationships>
</file>

<file path=ppt/slides/_rels/slide1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5.xml"/></Relationships>
</file>

<file path=ppt/slides/_rels/slide1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6.xml"/></Relationships>
</file>

<file path=ppt/slides/_rels/slide1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7.xml"/></Relationships>
</file>

<file path=ppt/slides/_rels/slide1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8.xml"/></Relationships>
</file>

<file path=ppt/slides/_rels/slide1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9.xml"/></Relationships>
</file>

<file path=ppt/slides/_rels/slide1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0.xml"/></Relationships>
</file>

<file path=ppt/slides/_rels/slide1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1.xml"/></Relationships>
</file>

<file path=ppt/slides/_rels/slide1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2.xml"/></Relationships>
</file>

<file path=ppt/slides/_rels/slide1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3.xml"/></Relationships>
</file>

<file path=ppt/slides/_rels/slide1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Relationship Id="rId3" Type="http://schemas.openxmlformats.org/officeDocument/2006/relationships/image" Target="../media/image4.jpg"/></Relationships>
</file>

<file path=ppt/slides/_rels/slide1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5.xml"/></Relationships>
</file>

<file path=ppt/slides/_rels/slide1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6.xml"/></Relationships>
</file>

<file path=ppt/slides/_rels/slide1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7.xml"/></Relationships>
</file>

<file path=ppt/slides/_rels/slide1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Relationship Id="rId3" Type="http://schemas.openxmlformats.org/officeDocument/2006/relationships/image" Target="../media/image4.jpg"/></Relationships>
</file>

<file path=ppt/slides/_rels/slide1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9.xml"/></Relationships>
</file>

<file path=ppt/slides/_rels/slide1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0.xml"/></Relationships>
</file>

<file path=ppt/slides/_rels/slide1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1.xml"/></Relationships>
</file>

<file path=ppt/slides/_rels/slide1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2.xml"/><Relationship Id="rId3" Type="http://schemas.openxmlformats.org/officeDocument/2006/relationships/image" Target="../media/image4.jpg"/></Relationships>
</file>

<file path=ppt/slides/_rels/slide1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3.xml"/></Relationships>
</file>

<file path=ppt/slides/_rels/slide1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4.xml"/></Relationships>
</file>

<file path=ppt/slides/_rels/slide1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5.xml"/><Relationship Id="rId3" Type="http://schemas.openxmlformats.org/officeDocument/2006/relationships/image" Target="../media/image4.jpg"/></Relationships>
</file>

<file path=ppt/slides/_rels/slide1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6.xml"/></Relationships>
</file>

<file path=ppt/slides/_rels/slide1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7.xml"/></Relationships>
</file>

<file path=ppt/slides/_rels/slide1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8.xml"/></Relationships>
</file>

<file path=ppt/slides/_rels/slide1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9.xml"/></Relationships>
</file>

<file path=ppt/slides/_rels/slide1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0.xml"/></Relationships>
</file>

<file path=ppt/slides/_rels/slide1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1.xml"/></Relationships>
</file>

<file path=ppt/slides/_rels/slide1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2.xml"/></Relationships>
</file>

<file path=ppt/slides/_rels/slide1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3.xml"/></Relationships>
</file>

<file path=ppt/slides/_rels/slide1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4.xml"/></Relationships>
</file>

<file path=ppt/slides/_rels/slide1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5.xml"/></Relationships>
</file>

<file path=ppt/slides/_rels/slide1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6.xml"/></Relationships>
</file>

<file path=ppt/slides/_rels/slide1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7.xml"/></Relationships>
</file>

<file path=ppt/slides/_rels/slide1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8.xml"/></Relationships>
</file>

<file path=ppt/slides/_rels/slide1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9.xml"/></Relationships>
</file>

<file path=ppt/slides/_rels/slide1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0.xml"/></Relationships>
</file>

<file path=ppt/slides/_rels/slide1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1.xml"/></Relationships>
</file>

<file path=ppt/slides/_rels/slide1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2.xml"/></Relationships>
</file>

<file path=ppt/slides/_rels/slide1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3.xml"/><Relationship Id="rId3" Type="http://schemas.openxmlformats.org/officeDocument/2006/relationships/image" Target="../media/image6.png"/></Relationships>
</file>

<file path=ppt/slides/_rels/slide1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4.xml"/></Relationships>
</file>

<file path=ppt/slides/_rels/slide1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5.xml"/></Relationships>
</file>

<file path=ppt/slides/_rels/slide1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6.xml"/></Relationships>
</file>

<file path=ppt/slides/_rels/slide1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7.xml"/></Relationships>
</file>

<file path=ppt/slides/_rels/slide1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8.xml"/></Relationships>
</file>

<file path=ppt/slides/_rels/slide1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9.xml"/></Relationships>
</file>

<file path=ppt/slides/_rels/slide1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0.xml"/></Relationships>
</file>

<file path=ppt/slides/_rels/slide1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1.xml"/></Relationships>
</file>

<file path=ppt/slides/_rels/slide1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2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g3baa6357486_0_1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Nhân danh Cha </a:t>
            </a:r>
            <a:r>
              <a:rPr b="1" lang="en-US" sz="8000">
                <a:solidFill>
                  <a:srgbClr val="EE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†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Con </a:t>
            </a:r>
            <a:r>
              <a:rPr b="1" lang="en-US" sz="8000">
                <a:solidFill>
                  <a:srgbClr val="EE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†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và Thánh Thần </a:t>
            </a:r>
            <a:r>
              <a:rPr b="1" lang="en-US" sz="8000">
                <a:solidFill>
                  <a:srgbClr val="EE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†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Amen.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 cap="flat" cmpd="sng" w="9525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None/>
            </a:pPr>
            <a:r>
              <a:rPr b="1" lang="en-US" sz="4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CHÚA THÁNH THẦN</a:t>
            </a:r>
            <a:endParaRPr b="1" sz="40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 lạy ơn Đức Chúa Thánh Thần, thiêng liêng sáng láng vô cùng. </a:t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 xin Đức Chúa Thánh Thần xuống đầy lòng chúng con, là kẻ tin cậy Đức Chúa Trời,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91425" lIns="91425" spcFirstLastPara="1" rIns="91425" wrap="square" tIns="18287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đốt lửa kính mến Đức Chúa Trời trong lòng chúng con;</a:t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 xin Đức Chúa Trời cho Đức Chúa Thánh Thần xuống,</a:t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18287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sửa lại mọi sự trong ngoài chúng con. Chúng con cầu cùng Đức Chúa Trời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18287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xưa đã cho Đức Chúa Thánh Thần xuống soi lòng dạy dỗ các Thánh Tông Đồ, 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thì rày chúng con cũng xin Đức Chúa Trời cho Đức Chúa Thánh Thần lại xuống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"/>
          <p:cNvSpPr txBox="1"/>
          <p:nvPr>
            <p:ph idx="1" type="subTitle"/>
          </p:nvPr>
        </p:nvSpPr>
        <p:spPr>
          <a:xfrm>
            <a:off x="1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ủi dạy dỗ chúng con làm những việc lành,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vì công nghiệp vô cùng Đức Chúa Giêsu Kitô là Chúa chúng con. Amen.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176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TRUYỀN TIN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i="1" lang="en-US" sz="19200" u="sng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Xướng:</a:t>
            </a:r>
            <a:r>
              <a:rPr b="1" lang="en-US" sz="26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28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Đức Chúa Trời sai Thánh Thiên Thần truyền tin cho Rất Thánh Đức Bà Maria.</a:t>
            </a:r>
            <a:endParaRPr/>
          </a:p>
          <a:p>
            <a:pPr indent="0" lvl="0" marL="0" rtl="0" algn="ctr">
              <a:lnSpc>
                <a:spcPct val="120000"/>
              </a:lnSpc>
              <a:spcBef>
                <a:spcPts val="64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t/>
            </a:r>
            <a:endParaRPr sz="1275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Rất Thánh Đức Bà chịu thai bởi phép Đức Chúa Thánh Thần. </a:t>
            </a: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Kính mừng….. </a:t>
            </a:r>
            <a:br>
              <a:rPr b="1" i="1" lang="en-US" sz="6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i="1" sz="60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i="1" sz="7200" u="sng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Xướng: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Này tôi là tôi tá Đức Chúa Trời.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Đáp: </a:t>
            </a: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Tôi xin vâng như lời Thánh Thiên Thần truyền.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Kính mừng….. </a:t>
            </a:r>
            <a:br>
              <a:rPr b="1" i="1" lang="en-US" sz="48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i="1" sz="48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4400"/>
              <a:buNone/>
            </a:pPr>
            <a:r>
              <a:t/>
            </a:r>
            <a:endParaRPr b="1" i="1" sz="4400" u="sng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 u="sng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Xướng:</a:t>
            </a: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Chốc ấy Ngôi Thứ Hai xuống thế làm người.</a:t>
            </a:r>
            <a:endParaRPr b="1" sz="6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</a:pPr>
            <a:br>
              <a:rPr b="1" i="1" lang="en-US" sz="4800" u="sng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Đáp: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ở cùng </a:t>
            </a:r>
            <a:b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con.</a:t>
            </a:r>
            <a:endParaRPr b="1" sz="6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Kính mừng….. </a:t>
            </a:r>
            <a:br>
              <a:rPr b="1" i="1" lang="en-US" sz="48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i="1" sz="48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4000"/>
              <a:buNone/>
            </a:pPr>
            <a:r>
              <a:t/>
            </a:r>
            <a:endParaRPr b="1" i="1" sz="4000" u="sng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Xướng:</a:t>
            </a: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Rất Thánh Đức Mẹ Chúa Trời, xin cầu cho chúng con.</a:t>
            </a:r>
            <a:endParaRPr b="1" sz="6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4400"/>
              <a:buNone/>
            </a:pPr>
            <a:r>
              <a:t/>
            </a:r>
            <a:endParaRPr b="1" i="1" sz="4400" u="sng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Đáp:</a:t>
            </a:r>
            <a:r>
              <a:rPr b="1" i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Đáng chịu lấy những sự Chúa Kitô đã hứa.</a:t>
            </a:r>
            <a:endParaRPr b="1" sz="6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LỜI NGUYỆN</a:t>
            </a:r>
            <a:endParaRPr b="1" sz="495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572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-US" sz="8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Chúa, chúng con xin Chúa ban ơn Chúa xuống trong linh hồn chúng con,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kẻ đã nhờ lời Thánh Thiên Thần truyền, mà biết thật Chúa Kitô là Con Chúa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đã xuống thế làm người, thì xin vì công ơn Con Chúa chịu nạn 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chịu chết trên cây Thánh Giá, cho chúng con ngày sau khi sống lại,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</a:pP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được đến nơi vinh hiển, cũng vì công nghiệp Chúa Kitô là Chúa chúng con. Amen.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TIN</a:t>
            </a:r>
            <a:endParaRPr b="1" sz="495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8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Chúa con, con tin thật có một Đức Chúa Trời là Đấng thưởng phạt vô cùng.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 lại tin thật Đức Chúa Trời có Ba Ngôi, mà Ngôi Thứ Hai đã xuống thế làm người, 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chịu nạn chịu chết mà chuộc tội cho thiên hạ.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8"/>
          <p:cNvSpPr txBox="1"/>
          <p:nvPr>
            <p:ph idx="1" type="subTitle"/>
          </p:nvPr>
        </p:nvSpPr>
        <p:spPr>
          <a:xfrm>
            <a:off x="0" y="1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Bấy nhiêu điều ấy cùng các điều Hội Thánh dạy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thì con tin vững vàng, vì Chúa là</a:t>
            </a:r>
            <a:b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Đấng thông minh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0"/>
          <p:cNvSpPr txBox="1"/>
          <p:nvPr>
            <p:ph idx="1" type="subTitle"/>
          </p:nvPr>
        </p:nvSpPr>
        <p:spPr>
          <a:xfrm>
            <a:off x="0" y="-9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chân thật vô cùng đã phán truyền cho Hội Thánh. Amen.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CẬY</a:t>
            </a:r>
            <a:endParaRPr b="1" sz="44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8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Chúa con, con trông cậy vững vàng, vì công nghiệp Đức Chúa Giêsu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thì Chúa sẽ ban ơn cho con giữ đạo nên ở đời này,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ngày sau được lên thiên đàng xem thấy mặt Đức Chúa Trời hưởng phước đời đời,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4"/>
          <p:cNvSpPr txBox="1"/>
          <p:nvPr>
            <p:ph idx="1" type="subTitle"/>
          </p:nvPr>
        </p:nvSpPr>
        <p:spPr>
          <a:xfrm>
            <a:off x="0" y="1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vì Chúa là Đấng phép tắc và lòng lành vô cùng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t/>
            </a:r>
            <a:endParaRPr b="1" sz="4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đã phán hứa sự ấy chẳng có lẽ nào sai đặng.  Amen.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137150">
            <a:normAutofit fontScale="92500"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MẾN</a:t>
            </a:r>
            <a:endParaRPr b="1" sz="44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3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-US" sz="7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Chúa con, con kính mến Chúa hết lòng hết sức trên hết mọi sự,</a:t>
            </a:r>
            <a:endParaRPr b="1" sz="7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b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vì Chúa là Đấng trọn tốt trọn lành vô cùng,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lại vì Chúa thì con thương yêu người ta như mình con vậy.  Amen.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4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SẤP MÌNH</a:t>
            </a:r>
            <a:endParaRPr b="1" sz="44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Chúa con, con sấp mình xuống trước mặt Chúa con. Con tin thật Chúa ở khắp mọi nơi,</a:t>
            </a:r>
            <a:endParaRPr b="1" sz="8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thông biết mọi sự, hằng xem thấy con, hằng nghe lời con cầu nguyện.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Chúa rất nhân từ  hãy đoái xem sự nghèo ngặt con và nhậm lời con nguyện.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Chúa, xin hãy mở miệng lưỡi con ra, thì con sẽ cao rao những lời ngợi khen Chúa.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Chúa chúng con! Vì dấu † Thánh giá, xin chữa † chúng con, cho khỏi † kẻ thù.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4"/>
          <p:cNvSpPr txBox="1"/>
          <p:nvPr>
            <p:ph idx="1" type="subTitle"/>
          </p:nvPr>
        </p:nvSpPr>
        <p:spPr>
          <a:xfrm>
            <a:off x="0" y="1"/>
            <a:ext cx="9030984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br>
              <a:rPr b="1" lang="en-US" sz="4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Nhân danh Cha </a:t>
            </a:r>
            <a:r>
              <a:rPr b="1" lang="en-US" sz="7200">
                <a:solidFill>
                  <a:srgbClr val="EE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†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Con </a:t>
            </a:r>
            <a:r>
              <a:rPr b="1" lang="en-US" sz="7200">
                <a:solidFill>
                  <a:srgbClr val="EE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†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và Thánh Thần </a:t>
            </a:r>
            <a:r>
              <a:rPr b="1" lang="en-US" sz="7200">
                <a:solidFill>
                  <a:srgbClr val="EE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†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Amen.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LẠY NỮ VƯƠNG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3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-US" sz="7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Nữ Vương, Mẹ nhân lành làm cho chúng con đặng sống, đặng vui, đặng cậy.</a:t>
            </a:r>
            <a:endParaRPr b="1" sz="7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Thân lạy Mẹ! chúng con, con cháu Evà ở chốn khách đày kêu đến cùng Bà,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 ở nơi khóc lóc than thở kêu khẩn Bà thương. Hỡi Ôi! Bà là chủ bầu chúng con,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</a:pPr>
            <a:r>
              <a:t/>
            </a:r>
            <a:endParaRPr b="1" sz="4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ghé mắt thương xem chúng con. Đến sau khỏi đày, 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cho chúng con được thấy Đức Chúa Giêsu con lòng Bà gồm phúc lạ. 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5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Ôi khoan thay! nhân thay! dịu thay! Thánh Maria trọn đời đồng trinh. Amen.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bf2e8d6b56_0_187"/>
          <p:cNvSpPr txBox="1"/>
          <p:nvPr>
            <p:ph idx="1" type="subTitle"/>
          </p:nvPr>
        </p:nvSpPr>
        <p:spPr>
          <a:xfrm>
            <a:off x="0" y="-143838"/>
            <a:ext cx="9144000" cy="52872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4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Đạo Đức Chúa Trời có 10 điều răn: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6600"/>
              <a:buNone/>
            </a:pPr>
            <a:r>
              <a:rPr b="1" lang="en-US" sz="66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nhất: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Thờ phượng một Đức Chúa Trời và kính mến người trên hết mọi sự.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bf2e8d6b56_0_19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hai: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kêu tên Đức Chúa Trời vô cớ.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ba: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Giữ ngày Chúa Nhật.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bf2e8d6b56_0_19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bốn: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Thảo kính cha mẹ.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năm: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giết người.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bf2e8d6b56_0_19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sáu: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làm sự dâm dục.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bảy: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lấy của người.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bf2e8d6b56_0_20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tám: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làm chứng dối.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chín: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Chớ muốn vợ chồng người.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bf2e8d6b56_0_20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mười: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tham </a:t>
            </a:r>
            <a:b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của người. 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Mười điều răn ấy tóm về hai này mà chớ:</a:t>
            </a:r>
            <a:endParaRPr b="1" i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bf2e8d6b56_0_211"/>
          <p:cNvSpPr txBox="1"/>
          <p:nvPr>
            <p:ph idx="1" type="subTitle"/>
          </p:nvPr>
        </p:nvSpPr>
        <p:spPr>
          <a:xfrm>
            <a:off x="0" y="-226031"/>
            <a:ext cx="9144000" cy="53694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</a:pP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trước kính mến một Đức Chúa Trời trên hết mọi sự; sau lại yêu người như mình ta vậy. </a:t>
            </a:r>
            <a:r>
              <a:rPr b="1" i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Amen.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0"/>
              <a:buNone/>
            </a:pPr>
            <a:r>
              <a:t/>
            </a:r>
            <a:endParaRPr b="1" i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bf2e8d6b56_0_21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500"/>
              <a:buNone/>
            </a:pPr>
            <a:r>
              <a:rPr b="1" lang="en-US" sz="45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Hội Thánh có 5 điều răn: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nhất: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dự lễ và kiêng việc xác ngày Chúa Nhật cùng các ngày lễ buộc;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bf2e8d6b56_0_219"/>
          <p:cNvSpPr txBox="1"/>
          <p:nvPr>
            <p:ph idx="1" type="subTitle"/>
          </p:nvPr>
        </p:nvSpPr>
        <p:spPr>
          <a:xfrm>
            <a:off x="0" y="-236306"/>
            <a:ext cx="9144000" cy="53799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800"/>
              <a:buNone/>
            </a:pPr>
            <a:r>
              <a:rPr b="1" lang="en-US" sz="6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hai: </a:t>
            </a:r>
            <a:r>
              <a:rPr b="1" lang="en-US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xưng tội trong một năm ít là một lần;</a:t>
            </a:r>
            <a:endParaRPr b="1"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Clr>
                <a:schemeClr val="accent4"/>
              </a:buClr>
              <a:buSzPts val="6800"/>
              <a:buNone/>
            </a:pPr>
            <a:r>
              <a:rPr b="1" lang="en-US" sz="6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ba: </a:t>
            </a:r>
            <a:r>
              <a:rPr b="1" lang="en-US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rước Mình Thánh Chúa trong mùa Phục Sinh;</a:t>
            </a:r>
            <a:endParaRPr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bf2e8d6b56_0_22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bốn: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giữ chay và kiêng thịt những ngày Hội Thánh buộc;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bf2e8d6b56_0_22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năm: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góp công góp của xây dựng Hội Thánh, tùy theo khả năng của mình.</a:t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bf2e8d6b56_0_23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Đạo Đức Chúa Trời có 7 phép Bí tích: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5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85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nhất: </a:t>
            </a:r>
            <a:r>
              <a:rPr b="1" lang="en-US" sz="8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Rửa tội.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5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85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hai: </a:t>
            </a:r>
            <a:r>
              <a:rPr b="1" lang="en-US" sz="8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Thêm sức.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bf2e8d6b56_0_23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ba: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Mình Thánh Chúa.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bốn: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Giải tội.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bf2e8d6b56_0_23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năm: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Xức dầu thánh.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sáu: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Truyền chức thánh.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bf2e8d6b56_0_24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bảy: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Hôn phối.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bf2e8d6b56_0_24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990"/>
              </a:spcBef>
              <a:spcAft>
                <a:spcPts val="0"/>
              </a:spcAft>
              <a:buClr>
                <a:schemeClr val="accent4"/>
              </a:buClr>
              <a:buSzPts val="4950"/>
              <a:buNone/>
            </a:pPr>
            <a:r>
              <a:rPr b="1" lang="en-US" sz="495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Thương người có mười bốn mối</a:t>
            </a:r>
            <a:endParaRPr b="1" sz="495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990"/>
              </a:spcBef>
              <a:spcAft>
                <a:spcPts val="0"/>
              </a:spcAft>
              <a:buClr>
                <a:schemeClr val="accent4"/>
              </a:buClr>
              <a:buSzPts val="4950"/>
              <a:buNone/>
            </a:pPr>
            <a:r>
              <a:rPr b="1" i="1" lang="en-US" sz="495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Thương xác bảy mối:</a:t>
            </a:r>
            <a:endParaRPr b="1" i="1" sz="495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nhất: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kẻ đói ăn.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Clr>
                <a:srgbClr val="888888"/>
              </a:buClr>
              <a:buSzPts val="1275"/>
              <a:buNone/>
            </a:pPr>
            <a:r>
              <a:t/>
            </a:r>
            <a:endParaRPr sz="1275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bf2e8d6b56_0_25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hai: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kẻ khát uống.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ba: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kẻ rách rưới ăn mặc.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bf2e8d6b56_0_25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bốn: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Viếng kẻ liệt cùng kẻ tù rạc.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năm: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khách đỗ nhà.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bf2e8d6b56_0_25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sáu: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Chuộc kẻ làm tôi.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bảy: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Chôn xác kẻ chết.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bf2e8d6b56_0_26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25"/>
              <a:buNone/>
            </a:pPr>
            <a:r>
              <a:t/>
            </a:r>
            <a:endParaRPr b="1" sz="825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4"/>
              </a:buClr>
              <a:buSzPts val="5400"/>
              <a:buNone/>
            </a:pPr>
            <a:r>
              <a:rPr b="1" i="1" lang="en-US" sz="5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Thương linh hồn bảy mối:</a:t>
            </a:r>
            <a:endParaRPr b="1" i="1" sz="54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nhất: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Lấy lời lành khuyên người.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bf2e8d6b56_0_26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hai: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Mở dạy kẻ mê muội.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ba: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ủi kẻ âu lo.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bf2e8d6b56_0_27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bốn: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Răn bảo kẻ có tội.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năm: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 kẻ dể ta.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bf2e8d6b56_0_27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sáu: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Nhịn kẻ mất lòng ta.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bảy: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Cầu cho kẻ sống và kẻ chết.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bf2e8d6b56_0_27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950"/>
              <a:buNone/>
            </a:pPr>
            <a:r>
              <a:rPr b="1" lang="en-US" sz="495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1" lang="en-US" sz="4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CẢI TỘI BẢY MỐI CÓ BẢY ĐỨC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nhất: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Khiêm nhượng, chớ kiêu ngạo.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bf2e8d6b56_0_28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0"/>
              <a:buNone/>
            </a:pPr>
            <a:r>
              <a:rPr b="1" lang="en-US" sz="7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hai: </a:t>
            </a: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Rộng rãi, chớ hà tiện.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4"/>
              </a:buClr>
              <a:buSzPts val="7000"/>
              <a:buNone/>
            </a:pPr>
            <a:r>
              <a:rPr b="1" lang="en-US" sz="7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ba: </a:t>
            </a: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Giữ mình sạch sẽ, chớ mê dâm dục.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888888"/>
              </a:buClr>
              <a:buSzPts val="7000"/>
              <a:buNone/>
            </a:pPr>
            <a:r>
              <a:t/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bf2e8d6b56_0_28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bốn: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Hay nhịn, Chớ hờn giận.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năm: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Kiêng bớt, chớ mê ăn uống.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bf2e8d6b56_0_29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0"/>
              <a:buNone/>
            </a:pPr>
            <a:r>
              <a:rPr b="1" lang="en-US" sz="7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sáu: </a:t>
            </a: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Yêu người, chớ ghen ghét.</a:t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4"/>
              </a:buClr>
              <a:buSzPts val="7000"/>
              <a:buNone/>
            </a:pPr>
            <a:r>
              <a:rPr b="1" lang="en-US" sz="7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bảy: </a:t>
            </a: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Siêng năng việc Đức Chúa Trời, chớ làm biếng.</a:t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Clr>
                <a:srgbClr val="888888"/>
              </a:buClr>
              <a:buSzPts val="1275"/>
              <a:buNone/>
            </a:pPr>
            <a:r>
              <a:t/>
            </a:r>
            <a:endParaRPr sz="1275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bf2e8d6b56_0_29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950"/>
              <a:buNone/>
            </a:pPr>
            <a:r>
              <a:rPr b="1" lang="en-US" sz="495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PHƯỚC THẬT TÁM MỐI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295"/>
              </a:spcBef>
              <a:spcAft>
                <a:spcPts val="0"/>
              </a:spcAft>
              <a:buClr>
                <a:schemeClr val="accent4"/>
              </a:buClr>
              <a:buSzPts val="7000"/>
              <a:buNone/>
            </a:pPr>
            <a:r>
              <a:rPr b="1" lang="en-US" sz="7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nhất:</a:t>
            </a: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có lòng khó khăn, ấy là phước thật, vì chưng nước Đức Chúa Trời là của mình vậy.</a:t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bf2e8d6b56_0_29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hai: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hiền lành, ấy là phước thật, vì chưng sẽ được đất Đức Chúa Trời làm của mình vậy.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bf2e8d6b56_0_30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ba: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khóc lóc, ấy là phước thật, vì chưng sẽ được an ủi vậy.</a:t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bf2e8d6b56_0_30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bốn: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khao khát nhân đức trọn lành, ấy là phước thật, vì chưng sẽ được no đủ vậy.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bf2e8d6b56_0_31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0"/>
              <a:buNone/>
            </a:pPr>
            <a:r>
              <a:rPr b="1" lang="en-US" sz="8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năm: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thương xót người, ấy là phước thật, vì chưng mình sẽ được thương xót vậy.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bf2e8d6b56_0_31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sáu: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giữ lòng sạch sẽ, ấy là phước thật, vì chưng sẽ được thấy mặt Đức Chúa Trời vậy.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Clr>
                <a:srgbClr val="888888"/>
              </a:buClr>
              <a:buSzPts val="1275"/>
              <a:buNone/>
            </a:pPr>
            <a:r>
              <a:t/>
            </a:r>
            <a:endParaRPr sz="1275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bf2e8d6b56_0_31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600"/>
              <a:buNone/>
            </a:pPr>
            <a:r>
              <a:rPr b="1" lang="en-US" sz="66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bảy:</a:t>
            </a:r>
            <a:r>
              <a:rPr b="1" lang="en-US" sz="6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làm cho người hòa thuận, ấy là phước thật, vì chưng sẽ được gọi là con Đức Chúa Trời vậy.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</a:pPr>
            <a:r>
              <a:t/>
            </a:r>
            <a:endParaRPr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bf2e8d6b56_0_32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600"/>
              <a:buNone/>
            </a:pPr>
            <a:r>
              <a:rPr b="1" lang="en-US" sz="66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tám:</a:t>
            </a:r>
            <a:r>
              <a:rPr b="1" lang="en-US" sz="6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chịu khốn nạn vì đạo ngay, ấy là phước thật, vì chưng nước Đức Chúa Trời là của mình vậy.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</a:pPr>
            <a:r>
              <a:t/>
            </a:r>
            <a:endParaRPr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" name="Google Shape;513;g3c532ad054d_0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b26357b4a1_0_55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NHẬP LỄ</a:t>
            </a:r>
            <a:br>
              <a:rPr b="1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HÃY QUAY VỀ</a:t>
            </a:r>
            <a:br>
              <a:rPr b="1" i="0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33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(Lm. Mi Trầm)</a:t>
            </a:r>
            <a:endParaRPr b="1" sz="33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bf2e8d6b56_0_55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</a:t>
            </a:r>
            <a:r>
              <a:rPr b="1" lang="en-US" sz="7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Hãy quay về thật lòng ăn năn, hỡi những người lạc bước đường lầm.</a:t>
            </a:r>
            <a:endParaRPr b="1" sz="7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bf2e8d6b56_0_56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Hãy quay về, về cùng Chúa ta: Người thương ta tình thiết tha đậm đà.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cb7c2c030f_0_2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</a:t>
            </a:r>
            <a:r>
              <a:rPr b="1" lang="en-US" sz="7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Hãy đổi mới tinh thần, hãy sống đúng tin mừng người ơi.</a:t>
            </a:r>
            <a:endParaRPr b="1" sz="7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cb7c2c030f_0_3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Hãy đổi mới tinh thần, hãy sống đúng tin mừng hỡi người.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3" name="Google Shape;543;g3c532ad054d_0_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8" name="Google Shape;548;p1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bf2e8d6b56_0_402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 CA</a:t>
            </a:r>
            <a:br>
              <a:rPr b="1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THÁNH VỊNH 94</a:t>
            </a:r>
            <a:br>
              <a:rPr b="1" i="0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(Lm. Thái Nguyên)</a:t>
            </a:r>
            <a:br>
              <a:rPr b="1" i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(03 câu)</a:t>
            </a:r>
            <a:endParaRPr b="1" sz="47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3bf2e8d6b56_0_40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Hãy đến đây ta reo hò mừng Chúa, tung hô Ngài Núi Đá độ trì ta.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3cb7c2c030f_0_6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Vào trước Thiên Nhan ta dâng lời cảm mến,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bf2e8d6b56_0_41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cùng tung hô theo muôn tiếng đàn ca.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bf2e8d6b56_0_42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6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7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Hôm nay ước gì anh em nghe tiếng Chúa. Ngài phán: </a:t>
            </a:r>
            <a:endParaRPr b="1" sz="7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cb7c2c030f_0_4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“Các người đừng cứng lòng”.</a:t>
            </a:r>
            <a:endParaRPr b="1" sz="7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bf2e8d6b56_0_42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Hãy tiến lên ta chung thờ lạy Chúa, hãy bái quì trước Đấng tạo thành ta.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3cb7c2c030f_0_4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Đức Chúa ta, ta nay thuộc dân Chúa.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3bf2e8d6b56_0_43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Ngài trông coi như chăm sóc đoàn chiên.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3c532ad054d_0_3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6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7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Hôm nay ước gì anh em nghe tiếng Chúa. Ngài phán: </a:t>
            </a:r>
            <a:endParaRPr b="1" sz="7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c532ad054d_0_3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“Các người đừng cứng lòng”.</a:t>
            </a:r>
            <a:endParaRPr b="1" sz="7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3bf2e8d6b56_0_44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Hãy chú tâm hôm nay lời Chúa phán, chớ cứng lòng giống ở rừng Mas-sa.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3bf2e8d6b56_0_45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Tại Mê-ri-ba cha ông đã thử thách, dù xem Ta qua bao những kỳ công.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c532ad054d_0_3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6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7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Hôm nay ước gì anh em nghe tiếng Chúa. Ngài phán: </a:t>
            </a:r>
            <a:endParaRPr b="1" sz="7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3c532ad054d_0_4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“Các người đừng cứng lòng”.</a:t>
            </a:r>
            <a:endParaRPr b="1" sz="7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155"/>
          <p:cNvSpPr/>
          <p:nvPr/>
        </p:nvSpPr>
        <p:spPr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9" name="Google Shape;629;p1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156"/>
          <p:cNvSpPr txBox="1"/>
          <p:nvPr>
            <p:ph type="ctrTitle"/>
          </p:nvPr>
        </p:nvSpPr>
        <p:spPr>
          <a:xfrm>
            <a:off x="0" y="497175"/>
            <a:ext cx="9144000" cy="46461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Font typeface="Times"/>
              <a:buNone/>
            </a:pPr>
            <a:r>
              <a:rPr b="1" lang="en-US" sz="75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Chúa thật là Đấng Cứu Độ thế gian; </a:t>
            </a:r>
            <a:endParaRPr b="1" sz="75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636" name="Google Shape;636;p156"/>
          <p:cNvSpPr txBox="1"/>
          <p:nvPr/>
        </p:nvSpPr>
        <p:spPr>
          <a:xfrm>
            <a:off x="0" y="-50800"/>
            <a:ext cx="9144000" cy="635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TUNG HÔ TIN MỪNG</a:t>
            </a:r>
            <a:endParaRPr b="1" i="0" sz="3200" u="none" cap="none" strike="noStrike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3b224b7d20a_0_95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Font typeface="Times"/>
              <a:buNone/>
            </a:pPr>
            <a:r>
              <a:rPr b="1" lang="en-US" sz="75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xin thương ban cho tôi nước hằng sống để tôi no thỏa muôn đời.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g3baa6357486_0_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1" name="Google Shape;651;g3c532ad054d_0_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3ca14f709a1_0_0"/>
          <p:cNvSpPr txBox="1"/>
          <p:nvPr>
            <p:ph type="ctrTitle"/>
          </p:nvPr>
        </p:nvSpPr>
        <p:spPr>
          <a:xfrm>
            <a:off x="0" y="514351"/>
            <a:ext cx="9144000" cy="4629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Ct: </a:t>
            </a: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 tin kính một Thiên Chúa là Cha toàn năng.</a:t>
            </a:r>
            <a:endParaRPr/>
          </a:p>
        </p:txBody>
      </p:sp>
      <p:sp>
        <p:nvSpPr>
          <p:cNvPr id="657" name="Google Shape;657;g3ca14f709a1_0_0"/>
          <p:cNvSpPr txBox="1"/>
          <p:nvPr/>
        </p:nvSpPr>
        <p:spPr>
          <a:xfrm>
            <a:off x="0" y="0"/>
            <a:ext cx="9144000" cy="73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TIN KÍNH</a:t>
            </a:r>
            <a:endParaRPr b="1" i="0" sz="3600" u="none" cap="none" strike="noStrike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3ca14f709a1_0_5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Cđ: </a:t>
            </a: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Đấng tạo thành trời đất muôn vật hữu hình và vô hình.</a:t>
            </a:r>
            <a:endParaRPr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3ca14f709a1_0_9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 tin kính một Chúa Giê-su Ki-tô Con Một Thiên Chúa,</a:t>
            </a:r>
            <a:endParaRPr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3ca14f709a1_0_13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sinh bởi Đức Chúa Cha từ trước muôn đời.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3ca14f709a1_0_17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là Thiên Chúa bởi Thiên Chúa, Ánh Sáng bởi Ánh Sáng,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3ca14f709a1_0_21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Thiên Chúa thật bởi Thiên Chúa Thật Được sinh ra mà không phải được tạo thành, 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3ca14f709a1_0_25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đồng bản thể với Đức Chúa Cha:nhờ Người mà muôn vật được tạo thành.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3ca14f709a1_0_29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Vì loài người chúng ta và để cứu độ chúng ta, Người đã từ trời xuống thế.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3ca14f709a1_0_33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Times"/>
              <a:buNone/>
            </a:pPr>
            <a:r>
              <a:rPr b="1" lang="en-US" sz="68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Bởi phép Đức Chúa Thánh Thần Người đã nhập thể trong long Trinh Nữ Maria, và đã làm người.</a:t>
            </a:r>
            <a:endParaRPr b="1" sz="68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g3ca14f709a1_0_37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chịu đóng đinh vào thập giá vì chúng ta, Thời quan Phong-xi-ô Phi-la-tô; 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3ca14f709a1_0_41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chịu khổ hình và mai táng, ngày thứ ba Người sống lại như lời Thánh Kinh.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g3ca14f709a1_0_45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Times"/>
              <a:buNone/>
            </a:pPr>
            <a:r>
              <a:rPr b="1" lang="en-US" sz="7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lên trời, ngự bên hữu Đức Chúa Cha, và Người sẽ lại đến trong vinh quang</a:t>
            </a:r>
            <a:endParaRPr b="1" sz="70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3ca14f709a1_0_49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để phán xét kẻ sống và kẻ chết, Nước Người sẽ không bao giờ cùng.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g3ca14f709a1_0_53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 tinh kính Đức Chúa Thánh Thần là Thiên Chúa, và là Đấng ban sự sống,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g3ca14f709a1_0_57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bởi Đức Chúa Cha và Đức Chúa Con mà ra.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g3ca14f709a1_0_61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được phụng thờ và tôn vinh cùng với Đức Chúa Cha và Đức Chúa Con.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g3ca14f709a1_0_65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đã dùng các Tiên tri mà phán dạy.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g3ca14f709a1_0_69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 tin Hội Thánh duy nhất, thánh thiện, công giáo và tông truyền.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3ca14f709a1_0_73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 tuyên xưng có một Phép Rửa để tha tội.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g3ca14f709a1_0_77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 trông đợi kẻ chết sống lại và sự sống đời sau. Amen.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" name="Google Shape;757;g3c532ad054d_0_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3a42a8b53c1_2_195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DÂNG LỄ</a:t>
            </a:r>
            <a:br>
              <a:rPr b="1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LỄ VẬT HOÀ BÌNH</a:t>
            </a:r>
            <a:endParaRPr b="1" sz="67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i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(Lm. Mi Trầm)</a:t>
            </a:r>
            <a:endParaRPr b="1" sz="67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3a42a8b53c1_2_19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 đến dâng lễ vật, với bao tâm tình hoà bình, với lòng khoan dung tha thứ,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3c84d2f338d_0_14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với tình yêu thương thắm thiết. Con đến dâng hiến tế, Chúa là tình yêu bao la,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g3c532ad054d_0_4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đoái nhận lễ con dâng Cha, thiết tha xin nhận lời.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g386abb9ea5c_0_7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Mối chân tình con đặt nơi Chúa là tình yêu muôn người thắm thiết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386abb9ea5c_0_8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Chúa ơi đây lòng con tha thứ, xin nhận cho trái tim hoà bình.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g3c532ad054d_0_5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 đến dâng lễ vật, với bao tâm tình hoà bình, với lòng khoan dung tha thứ,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g3c532ad054d_0_5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với tình yêu thương thắm thiết. Con đến dâng hiến tế, Chúa là tình yêu bao la,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g3c532ad054d_0_5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đoái nhận lễ con dâng Cha, thiết tha xin nhận lời.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g3c532ad054d_0_6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Chúa không nhận chiên bò hy tế, Ngài chỉ nhận tâm hồn thanh khiết.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g3c532ad054d_0_6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Chúa không ưa lễ dâng cao quý, nhưng chỉ ưa trái tim hoà bình.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g3c532ad054d_0_7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 đến dâng lễ vật, với bao tâm tình hoà bình, với lòng khoan dung tha thứ,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3c532ad054d_0_7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với tình yêu thương thắm thiết. Con đến dâng hiến tế, Chúa là tình yêu bao la,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g3c532ad054d_0_7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đoái nhận lễ con dâng Cha, thiết tha xin nhận lời.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g3c532ad054d_0_8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</a:t>
            </a: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Hãy để lại lễ vật dâng Chúa, đi làm hòa với người trước đã.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3c532ad054d_0_8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Đến dâng Cha tình thương tha thứ, Cha rộng ban phúc ân tràn đầy.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g3c532ad054d_0_9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 đến dâng lễ vật, với bao tâm tình hoà bình, với lòng khoan dung tha thứ,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3c532ad054d_0_9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với tình yêu thương thắm thiết. Con đến dâng hiến tế, Chúa là tình yêu bao la,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g3c532ad054d_0_9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đoái nhận lễ con dâng Cha, thiết tha xin nhận lời.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7" name="Google Shape;857;p201" title="Gemini_Generated_Image_kq0fxwkq0fxwkq0f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21601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202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Times"/>
              <a:buNone/>
            </a:pPr>
            <a:br>
              <a:rPr b="1" lang="en-US" sz="4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b="1" lang="en-US" sz="4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KINH THÁNH, THÁNH</a:t>
            </a:r>
            <a:br>
              <a:rPr b="1" lang="en-US" sz="4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Thánh, Thánh, Thánh. Chúa là Thiên Chúa các đạo binh</a:t>
            </a:r>
            <a:b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</a:b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203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Trời đất đầy vinh quang Chúa. Hoan hô Chúa trên các tầng trời.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204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Chúc tụng Đấng ngự đến nhân danh Chúa. Hoan hô Chúa trên các tầng trời.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7" name="Google Shape;877;g3cb7c2c030f_0_73" title="Gemini_Generated_Image_kq0fxwkq0fxwkq0f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21601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g3a42a8b53c1_2_268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Times"/>
              <a:buNone/>
            </a:pPr>
            <a:br>
              <a:rPr b="1" lang="en-US" sz="4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b="1" lang="en-US" sz="4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CHIÊN THIÊN CHÚA</a:t>
            </a:r>
            <a:endParaRPr b="1" sz="4000">
              <a:solidFill>
                <a:schemeClr val="accent4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Times"/>
              <a:buNone/>
            </a:pPr>
            <a:r>
              <a:rPr b="1" lang="en-US" sz="66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Lạy Chiên Thiên Chúa, Đấng xóa tội trần gian, xin thương xót chúng con.</a:t>
            </a:r>
            <a:b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</a:b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207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Times"/>
              <a:buNone/>
            </a:pPr>
            <a:r>
              <a:rPr b="1" lang="en-US" sz="7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Lạy Chiên Thiên Chúa, Đấng xóa tội trần gian: xin thương xót chúng con.</a:t>
            </a:r>
            <a:endParaRPr b="1" sz="70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208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Times"/>
              <a:buNone/>
            </a:pPr>
            <a:r>
              <a:rPr b="1" lang="en-US" sz="7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Lạy Chiên Thiên Chúa, Đấng xóa tội trần gian: xin ban bình an cho chúng con.</a:t>
            </a:r>
            <a:endParaRPr b="1" sz="70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7" name="Google Shape;897;g3cb7c2c030f_0_77" title="Gemini_Generated_Image_kq0fxwkq0fxwkq0f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21601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g3c80dc9c1fd_0_0"/>
          <p:cNvSpPr txBox="1"/>
          <p:nvPr>
            <p:ph type="ctrTitle"/>
          </p:nvPr>
        </p:nvSpPr>
        <p:spPr>
          <a:xfrm>
            <a:off x="0" y="680400"/>
            <a:ext cx="9144000" cy="44631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Times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Chúa phán: “Ai uống nước Ta sẽ cho, 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3" name="Google Shape;903;g3c80dc9c1fd_0_0"/>
          <p:cNvSpPr txBox="1"/>
          <p:nvPr/>
        </p:nvSpPr>
        <p:spPr>
          <a:xfrm>
            <a:off x="0" y="0"/>
            <a:ext cx="9144000" cy="8004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CA HIỆP LỄ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g3c532ad054d_0_22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Times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thì nơi người ấy sẽ trở thành mạch nước vọt đến sự sống đời đời.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3" name="Google Shape;913;g3cb7c2c030f_0_81" title="Gemini_Generated_Image_kq0fxwkq0fxwkq0f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21601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g3bf2e8d6b56_0_661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HIỆP LỄ</a:t>
            </a:r>
            <a:br>
              <a:rPr b="1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LÒNG CON </a:t>
            </a:r>
            <a:b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SÁM HỐI</a:t>
            </a:r>
            <a:b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4700">
                <a:solidFill>
                  <a:srgbClr val="FFD9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(Lm. Thái Nguyên)</a:t>
            </a:r>
            <a:endParaRPr b="1" sz="4700">
              <a:solidFill>
                <a:srgbClr val="FFD9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g3bf2e8d6b56_0_66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Này lòng con sám hối bao nhiêu tội đã qua. 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g3bf2e8d6b56_0_66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Chúa thương thứ tha bao lần con sa bước.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g3bf2e8d6b56_0_67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Thật lòng con cương quyết là tránh xa gian tà.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g3c532ad054d_0_10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Tình Chúa thương hải hà con vững dạ và vươn xa.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g3bf2e8d6b56_0_68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Này lòng con sám hối bao nhiêu tội đã qua. 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g3bf2e8d6b56_0_68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Chúa thương hải hà cho con được giao hòa.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g3bf2e8d6b56_0_68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Tình Ngài luôn thiết tha cho con được cải hóa.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g3bf2e8d6b56_0_69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 hát ca cảm tạ Chúa mãi là Tình Yêu.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g3c532ad054d_0_11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Nguyện đời con luôn sống trong ân tình Chúa thôi.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g3c532ad054d_0_11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Luôn tránh xa thói đời bao lọc lừa gian dối.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g3c532ad054d_0_11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Nguyện Ngài thương chỉ lối và sáng soi tâm hồn,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g3c532ad054d_0_12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để biết luôn can trường con sống trọn đời yêu thương.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g3c532ad054d_0_12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Này lòng con sám hối bao nhiêu tội đã qua. 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g3c532ad054d_0_13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Chúa thương hải hà cho con được giao hòa.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g3c532ad054d_0_13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Tình Ngài luôn thiết tha cho con được cải hóa.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g3c532ad054d_0_13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 hát ca cảm tạ Chúa mãi là Tình Yêu.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3" name="Google Shape;1003;g3c532ad054d_0_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g3b26357b4a1_0_147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KẾT LỄ</a:t>
            </a:r>
            <a:br>
              <a:rPr b="1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THÁNH GIUSE</a:t>
            </a:r>
            <a:br>
              <a:rPr b="1" i="0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4700">
                <a:solidFill>
                  <a:srgbClr val="FFD9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(Đạo Minh)</a:t>
            </a:r>
            <a:endParaRPr b="1" sz="4700">
              <a:solidFill>
                <a:srgbClr val="FFD9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g3b26357b4a1_0_15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</a:t>
            </a:r>
            <a:r>
              <a:rPr b="1" lang="en-US" sz="7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Lạy thánh Giu-se vinh hiển trên nơi diệu quang. </a:t>
            </a:r>
            <a:endParaRPr b="1" sz="7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g3b26357b4a1_0_15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Người được Thiên Chúa phong ban phước lộc cao sang.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g3b26357b4a1_0_18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Nhớ khi sanh tiền, Cha đã giữ gìn thánh thất: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3c532ad054d_0_10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Dám xin hộ phù đoàn con cái nơi trần gian.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3bd41fd8710_0_7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</a:t>
            </a:r>
            <a:r>
              <a:rPr b="1" lang="en-US" sz="8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Mừng lạy Cha chí nhân, chí lành. Là bạn thanh sạch Đức Nữ trinh.</a:t>
            </a:r>
            <a:endParaRPr b="1" sz="80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g3bd41fd8710_0_8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Nhân đức Cha rạng ngời, soi chiếu muôn nghìn đời,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g386abb9ea5c_0_18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nguyện cho con noi dấu Người liên: Để sau được vinh phúc vô biên.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7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8" name="Google Shape;1048;g3cb7c2c030f_0_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5"/>
            <a:ext cx="9169539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2013 - 20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2023-01-29T22:00:16Z</dcterms:created>
</cp:coreProperties>
</file>