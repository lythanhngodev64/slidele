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5" roundtripDataSignature="AMtx7mhhOnVTN6gdTeoeP2SypxMj75XR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5" Type="http://customschemas.google.com/relationships/presentationmetadata" Target="metadata"/><Relationship Id="rId204" Type="http://schemas.openxmlformats.org/officeDocument/2006/relationships/slide" Target="slides/slide199.xml"/><Relationship Id="rId203" Type="http://schemas.openxmlformats.org/officeDocument/2006/relationships/slide" Target="slides/slide198.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26ec1f821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e26ec1f821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27e67361b_1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27e67361b_1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27e67361b_1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e27e67361b_1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27e67361b_1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e27e67361b_1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26ec1f821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e26ec1f821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e26ec1f821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e26ec1f821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3" name="Google Shape;6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09" name="Google Shape;6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5" name="Google Shape;6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1" name="Google Shape;6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7" name="Google Shape;6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3" name="Google Shape;6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9" name="Google Shape;6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5" name="Google Shape;6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1" name="Google Shape;6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7" name="Google Shape;6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3" name="Google Shape;6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9" name="Google Shape;6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5" name="Google Shape;6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e26ec1f821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e26ec1f821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26ec1f82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e26ec1f82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26ec1f821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e26ec1f821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e26ec1f821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e26ec1f821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e26ec1f821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g3e26ec1f821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e26ec1f821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e26ec1f821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e26ec1f821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e26ec1f821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e26ec1f821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e26ec1f821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26ec1f821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e26ec1f821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e26ec1f821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e26ec1f821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26ec1f821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e26ec1f821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e26ec1f821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e26ec1f821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26ec1f821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26ec1f821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e26ec1f821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e26ec1f821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26ec1f821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e26ec1f821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26ec1f821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e26ec1f821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26ec1f821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26ec1f821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26ec1f821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e26ec1f821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26ec1f821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26ec1f821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e26ec1f821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e26ec1f821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26ec1f821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26ec1f821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e26ec1f821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e26ec1f821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26ec1f821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26ec1f821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df2325e04a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df2325e04a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df2325e04a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df2325e04a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e26ec1f821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e26ec1f821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e26ec1f821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e26ec1f821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e26ec1f821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e26ec1f821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e26ec1f821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e26ec1f821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e26ec1f821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e26ec1f821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e26ec1f821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e26ec1f821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e26ec1f821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e26ec1f821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e26ec1f821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e26ec1f821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e26ec1f821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e26ec1f821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89366497e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d89366497e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6.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2.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2.jp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2.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5.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e26ec1f821_0_1"/>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MỪNG CHÚA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LÊN TRỜI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Mi Trầm)</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Hôm nay mừng Chúa lên trời trần hoàn vang tiếng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Hôm nay mừng Chúa lên trời triều thần vang câu hát.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Này ngày vinh quang, rạng ngời ánh sáng khúc nhạc mừng trời đất hòa ca.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Ngợi khen Chúa lên trời trong ánh sáng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27e67361b_1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Ngợi khen Chúa ngự trị trên chốn huy hoàng.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e27e67361b_1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Ngợi khen Chúa lên trời trong 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e27e67361b_1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Ngợi khen Chúa ngự trị trên chốn huy hoàng.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e26ec1f821_0_5"/>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đồng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pic>
        <p:nvPicPr>
          <p:cNvPr id="593" name="Google Shape;593;g3e26ec1f821_0_9"/>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99" name="Google Shape;5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0" name="Shape 610"/>
        <p:cNvGrpSpPr/>
        <p:nvPr/>
      </p:nvGrpSpPr>
      <p:grpSpPr>
        <a:xfrm>
          <a:off x="0" y="0"/>
          <a:ext cx="0" cy="0"/>
          <a:chOff x="0" y="0"/>
          <a:chExt cx="0" cy="0"/>
        </a:xfrm>
      </p:grpSpPr>
      <p:sp>
        <p:nvSpPr>
          <p:cNvPr id="611" name="Google Shape;6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pic>
        <p:nvPicPr>
          <p:cNvPr id="682" name="Google Shape;682;g3e26ec1f821_0_13"/>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6" name="Shape 686"/>
        <p:cNvGrpSpPr/>
        <p:nvPr/>
      </p:nvGrpSpPr>
      <p:grpSpPr>
        <a:xfrm>
          <a:off x="0" y="0"/>
          <a:ext cx="0" cy="0"/>
          <a:chOff x="0" y="0"/>
          <a:chExt cx="0" cy="0"/>
        </a:xfrm>
      </p:grpSpPr>
      <p:sp>
        <p:nvSpPr>
          <p:cNvPr id="687" name="Google Shape;6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8" name="Google Shape;68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46</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Vỗ tay đi nào ngàn muôn dân hỡi! Tán tụng Chúa Trời nào hãy hò reo.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Chúa Đấng Tối Cao khả úy, Ngài là Đại Đế Đấng thống trị trần gian.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ngự lên giữa tiếng tưng bừng, Chúa ngự lên giữa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Chúa tiến lên trong ngàn câu hoan chúc. Chúa ngự lên ngàn vạn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ta hãy ca mừng Thiên Chúa, mừng Ngài là Chúa khắp các vua trần 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e26ec1f821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ngự lên giữa tiếng tưng bừng, Chúa ngự lên giữa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Đức Vua cai trị toàn cả thế giới, xướng lên ca vịnh mừng Chúa là Vua.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e26ec1f821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Chúa Đấng thống trị vạn quốc, ngàn đời rực rỡ Chúa hiển trị ngàn thu.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e26ec1f821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ngự lên giữa tiếng tưng bừng, Chúa ngự lên giữa tiếng kèn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2" name="Shape 742"/>
        <p:cNvGrpSpPr/>
        <p:nvPr/>
      </p:nvGrpSpPr>
      <p:grpSpPr>
        <a:xfrm>
          <a:off x="0" y="0"/>
          <a:ext cx="0" cy="0"/>
          <a:chOff x="0" y="0"/>
          <a:chExt cx="0" cy="0"/>
        </a:xfrm>
      </p:grpSpPr>
      <p:sp>
        <p:nvSpPr>
          <p:cNvPr id="743" name="Google Shape;74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44" name="Google Shape;74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300">
                <a:solidFill>
                  <a:schemeClr val="lt1"/>
                </a:solidFill>
                <a:latin typeface="Times New Roman"/>
                <a:ea typeface="Times New Roman"/>
                <a:cs typeface="Times New Roman"/>
                <a:sym typeface="Times New Roman"/>
              </a:rPr>
              <a:t>Này đây Chúa phán: “Các con hãy đi giảng dạy muôn dân:</a:t>
            </a:r>
            <a:endParaRPr b="1" sz="7300">
              <a:solidFill>
                <a:schemeClr val="lt1"/>
              </a:solidFill>
              <a:latin typeface="Times New Roman"/>
              <a:ea typeface="Times New Roman"/>
              <a:cs typeface="Times New Roman"/>
              <a:sym typeface="Times New Roman"/>
            </a:endParaRPr>
          </a:p>
        </p:txBody>
      </p:sp>
      <p:sp>
        <p:nvSpPr>
          <p:cNvPr id="751" name="Google Shape;75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400">
                <a:solidFill>
                  <a:schemeClr val="lt1"/>
                </a:solidFill>
                <a:latin typeface="Times New Roman"/>
                <a:ea typeface="Times New Roman"/>
                <a:cs typeface="Times New Roman"/>
                <a:sym typeface="Times New Roman"/>
              </a:rPr>
              <a:t>Thầy sẽ ở cùng </a:t>
            </a:r>
            <a:br>
              <a:rPr b="1" lang="en-US" sz="7400">
                <a:solidFill>
                  <a:schemeClr val="lt1"/>
                </a:solidFill>
                <a:latin typeface="Times New Roman"/>
                <a:ea typeface="Times New Roman"/>
                <a:cs typeface="Times New Roman"/>
                <a:sym typeface="Times New Roman"/>
              </a:rPr>
            </a:br>
            <a:r>
              <a:rPr b="1" lang="en-US" sz="7400">
                <a:solidFill>
                  <a:schemeClr val="lt1"/>
                </a:solidFill>
                <a:latin typeface="Times New Roman"/>
                <a:ea typeface="Times New Roman"/>
                <a:cs typeface="Times New Roman"/>
                <a:sym typeface="Times New Roman"/>
              </a:rPr>
              <a:t>các con mọi ngày cho đến tận thế”.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pic>
        <p:nvPicPr>
          <p:cNvPr id="761" name="Google Shape;761;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pic>
        <p:nvPicPr>
          <p:cNvPr id="766" name="Google Shape;766;g3e26ec1f821_0_17"/>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72" name="Google Shape;77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pic>
        <p:nvPicPr>
          <p:cNvPr id="872" name="Google Shape;872;g3e26ec1f821_0_21"/>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e26ec1f821_0_5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DÂNG LÊN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e26ec1f821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e26ec1f821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e26ec1f821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e26ec1f821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e26ec1f821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e26ec1f821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 </a:t>
            </a:r>
            <a:r>
              <a:rPr b="1" lang="en-US" sz="7800">
                <a:solidFill>
                  <a:schemeClr val="lt1"/>
                </a:solidFill>
                <a:latin typeface="Times New Roman"/>
                <a:ea typeface="Times New Roman"/>
                <a:cs typeface="Times New Roman"/>
                <a:sym typeface="Times New Roman"/>
              </a:rPr>
              <a:t>Tiến dâng lên Thiên cung lời ước nguyện,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e26ec1f821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thương ban phúc bình yên,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e26ec1f821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tựa như nước nối kết trong rượu nồng, muôn tấm lòng hòa đồng trong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e26ec1f821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e26ec1f821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e26ec1f821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e26ec1f821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e26ec1f821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e26ec1f821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e26ec1f821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e26ec1f821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pic>
        <p:nvPicPr>
          <p:cNvPr id="982" name="Google Shape;982;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id="1002" name="Google Shape;1002;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Các ngươi hãy ca mừng Chúa, Đấng lên trời cao thẳm, hướng về phía đông – Al-le-lu-ia.</a:t>
            </a:r>
            <a:endParaRPr b="1" sz="6700">
              <a:solidFill>
                <a:schemeClr val="lt1"/>
              </a:solidFill>
              <a:latin typeface="Times New Roman"/>
              <a:ea typeface="Times New Roman"/>
              <a:cs typeface="Times New Roman"/>
              <a:sym typeface="Times New Roman"/>
            </a:endParaRPr>
          </a:p>
        </p:txBody>
      </p:sp>
      <p:sp>
        <p:nvSpPr>
          <p:cNvPr id="1008" name="Google Shape;1008;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pic>
        <p:nvPicPr>
          <p:cNvPr id="1013" name="Google Shape;101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LÊN TRỜI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(Phanxicô)</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Chúa đã lên trời, núi đồi đưa mắt nhìn theo. Chia ly đôi ngã ngàn dâu xanh ngắt một màu.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chemeClr val="lt1"/>
                </a:solidFill>
                <a:latin typeface="Times New Roman"/>
                <a:ea typeface="Times New Roman"/>
                <a:cs typeface="Times New Roman"/>
                <a:sym typeface="Times New Roman"/>
              </a:rPr>
              <a:t>Thầy về quê hương xa vời ôi xa vời cuộc đời. Nhưng bao tình mến ơn trời mãi ở với Người.</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Con nhìn lên cao thao thức với ngàn vì sao.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Khấn xin Người dìu đưa con bền tâm bước lên trời cao.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df2325e04a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Chúa đã xuống đời với người chung kiếp khổ đau. Lang thang muôn nẻo tìm đâu một chỗ tựa đầu.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df2325e04a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Người về thiên cung nhưng chẳng quên cát bụi cuộc đời. Ta đi dọn chỗ cho ngươi ở nhà Chúa Trời.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e26ec1f821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Con nhìn lên cao thao thức với ngàn vì sao.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e26ec1f821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Khấn xin Người dìu đưa con bền tâm bước lên trời cao.</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pic>
        <p:nvPicPr>
          <p:cNvPr id="1063" name="Google Shape;1063;g3e26ec1f821_0_25"/>
          <p:cNvPicPr preferRelativeResize="0"/>
          <p:nvPr/>
        </p:nvPicPr>
        <p:blipFill rotWithShape="1">
          <a:blip r:embed="rId3">
            <a:alphaModFix/>
          </a:blip>
          <a:srcRect b="0" l="0" r="0" t="0"/>
          <a:stretch/>
        </p:blipFill>
        <p:spPr>
          <a:xfrm>
            <a:off x="0" y="0"/>
            <a:ext cx="9144018" cy="5143499"/>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e26ec1f821_0_20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VÂNG</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e26ec1f821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Mẹ ơi, đời con dõi bước theo Mẹ, lòng con quyết noi gương Mẹ,</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e26ec1f821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xin Mẹ dạy con hai tiếng xin vâng. Mẹ ơi, đường đi trăm ngàn gian khó,</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e26ec1f821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500">
                <a:solidFill>
                  <a:schemeClr val="lt1"/>
                </a:solidFill>
                <a:latin typeface="Times New Roman"/>
                <a:ea typeface="Times New Roman"/>
                <a:cs typeface="Times New Roman"/>
                <a:sym typeface="Times New Roman"/>
              </a:rPr>
              <a:t>hiểm nguy dâng tràn đây đó, xin Mẹ dạy con hai tiếng xin vâng.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e26ec1f821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Xin vâng, Mẹ dạy con hai tiếng xin vâng: Hôm qua, hôm nay và ngày mai.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e26ec1f821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Xin vâng, Mẹ dạy con hai tiếng xin vâng: Hôm nay, tương lai và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pic>
        <p:nvPicPr>
          <p:cNvPr id="1098" name="Google Shape;1098;g3d89366497e_0_16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