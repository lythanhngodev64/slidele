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496" r:id="rId125"/>
    <p:sldId id="380" r:id="rId126"/>
    <p:sldId id="381" r:id="rId127"/>
    <p:sldId id="382" r:id="rId128"/>
    <p:sldId id="383" r:id="rId129"/>
    <p:sldId id="384" r:id="rId130"/>
    <p:sldId id="502" r:id="rId131"/>
    <p:sldId id="503" r:id="rId132"/>
    <p:sldId id="497" r:id="rId133"/>
    <p:sldId id="389" r:id="rId134"/>
    <p:sldId id="390" r:id="rId135"/>
    <p:sldId id="391" r:id="rId136"/>
    <p:sldId id="392" r:id="rId137"/>
    <p:sldId id="395" r:id="rId138"/>
    <p:sldId id="397" r:id="rId139"/>
    <p:sldId id="398" r:id="rId140"/>
    <p:sldId id="504" r:id="rId141"/>
    <p:sldId id="403" r:id="rId142"/>
    <p:sldId id="404" r:id="rId143"/>
    <p:sldId id="505" r:id="rId144"/>
    <p:sldId id="415" r:id="rId145"/>
    <p:sldId id="416" r:id="rId146"/>
    <p:sldId id="417" r:id="rId147"/>
    <p:sldId id="418" r:id="rId148"/>
    <p:sldId id="498" r:id="rId149"/>
    <p:sldId id="420" r:id="rId150"/>
    <p:sldId id="421" r:id="rId151"/>
    <p:sldId id="422" r:id="rId152"/>
    <p:sldId id="423" r:id="rId153"/>
    <p:sldId id="424" r:id="rId154"/>
    <p:sldId id="425" r:id="rId155"/>
    <p:sldId id="426" r:id="rId156"/>
    <p:sldId id="427" r:id="rId157"/>
    <p:sldId id="428" r:id="rId158"/>
    <p:sldId id="429" r:id="rId159"/>
    <p:sldId id="430" r:id="rId160"/>
    <p:sldId id="431" r:id="rId161"/>
    <p:sldId id="432" r:id="rId162"/>
    <p:sldId id="433" r:id="rId163"/>
    <p:sldId id="434" r:id="rId164"/>
    <p:sldId id="435" r:id="rId165"/>
    <p:sldId id="436" r:id="rId166"/>
    <p:sldId id="437" r:id="rId167"/>
    <p:sldId id="438" r:id="rId168"/>
    <p:sldId id="439" r:id="rId169"/>
    <p:sldId id="499" r:id="rId170"/>
    <p:sldId id="441" r:id="rId171"/>
    <p:sldId id="442" r:id="rId172"/>
    <p:sldId id="443" r:id="rId173"/>
    <p:sldId id="506" r:id="rId174"/>
    <p:sldId id="444" r:id="rId175"/>
    <p:sldId id="445" r:id="rId176"/>
    <p:sldId id="446" r:id="rId177"/>
    <p:sldId id="507" r:id="rId178"/>
    <p:sldId id="447" r:id="rId179"/>
    <p:sldId id="448" r:id="rId180"/>
    <p:sldId id="508" r:id="rId181"/>
    <p:sldId id="509" r:id="rId182"/>
    <p:sldId id="510" r:id="rId183"/>
    <p:sldId id="511" r:id="rId184"/>
    <p:sldId id="512" r:id="rId185"/>
    <p:sldId id="457" r:id="rId186"/>
    <p:sldId id="458" r:id="rId187"/>
    <p:sldId id="459" r:id="rId188"/>
    <p:sldId id="460" r:id="rId189"/>
    <p:sldId id="461" r:id="rId190"/>
    <p:sldId id="462" r:id="rId191"/>
    <p:sldId id="463" r:id="rId192"/>
    <p:sldId id="464" r:id="rId193"/>
    <p:sldId id="465" r:id="rId194"/>
    <p:sldId id="466" r:id="rId195"/>
    <p:sldId id="467" r:id="rId196"/>
    <p:sldId id="468" r:id="rId197"/>
    <p:sldId id="469" r:id="rId198"/>
    <p:sldId id="470" r:id="rId199"/>
    <p:sldId id="471" r:id="rId200"/>
    <p:sldId id="472" r:id="rId201"/>
    <p:sldId id="513" r:id="rId202"/>
    <p:sldId id="473" r:id="rId203"/>
    <p:sldId id="474" r:id="rId204"/>
    <p:sldId id="475" r:id="rId205"/>
    <p:sldId id="514" r:id="rId206"/>
    <p:sldId id="515" r:id="rId207"/>
    <p:sldId id="516" r:id="rId208"/>
    <p:sldId id="517" r:id="rId209"/>
    <p:sldId id="518" r:id="rId210"/>
    <p:sldId id="519" r:id="rId211"/>
    <p:sldId id="520" r:id="rId212"/>
    <p:sldId id="521" r:id="rId213"/>
    <p:sldId id="522" r:id="rId214"/>
    <p:sldId id="523" r:id="rId215"/>
    <p:sldId id="524" r:id="rId216"/>
    <p:sldId id="500" r:id="rId217"/>
    <p:sldId id="487" r:id="rId218"/>
    <p:sldId id="488" r:id="rId219"/>
    <p:sldId id="489" r:id="rId220"/>
    <p:sldId id="490" r:id="rId221"/>
    <p:sldId id="491" r:id="rId222"/>
    <p:sldId id="492" r:id="rId223"/>
    <p:sldId id="493" r:id="rId224"/>
    <p:sldId id="494" r:id="rId225"/>
    <p:sldId id="501" r:id="rId226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6" roundtripDataSignature="AMtx7mj29Apaz8SdTnDNzwBeiCfVVgeY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904" y="12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3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slide" Target="slides/slide191.xml"/><Relationship Id="rId197" Type="http://schemas.openxmlformats.org/officeDocument/2006/relationships/slide" Target="slides/slide196.xml"/><Relationship Id="rId206" Type="http://schemas.openxmlformats.org/officeDocument/2006/relationships/slide" Target="slides/slide205.xml"/><Relationship Id="rId227" Type="http://schemas.openxmlformats.org/officeDocument/2006/relationships/notesMaster" Target="notesMasters/notesMaster1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8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49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tableStyles" Target="tableStyles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6" Type="http://customschemas.google.com/relationships/presentationmetadata" Target="meta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" name="Google Shape;29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" name="Google Shape;32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6" name="Google Shape;37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" name="Google Shape;38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6" name="Google Shape;406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1" name="Google Shape;41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6" name="Google Shape;416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1" name="Google Shape;43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1" name="Google Shape;44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1" name="Google Shape;451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6" name="Google Shape;45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6" name="Google Shape;466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1" name="Google Shape;471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1" name="Google Shape;481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" name="Google Shape;48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1" name="Google Shape;501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1" name="Google Shape;511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6" name="Google Shape;516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1" name="Google Shape;52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1" name="Google Shape;531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6" name="Google Shape;536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1" name="Google Shape;541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6" name="Google Shape;546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1" name="Google Shape;551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6" name="Google Shape;556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6" name="Google Shape;56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1" name="Google Shape;571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6" name="Google Shape;576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1" name="Google Shape;581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6" name="Google Shape;586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1" name="Google Shape;591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0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6" name="Google Shape;596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0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1" name="Google Shape;601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6" name="Google Shape;606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1" name="Google Shape;611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6" name="Google Shape;616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1" name="Google Shape;621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0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6" name="Google Shape;62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1" name="Google Shape;631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6" name="Google Shape;636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1" name="Google Shape;641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6" name="Google Shape;646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1" name="Google Shape;651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6" name="Google Shape;656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1" name="Google Shape;661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6" name="Google Shape;666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1" name="Google Shape;671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6" name="Google Shape;676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1" name="Google Shape;681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6" name="Google Shape;686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1" name="Google Shape;691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6" name="Google Shape;696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BE49F62-B827-C9E4-017F-F8DC154D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FD310692-082F-BF9D-FFDC-1DF55F3AA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3A24986F-2444-78C6-646D-655E5AD207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4261685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6" name="Google Shape;706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42a8b53c1_2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1" name="Google Shape;711;g3a42a8b53c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42a8b53c1_2_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6" name="Google Shape;716;g3a42a8b53c1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a42a8b53c1_2_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1" name="Google Shape;721;g3a42a8b53c1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a42a8b53c1_2_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6" name="Google Shape;726;g3a42a8b53c1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>
          <a:extLst>
            <a:ext uri="{FF2B5EF4-FFF2-40B4-BE49-F238E27FC236}">
              <a16:creationId xmlns:a16="http://schemas.microsoft.com/office/drawing/2014/main" id="{EA551974-48F2-6AE1-51DC-DEDBA11B4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42a8b53c1_2_0:notes">
            <a:extLst>
              <a:ext uri="{FF2B5EF4-FFF2-40B4-BE49-F238E27FC236}">
                <a16:creationId xmlns:a16="http://schemas.microsoft.com/office/drawing/2014/main" id="{9D183735-F337-B079-6ADA-0371D7AD04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1" name="Google Shape;711;g3a42a8b53c1_2_0:notes">
            <a:extLst>
              <a:ext uri="{FF2B5EF4-FFF2-40B4-BE49-F238E27FC236}">
                <a16:creationId xmlns:a16="http://schemas.microsoft.com/office/drawing/2014/main" id="{69AFDE0D-0452-3284-78E9-0F9DE390B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2424246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>
          <a:extLst>
            <a:ext uri="{FF2B5EF4-FFF2-40B4-BE49-F238E27FC236}">
              <a16:creationId xmlns:a16="http://schemas.microsoft.com/office/drawing/2014/main" id="{E1BE5C37-9C9B-F2CC-272D-A298202C7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42a8b53c1_2_6:notes">
            <a:extLst>
              <a:ext uri="{FF2B5EF4-FFF2-40B4-BE49-F238E27FC236}">
                <a16:creationId xmlns:a16="http://schemas.microsoft.com/office/drawing/2014/main" id="{9B2E1AEB-7EBB-B03D-8398-795F26687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6" name="Google Shape;716;g3a42a8b53c1_2_6:notes">
            <a:extLst>
              <a:ext uri="{FF2B5EF4-FFF2-40B4-BE49-F238E27FC236}">
                <a16:creationId xmlns:a16="http://schemas.microsoft.com/office/drawing/2014/main" id="{4096E8A0-3D11-F7C5-15AE-3AAC59DA69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7234340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EED5CE3-C2BF-721F-F56D-7F558E22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10EC95E4-59D8-69EB-4AB1-AAB3DCE9D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F21BE0EB-68D8-680F-22C4-C9F0E2AD8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2934579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1" name="Google Shape;751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a42a8b53c1_2_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0" name="Google Shape;760;g3a42a8b53c1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a42a8b53c1_2_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5" name="Google Shape;765;g3a42a8b53c1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a42a8b53c1_2_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0" name="Google Shape;770;g3a42a8b53c1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42a8b53c1_2_9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5" name="Google Shape;785;g3a42a8b53c1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a42a8b53c1_2_1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5" name="Google Shape;795;g3a42a8b53c1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a42a8b53c1_2_1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0" name="Google Shape;800;g3a42a8b53c1_2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>
          <a:extLst>
            <a:ext uri="{FF2B5EF4-FFF2-40B4-BE49-F238E27FC236}">
              <a16:creationId xmlns:a16="http://schemas.microsoft.com/office/drawing/2014/main" id="{EEFC4613-DC39-09CF-1659-3AC4A63E2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42a8b53c1_2_98:notes">
            <a:extLst>
              <a:ext uri="{FF2B5EF4-FFF2-40B4-BE49-F238E27FC236}">
                <a16:creationId xmlns:a16="http://schemas.microsoft.com/office/drawing/2014/main" id="{910A10D6-96F5-E455-6034-615729264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5" name="Google Shape;785;g3a42a8b53c1_2_98:notes">
            <a:extLst>
              <a:ext uri="{FF2B5EF4-FFF2-40B4-BE49-F238E27FC236}">
                <a16:creationId xmlns:a16="http://schemas.microsoft.com/office/drawing/2014/main" id="{AA9A9E52-7BC4-5B2E-7DCB-77B0E3A9B2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330570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a42a8b53c1_2_1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5" name="Google Shape;825;g3a42a8b53c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a42a8b53c1_2_1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0" name="Google Shape;830;g3a42a8b53c1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>
          <a:extLst>
            <a:ext uri="{FF2B5EF4-FFF2-40B4-BE49-F238E27FC236}">
              <a16:creationId xmlns:a16="http://schemas.microsoft.com/office/drawing/2014/main" id="{285C2537-3DAA-232D-8359-ED03CD7B4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42a8b53c1_2_98:notes">
            <a:extLst>
              <a:ext uri="{FF2B5EF4-FFF2-40B4-BE49-F238E27FC236}">
                <a16:creationId xmlns:a16="http://schemas.microsoft.com/office/drawing/2014/main" id="{B97A08F9-FF86-7BFC-8E46-2EB104640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5" name="Google Shape;785;g3a42a8b53c1_2_98:notes">
            <a:extLst>
              <a:ext uri="{FF2B5EF4-FFF2-40B4-BE49-F238E27FC236}">
                <a16:creationId xmlns:a16="http://schemas.microsoft.com/office/drawing/2014/main" id="{E14D6961-6F99-8AEE-6EF8-EA26FF216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7049842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5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15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2" name="Google Shape;892;p15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145</a:t>
            </a:fld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5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8" name="Google Shape;898;p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3" name="Google Shape;903;p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02E9D8D-33FA-1656-3B47-2F75BDC0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5FD36B17-77B9-4107-870E-2D1E67DE4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E63F36F2-9DD2-4FB5-A357-B77C5C3F3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1733463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5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3" name="Google Shape;913;p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6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9" name="Google Shape;919;p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6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4" name="Google Shape;924;p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9" name="Google Shape;929;p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6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4" name="Google Shape;934;p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6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9" name="Google Shape;939;p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6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4" name="Google Shape;944;p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6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9" name="Google Shape;949;p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6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4" name="Google Shape;954;p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9" name="Google Shape;959;p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6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4" name="Google Shape;964;p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7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9" name="Google Shape;969;p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4" name="Google Shape;974;p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9" name="Google Shape;979;p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4" name="Google Shape;984;p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7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9" name="Google Shape;989;p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7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4" name="Google Shape;994;p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9" name="Google Shape;999;p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4" name="Google Shape;1004;p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7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9" name="Google Shape;1009;p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1AE3BBC-8F67-F674-3456-6AE716A5E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00BBC7D9-ED03-96FB-A0EA-03EECE9EF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50B1A88D-DCCF-76CB-428A-50A4DB8AC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6951484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a42a8b53c1_2_19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9" name="Google Shape;1019;g3a42a8b53c1_2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a42a8b53c1_2_19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4" name="Google Shape;1024;g3a42a8b53c1_2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a42a8b53c1_2_20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9" name="Google Shape;1029;g3a42a8b53c1_2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>
          <a:extLst>
            <a:ext uri="{FF2B5EF4-FFF2-40B4-BE49-F238E27FC236}">
              <a16:creationId xmlns:a16="http://schemas.microsoft.com/office/drawing/2014/main" id="{5A047A6A-D7E3-870E-2C22-55B9DD11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a42a8b53c1_2_205:notes">
            <a:extLst>
              <a:ext uri="{FF2B5EF4-FFF2-40B4-BE49-F238E27FC236}">
                <a16:creationId xmlns:a16="http://schemas.microsoft.com/office/drawing/2014/main" id="{666D98A0-CB39-C3E9-8122-F0E1353FA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9" name="Google Shape;1029;g3a42a8b53c1_2_205:notes">
            <a:extLst>
              <a:ext uri="{FF2B5EF4-FFF2-40B4-BE49-F238E27FC236}">
                <a16:creationId xmlns:a16="http://schemas.microsoft.com/office/drawing/2014/main" id="{2136AD61-32F5-BF96-9FE0-031C79301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407882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a42a8b53c1_2_2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4" name="Google Shape;1034;g3a42a8b53c1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a42a8b53c1_2_2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9" name="Google Shape;1039;g3a42a8b53c1_2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42a8b53c1_2_2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4" name="Google Shape;1044;g3a42a8b53c1_2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>
          <a:extLst>
            <a:ext uri="{FF2B5EF4-FFF2-40B4-BE49-F238E27FC236}">
              <a16:creationId xmlns:a16="http://schemas.microsoft.com/office/drawing/2014/main" id="{2750206E-8A1A-639C-6839-2C2BD604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42a8b53c1_2_220:notes">
            <a:extLst>
              <a:ext uri="{FF2B5EF4-FFF2-40B4-BE49-F238E27FC236}">
                <a16:creationId xmlns:a16="http://schemas.microsoft.com/office/drawing/2014/main" id="{097A771F-96CA-6BC5-25B0-1510719DA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4" name="Google Shape;1044;g3a42a8b53c1_2_220:notes">
            <a:extLst>
              <a:ext uri="{FF2B5EF4-FFF2-40B4-BE49-F238E27FC236}">
                <a16:creationId xmlns:a16="http://schemas.microsoft.com/office/drawing/2014/main" id="{1EC4364A-06B5-73A9-CB16-E3D4EAB88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2405875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a42a8b53c1_2_2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9" name="Google Shape;1049;g3a42a8b53c1_2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a42a8b53c1_2_2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4" name="Google Shape;1054;g3a42a8b53c1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>
          <a:extLst>
            <a:ext uri="{FF2B5EF4-FFF2-40B4-BE49-F238E27FC236}">
              <a16:creationId xmlns:a16="http://schemas.microsoft.com/office/drawing/2014/main" id="{AC2FEFAB-D8CA-D37B-69F8-FE8245ECA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a42a8b53c1_2_228:notes">
            <a:extLst>
              <a:ext uri="{FF2B5EF4-FFF2-40B4-BE49-F238E27FC236}">
                <a16:creationId xmlns:a16="http://schemas.microsoft.com/office/drawing/2014/main" id="{F6354422-5062-293B-BC22-4F830825E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4" name="Google Shape;1054;g3a42a8b53c1_2_228:notes">
            <a:extLst>
              <a:ext uri="{FF2B5EF4-FFF2-40B4-BE49-F238E27FC236}">
                <a16:creationId xmlns:a16="http://schemas.microsoft.com/office/drawing/2014/main" id="{32823C1E-A279-2E59-9778-AC50027AD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487578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A8C6EF02-6066-42AD-781D-03CA40B9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a42a8b53c1_2_210:notes">
            <a:extLst>
              <a:ext uri="{FF2B5EF4-FFF2-40B4-BE49-F238E27FC236}">
                <a16:creationId xmlns:a16="http://schemas.microsoft.com/office/drawing/2014/main" id="{DF914BB1-1ED7-42AA-B10D-98DAB515B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4" name="Google Shape;1034;g3a42a8b53c1_2_210:notes">
            <a:extLst>
              <a:ext uri="{FF2B5EF4-FFF2-40B4-BE49-F238E27FC236}">
                <a16:creationId xmlns:a16="http://schemas.microsoft.com/office/drawing/2014/main" id="{F1005BB5-3547-8908-CBA1-B734A531E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1521747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>
          <a:extLst>
            <a:ext uri="{FF2B5EF4-FFF2-40B4-BE49-F238E27FC236}">
              <a16:creationId xmlns:a16="http://schemas.microsoft.com/office/drawing/2014/main" id="{B5820BAC-41AB-D7A9-614A-448F2DA7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a42a8b53c1_2_215:notes">
            <a:extLst>
              <a:ext uri="{FF2B5EF4-FFF2-40B4-BE49-F238E27FC236}">
                <a16:creationId xmlns:a16="http://schemas.microsoft.com/office/drawing/2014/main" id="{9233AB98-6DAC-A193-D8D1-EE4CD86E0C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9" name="Google Shape;1039;g3a42a8b53c1_2_215:notes">
            <a:extLst>
              <a:ext uri="{FF2B5EF4-FFF2-40B4-BE49-F238E27FC236}">
                <a16:creationId xmlns:a16="http://schemas.microsoft.com/office/drawing/2014/main" id="{D250FA83-29C6-F3D2-25F1-4CD85A4B74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643315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>
          <a:extLst>
            <a:ext uri="{FF2B5EF4-FFF2-40B4-BE49-F238E27FC236}">
              <a16:creationId xmlns:a16="http://schemas.microsoft.com/office/drawing/2014/main" id="{99FEC629-1218-8ABC-7CE6-62E74B8D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42a8b53c1_2_220:notes">
            <a:extLst>
              <a:ext uri="{FF2B5EF4-FFF2-40B4-BE49-F238E27FC236}">
                <a16:creationId xmlns:a16="http://schemas.microsoft.com/office/drawing/2014/main" id="{4E2D6BC1-F5C0-40A5-6C10-9B6A621BC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4" name="Google Shape;1044;g3a42a8b53c1_2_220:notes">
            <a:extLst>
              <a:ext uri="{FF2B5EF4-FFF2-40B4-BE49-F238E27FC236}">
                <a16:creationId xmlns:a16="http://schemas.microsoft.com/office/drawing/2014/main" id="{332416DD-D035-B763-999A-2CE9B13FC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6688630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>
          <a:extLst>
            <a:ext uri="{FF2B5EF4-FFF2-40B4-BE49-F238E27FC236}">
              <a16:creationId xmlns:a16="http://schemas.microsoft.com/office/drawing/2014/main" id="{FE1E9561-4695-1EBE-8D16-B6C55F63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42a8b53c1_2_220:notes">
            <a:extLst>
              <a:ext uri="{FF2B5EF4-FFF2-40B4-BE49-F238E27FC236}">
                <a16:creationId xmlns:a16="http://schemas.microsoft.com/office/drawing/2014/main" id="{C7BD81CD-B694-CBC8-826A-2685B51DC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4" name="Google Shape;1044;g3a42a8b53c1_2_220:notes">
            <a:extLst>
              <a:ext uri="{FF2B5EF4-FFF2-40B4-BE49-F238E27FC236}">
                <a16:creationId xmlns:a16="http://schemas.microsoft.com/office/drawing/2014/main" id="{CFA23E5B-8960-628D-673B-38A38578B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1019099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20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9" name="Google Shape;1099;p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2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4" name="Google Shape;1104;p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0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9" name="Google Shape;1109;p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0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4" name="Google Shape;1114;p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20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9" name="Google Shape;1119;p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a42a8b53c1_2_2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4" name="Google Shape;1124;g3a42a8b53c1_2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2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9" name="Google Shape;1129;p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4" name="Google Shape;1134;p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20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9" name="Google Shape;1139;p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a42a8b53c1_2_2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4" name="Google Shape;1144;g3a42a8b53c1_2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a42a8b53c1_2_2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0" name="Google Shape;1150;g3a42a8b53c1_2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5" name="Google Shape;1155;p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a42a8b53c1_2_28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0" name="Google Shape;1160;g3a42a8b53c1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a42a8b53c1_2_29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5" name="Google Shape;1165;g3a42a8b53c1_2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a42a8b53c1_2_29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0" name="Google Shape;1170;g3a42a8b53c1_2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910144FE-DF6F-2D95-3732-36231032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>
            <a:extLst>
              <a:ext uri="{FF2B5EF4-FFF2-40B4-BE49-F238E27FC236}">
                <a16:creationId xmlns:a16="http://schemas.microsoft.com/office/drawing/2014/main" id="{2E44F89D-6E15-73A9-DB89-79F3A1EC02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>
            <a:extLst>
              <a:ext uri="{FF2B5EF4-FFF2-40B4-BE49-F238E27FC236}">
                <a16:creationId xmlns:a16="http://schemas.microsoft.com/office/drawing/2014/main" id="{8110AB17-20CD-7E0B-A8D0-87F48D053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40465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a42a8b53c1_2_3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0" name="Google Shape;1180;g3a42a8b53c1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a42a8b53c1_2_3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5" name="Google Shape;1185;g3a42a8b53c1_2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a5c12958b4_0_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0" name="Google Shape;1190;g3a5c12958b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>
          <a:extLst>
            <a:ext uri="{FF2B5EF4-FFF2-40B4-BE49-F238E27FC236}">
              <a16:creationId xmlns:a16="http://schemas.microsoft.com/office/drawing/2014/main" id="{DD68DD63-CD23-2259-CA16-D4F0DDA5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a42a8b53c1_2_291:notes">
            <a:extLst>
              <a:ext uri="{FF2B5EF4-FFF2-40B4-BE49-F238E27FC236}">
                <a16:creationId xmlns:a16="http://schemas.microsoft.com/office/drawing/2014/main" id="{06268593-3738-B108-EDB6-9C20CD287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5" name="Google Shape;1165;g3a42a8b53c1_2_291:notes">
            <a:extLst>
              <a:ext uri="{FF2B5EF4-FFF2-40B4-BE49-F238E27FC236}">
                <a16:creationId xmlns:a16="http://schemas.microsoft.com/office/drawing/2014/main" id="{A3860378-7BD7-FE90-7E5B-D678A9565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9403603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>
          <a:extLst>
            <a:ext uri="{FF2B5EF4-FFF2-40B4-BE49-F238E27FC236}">
              <a16:creationId xmlns:a16="http://schemas.microsoft.com/office/drawing/2014/main" id="{07A18F68-B652-9B74-4435-72AACA54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a42a8b53c1_2_297:notes">
            <a:extLst>
              <a:ext uri="{FF2B5EF4-FFF2-40B4-BE49-F238E27FC236}">
                <a16:creationId xmlns:a16="http://schemas.microsoft.com/office/drawing/2014/main" id="{48D0949E-948F-FCB4-C559-585B5207B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0" name="Google Shape;1170;g3a42a8b53c1_2_297:notes">
            <a:extLst>
              <a:ext uri="{FF2B5EF4-FFF2-40B4-BE49-F238E27FC236}">
                <a16:creationId xmlns:a16="http://schemas.microsoft.com/office/drawing/2014/main" id="{817C1284-8256-3512-4B5A-0619FFB82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112638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7717D433-69ED-E336-8FEA-30A2781D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>
            <a:extLst>
              <a:ext uri="{FF2B5EF4-FFF2-40B4-BE49-F238E27FC236}">
                <a16:creationId xmlns:a16="http://schemas.microsoft.com/office/drawing/2014/main" id="{482CA2CA-3BCC-3BDF-AF8D-4B9BA5FEE5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>
            <a:extLst>
              <a:ext uri="{FF2B5EF4-FFF2-40B4-BE49-F238E27FC236}">
                <a16:creationId xmlns:a16="http://schemas.microsoft.com/office/drawing/2014/main" id="{8B713949-C94D-C9FC-37BD-0D01F8346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4707175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CD8884AE-2469-BEAA-C74B-404E71DA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>
            <a:extLst>
              <a:ext uri="{FF2B5EF4-FFF2-40B4-BE49-F238E27FC236}">
                <a16:creationId xmlns:a16="http://schemas.microsoft.com/office/drawing/2014/main" id="{0799D12B-99D7-C6A0-F389-955E9DD09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>
            <a:extLst>
              <a:ext uri="{FF2B5EF4-FFF2-40B4-BE49-F238E27FC236}">
                <a16:creationId xmlns:a16="http://schemas.microsoft.com/office/drawing/2014/main" id="{F5658A6C-9893-2D82-9872-D2DF53934C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6169362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>
          <a:extLst>
            <a:ext uri="{FF2B5EF4-FFF2-40B4-BE49-F238E27FC236}">
              <a16:creationId xmlns:a16="http://schemas.microsoft.com/office/drawing/2014/main" id="{F2102C3A-331D-5C76-D68E-9C14E314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a42a8b53c1_2_312:notes">
            <a:extLst>
              <a:ext uri="{FF2B5EF4-FFF2-40B4-BE49-F238E27FC236}">
                <a16:creationId xmlns:a16="http://schemas.microsoft.com/office/drawing/2014/main" id="{0B273709-C925-63BB-FBCF-8A2B854DCF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0" name="Google Shape;1180;g3a42a8b53c1_2_312:notes">
            <a:extLst>
              <a:ext uri="{FF2B5EF4-FFF2-40B4-BE49-F238E27FC236}">
                <a16:creationId xmlns:a16="http://schemas.microsoft.com/office/drawing/2014/main" id="{7558DA87-3938-5B27-6AC1-3BA22F27E9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6856743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>
          <a:extLst>
            <a:ext uri="{FF2B5EF4-FFF2-40B4-BE49-F238E27FC236}">
              <a16:creationId xmlns:a16="http://schemas.microsoft.com/office/drawing/2014/main" id="{2FD4458E-8308-4774-D2BA-9BA17327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a42a8b53c1_2_317:notes">
            <a:extLst>
              <a:ext uri="{FF2B5EF4-FFF2-40B4-BE49-F238E27FC236}">
                <a16:creationId xmlns:a16="http://schemas.microsoft.com/office/drawing/2014/main" id="{9FCBA46F-9178-8EDA-A17E-3B5158BCE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5" name="Google Shape;1185;g3a42a8b53c1_2_317:notes">
            <a:extLst>
              <a:ext uri="{FF2B5EF4-FFF2-40B4-BE49-F238E27FC236}">
                <a16:creationId xmlns:a16="http://schemas.microsoft.com/office/drawing/2014/main" id="{886716E3-756E-5BCE-9B15-47361CE3C7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9490895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>
          <a:extLst>
            <a:ext uri="{FF2B5EF4-FFF2-40B4-BE49-F238E27FC236}">
              <a16:creationId xmlns:a16="http://schemas.microsoft.com/office/drawing/2014/main" id="{AABE3A34-73BD-5A36-4F2E-583A6A42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a5c12958b4_0_20:notes">
            <a:extLst>
              <a:ext uri="{FF2B5EF4-FFF2-40B4-BE49-F238E27FC236}">
                <a16:creationId xmlns:a16="http://schemas.microsoft.com/office/drawing/2014/main" id="{D5488DF1-E361-349F-4E2E-0C7B2FD54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0" name="Google Shape;1190;g3a5c12958b4_0_20:notes">
            <a:extLst>
              <a:ext uri="{FF2B5EF4-FFF2-40B4-BE49-F238E27FC236}">
                <a16:creationId xmlns:a16="http://schemas.microsoft.com/office/drawing/2014/main" id="{2904900A-FC89-E427-10A3-C42BFDCC0E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5630396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>
          <a:extLst>
            <a:ext uri="{FF2B5EF4-FFF2-40B4-BE49-F238E27FC236}">
              <a16:creationId xmlns:a16="http://schemas.microsoft.com/office/drawing/2014/main" id="{37ECA038-4917-7D16-5A15-15F29135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a42a8b53c1_2_291:notes">
            <a:extLst>
              <a:ext uri="{FF2B5EF4-FFF2-40B4-BE49-F238E27FC236}">
                <a16:creationId xmlns:a16="http://schemas.microsoft.com/office/drawing/2014/main" id="{616F2A6C-2BE5-A7EA-8A8E-F97B0987D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5" name="Google Shape;1165;g3a42a8b53c1_2_291:notes">
            <a:extLst>
              <a:ext uri="{FF2B5EF4-FFF2-40B4-BE49-F238E27FC236}">
                <a16:creationId xmlns:a16="http://schemas.microsoft.com/office/drawing/2014/main" id="{FADCF15E-94F3-0582-5D19-278D42BA3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4775375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>
          <a:extLst>
            <a:ext uri="{FF2B5EF4-FFF2-40B4-BE49-F238E27FC236}">
              <a16:creationId xmlns:a16="http://schemas.microsoft.com/office/drawing/2014/main" id="{D335A8C7-9551-4FE9-0BE6-ACD5D610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a42a8b53c1_2_297:notes">
            <a:extLst>
              <a:ext uri="{FF2B5EF4-FFF2-40B4-BE49-F238E27FC236}">
                <a16:creationId xmlns:a16="http://schemas.microsoft.com/office/drawing/2014/main" id="{CCE8870F-F883-53FA-C3E4-574EB6A64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0" name="Google Shape;1170;g3a42a8b53c1_2_297:notes">
            <a:extLst>
              <a:ext uri="{FF2B5EF4-FFF2-40B4-BE49-F238E27FC236}">
                <a16:creationId xmlns:a16="http://schemas.microsoft.com/office/drawing/2014/main" id="{E80BDE54-94DF-96FA-F409-E2F9589308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1842712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7CC43704-E7FA-6B05-FDAE-A4D9620A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>
            <a:extLst>
              <a:ext uri="{FF2B5EF4-FFF2-40B4-BE49-F238E27FC236}">
                <a16:creationId xmlns:a16="http://schemas.microsoft.com/office/drawing/2014/main" id="{97B2340B-A2BC-A346-BFEE-AC1FC11C2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>
            <a:extLst>
              <a:ext uri="{FF2B5EF4-FFF2-40B4-BE49-F238E27FC236}">
                <a16:creationId xmlns:a16="http://schemas.microsoft.com/office/drawing/2014/main" id="{523AE63E-72CE-6B28-05F3-CD4CEA0108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3888425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DC6B6442-CADC-9B3D-4794-C5BF4AF7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>
            <a:extLst>
              <a:ext uri="{FF2B5EF4-FFF2-40B4-BE49-F238E27FC236}">
                <a16:creationId xmlns:a16="http://schemas.microsoft.com/office/drawing/2014/main" id="{FD546A0F-5596-2923-8004-82802CA47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>
            <a:extLst>
              <a:ext uri="{FF2B5EF4-FFF2-40B4-BE49-F238E27FC236}">
                <a16:creationId xmlns:a16="http://schemas.microsoft.com/office/drawing/2014/main" id="{5961B8D8-A6C0-F9B7-2FFD-7F5DA4FAC1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7627370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84304F9-E060-840C-E3B1-CF35A5FB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64B2FA12-AEC7-F921-E693-9FE7F3124E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0EA21CA3-4565-3F91-7D9C-8E70389E3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7075054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3b026dfa84c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0" name="Google Shape;1250;g3b026dfa8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b026dfa84c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5" name="Google Shape;1255;g3b026dfa84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b026dfa84c_0_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0" name="Google Shape;1260;g3b026dfa84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b026dfa84c_0_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5" name="Google Shape;1265;g3b026dfa84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b026dfa84c_0_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0" name="Google Shape;1270;g3b026dfa84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b026dfa84c_0_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5" name="Google Shape;1275;g3b026dfa84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b026dfa84c_0_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0" name="Google Shape;1280;g3b026dfa84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b026dfa84c_0_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5" name="Google Shape;1285;g3b026dfa84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3BF0A75-096E-7939-A652-E3B1574A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90FD3C17-C1CE-F312-C50C-FE4A4C72F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A2938F3A-3392-23E7-5BA0-2DD52DDFD4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9433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7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4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8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49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4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0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0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50"/>
          <p:cNvSpPr txBox="1">
            <a:spLocks noGrp="1"/>
          </p:cNvSpPr>
          <p:nvPr>
            <p:ph type="body" idx="3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0"/>
          <p:cNvSpPr txBox="1">
            <a:spLocks noGrp="1"/>
          </p:cNvSpPr>
          <p:nvPr>
            <p:ph type="body" idx="4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5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>
            <a:spLocks noGrp="1"/>
          </p:cNvSpPr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3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3"/>
          <p:cNvSpPr txBox="1">
            <a:spLocks noGrp="1"/>
          </p:cNvSpPr>
          <p:nvPr>
            <p:ph type="body" idx="2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5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4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5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5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>
            <a:spLocks noGrp="1"/>
          </p:cNvSpPr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6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4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4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4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4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4DE21964-C816-E68F-2ECF-3003DD3A1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†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† và Thánh Thần †.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lang="en-US" sz="4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sz="40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subTitle" idx="1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17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19200" b="1" i="1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26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60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000" b="1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48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 b="1" i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endParaRPr sz="44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lang="en-US" sz="4800" b="1" i="1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sz="6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48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 b="1" i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endParaRPr sz="40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endParaRPr sz="4400" b="1" i="1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lang="en-US" sz="72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>
            <a:spLocks noGrp="1"/>
          </p:cNvSpPr>
          <p:nvPr>
            <p:ph type="subTitle" idx="1"/>
          </p:nvPr>
        </p:nvSpPr>
        <p:spPr>
          <a:xfrm>
            <a:off x="0" y="647272"/>
            <a:ext cx="9144000" cy="44962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endParaRPr sz="1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subTitle" idx="1"/>
          </p:nvPr>
        </p:nvSpPr>
        <p:spPr>
          <a:xfrm>
            <a:off x="0" y="421240"/>
            <a:ext cx="9144000" cy="47222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subTitle" idx="1"/>
          </p:nvPr>
        </p:nvSpPr>
        <p:spPr>
          <a:xfrm>
            <a:off x="0" y="71919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subTitle" idx="1"/>
          </p:nvPr>
        </p:nvSpPr>
        <p:spPr>
          <a:xfrm>
            <a:off x="0" y="626724"/>
            <a:ext cx="9144000" cy="451677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endParaRPr sz="4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3715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sz="7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sz="8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lang="en-US" sz="4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†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† và Thánh Thần †.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sz="7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endParaRPr sz="44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sz="75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NGHĨA ĐỨC TIN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</a:t>
            </a:r>
            <a:r>
              <a:rPr lang="en-US" sz="7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 Nhật </a:t>
            </a:r>
            <a:r>
              <a:rPr lang="en-US" sz="7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hôm</a:t>
            </a:r>
            <a:r>
              <a:rPr lang="en-US" sz="7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nay, </a:t>
            </a:r>
            <a:r>
              <a:rPr lang="en-US" sz="7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7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7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lang="en-US" sz="7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nhau</a:t>
            </a:r>
            <a:r>
              <a:rPr lang="en-US" sz="7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</a:t>
            </a:r>
            <a:r>
              <a:rPr lang="en-US" sz="7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</a:t>
            </a:r>
            <a:r>
              <a:rPr lang="en-US" sz="7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</a:t>
            </a:r>
            <a:r>
              <a:rPr lang="en-US" sz="7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phượng</a:t>
            </a:r>
            <a:r>
              <a:rPr lang="en-US" sz="7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Chúa, </a:t>
            </a:r>
            <a:endParaRPr sz="78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khong khen cảm tạ ơn Chúa về mọi ơn lành Chúa đã ban cho chúng con,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phạt tạ Chúa vì những tội lỗi chúng con đã phạm mất lòng Chúa: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4"/>
          <p:cNvSpPr txBox="1">
            <a:spLocks noGrp="1"/>
          </p:cNvSpPr>
          <p:nvPr>
            <p:ph type="subTitle" idx="1"/>
          </p:nvPr>
        </p:nvSpPr>
        <p:spPr>
          <a:xfrm>
            <a:off x="92467" y="-205483"/>
            <a:ext cx="9051533" cy="53489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chúng con dám xin Chúa hãy khứng ban những ơn cần kíp cho chúng con được rỗi linh hồn. 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lang="en-US" sz="73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chúng con cả lòng tin vững vàng mọi điều đạo thánh Chúa dạy, </a:t>
            </a:r>
            <a:endParaRPr sz="73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 là những điều cần kíp này là có một Đức Chúa Trời phép tắc vô cùng dựng nên trời đất, 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7"/>
          <p:cNvSpPr txBox="1">
            <a:spLocks noGrp="1"/>
          </p:cNvSpPr>
          <p:nvPr>
            <p:ph type="subTitle" idx="1"/>
          </p:nvPr>
        </p:nvSpPr>
        <p:spPr>
          <a:xfrm>
            <a:off x="0" y="-308225"/>
            <a:ext cx="9144000" cy="54517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Người có Ba Ngôi. Ngôi Thứ Nhất là Cha, Ngôi Thứ Hai là Con, Ngôi Thứ Ba là Thánh Thần; 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 Ngôi cũng một tính một phép, cho nên Ba Ngôi cũng một Chúa mà thôi.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tin Ngôi Thứ Hai ra đời làm người, sinh bởi Bà Maria Đồng Trinh,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tên là Giêsu, ở thế gian ba mươi ba năm, đoạn chịu chết trên cây Thánh giá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endParaRPr sz="44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chuộc tội cho thiên hạ, đến ngày thứ ba Người sống lại;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2"/>
          <p:cNvSpPr txBox="1">
            <a:spLocks noGrp="1"/>
          </p:cNvSpPr>
          <p:nvPr>
            <p:ph type="subTitle" idx="1"/>
          </p:nvPr>
        </p:nvSpPr>
        <p:spPr>
          <a:xfrm>
            <a:off x="0" y="-164387"/>
            <a:ext cx="9144000" cy="53078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khỏi bốn mươi ngày lên trời; đủ mười ngày lại cho Đức Chúa Thánh Thần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226193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 trên các thánh Tông đồ và Hội Thánh mới lập;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chẳng thông công cùng Hội Thánh ấy thì chẳng đặng rỗi linh hồn;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linh hồn là giống thiêng liêng chẳng hề chết đặng; và đến ngày tận thế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 loài người ta sẽ sống lại mà chịu phán xét;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 lành lên thiên đàng hưởng phước đời đời; kẻ dữ sa hỏa ngục chịu phạt vô cùng.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chúng con tin các sự ấy mà thôi thì chưa đủ cho đặng lên </a:t>
            </a: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đàng;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 phải giữ Mười điều răn Đức Chúa Trời cùng Năm luật điều Hội Thánh,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lành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7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hằng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phải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sợ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hãi</a:t>
            </a:r>
            <a:endParaRPr sz="7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trốn tránh các tội lỗi, nhất là bảy mối tội đầu, là căn nguyên mọi tội lỗi khác.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2"/>
          <p:cNvSpPr txBox="1">
            <a:spLocks noGrp="1"/>
          </p:cNvSpPr>
          <p:nvPr>
            <p:ph type="subTitle" idx="1"/>
          </p:nvPr>
        </p:nvSpPr>
        <p:spPr>
          <a:xfrm>
            <a:off x="0" y="-246580"/>
            <a:ext cx="9144000" cy="539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Vậy chúng con phải ân cần lo lắng mà năng chịu các phép bí tích Đức</a:t>
            </a:r>
            <a:r>
              <a:rPr lang="en-US" sz="6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</a:t>
            </a:r>
            <a:r>
              <a:rPr lang="en-US" sz="6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Giêsu đã truyền,</a:t>
            </a:r>
            <a:endParaRPr sz="6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những phương linh nghiệm cho chúng con đặng nên thánh.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bảy phép bí tích mà thôi, song phép Rửa tội, phép Mình Thánh Chúa,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phép Giải tội, là ba phép cần kíp hơn cho chúng con đặng rỗi.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 vậy chúng con hằng phải ra sức lo lắng thể nào mà chịu các phép trọng ấy cho nên, 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tin thật vững vàng mà giữ cẩn thận các điều trước này,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mới đặng hưởng  phúc thanh nhàn đời đời kiếp kiếp. Amen.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>
            <a:spLocks noGrp="1"/>
          </p:cNvSpPr>
          <p:nvPr>
            <p:ph type="subTitle" idx="1"/>
          </p:nvPr>
        </p:nvSpPr>
        <p:spPr>
          <a:xfrm>
            <a:off x="0" y="-143838"/>
            <a:ext cx="9144000" cy="52873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lang="en-US" sz="6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lang="en-US" sz="72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</a:t>
            </a:r>
            <a:r>
              <a:rPr lang="en-US" sz="72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́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kêu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Đức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Chúa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vô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́.</a:t>
            </a:r>
            <a:endParaRPr sz="7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</a:t>
            </a:r>
            <a:r>
              <a:rPr lang="en-US" sz="72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</a:t>
            </a:r>
            <a:r>
              <a:rPr lang="en-US" sz="72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Chúa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Nhật.</a:t>
            </a:r>
            <a:endParaRPr sz="7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sz="7200" b="1" i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5"/>
          <p:cNvSpPr txBox="1">
            <a:spLocks noGrp="1"/>
          </p:cNvSpPr>
          <p:nvPr>
            <p:ph type="subTitle" idx="1"/>
          </p:nvPr>
        </p:nvSpPr>
        <p:spPr>
          <a:xfrm>
            <a:off x="0" y="-226031"/>
            <a:ext cx="9144000" cy="53695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lang="en-US" sz="7000" b="1" i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endParaRPr sz="7000" b="1" i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lang="en-US" sz="4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7"/>
          <p:cNvSpPr txBox="1">
            <a:spLocks noGrp="1"/>
          </p:cNvSpPr>
          <p:nvPr>
            <p:ph type="subTitle" idx="1"/>
          </p:nvPr>
        </p:nvSpPr>
        <p:spPr>
          <a:xfrm>
            <a:off x="0" y="-236306"/>
            <a:ext cx="9144000" cy="53798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lang="en-US" sz="6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sz="6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lang="en-US" sz="6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8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lang="en-US" sz="8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8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lang="en-US" sz="8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9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endParaRPr sz="1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lang="en-US" sz="495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lang="en-US" sz="495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sz="4950" b="1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endParaRPr sz="825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lang="en-US" sz="54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sz="5400" b="1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0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0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0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lang="en-US" sz="495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4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95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0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1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8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lang="en-US" sz="6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1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lang="en-US" sz="6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NĂM THÁNH 2025</a:t>
            </a:r>
            <a:endParaRPr sz="16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 trên trời, Xin cho ơn đức tin mà Cha ban tặng chúng con/ trong Chúa Giêsu Kitô,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Cha và Anh của chúng con, cùng ngọn lửa đức ái được thắp lên trong tâm hồn chúng con/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 Chúa Thánh Thần, khơi dậy trong chúng con/ niềm hy vọng hồng phúc hướng về Nước Cha trị đến.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1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ân sủng Cha biến đổi chúng con/ thành những người miệt mài vun trồng hạt giống Tin Mừng.</a:t>
            </a:r>
            <a:endParaRPr sz="6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lang="en-US" sz="73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những hạt giống ấy/ biến đổi từ bên trong nhân loại và toàn thể vũ trụ này,</a:t>
            </a:r>
            <a:endParaRPr sz="73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khi vững lòng mong đợi trời mới đất mới, lúc mà quyền lực Sự Dữ sẽ bị đánh bại,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vinh quang Cha sẽ chiếu sáng muôn đời. Xin cho ân sủng của Năm Thánh này/ khơi dậy trong chúng con,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</a:t>
            </a:r>
            <a:r>
              <a:rPr lang="en-US" sz="7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Người Lữ Hành Hy Vọng</a:t>
            </a: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niềm khao khát kho tàng ở trên trời.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2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 thời cũng làm lan tỏa trên khắp thế giới/ niềm vui và sự bình an của Đấng Cứu Chuộc chúng con.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2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tôn vinh và ngợi khen Cha là Thiên Chúa chúng con, Cha đáng chúc tụng mãi muôn đời. </a:t>
            </a:r>
            <a:r>
              <a:rPr lang="en-US" sz="6600" b="1" i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85A239B-C64B-AE9C-5E0E-74AFC98CC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FCC15C52-EB67-1686-6378-6F669C54C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37434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2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</a:t>
            </a:r>
            <a:r>
              <a:rPr lang="en-US" sz="47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</a:t>
            </a:r>
            <a:br>
              <a:rPr lang="en-US" sz="4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HỠI</a:t>
            </a:r>
            <a:b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XI-ON</a:t>
            </a:r>
            <a:br>
              <a:rPr lang="en-US" sz="4700" b="1" i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4700" b="1" i="1" dirty="0" err="1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</a:t>
            </a:r>
            <a:r>
              <a:rPr lang="en-US" sz="4700" b="1" i="1" dirty="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Mi </a:t>
            </a:r>
            <a:r>
              <a:rPr lang="en-US" sz="4700" b="1" i="1" dirty="0" err="1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Trầm</a:t>
            </a:r>
            <a:r>
              <a:rPr lang="en-US" sz="4700" b="1" i="1" dirty="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700" b="1" dirty="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42a8b53c1_2_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hỡi dân Xi-on, nầy Chúa sắp đến rồi, mau mau ra đón Người: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42a8b53c1_2_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Chúa đến, nầy Chúa đến cứu thoát dân Người.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42a8b53c1_2_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là Đấng chăn dắt Is-ra-en xin Người lắng tai nghe. 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a42a8b53c1_2_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là Đấng dẫn đưa Giu-se như mục tử chăn dắt đoàn chiên.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>
          <a:extLst>
            <a:ext uri="{FF2B5EF4-FFF2-40B4-BE49-F238E27FC236}">
              <a16:creationId xmlns:a16="http://schemas.microsoft.com/office/drawing/2014/main" id="{DC886313-1B03-2D92-9935-9E62FC83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42a8b53c1_2_0">
            <a:extLst>
              <a:ext uri="{FF2B5EF4-FFF2-40B4-BE49-F238E27FC236}">
                <a16:creationId xmlns:a16="http://schemas.microsoft.com/office/drawing/2014/main" id="{943C9516-D699-3C0E-EBD9-56A39CE34D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hỡi dân Xi-on, nầy Chúa sắp đến rồi, mau mau ra đón Người: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975732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>
          <a:extLst>
            <a:ext uri="{FF2B5EF4-FFF2-40B4-BE49-F238E27FC236}">
              <a16:creationId xmlns:a16="http://schemas.microsoft.com/office/drawing/2014/main" id="{C8A3DD28-B3C5-CBFF-DB55-CFA02099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42a8b53c1_2_6">
            <a:extLst>
              <a:ext uri="{FF2B5EF4-FFF2-40B4-BE49-F238E27FC236}">
                <a16:creationId xmlns:a16="http://schemas.microsoft.com/office/drawing/2014/main" id="{A200B361-C3F7-2DF1-67EC-53C4A15E8D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Chúa đến, nầy Chúa đến cứu thoát dân Người.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173416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A893BAE-DFA6-E85F-5AA3-0005461A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64FD6C87-2295-38F2-A361-2118BFF35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93351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33"/>
          <p:cNvSpPr/>
          <p:nvPr/>
        </p:nvSpPr>
        <p:spPr>
          <a:xfrm rot="-54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1F3864"/>
              </a:gs>
            </a:gsLst>
            <a:lin ang="12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33"/>
          <p:cNvSpPr/>
          <p:nvPr/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0">
                <a:srgbClr val="000000">
                  <a:alpha val="50980"/>
                </a:srgbClr>
              </a:gs>
              <a:gs pos="8000">
                <a:srgbClr val="000000">
                  <a:alpha val="5098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33"/>
          <p:cNvSpPr/>
          <p:nvPr/>
        </p:nvSpPr>
        <p:spPr>
          <a:xfrm rot="-54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rgbClr val="9CC2E5">
                  <a:alpha val="0"/>
                </a:srgbClr>
              </a:gs>
              <a:gs pos="100000">
                <a:srgbClr val="000000">
                  <a:alpha val="45098"/>
                </a:srgbClr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Có thể là hình ảnh về văn bản cho biết 'BÀI ĐỌC 1 Bài trichsách NGÔN SỮ I-SAI-A &quot;sấp tới ngày bão phục, ngày Thiên Chúa thưởng công, phạt tội. Chĩnh NgưỜi sẽ dén cũu anh em.&quot; (IS 35, 16a.10]'">
            <a:extLst>
              <a:ext uri="{FF2B5EF4-FFF2-40B4-BE49-F238E27FC236}">
                <a16:creationId xmlns:a16="http://schemas.microsoft.com/office/drawing/2014/main" id="{5F2ACABA-3B4C-6F98-7442-025CED42D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4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42a8b53c1_2_7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</a:t>
            </a:r>
            <a:r>
              <a:rPr lang="en-US" sz="47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</a:t>
            </a:r>
            <a:br>
              <a:rPr lang="en-US" sz="4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</a:t>
            </a: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VỊNH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145</a:t>
            </a:r>
            <a:br>
              <a:rPr lang="en-US" sz="4700" b="1" i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4700" b="1" i="1" dirty="0" err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</a:t>
            </a: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Thái Nguyên)</a:t>
            </a:r>
            <a:b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</a:t>
            </a:r>
            <a:r>
              <a:rPr lang="en-US" sz="4700" b="1" i="1" dirty="0" err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câu</a:t>
            </a: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700" b="1" dirty="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42a8b53c1_2_7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xét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ức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tù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tay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 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42a8b53c1_2_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thương những ai chính trực, ban lương thực cho kẻ khó nghèo.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42a8b53c1_2_9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 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a42a8b53c1_2_10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mở mắt những ai mù tối, cứu người bị khòm lưng khuất phục. 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a42a8b53c1_2_1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quý mến ai nghĩa nhân, thương đỡ đần cô nhi quả phụ.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>
          <a:extLst>
            <a:ext uri="{FF2B5EF4-FFF2-40B4-BE49-F238E27FC236}">
              <a16:creationId xmlns:a16="http://schemas.microsoft.com/office/drawing/2014/main" id="{40E55F34-5642-CF61-81BC-BD51D390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42a8b53c1_2_98">
            <a:extLst>
              <a:ext uri="{FF2B5EF4-FFF2-40B4-BE49-F238E27FC236}">
                <a16:creationId xmlns:a16="http://schemas.microsoft.com/office/drawing/2014/main" id="{CC1F1438-97CD-5EDB-0D92-90B3701AA90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 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12996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a42a8b53c1_2_13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Mọi đường lối ác nhân Ngài phá, Chúa giữ gìn chở che khách trọ. 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42a8b53c1_2_14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sẽ cai trị dân Người, mãi muôn đời là Vua của họ.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>
          <a:extLst>
            <a:ext uri="{FF2B5EF4-FFF2-40B4-BE49-F238E27FC236}">
              <a16:creationId xmlns:a16="http://schemas.microsoft.com/office/drawing/2014/main" id="{D979ED39-05B4-8C23-F987-A9882024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42a8b53c1_2_98">
            <a:extLst>
              <a:ext uri="{FF2B5EF4-FFF2-40B4-BE49-F238E27FC236}">
                <a16:creationId xmlns:a16="http://schemas.microsoft.com/office/drawing/2014/main" id="{11C33903-2C10-B6EA-2DFD-F5C2C7DFDE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 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866525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18" name="Picture 2" descr="Có thể là hình ảnh về văn bản cho biết 'BÀI ĐOC BAIĐỌC2 2 Bài trích thư CỦA THÁNH GIACOBÊ TÔNG ĐỒ &quot;Anh em hãy bèn tâm vừng chĩ, VÌ ngày Chúa quang lâm da gần tới.&quot; (GC5,7-10] 5, 7-10] (GC'">
            <a:extLst>
              <a:ext uri="{FF2B5EF4-FFF2-40B4-BE49-F238E27FC236}">
                <a16:creationId xmlns:a16="http://schemas.microsoft.com/office/drawing/2014/main" id="{1AE6873E-3807-4446-3C3C-CDFF00441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6"/>
          <p:cNvSpPr txBox="1">
            <a:spLocks noGrp="1"/>
          </p:cNvSpPr>
          <p:nvPr>
            <p:ph type="ctrTitle"/>
          </p:nvPr>
        </p:nvSpPr>
        <p:spPr>
          <a:xfrm>
            <a:off x="0" y="584200"/>
            <a:ext cx="9144000" cy="4559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lang="en-US" sz="7000" b="1" i="1" dirty="0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All… All…</a:t>
            </a:r>
            <a:r>
              <a:rPr lang="en-US" sz="7000" b="1" i="1" dirty="0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br>
              <a:rPr lang="en-US" sz="7200" b="1" i="1" dirty="0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 </a:t>
            </a:r>
            <a:r>
              <a:rPr lang="en-US" sz="75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Thần</a:t>
            </a: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Chúa </a:t>
            </a:r>
            <a:r>
              <a:rPr lang="en-US" sz="75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ngự</a:t>
            </a: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trên</a:t>
            </a: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</a:t>
            </a: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7500" b="1" i="1" dirty="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5" name="Google Shape;895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sz="3200" b="1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5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lang="vi-VN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sai tôi đem Tin Mừng đến cho những người nghèo khó</a:t>
            </a: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br>
              <a:rPr lang="en-US" sz="7500" b="1" i="1" dirty="0">
                <a:latin typeface="Times"/>
                <a:ea typeface="Times"/>
                <a:cs typeface="Times"/>
                <a:sym typeface="Times"/>
              </a:rPr>
            </a:br>
            <a:r>
              <a:rPr lang="en-US" sz="7500" b="1" i="1" dirty="0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All.. All..</a:t>
            </a:r>
            <a:endParaRPr sz="7500" b="1" dirty="0">
              <a:solidFill>
                <a:srgbClr val="FFFF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ó thể là hình ảnh về ‎văn bản cho biết '‎TIN MỪNG CHÚA GIESU KITÔ Theo Thánh Matthêu &quot;Thầy CÓ thật là Đẫng phải đến không, hay là chúng tôi còn phải đợi ai khác?&quot; (Mt 11, 2 נ11‎'‎">
            <a:extLst>
              <a:ext uri="{FF2B5EF4-FFF2-40B4-BE49-F238E27FC236}">
                <a16:creationId xmlns:a16="http://schemas.microsoft.com/office/drawing/2014/main" id="{175AD54D-0D49-FC62-A594-FF2682CA0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92DE725-36C8-D375-47C9-E5013CDB9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3448ABAC-3448-8DCA-4410-F7A806ADF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24354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59"/>
          <p:cNvSpPr txBox="1">
            <a:spLocks noGrp="1"/>
          </p:cNvSpPr>
          <p:nvPr>
            <p:ph type="ctrTitle"/>
          </p:nvPr>
        </p:nvSpPr>
        <p:spPr>
          <a:xfrm>
            <a:off x="0" y="514351"/>
            <a:ext cx="9144000" cy="46291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916" name="Google Shape;916;p159"/>
          <p:cNvSpPr txBox="1"/>
          <p:nvPr/>
        </p:nvSpPr>
        <p:spPr>
          <a:xfrm>
            <a:off x="0" y="0"/>
            <a:ext cx="9144000" cy="7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sz="3600" b="1" i="0" u="none" strike="noStrike" cap="non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6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6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6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6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6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6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6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6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6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69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7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7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7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7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7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7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7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7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</a:t>
            </a:r>
            <a:b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tha tội.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7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FB2AA53-EA7D-B974-6025-4F5DDD20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2C332F89-ECF9-F90F-58DA-596FFBF4D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398576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a42a8b53c1_2_19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47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</a:t>
            </a:r>
            <a:br>
              <a:rPr lang="en-US" sz="4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</a:t>
            </a: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br>
              <a:rPr lang="en-US" sz="4700" b="1" i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4700" b="1" i="1" dirty="0" err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Phanxicô</a:t>
            </a: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700" b="1" dirty="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a42a8b53c1_2_19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dâng lên thiên cung này lễ vật. Là bánh miến trinh nguyên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a42a8b53c1_2_20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rượu nho, cùng nước mắt tiếng hát trong cuộc đời.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>
          <a:extLst>
            <a:ext uri="{FF2B5EF4-FFF2-40B4-BE49-F238E27FC236}">
              <a16:creationId xmlns:a16="http://schemas.microsoft.com/office/drawing/2014/main" id="{B55FE8E2-D99D-BB76-8B82-E2928F87F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a42a8b53c1_2_205">
            <a:extLst>
              <a:ext uri="{FF2B5EF4-FFF2-40B4-BE49-F238E27FC236}">
                <a16:creationId xmlns:a16="http://schemas.microsoft.com/office/drawing/2014/main" id="{EB5272F4-30F6-31AE-0731-98405DEB3D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bù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bao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68011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a42a8b53c1_2_21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môi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a42a8b53c1_2_21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nỗi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sầu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niềm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42a8b53c1_2_2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hết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>
          <a:extLst>
            <a:ext uri="{FF2B5EF4-FFF2-40B4-BE49-F238E27FC236}">
              <a16:creationId xmlns:a16="http://schemas.microsoft.com/office/drawing/2014/main" id="{4EB0AC4B-E348-8A4C-79AD-834BE7452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42a8b53c1_2_220">
            <a:extLst>
              <a:ext uri="{FF2B5EF4-FFF2-40B4-BE49-F238E27FC236}">
                <a16:creationId xmlns:a16="http://schemas.microsoft.com/office/drawing/2014/main" id="{C04B0FB6-0A0B-1458-E3E1-89801217CC3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tựa hương xa bay lên tòa Chúa bao la.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712012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a42a8b53c1_2_22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dâng lên Thiên Cung lời ước nguyện: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a42a8b53c1_2_22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Chúa thương ban phúc bình yên, tựa như nước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>
          <a:extLst>
            <a:ext uri="{FF2B5EF4-FFF2-40B4-BE49-F238E27FC236}">
              <a16:creationId xmlns:a16="http://schemas.microsoft.com/office/drawing/2014/main" id="{971B74DC-FB96-A36B-99AE-46665DF6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a42a8b53c1_2_228">
            <a:extLst>
              <a:ext uri="{FF2B5EF4-FFF2-40B4-BE49-F238E27FC236}">
                <a16:creationId xmlns:a16="http://schemas.microsoft.com/office/drawing/2014/main" id="{9D480BC8-C787-E9D1-D9ED-20C0CC6578E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rượu nồng, muôn tấm lòng hòa đồng trong tình yêu.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9851021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CDA37076-9B58-AABB-7271-632216F3E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a42a8b53c1_2_210">
            <a:extLst>
              <a:ext uri="{FF2B5EF4-FFF2-40B4-BE49-F238E27FC236}">
                <a16:creationId xmlns:a16="http://schemas.microsoft.com/office/drawing/2014/main" id="{2DD9042D-5BA4-F8A2-2961-0A9FCFFBB76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môi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906815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>
          <a:extLst>
            <a:ext uri="{FF2B5EF4-FFF2-40B4-BE49-F238E27FC236}">
              <a16:creationId xmlns:a16="http://schemas.microsoft.com/office/drawing/2014/main" id="{3D96B2A4-C0CC-0B6F-454D-757CE615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a42a8b53c1_2_215">
            <a:extLst>
              <a:ext uri="{FF2B5EF4-FFF2-40B4-BE49-F238E27FC236}">
                <a16:creationId xmlns:a16="http://schemas.microsoft.com/office/drawing/2014/main" id="{DDF603FB-23AD-0ACE-F591-EDC0B4D404E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nỗi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sầu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niềm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725362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>
          <a:extLst>
            <a:ext uri="{FF2B5EF4-FFF2-40B4-BE49-F238E27FC236}">
              <a16:creationId xmlns:a16="http://schemas.microsoft.com/office/drawing/2014/main" id="{DDA51435-40C8-5A30-BEFF-3DF978B2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42a8b53c1_2_220">
            <a:extLst>
              <a:ext uri="{FF2B5EF4-FFF2-40B4-BE49-F238E27FC236}">
                <a16:creationId xmlns:a16="http://schemas.microsoft.com/office/drawing/2014/main" id="{105ABABD-A46B-F082-AEC8-5328573B13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hết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4874662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>
          <a:extLst>
            <a:ext uri="{FF2B5EF4-FFF2-40B4-BE49-F238E27FC236}">
              <a16:creationId xmlns:a16="http://schemas.microsoft.com/office/drawing/2014/main" id="{4509DB04-338A-6F31-A37B-2B056766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42a8b53c1_2_220">
            <a:extLst>
              <a:ext uri="{FF2B5EF4-FFF2-40B4-BE49-F238E27FC236}">
                <a16:creationId xmlns:a16="http://schemas.microsoft.com/office/drawing/2014/main" id="{EDD89821-5A09-72BD-22AA-E0E8465CB6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tựa hương xa bay lên tòa Chúa bao la.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86953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201" descr="A golden chalice and a cross next to a boo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5782" b="984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20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20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0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1" name="Google Shape;1121;p205" descr="A golden chalice and a cross next to a boo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5782" b="984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a42a8b53c1_2_26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sz="4000" b="1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lang="en-US" sz="66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20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20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209" descr="A golden chalice and a cross next to a boo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5782" b="984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a42a8b53c1_2_272"/>
          <p:cNvSpPr txBox="1">
            <a:spLocks noGrp="1"/>
          </p:cNvSpPr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Hãy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nói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vói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những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kẻ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nhát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gan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: “Can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đảm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lên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đừng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sợ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! </a:t>
            </a:r>
            <a:endParaRPr sz="7200" b="1" dirty="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7" name="Google Shape;1147;g3a42a8b53c1_2_272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a42a8b53c1_2_28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Này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Thiên Chúa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chúng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ta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sẽ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ngự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đến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cứu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độ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chúng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ta.”</a:t>
            </a:r>
            <a:endParaRPr sz="8000" b="1" dirty="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212" descr="A gold chalice and two round objects on a plat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21"/>
            <a:ext cx="9144000" cy="5141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a42a8b53c1_2_28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</a:t>
            </a:r>
            <a:r>
              <a:rPr lang="en-US" sz="47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</a:t>
            </a:r>
            <a:br>
              <a:rPr lang="en-US" sz="4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</a:t>
            </a:r>
            <a:b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MÙA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VỌNG</a:t>
            </a:r>
            <a:br>
              <a:rPr lang="en-US" sz="4700" b="1" i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(Hoàn Vũ)</a:t>
            </a:r>
            <a:endParaRPr sz="4700" b="1" dirty="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42a8b53c1_2_29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trần gian con ngước trông lên Chúa ơi cầu xin hãy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a42a8b53c1_2_29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 Đấng Thiên Sai, Chúa ơi, nghe lời van thiết tha.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và đêm con vẫn van xin Chúa thương,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0D182142-B5B5-CDAB-2190-55DEF948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>
            <a:extLst>
              <a:ext uri="{FF2B5EF4-FFF2-40B4-BE49-F238E27FC236}">
                <a16:creationId xmlns:a16="http://schemas.microsoft.com/office/drawing/2014/main" id="{918B8CE1-A3EE-707B-94EA-2D5BCBBE422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ban ơn cứu rỗi yêu thương bốn phương, cho đoàn con ngóng chờ.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227858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a42a8b53c1_2_3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Xa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xôi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cõi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viếng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thăm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Chúa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hừng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đông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a42a8b53c1_2_31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 tan mờ tối. Qua bao tháng ngày, xin Chúa đoái thương,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a5c12958b4_0_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bao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>
          <a:extLst>
            <a:ext uri="{FF2B5EF4-FFF2-40B4-BE49-F238E27FC236}">
              <a16:creationId xmlns:a16="http://schemas.microsoft.com/office/drawing/2014/main" id="{B148FE8A-4F2E-EFF3-7647-C5526808A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42a8b53c1_2_291">
            <a:extLst>
              <a:ext uri="{FF2B5EF4-FFF2-40B4-BE49-F238E27FC236}">
                <a16:creationId xmlns:a16="http://schemas.microsoft.com/office/drawing/2014/main" id="{2EF91710-CE3A-DCE7-E58B-71F0F4FCF0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trần gian con ngước trông lên Chúa ơi cầu xin hãy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578617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>
          <a:extLst>
            <a:ext uri="{FF2B5EF4-FFF2-40B4-BE49-F238E27FC236}">
              <a16:creationId xmlns:a16="http://schemas.microsoft.com/office/drawing/2014/main" id="{15E47AA3-46F4-9AC2-2DAD-F87F1D7AD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a42a8b53c1_2_297">
            <a:extLst>
              <a:ext uri="{FF2B5EF4-FFF2-40B4-BE49-F238E27FC236}">
                <a16:creationId xmlns:a16="http://schemas.microsoft.com/office/drawing/2014/main" id="{44ECC75D-301F-F4AA-115D-A237DFCDFC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 Đấng Thiên Sai, Chúa ơi, nghe lời van thiết tha.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8471601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9C753174-D94B-8C81-96FF-061EBCCD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>
            <a:extLst>
              <a:ext uri="{FF2B5EF4-FFF2-40B4-BE49-F238E27FC236}">
                <a16:creationId xmlns:a16="http://schemas.microsoft.com/office/drawing/2014/main" id="{2C89F64C-410E-FC67-F6D2-B8AB383856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và đêm con vẫn van xin Chúa thương,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7218040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C7AEEF79-1115-C1B8-7A88-880057D88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>
            <a:extLst>
              <a:ext uri="{FF2B5EF4-FFF2-40B4-BE49-F238E27FC236}">
                <a16:creationId xmlns:a16="http://schemas.microsoft.com/office/drawing/2014/main" id="{3BD49672-5A9E-DA7B-C334-64D2AC41AA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ban ơn cứu rỗi yêu thương bốn phương, cho đoàn con ngóng chờ.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380019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>
          <a:extLst>
            <a:ext uri="{FF2B5EF4-FFF2-40B4-BE49-F238E27FC236}">
              <a16:creationId xmlns:a16="http://schemas.microsoft.com/office/drawing/2014/main" id="{29794751-9F11-2CF1-BA50-1D5CC9806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a42a8b53c1_2_312">
            <a:extLst>
              <a:ext uri="{FF2B5EF4-FFF2-40B4-BE49-F238E27FC236}">
                <a16:creationId xmlns:a16="http://schemas.microsoft.com/office/drawing/2014/main" id="{590EA78B-D860-E0EF-B792-F91155B47D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mưa xuống trần, mưa Đấng Cứu Tinh, phá mọi nghịch mưu xấu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xa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0320406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>
          <a:extLst>
            <a:ext uri="{FF2B5EF4-FFF2-40B4-BE49-F238E27FC236}">
              <a16:creationId xmlns:a16="http://schemas.microsoft.com/office/drawing/2014/main" id="{AA7C02F9-289C-966A-72E4-AD42FBCB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a42a8b53c1_2_317">
            <a:extLst>
              <a:ext uri="{FF2B5EF4-FFF2-40B4-BE49-F238E27FC236}">
                <a16:creationId xmlns:a16="http://schemas.microsoft.com/office/drawing/2014/main" id="{DD6FD1DF-3A7C-9CE8-876F-5B24E824B8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Xin ban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Chúa Chí Linh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7225558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1">
          <a:extLst>
            <a:ext uri="{FF2B5EF4-FFF2-40B4-BE49-F238E27FC236}">
              <a16:creationId xmlns:a16="http://schemas.microsoft.com/office/drawing/2014/main" id="{8E91B451-9614-5D7E-2ED3-F284E3AD6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a5c12958b4_0_20">
            <a:extLst>
              <a:ext uri="{FF2B5EF4-FFF2-40B4-BE49-F238E27FC236}">
                <a16:creationId xmlns:a16="http://schemas.microsoft.com/office/drawing/2014/main" id="{25EB4337-FF71-4D30-879F-7A5A7FC5F5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 lại tình thương thế gian Nước Trời. 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68809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>
          <a:extLst>
            <a:ext uri="{FF2B5EF4-FFF2-40B4-BE49-F238E27FC236}">
              <a16:creationId xmlns:a16="http://schemas.microsoft.com/office/drawing/2014/main" id="{1D430E1E-9A06-7EC1-5266-00AE65E0B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42a8b53c1_2_291">
            <a:extLst>
              <a:ext uri="{FF2B5EF4-FFF2-40B4-BE49-F238E27FC236}">
                <a16:creationId xmlns:a16="http://schemas.microsoft.com/office/drawing/2014/main" id="{78604D8A-72F4-ACF5-8C9A-B19810248E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trần gian con ngước trông lên Chúa ơi cầu xin hãy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8618305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>
          <a:extLst>
            <a:ext uri="{FF2B5EF4-FFF2-40B4-BE49-F238E27FC236}">
              <a16:creationId xmlns:a16="http://schemas.microsoft.com/office/drawing/2014/main" id="{670FDAE4-0B0D-B34D-F63B-0B052EDD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a42a8b53c1_2_297">
            <a:extLst>
              <a:ext uri="{FF2B5EF4-FFF2-40B4-BE49-F238E27FC236}">
                <a16:creationId xmlns:a16="http://schemas.microsoft.com/office/drawing/2014/main" id="{D71C7C0A-51B0-FBA6-11B7-FCBCF6AEC6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 Đấng Thiên Sai, Chúa ơi, nghe lời van thiết tha.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6806325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160E84C0-8504-F061-B740-34BC4BB3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>
            <a:extLst>
              <a:ext uri="{FF2B5EF4-FFF2-40B4-BE49-F238E27FC236}">
                <a16:creationId xmlns:a16="http://schemas.microsoft.com/office/drawing/2014/main" id="{BD0AE31E-F470-BAAA-B3B5-AD4A701F1E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và đêm con vẫn van xin Chúa thương,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4085134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EC4E77B0-96B6-FF7F-72BA-74D11CF6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>
            <a:extLst>
              <a:ext uri="{FF2B5EF4-FFF2-40B4-BE49-F238E27FC236}">
                <a16:creationId xmlns:a16="http://schemas.microsoft.com/office/drawing/2014/main" id="{BA39CBAD-D94A-EB06-E0C4-AA2F339099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ban ơn cứu rỗi yêu thương bốn phương, cho đoàn con ngóng chờ.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2249406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15D0D8D-7F5F-2321-B2F5-10A981122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F2299A18-7C1D-D8BB-DAB9-80204C648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27755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b026dfa84c_0_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47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</a:t>
            </a:r>
            <a:br>
              <a:rPr lang="en-US" sz="4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CAO</a:t>
            </a:r>
            <a:br>
              <a:rPr lang="en-US" sz="4700" b="1" i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(Duy Tân)</a:t>
            </a:r>
            <a:endParaRPr sz="4700" b="1" dirty="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b026dfa84c_0_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Trời cao, hãy đổ sương xuống. Và ngàn mây, hãy mưa Đấng chuộc tội.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b026dfa84c_0_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 cao, hãy đổ sương xuống. Và ngàn mây, hãy mưa Đấng cứu đời.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b026dfa84c_0_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Trong đêm u tối, chúng con mong ngày mau tới: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b026dfa84c_0_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8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mau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thấy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suối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b026dfa84c_0_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ôi, dừng cơn giận Chúa lại thôi. Chúa ôi, đoàn con đã hối tội rồi.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b026dfa84c_0_2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Trời cao, hãy đổ sương xuống. Và ngàn mây, hãy mưa Đấng chuộc tội.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b026dfa84c_0_2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 cao, hãy đổ sương xuống. Và ngàn mây, hãy mưa Đấng cứu đời.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B0481E3-C643-4EE2-4612-4F40549A9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5CC2F872-9D5A-D78D-1D79-293B208CC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866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3575</Words>
  <Application>Microsoft Office PowerPoint</Application>
  <PresentationFormat>On-screen Show (16:9)</PresentationFormat>
  <Paragraphs>272</Paragraphs>
  <Slides>225</Slides>
  <Notes>225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225</vt:i4>
      </vt:variant>
    </vt:vector>
  </HeadingPairs>
  <TitlesOfParts>
    <vt:vector size="230" baseType="lpstr">
      <vt:lpstr>Arial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NHẬP LỄ NÀO HỠI DÂN XI-ON (Lm. Mi Trầm)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ĐÁP CA THÁNH VỊNH 145 (Lm. Thái Nguyên) (03 câu)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All… All…  Thánh Thần Chúa ngự trên tôi,</vt:lpstr>
      <vt:lpstr>Người sai tôi đem Tin Mừng đến cho những người nghèo khó. All.. All..</vt:lpstr>
      <vt:lpstr>PowerPoint Presentation</vt:lpstr>
      <vt:lpstr>PowerPoint Presentation</vt:lpstr>
      <vt:lpstr>CT: Tôi tin kính một Thiên Chúa là Cha toàn năng.</vt:lpstr>
      <vt:lpstr>Đấng tạo thành trời đất muôn vật hữu hình và vô hình.</vt:lpstr>
      <vt:lpstr>Tôi tin kính một Chúa Giê-su Ki-tô Con Một Thiên Chúa,</vt:lpstr>
      <vt:lpstr>sinh bởi Đức Chúa Cha từ trước muôn đời.</vt:lpstr>
      <vt:lpstr>Người là Thiên Chúa bởi Thiên Chúa, Ánh Sáng bởi Ánh Sáng,</vt:lpstr>
      <vt:lpstr>Thiên Chúa thật bởi Thiên Chúa Thật Được sinh ra mà không phải được tạo thành, </vt:lpstr>
      <vt:lpstr>đồng bản thể với Đức Chúa Cha:nhờ Người mà muôn vật được tạo thành.</vt:lpstr>
      <vt:lpstr>Vì loài người chúng ta và để cứu độ chúng ta, Người đã từ trời xuống thế.</vt:lpstr>
      <vt:lpstr>Bởi phép Đức Chúa Thánh Thần Người đã nhập thể trong long Trinh Nữ Maria, và đã làm người.</vt:lpstr>
      <vt:lpstr>Người chịu đóng đinh vào thập giá vì chúng ta, Thời quan Phong-xi-ô Phi-la-tô; </vt:lpstr>
      <vt:lpstr>Người chịu khổ hình và mai táng, ngày thứ ba Người sống lại như lời Thánh Kinh.</vt:lpstr>
      <vt:lpstr>Người lên trời, ngự bên hữu Đức Chúa Cha, và Người sẽ lại đến trong vinh quang</vt:lpstr>
      <vt:lpstr>để phán xét kẻ sống và kẻ chết, Nước Người sẽ không bao giờ cùng.</vt:lpstr>
      <vt:lpstr>Tôi tinh kính Đức Chúa Thánh Thần là Thiên Chúa, và là Đấng ban sự sống,</vt:lpstr>
      <vt:lpstr>Người bởi Đức Chúa Cha và Đức Chúa Con mà ra.</vt:lpstr>
      <vt:lpstr>Người được phụng thờ và tôn vinh cùng với Đức Chúa Cha và Đức Chúa Con.</vt:lpstr>
      <vt:lpstr>Người đã dùng các Tiên tri mà phán dạy.</vt:lpstr>
      <vt:lpstr>Tôi tin Hội Thánh duy nhất, thánh thiện, công giáo và tông truyền.</vt:lpstr>
      <vt:lpstr>Tôi tuyên xưng có một Phép Rửa  để tha tội.</vt:lpstr>
      <vt:lpstr>Tôi trông đợi kẻ chết sống lại và sự sống đời sau. Amen.</vt:lpstr>
      <vt:lpstr>PowerPoint Presentation</vt:lpstr>
      <vt:lpstr>DÂNG LỄ TIẾN DÂNG LÊN (Phanxicô)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KINH THÁNH, THÁNH Thánh, Thánh, Thánh. Chúa là Thiên Chúa các đạo binh </vt:lpstr>
      <vt:lpstr>Trời đất đầy vinh quang Chúa. Hoan hô Chúa trên các tầng trời.</vt:lpstr>
      <vt:lpstr>Chúc tụng Đấng ngự đến nhân danh Chúa. Hoan hô Chúa trên các tầng trời.</vt:lpstr>
      <vt:lpstr>PowerPoint Presentation</vt:lpstr>
      <vt:lpstr> CHIÊN THIÊN CHÚA Lạy Chiên Thiên Chúa, Đấng xóa tội trần gian, xin thương xót chúng con. </vt:lpstr>
      <vt:lpstr>Lạy Chiên Thiên Chúa, Đấng xóa tội trần gian: xin thương xót chúng con.</vt:lpstr>
      <vt:lpstr>Lạy Chiên Thiên Chúa, Đấng xóa tội trần gian: xin ban bình an cho chúng con.</vt:lpstr>
      <vt:lpstr>PowerPoint Presentation</vt:lpstr>
      <vt:lpstr>Hãy nói vói những kẻ nhát gan: “Can đảm lên, đừng sợ! </vt:lpstr>
      <vt:lpstr>Này Thiên Chúa chúng ta sẽ ngự đến cứu độ chúng ta.”</vt:lpstr>
      <vt:lpstr>PowerPoint Presentation</vt:lpstr>
      <vt:lpstr>HIỆP LỄ NGUYỆN MÙA VỌNG (Hoàn Vũ)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KẾT LỄ TRỜI CAO (Duy Tân)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Lý Thanh Ngô</cp:lastModifiedBy>
  <cp:revision>25</cp:revision>
  <dcterms:created xsi:type="dcterms:W3CDTF">2023-01-29T22:00:16Z</dcterms:created>
  <dcterms:modified xsi:type="dcterms:W3CDTF">2025-12-13T04:08:03Z</dcterms:modified>
</cp:coreProperties>
</file>