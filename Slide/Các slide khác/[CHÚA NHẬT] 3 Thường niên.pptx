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3" roundtripDataSignature="AMtx7mhczMIY5ERUeVfT5+UHg1+Yf7kf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233" Type="http://customschemas.google.com/relationships/presentationmetadata" Target="metadata"/><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bbf7d17f7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bbf7d17f7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5c728cec8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5c728cec8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5c728cec8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5c728cec8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bbbf7d17f7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bbbf7d17f7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bbbf7d17f7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bbbf7d17f7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bbbf7d17f7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bbbf7d17f7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bbf7d17f7_0_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bbf7d17f7_0_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bbf7d17f7_0_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bbf7d17f7_0_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bbf7d17f7_0_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bbf7d17f7_0_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bbf7d17f7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bbf7d17f7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7" name="Google Shape;887;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bbbf7d17f7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2" name="Google Shape;892;g3bbbf7d17f7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bbbf7d17f7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g3bbbf7d17f7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bbbf7d17f7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bbbf7d17f7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bbbf7d17f7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3bbbf7d17f7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bbbf7d17f7_0_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bbbf7d17f7_0_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bbf7d17f7_0_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bbf7d17f7_0_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bbf7d17f7_0_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bbf7d17f7_0_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bbbf7d17f7_0_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g3bbbf7d17f7_0_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bbf7d17f7_0_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bbf7d17f7_0_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bbbf7d17f7_0_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bbbf7d17f7_0_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4" name="Google Shape;113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9" name="Google Shape;1139;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bbf7d17f7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bbf7d17f7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bbf7d17f7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bbf7d17f7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bbf7d17f7_0_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bbf7d17f7_0_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bbf7d17f7_0_1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bbf7d17f7_0_1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bbf7d17f7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bbf7d17f7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bbf7d17f7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bbf7d17f7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bbf7d17f7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bbf7d17f7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bbf7d17f7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bbbf7d17f7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3.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3.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3.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4.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bbf7d17f7_0_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TÔI MỪNG VUI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Kim Long</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Ðây Gia-Liêm, ta dừng chân ngắm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5c728cec8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Ðây Gia-Liêm thành đô luôn vững bền với tháng năm.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5c728cec8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người cùng mừng vui, dâng lễ vật ca tụng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mừng vui mỗi khi nghe nhủ rằng: Nào ta tiến lên đền thờ Thiên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Ðây Gia-Liêm, ta dừng chân ngắm cửa tiền đường. Ôi thành thánh vinh quang.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bbbf7d17f7_0_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bbbf7d17f7_0_9"/>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8" name="Google Shape;78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9" name="Google Shape;789;p133"/>
          <p:cNvSpPr/>
          <p:nvPr/>
        </p:nvSpPr>
        <p:spPr>
          <a:xfrm flipH="1" rot="10800000">
            <a:off x="-1733" y="0"/>
            <a:ext cx="6803134" cy="5143179"/>
          </a:xfrm>
          <a:prstGeom prst="rect">
            <a:avLst/>
          </a:prstGeom>
          <a:gradFill>
            <a:gsLst>
              <a:gs pos="0">
                <a:srgbClr val="000000">
                  <a:alpha val="49019"/>
                </a:srgbClr>
              </a:gs>
              <a:gs pos="8000">
                <a:srgbClr val="000000">
                  <a:alpha val="49019"/>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90" name="Google Shape;790;p133"/>
          <p:cNvSpPr/>
          <p:nvPr/>
        </p:nvSpPr>
        <p:spPr>
          <a:xfrm flipH="1" rot="-5400000">
            <a:off x="2737118" y="-1264380"/>
            <a:ext cx="3670923" cy="9145160"/>
          </a:xfrm>
          <a:prstGeom prst="rect">
            <a:avLst/>
          </a:prstGeom>
          <a:gradFill>
            <a:gsLst>
              <a:gs pos="0">
                <a:srgbClr val="9CC2E5">
                  <a:alpha val="0"/>
                </a:srgbClr>
              </a:gs>
              <a:gs pos="100000">
                <a:srgbClr val="000000">
                  <a:alpha val="43137"/>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1" name="Google Shape;791;p13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26</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là triều thiên ánh sáng và là Đấng cứu độ tôi, tôi còn sợ ai trong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Đấng hộ phù tôi, chở che tôi như thành luỹ, đời tôi đâu có sợ gì.</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là sự sáng, là Đấng cứu độ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bbbf7d17f7_0_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tình yêu niềm vui của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Có một điều tôi xin Chúa, một điều tôi kiếm tìm luôn,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đó là được trong nhà Ngài, mến yêu Chúa trót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hầu hưởng sự êm đềm Chúa, và chiêm ngưỡng thánh nhan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bbf7d17f7_0_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là sự sáng, là Đấng cứu độ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bbf7d17f7_0_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tình yêu niềm vui của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Với niềm thành tin kêu khấn, nguyện Ngài thương xót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nhận lời cầu xin thiết tha,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gói trọn tất cả tình yêu, và lòng tôi luôn tự nhủ: hãy luôn tìm kiếm nhan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bbf7d17f7_0_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Chúa là sự sáng, là Đấng cứu độ đời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bbf7d17f7_0_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là tình yêu niềm vui của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0" name="Shape 870"/>
        <p:cNvGrpSpPr/>
        <p:nvPr/>
      </p:nvGrpSpPr>
      <p:grpSpPr>
        <a:xfrm>
          <a:off x="0" y="0"/>
          <a:ext cx="0" cy="0"/>
          <a:chOff x="0" y="0"/>
          <a:chExt cx="0" cy="0"/>
        </a:xfrm>
      </p:grpSpPr>
      <p:sp>
        <p:nvSpPr>
          <p:cNvPr id="871" name="Google Shape;87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2" name="Google Shape;872;p155"/>
          <p:cNvPicPr preferRelativeResize="0"/>
          <p:nvPr/>
        </p:nvPicPr>
        <p:blipFill>
          <a:blip r:embed="rId3">
            <a:alphaModFix/>
          </a:blip>
          <a:stretch>
            <a:fillRect/>
          </a:stretch>
        </p:blipFill>
        <p:spPr>
          <a:xfrm>
            <a:off x="0" y="0"/>
            <a:ext cx="9141701" cy="5142217"/>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Chúa Giê-su rao giảng Tin Mừng Nước Trời </a:t>
            </a:r>
            <a:endParaRPr b="1" sz="8000">
              <a:solidFill>
                <a:schemeClr val="lt1"/>
              </a:solidFill>
              <a:latin typeface="Times"/>
              <a:ea typeface="Times"/>
              <a:cs typeface="Times"/>
              <a:sym typeface="Times"/>
            </a:endParaRPr>
          </a:p>
        </p:txBody>
      </p:sp>
      <p:sp>
        <p:nvSpPr>
          <p:cNvPr id="879" name="Google Shape;87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chữa lành mọi vết thương đem lại sự sống mới.</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pic>
        <p:nvPicPr>
          <p:cNvPr id="889" name="Google Shape;889;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pic>
        <p:nvPicPr>
          <p:cNvPr id="894" name="Google Shape;894;g3bbbf7d17f7_0_13"/>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0" name="Google Shape;900;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pic>
        <p:nvPicPr>
          <p:cNvPr id="1000" name="Google Shape;1000;g3bbbf7d17f7_0_17"/>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CHÚA TRỜI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dâng Chúa Trời lúa thơm, nho chín đỏ,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Cây xanh, hoa đẹp, trái ngon, cả hương lòng đang thắm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bbbf7d17f7_0_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Dâng dâng tháng ngày thế gian luôn biến đổi,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3bbbf7d17f7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Hoa xuân, mưa hạ, gió thu, một năm buồn vui mấy mùa.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bbbf7d17f7_0_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bbf7d17f7_0_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bbf7d17f7_0_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Dâng dâng kiếp người ví như con suối nhỏ,</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bbbf7d17f7_0_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Lênh đênh trôi về biển khơi, nguyện mong sạch trong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bbf7d17f7_0_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dâng lên Chúa đây nắng úa với đây mưa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bbbf7d17f7_0_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Kính dâng Ngài trót cuộc đời, ước mong hoài thắm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pic>
        <p:nvPicPr>
          <p:cNvPr descr="A golden chalice and a cross next to a book&#10;&#10;AI-generated content may be incorrect." id="1070" name="Google Shape;107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pic>
        <p:nvPicPr>
          <p:cNvPr descr="A golden chalice and a cross next to a book&#10;&#10;AI-generated content may be incorrect." id="1090" name="Google Shape;109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pic>
        <p:nvPicPr>
          <p:cNvPr descr="A golden chalice and a cross next to a book&#10;&#10;AI-generated content may be incorrect." id="1110" name="Google Shape;111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Các bạn hãy nhìn về Chúa, thì các bạn sẽ vui tươi, và sẽ không hổ ngươi bẽ mặt.</a:t>
            </a:r>
            <a:endParaRPr b="1" sz="7200">
              <a:solidFill>
                <a:schemeClr val="lt1"/>
              </a:solidFill>
              <a:latin typeface="Times"/>
              <a:ea typeface="Times"/>
              <a:cs typeface="Times"/>
              <a:sym typeface="Times"/>
            </a:endParaRPr>
          </a:p>
        </p:txBody>
      </p:sp>
      <p:sp>
        <p:nvSpPr>
          <p:cNvPr id="1116" name="Google Shape;111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pic>
        <p:nvPicPr>
          <p:cNvPr descr="A gold chalice and two round objects on a plate&#10;&#10;AI-generated content may be incorrect." id="1121" name="Google Shape;112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CHÍNH NHỜ</a:t>
            </a:r>
            <a:r>
              <a:rPr b="1" lang="en-US" sz="6700">
                <a:solidFill>
                  <a:srgbClr val="FFFF00"/>
                </a:solidFill>
                <a:latin typeface="Times New Roman"/>
                <a:ea typeface="Times New Roman"/>
                <a:cs typeface="Times New Roman"/>
                <a:sym typeface="Times New Roman"/>
              </a:rPr>
              <a:t> NGÀI</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Lm. Nguyễn Duy</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Chúa chấp nhận cuộc sống của con </a:t>
            </a:r>
            <a:r>
              <a:rPr b="1" lang="en-US" sz="7500">
                <a:solidFill>
                  <a:schemeClr val="lt1"/>
                </a:solidFill>
                <a:latin typeface="Times New Roman"/>
                <a:ea typeface="Times New Roman"/>
                <a:cs typeface="Times New Roman"/>
                <a:sym typeface="Times New Roman"/>
              </a:rPr>
              <a:t>nên Ngài đã đến với con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sống kiếp con người giữa nơi cuộc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Những bước đường Ngài dắt dìu con cho hạnh phúc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không tan biến đâu Chúa đã gọi mời giết chết đơn côi.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muốn nhận cuộc sống của con nâng tay con Ngài dìu từng bước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luôn đợi chờ đổi trao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Phút cảm động lệ vỡ tràn mi ôi thân con diệu huyền như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con không hiểu vì Ngài thương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Chúa muốn chọn cuộc sống của con để đời con dõi bước theo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sống chết cho Ngài hiến dâng trọn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bbf7d17f7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Thánh giá Ngài đường hướng đời con những lần con đau thương đắng cay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bbf7d17f7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thánh giá của Ngài thắp sáng tâm tư.</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bbf7d17f7_0_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muốn nhận cuộc sống của con nâng tay con Ngài dìu từng bước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bbf7d17f7_0_1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luôn đợi chờ đổi trao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bbf7d17f7_0_1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Phút cảm động lệ vỡ tràn mi ôi thân con diệu huyền như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bbf7d17f7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chính con không hiểu vì Ngài thương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pic>
        <p:nvPicPr>
          <p:cNvPr id="1211" name="Google Shape;1211;g3bbbf7d17f7_0_25"/>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CHA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HÃY CHO</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(Bài ca hiệp nhất)</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FF"/>
                </a:solidFill>
                <a:latin typeface="Times New Roman"/>
                <a:ea typeface="Times New Roman"/>
                <a:cs typeface="Times New Roman"/>
                <a:sym typeface="Times New Roman"/>
              </a:rPr>
              <a:t>Lạy Cha xin hãy cho mọi người hiệp nhất nên một,</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 Cha ở trong con và như con ở trong Cha.</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Xin Cha cho mọi người nên một trong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hầu cho thế gian tin rằng Cha đã sai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pic>
        <p:nvPicPr>
          <p:cNvPr id="1241" name="Google Shape;1241;g3bbbf7d17f7_0_21"/>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