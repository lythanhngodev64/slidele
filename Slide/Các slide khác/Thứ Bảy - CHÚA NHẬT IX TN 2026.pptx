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71.xml"/>
  <Override ContentType="application/vnd.openxmlformats-officedocument.presentationml.notesSlide+xml" PartName="/ppt/notesSlides/notesSlide18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0.xml"/>
  <Override ContentType="application/vnd.openxmlformats-officedocument.presentationml.notesSlide+xml" PartName="/ppt/notesSlides/notesSlide46.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174.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179.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83.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81.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notesSlide+xml" PartName="/ppt/notesSlides/notesSlide188.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184.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178.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180.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181.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18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71.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194" roundtripDataSignature="AMtx7mhc3XjNP8XrgmzvG84NjkDxxPlf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customschemas.google.com/relationships/presentationmetadata" Target="metadata"/><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e5a0c7ab5b_0_3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e5a0c7ab5b_0_3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e27e67361b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e27e67361b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be9254b0cc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be9254b0cc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e9ce9eb37a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e9ce9eb37a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e27e67361b_1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e27e67361b_1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e27e67361b_1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e27e67361b_1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e5a0c7ab5b_0_3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e5a0c7ab5b_0_3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63" name="Google Shape;56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69" name="Google Shape;56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75" name="Google Shape;57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1" name="Google Shape;58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7" name="Google Shape;58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3" name="Google Shape;59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9" name="Google Shape;59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5" name="Google Shape;60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1" name="Google Shape;61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7" name="Google Shape;61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3" name="Google Shape;62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9" name="Google Shape;62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5" name="Google Shape;63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e5a0c7ab5b_0_3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g3e5a0c7ab5b_0_3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6e2da66e2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e6e2da66e2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e5a0c7ab5b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e5a0c7ab5b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e26ec1f821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e26ec1f821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e5a0c7ab5b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e5a0c7ab5b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e9ce9eb37a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e9ce9eb37a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e5a0c7ab5b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e5a0c7ab5b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e5a0c7ab5b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e5a0c7ab5b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e5a0c7ab5b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e5a0c7ab5b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2" name="Google Shape;71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3" name="Google Shape;71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9" name="Google Shape;71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4" name="Google Shape;72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e5a0c7ab5b_0_3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9" name="Google Shape;729;g3e5a0c7ab5b_0_3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4" name="Google Shape;73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0" name="Google Shape;74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5" name="Google Shape;74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0" name="Google Shape;75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5" name="Google Shape;75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0" name="Google Shape;76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5" name="Google Shape;76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3e5a0c7ab5b_0_3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g3e5a0c7ab5b_0_3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e5a0c7ab5b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g3e5a0c7ab5b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3e5a0c7ab5b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g3e5a0c7ab5b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e5a0c7ab5b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g3e5a0c7ab5b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e5a0c7ab5b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g3e5a0c7ab5b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e5a0c7ab5b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g3e5a0c7ab5b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e5a0c7ab5b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g3e5a0c7ab5b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e5a0c7ab5b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g3e5a0c7ab5b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e5a0c7ab5b_0_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g3e5a0c7ab5b_0_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e5a0c7ab5b_0_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g3e5a0c7ab5b_0_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e5a0c7ab5b_0_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g3e5a0c7ab5b_0_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e5a0c7ab5b_0_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g3e5a0c7ab5b_0_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e5a0c7ab5b_0_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g3e5a0c7ab5b_0_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e5a0c7ab5b_0_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g3e5a0c7ab5b_0_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6" name="Google Shape;956;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1" name="Google Shape;961;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6" name="Google Shape;966;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1" name="Google Shape;971;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3dd33158570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6" name="Google Shape;976;g3dd33158570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3e9ce9eb37a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1" name="Google Shape;981;g3e9ce9eb37a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3d89366497e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6" name="Google Shape;986;g3d89366497e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d89366497e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1" name="Google Shape;991;g3d89366497e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e5a0c7ab5b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g3e5a0c7ab5b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e5a0c7ab5b_0_3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1" name="Google Shape;1001;g3e5a0c7ab5b_0_3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e5a0c7ab5b_0_1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6" name="Google Shape;1006;g3e5a0c7ab5b_0_1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e5a0c7ab5b_0_1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1" name="Google Shape;1011;g3e5a0c7ab5b_0_1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e5a0c7ab5b_0_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g3e5a0c7ab5b_0_1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e5a0c7ab5b_0_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g3e5a0c7ab5b_0_1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e5a0c7ab5b_0_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g3e5a0c7ab5b_0_1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e5a0c7ab5b_0_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g3e5a0c7ab5b_0_1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e5a0c7ab5b_0_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g3e5a0c7ab5b_0_1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e5a1c3509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g3e5a1c3509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4.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image" Target="../media/image3.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3" Type="http://schemas.openxmlformats.org/officeDocument/2006/relationships/image" Target="../media/image5.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image" Target="../media/image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 Id="rId3" Type="http://schemas.openxmlformats.org/officeDocument/2006/relationships/image" Target="../media/image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 Id="rId3" Type="http://schemas.openxmlformats.org/officeDocument/2006/relationships/image" Target="../media/image2.jp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 Id="rId3" Type="http://schemas.openxmlformats.org/officeDocument/2006/relationships/image" Target="../media/image2.jp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2.jp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2.jp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g3e5a0c7ab5b_0_348"/>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VINH QUANG CHÚA</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(Nam Hoa)</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Trời xanh ơi hỡi trời xanh, hãy thuật lại vinh quang của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e27e67361b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Từng không vút cao muôn trùng, hãy loan truyền những việc Người làm.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be9254b0cc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Ngày và đêm hãy truyền nhau những kỳ công siêu việt bao la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e9ce9eb37a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Chúa đã thương ban cho đời, làm bằng chứng tình yêu quang lâm.</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e27e67361b_1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Vinh quang Chúa chói ngời, Vinh quang Chúa cao vời, con tin kính tôn thờ mình Ngài.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e27e67361b_1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600">
                <a:solidFill>
                  <a:schemeClr val="lt1"/>
                </a:solidFill>
                <a:latin typeface="Times New Roman"/>
                <a:ea typeface="Times New Roman"/>
                <a:cs typeface="Times New Roman"/>
                <a:sym typeface="Times New Roman"/>
              </a:rPr>
              <a:t>Tôn vinh Chúa muôn loài, tri ân Chúa muôn đời. Có ai uy quyền bằng Thiên Chúa Ba Ngôi?</a:t>
            </a:r>
            <a:endParaRPr b="1" sz="66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pic>
        <p:nvPicPr>
          <p:cNvPr id="553" name="Google Shape;553;g3e5a0c7ab5b_0_352"/>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59" name="Google Shape;55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0" name="Shape 570"/>
        <p:cNvGrpSpPr/>
        <p:nvPr/>
      </p:nvGrpSpPr>
      <p:grpSpPr>
        <a:xfrm>
          <a:off x="0" y="0"/>
          <a:ext cx="0" cy="0"/>
          <a:chOff x="0" y="0"/>
          <a:chExt cx="0" cy="0"/>
        </a:xfrm>
      </p:grpSpPr>
      <p:sp>
        <p:nvSpPr>
          <p:cNvPr id="571" name="Google Shape;57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id="642" name="Google Shape;642;g3e5a0c7ab5b_0_356"/>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6" name="Shape 646"/>
        <p:cNvGrpSpPr/>
        <p:nvPr/>
      </p:nvGrpSpPr>
      <p:grpSpPr>
        <a:xfrm>
          <a:off x="0" y="0"/>
          <a:ext cx="0" cy="0"/>
          <a:chOff x="0" y="0"/>
          <a:chExt cx="0" cy="0"/>
        </a:xfrm>
      </p:grpSpPr>
      <p:sp>
        <p:nvSpPr>
          <p:cNvPr id="647" name="Google Shape;64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48" name="Google Shape;648;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ĐANIEL 3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(Chúa Ba Ngôi A)</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(05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Chúc tụng Thiên Chúa của cha ông chúng tôi.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lời ca ngợi chúc vinh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e6e2da66e2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Chúc tụng Danh Thánh ngàn vinh quang khắp nơi.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e5a0c7ab5b_0_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lời ca ngợi chúc vinh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e26ec1f821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Chúc tụng Thiên Chúa ngàn thiên binh hiển vinh.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e5a0c7ab5b_0_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lời ca ngợi chúc vinh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e9ce9eb37a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4. </a:t>
            </a:r>
            <a:r>
              <a:rPr b="1" lang="en-US" sz="7500">
                <a:solidFill>
                  <a:schemeClr val="lt1"/>
                </a:solidFill>
                <a:latin typeface="Times New Roman"/>
                <a:ea typeface="Times New Roman"/>
                <a:cs typeface="Times New Roman"/>
                <a:sym typeface="Times New Roman"/>
              </a:rPr>
              <a:t>Chúc tụng Đức Chúa là Thiên Chúa chí tôn.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e5a0c7ab5b_0_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lời ca ngợi chúc vinh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e5a0c7ab5b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5. </a:t>
            </a:r>
            <a:r>
              <a:rPr b="1" lang="en-US" sz="7500">
                <a:solidFill>
                  <a:schemeClr val="lt1"/>
                </a:solidFill>
                <a:latin typeface="Times New Roman"/>
                <a:ea typeface="Times New Roman"/>
                <a:cs typeface="Times New Roman"/>
                <a:sym typeface="Times New Roman"/>
              </a:rPr>
              <a:t>Chúc tụng Thiên Chúa nguồn vinh quang chúng sinh.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e5a0c7ab5b_0_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lời ca ngợi chúc vinh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7" name="Shape 707"/>
        <p:cNvGrpSpPr/>
        <p:nvPr/>
      </p:nvGrpSpPr>
      <p:grpSpPr>
        <a:xfrm>
          <a:off x="0" y="0"/>
          <a:ext cx="0" cy="0"/>
          <a:chOff x="0" y="0"/>
          <a:chExt cx="0" cy="0"/>
        </a:xfrm>
      </p:grpSpPr>
      <p:sp>
        <p:nvSpPr>
          <p:cNvPr id="708" name="Google Shape;70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09" name="Google Shape;709;g3d89366497e_0_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New Roman"/>
                <a:ea typeface="Times New Roman"/>
                <a:cs typeface="Times New Roman"/>
                <a:sym typeface="Times New Roman"/>
              </a:rPr>
              <a:t>All… All…</a:t>
            </a:r>
            <a:r>
              <a:rPr b="1" i="1" lang="en-US" sz="7500">
                <a:solidFill>
                  <a:srgbClr val="EE0000"/>
                </a:solidFill>
                <a:latin typeface="Times New Roman"/>
                <a:ea typeface="Times New Roman"/>
                <a:cs typeface="Times New Roman"/>
                <a:sym typeface="Times New Roman"/>
              </a:rPr>
              <a:t> </a:t>
            </a:r>
            <a:br>
              <a:rPr b="1" i="1" lang="en-US" sz="7700">
                <a:solidFill>
                  <a:srgbClr val="EE0000"/>
                </a:solidFill>
                <a:latin typeface="Times New Roman"/>
                <a:ea typeface="Times New Roman"/>
                <a:cs typeface="Times New Roman"/>
                <a:sym typeface="Times New Roman"/>
              </a:rPr>
            </a:br>
            <a:r>
              <a:rPr b="1" lang="en-US" sz="6300">
                <a:solidFill>
                  <a:schemeClr val="lt1"/>
                </a:solidFill>
                <a:latin typeface="Times New Roman"/>
                <a:ea typeface="Times New Roman"/>
                <a:cs typeface="Times New Roman"/>
                <a:sym typeface="Times New Roman"/>
              </a:rPr>
              <a:t>Sáng danh Đức Chúa Cha và Đức Chúa Con, và Đức Chúa Thánh Thần.</a:t>
            </a:r>
            <a:endParaRPr b="1" sz="6300">
              <a:solidFill>
                <a:schemeClr val="lt1"/>
              </a:solidFill>
              <a:latin typeface="Times New Roman"/>
              <a:ea typeface="Times New Roman"/>
              <a:cs typeface="Times New Roman"/>
              <a:sym typeface="Times New Roman"/>
            </a:endParaRPr>
          </a:p>
        </p:txBody>
      </p:sp>
      <p:sp>
        <p:nvSpPr>
          <p:cNvPr id="716" name="Google Shape;71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500">
                <a:solidFill>
                  <a:schemeClr val="lt1"/>
                </a:solidFill>
                <a:latin typeface="Times New Roman"/>
                <a:ea typeface="Times New Roman"/>
                <a:cs typeface="Times New Roman"/>
                <a:sym typeface="Times New Roman"/>
              </a:rPr>
              <a:t>Sáng danh Thiên Chúa Đấng hằng có từ ngàn xưa đến muôn ngàn đời. </a:t>
            </a:r>
            <a:r>
              <a:rPr b="1" i="1" lang="en-US" sz="6500">
                <a:solidFill>
                  <a:srgbClr val="FFFF00"/>
                </a:solidFill>
                <a:latin typeface="Times New Roman"/>
                <a:ea typeface="Times New Roman"/>
                <a:cs typeface="Times New Roman"/>
                <a:sym typeface="Times New Roman"/>
              </a:rPr>
              <a:t>All.. All..</a:t>
            </a:r>
            <a:endParaRPr b="1" sz="6500">
              <a:solidFill>
                <a:srgbClr val="FFFF00"/>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pic>
        <p:nvPicPr>
          <p:cNvPr id="726" name="Google Shape;726;g3baa6357486_0_13"/>
          <p:cNvPicPr preferRelativeResize="0"/>
          <p:nvPr/>
        </p:nvPicPr>
        <p:blipFill rotWithShape="1">
          <a:blip r:embed="rId3">
            <a:alphaModFix/>
          </a:blip>
          <a:srcRect b="0" l="0" r="0" t="0"/>
          <a:stretch/>
        </p:blipFill>
        <p:spPr>
          <a:xfrm>
            <a:off x="0" y="0"/>
            <a:ext cx="9144000" cy="5143505"/>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pic>
        <p:nvPicPr>
          <p:cNvPr id="731" name="Google Shape;731;g3e5a0c7ab5b_0_360"/>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37" name="Google Shape;73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tinh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pic>
        <p:nvPicPr>
          <p:cNvPr id="837" name="Google Shape;837;g3e5a0c7ab5b_0_364"/>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g3e5a0c7ab5b_0_21"/>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DÂNG CHÚA TRỜI</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(Phanxicô)</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g3e5a0c7ab5b_0_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Dâng dâng Chúa Trời lúa thơm, nho chín đỏ,</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g3e5a0c7ab5b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Cây xanh, hoa đẹp, trái ngon, cả hương lòng đang thắm nồng.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g3e5a0c7ab5b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Dâng dâng lên Chúa đây nắng úa với đây mưa hồng.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g3e5a0c7ab5b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Kính dâng Ngài trót cuộc đời, ước mong hoài thắm tươi.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g3e5a0c7ab5b_0_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Dâng dâng tháng ngày thế gian luôn biến đổi,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g3e5a0c7ab5b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Hoa xuân, mưa hạ, gió thu, một năm buồn vui mấy mùa.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g3e5a0c7ab5b_0_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Dâng dâng lên Chúa đây nắng úa với đây mưa hồng.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g3e5a0c7ab5b_0_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Kính dâng Ngài trót cuộc đời, ước mong hoài thắm tươi.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g3e5a0c7ab5b_0_5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Dâng dâng kiếp người ví như con suối nhỏ,</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g3e5a0c7ab5b_0_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Lênh đênh trôi về biển khơi, nguyện mong sạch trong suốt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g3e5a0c7ab5b_0_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Dâng dâng lên Chúa đây nắng úa với đây mưa hồng.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g3e5a0c7ab5b_0_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Kính dâng Ngài trót cuộc đời, ước mong hoài thắm tươi.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pic>
        <p:nvPicPr>
          <p:cNvPr id="907" name="Google Shape;90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pic>
        <p:nvPicPr>
          <p:cNvPr id="927" name="Google Shape;92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pic>
        <p:nvPicPr>
          <p:cNvPr id="947" name="Google Shape;94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g3e9ce9eb37a_0_183"/>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000">
                <a:solidFill>
                  <a:schemeClr val="lt1"/>
                </a:solidFill>
                <a:latin typeface="Times New Roman"/>
                <a:ea typeface="Times New Roman"/>
                <a:cs typeface="Times New Roman"/>
                <a:sym typeface="Times New Roman"/>
              </a:rPr>
              <a:t>Vì anh em được làm con cái, nên Thiên Chúa đã sai Thánh Thần của Con Chúa</a:t>
            </a:r>
            <a:endParaRPr b="1" sz="7000">
              <a:solidFill>
                <a:schemeClr val="lt1"/>
              </a:solidFill>
              <a:latin typeface="Times New Roman"/>
              <a:ea typeface="Times New Roman"/>
              <a:cs typeface="Times New Roman"/>
              <a:sym typeface="Times New Roman"/>
            </a:endParaRPr>
          </a:p>
        </p:txBody>
      </p:sp>
      <p:sp>
        <p:nvSpPr>
          <p:cNvPr id="953" name="Google Shape;953;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g3a42a8b53c1_2_27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000">
                <a:solidFill>
                  <a:schemeClr val="lt1"/>
                </a:solidFill>
                <a:latin typeface="Times New Roman"/>
                <a:ea typeface="Times New Roman"/>
                <a:cs typeface="Times New Roman"/>
                <a:sym typeface="Times New Roman"/>
              </a:rPr>
              <a:t>vào tâm hồn chúng ta, mà kêu lên rằng: Abba, nghĩa là </a:t>
            </a:r>
            <a:br>
              <a:rPr b="1" lang="en-US" sz="7000">
                <a:solidFill>
                  <a:schemeClr val="lt1"/>
                </a:solidFill>
                <a:latin typeface="Times New Roman"/>
                <a:ea typeface="Times New Roman"/>
                <a:cs typeface="Times New Roman"/>
                <a:sym typeface="Times New Roman"/>
              </a:rPr>
            </a:br>
            <a:r>
              <a:rPr b="1" lang="en-US" sz="7000">
                <a:solidFill>
                  <a:schemeClr val="lt1"/>
                </a:solidFill>
                <a:latin typeface="Times New Roman"/>
                <a:ea typeface="Times New Roman"/>
                <a:cs typeface="Times New Roman"/>
                <a:sym typeface="Times New Roman"/>
              </a:rPr>
              <a:t>									“Lạy Cha”.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pic>
        <p:nvPicPr>
          <p:cNvPr id="963" name="Google Shape;963;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CÁT BIỂN</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SAO TRỜI</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(Phanxicô)</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 </a:t>
            </a:r>
            <a:r>
              <a:rPr b="1" lang="en-US" sz="6800">
                <a:solidFill>
                  <a:schemeClr val="lt1"/>
                </a:solidFill>
                <a:latin typeface="Times New Roman"/>
                <a:ea typeface="Times New Roman"/>
                <a:cs typeface="Times New Roman"/>
                <a:sym typeface="Times New Roman"/>
              </a:rPr>
              <a:t>Hãy đếm tinh tú trên trời mà biết ơn Người cho đời và xem cát biển để hiểu người thương ta.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g3dd33158570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Người thương ta muôn ngàn năm rất xa, thuở muôn loài chưa thành trong cõi đời.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g3e9ce9eb37a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Chính Người mở cho ta, đất trời biển bao la.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g3d89366497e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Người thương ta tháng năm qua tình vẫn bao la, đến muôn đời tình chẳng phai nhòa,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g3d89366497e_0_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Người thương ta như mùa xuân mãi ươm hoa. Nguyện dâng Cha trái tim con tình nghĩa phôi pha,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g3e5a0c7ab5b_0_1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muốn đáp đền nào có chi đền thì xin theo muôn lối mở tình yêu.</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pic>
        <p:nvPicPr>
          <p:cNvPr id="1003" name="Google Shape;1003;g3e5a0c7ab5b_0_368"/>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g3e5a0c7ab5b_0_15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DÂNG VỀ MẸ</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Kim Long)</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g3e5a0c7ab5b_0_15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ĐK.</a:t>
            </a:r>
            <a:r>
              <a:rPr b="1" lang="en-US" sz="8000">
                <a:solidFill>
                  <a:srgbClr val="FFFFFF"/>
                </a:solidFill>
                <a:latin typeface="Times New Roman"/>
                <a:ea typeface="Times New Roman"/>
                <a:cs typeface="Times New Roman"/>
                <a:sym typeface="Times New Roman"/>
              </a:rPr>
              <a:t> Con dâng về Mẹ một niềm tin yêu bao la, Một lòng cậy trông vàng đá.</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g3e5a0c7ab5b_0_1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Dâng lên Mẹ lời kinh như áng hương trời. Diệu huyền tỏa bay nơi nơi.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g3e5a0c7ab5b_0_1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00"/>
                </a:solidFill>
                <a:latin typeface="Times New Roman"/>
                <a:ea typeface="Times New Roman"/>
                <a:cs typeface="Times New Roman"/>
                <a:sym typeface="Times New Roman"/>
              </a:rPr>
              <a:t>1.</a:t>
            </a:r>
            <a:r>
              <a:rPr b="1" lang="en-US" sz="8000">
                <a:solidFill>
                  <a:schemeClr val="lt1"/>
                </a:solidFill>
                <a:latin typeface="Times New Roman"/>
                <a:ea typeface="Times New Roman"/>
                <a:cs typeface="Times New Roman"/>
                <a:sym typeface="Times New Roman"/>
              </a:rPr>
              <a:t> Con dâng về Mẹ: Trọn cuộc đời nơi khóc than,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g3e5a0c7ab5b_0_1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Đường đời nguy nan Mẹ nâng đỡ cho vẹn toàn.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g3e5a0c7ab5b_0_1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ĐK.</a:t>
            </a:r>
            <a:r>
              <a:rPr b="1" lang="en-US" sz="8000">
                <a:solidFill>
                  <a:srgbClr val="FFFFFF"/>
                </a:solidFill>
                <a:latin typeface="Times New Roman"/>
                <a:ea typeface="Times New Roman"/>
                <a:cs typeface="Times New Roman"/>
                <a:sym typeface="Times New Roman"/>
              </a:rPr>
              <a:t> Con dâng về Mẹ một niềm tin yêu bao la, Một lòng cậy trông vàng đá.</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g3e5a0c7ab5b_0_1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Dâng lên Mẹ lời kinh như áng hương trời. Diệu huyền tỏa bay nơi nơi.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pic>
        <p:nvPicPr>
          <p:cNvPr id="1043" name="Google Shape;1043;g3e5a1c35096_0_0" title="ChatGPT Image 13_43_18 24 thg 4, 2026.png"/>
          <p:cNvPicPr preferRelativeResize="0"/>
          <p:nvPr/>
        </p:nvPicPr>
        <p:blipFill rotWithShape="1">
          <a:blip r:embed="rId3">
            <a:alphaModFix/>
          </a:blip>
          <a:srcRect b="0" l="0" r="0" t="0"/>
          <a:stretch/>
        </p:blipFill>
        <p:spPr>
          <a:xfrm>
            <a:off x="0" y="0"/>
            <a:ext cx="9144001" cy="514624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