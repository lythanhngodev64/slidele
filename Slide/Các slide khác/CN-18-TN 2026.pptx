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1" roundtripDataSignature="AMtx7miQPcX/h74+8Getsa8AVUnyszFf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customschemas.google.com/relationships/presentationmetadata" Target="metadata"/><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610669853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610669853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95afb83f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95afb83f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95afb83f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95afb83f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61066985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61066985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610669853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610669853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8" name="Google Shape;7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4" name="Google Shape;7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0" name="Google Shape;7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6" name="Google Shape;7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2" name="Google Shape;7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4" name="Google Shape;7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f610669853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f610669853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61066985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61066985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61066985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61066985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f610669853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f610669853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f610669853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f610669853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95afb83fa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95afb83fa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95afb83fa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95afb83fa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61066985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61066985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61066985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61066985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61066985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61066985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61066985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61066985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61066985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61066985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61066985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61066985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61066985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61066985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61066985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61066985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618189ee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618189ee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61066985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61066985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61066985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61066985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61066985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61066985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61066985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61066985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61066985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61066985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61066985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61066985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61066985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61066985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61066985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61066985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610669853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610669853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61066985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61066985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610669853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610669853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5.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3.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jp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3.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5.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610669853_0_8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CHUNG MỘT</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NIỀM TIN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Đỗ Vi Hạ</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Chung một niềm tin chúng con sum họp về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Quanh bàn thờ Cha dâng lên lời kinh thánh 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Cám tạ hồng ân Cha đã rộng ban (hằng ban)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Giữ gìn hồn thơ trong trắng như cành huệ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95afb83f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Al-le-lu-ia.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Al-le-lu-ia. Bao uy quyền vinh dự thuộc về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95afb83f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Khắp thế giới muôn người, khắp trái đất muôn loài,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61066985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Hãy ca ngợi tình Người chan hòa ngàn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g3f610669853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4" name="Google Shape;70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5" name="Shape 715"/>
        <p:cNvGrpSpPr/>
        <p:nvPr/>
      </p:nvGrpSpPr>
      <p:grpSpPr>
        <a:xfrm>
          <a:off x="0" y="0"/>
          <a:ext cx="0" cy="0"/>
          <a:chOff x="0" y="0"/>
          <a:chExt cx="0" cy="0"/>
        </a:xfrm>
      </p:grpSpPr>
      <p:sp>
        <p:nvSpPr>
          <p:cNvPr id="716" name="Google Shape;7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g3f610669853_0_89"/>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1" name="Shape 791"/>
        <p:cNvGrpSpPr/>
        <p:nvPr/>
      </p:nvGrpSpPr>
      <p:grpSpPr>
        <a:xfrm>
          <a:off x="0" y="0"/>
          <a:ext cx="0" cy="0"/>
          <a:chOff x="0" y="0"/>
          <a:chExt cx="0" cy="0"/>
        </a:xfrm>
      </p:grpSpPr>
      <p:sp>
        <p:nvSpPr>
          <p:cNvPr id="792" name="Google Shape;79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3" name="Google Shape;79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Chúa nhân ái và từ bi, chậm bất bình và giàu ân phúc.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Chúa từ tâm với hết mọi loài, và từ ái với mọi sinh linh.</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Chúng sinh hết tình cậy trông nơi Chúa là nguồn mạch sự sống.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rộng tay chúc phúc cho đời, mọi loài mãi sẽ được no nê.</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61066985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luôn thánh thiện công minh trong hết mọi đường nẻo Chúa.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gần ai cất tiếng kêu cầu và thành tín chẳng hề phôi phai.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61066985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khi Ngài rộng mở tay ban là bao sinh vật thoả thuê muôn vàn.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7" name="Shape 847"/>
        <p:cNvGrpSpPr/>
        <p:nvPr/>
      </p:nvGrpSpPr>
      <p:grpSpPr>
        <a:xfrm>
          <a:off x="0" y="0"/>
          <a:ext cx="0" cy="0"/>
          <a:chOff x="0" y="0"/>
          <a:chExt cx="0" cy="0"/>
        </a:xfrm>
      </p:grpSpPr>
      <p:sp>
        <p:nvSpPr>
          <p:cNvPr id="848" name="Google Shape;84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49" name="Google Shape;84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soi sáng lòng trí ta biết thế nào là sự cậy trông ở Chúa, </a:t>
            </a:r>
            <a:endParaRPr b="1" sz="7200">
              <a:solidFill>
                <a:schemeClr val="lt1"/>
              </a:solidFill>
              <a:latin typeface="Times New Roman"/>
              <a:ea typeface="Times New Roman"/>
              <a:cs typeface="Times New Roman"/>
              <a:sym typeface="Times New Roman"/>
            </a:endParaRPr>
          </a:p>
        </p:txBody>
      </p:sp>
      <p:sp>
        <p:nvSpPr>
          <p:cNvPr id="856" name="Google Shape;85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Đấng đã kêu gọi chúng ta.</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pic>
        <p:nvPicPr>
          <p:cNvPr id="866" name="Google Shape;86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pic>
        <p:nvPicPr>
          <p:cNvPr id="871" name="Google Shape;871;g3f610669853_0_93"/>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77" name="Google Shape;87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f610669853_0_97"/>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KÍNH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Nguyễn Duy</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Con dâng về Thiên Chúa, đây hy lễ của một chiều xưa.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95afb83fa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Con Chúa</a:t>
            </a:r>
            <a:r>
              <a:rPr b="1" lang="en-US" sz="7500">
                <a:solidFill>
                  <a:schemeClr val="lt1"/>
                </a:solidFill>
                <a:latin typeface="Times New Roman"/>
                <a:ea typeface="Times New Roman"/>
                <a:cs typeface="Times New Roman"/>
                <a:sym typeface="Times New Roman"/>
              </a:rPr>
              <a:t>,</a:t>
            </a:r>
            <a:r>
              <a:rPr b="1" lang="en-US" sz="7500">
                <a:solidFill>
                  <a:schemeClr val="lt1"/>
                </a:solidFill>
                <a:latin typeface="Times New Roman"/>
                <a:ea typeface="Times New Roman"/>
                <a:cs typeface="Times New Roman"/>
                <a:sym typeface="Times New Roman"/>
              </a:rPr>
              <a:t> hiến mình vì yêu. Đền tội cho nhân thế trăm chiều.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thương nhận lễ vật này. Xin Cha ban hồng ân dư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95afb83fa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vui sướng từ đây.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61066985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hăng say đi về muôn phương trao yêu thương cho người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61066985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Đem tin yêu cho đời ngát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61066985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Đây ly rượu tấm bánh, con dâng Chúa với giọt mồ 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61066985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công khó với dòng lệ rơi,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niềm vui giây phút bên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61066985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thương nhận lễ vật này. Xin Cha ban hồng ân dư đầy.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61066985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vui sướng từ đây.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61066985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hăng say đi về muôn phương trao yêu thương cho người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61066985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Đem tin yêu cho đời ngát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pic>
        <p:nvPicPr>
          <p:cNvPr id="1067" name="Google Shape;106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id="1087" name="Google Shape;108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Lạy Chúa, xin ban cho chúng tôi bánh bởi trời,</a:t>
            </a:r>
            <a:endParaRPr b="1" sz="8000">
              <a:solidFill>
                <a:schemeClr val="lt1"/>
              </a:solidFill>
              <a:latin typeface="Times New Roman"/>
              <a:ea typeface="Times New Roman"/>
              <a:cs typeface="Times New Roman"/>
              <a:sym typeface="Times New Roman"/>
            </a:endParaRPr>
          </a:p>
        </p:txBody>
      </p:sp>
      <p:sp>
        <p:nvSpPr>
          <p:cNvPr id="1093" name="Google Shape;109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618189eeb_0_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có đủ mọi mùi thơm ngon và mọi hương vị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CHO CON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BIẾT YÊU THƯƠNG</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Từ Duyên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Cho con biết yêu thương trọn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biết yêu thương ngàn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Yêu thương cả cuộc đời. Yêu thương hết mọi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ơi, cho con biết say mê tình Chúa. Cho con biết say yêu tình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Hy sinh cả cuộc đời vì lòng yêu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Ngài là tình yêu, tình yêu con tôn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ôi cao vời vượt trên muôn ngàn núi.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Ngài là tình yêu, đời con luôn tin nhờ,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gian nguy trong đời, tình con vẫn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61066985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Cho con mối trung kiên ngàn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chẳng khi nao phụ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61066985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Tim con mở rộng mời, luôn say đắm tình Ngài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61066985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vẫn tin yêu một đời.</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Cho con biết thứ tha thật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61066985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Quên đi cả khổ sầu, vì lòng yêu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61066985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Ngài là tình yêu, tình yêu con tôn thờ,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61066985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ôi cao vời vượt trên muôn ngàn núi.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61066985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Ngài là tình yêu, đời con luôn tin nhờ,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61066985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gian nguy trong đời, tình con vẫn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g3f610669853_0_101"/>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AVE MARIA 1</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Huyền Linh</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Ave Maria con dâng lời chào Mẹ. </a:t>
            </a:r>
            <a:endParaRPr b="1" sz="7000">
              <a:solidFill>
                <a:srgbClr val="FFFFFF"/>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Ave Maria con dâng lời chào Mẹ.</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a:t>
            </a:r>
            <a:r>
              <a:rPr b="1" lang="en-US" sz="6800">
                <a:solidFill>
                  <a:schemeClr val="lt1"/>
                </a:solidFill>
                <a:latin typeface="Times New Roman"/>
                <a:ea typeface="Times New Roman"/>
                <a:cs typeface="Times New Roman"/>
                <a:sym typeface="Times New Roman"/>
              </a:rPr>
              <a:t> Khi tàn màu nắng chiều, và khi sương đêm nặng gieo. Con say sưa lời ca chào: Ave Maria.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chemeClr val="lt1"/>
                </a:solidFill>
                <a:latin typeface="Times New Roman"/>
                <a:ea typeface="Times New Roman"/>
                <a:cs typeface="Times New Roman"/>
                <a:sym typeface="Times New Roman"/>
              </a:rPr>
              <a:t>Con dâng lên Mẹ lời mừng Maria đầy phúc.</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rgbClr val="FF0000"/>
              </a:buClr>
              <a:buSzPts val="8000"/>
              <a:buNone/>
            </a:pPr>
            <a:r>
              <a:rPr b="1" lang="en-US" sz="6700">
                <a:solidFill>
                  <a:schemeClr val="lt1"/>
                </a:solidFill>
                <a:latin typeface="Times New Roman"/>
                <a:ea typeface="Times New Roman"/>
                <a:cs typeface="Times New Roman"/>
                <a:sym typeface="Times New Roman"/>
              </a:rPr>
              <a:t>Maria đầy ơn, Mẹ luôn có Chúa ở cùng.</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900">
                <a:solidFill>
                  <a:srgbClr val="FFFFFF"/>
                </a:solidFill>
                <a:latin typeface="Times New Roman"/>
                <a:ea typeface="Times New Roman"/>
                <a:cs typeface="Times New Roman"/>
                <a:sym typeface="Times New Roman"/>
              </a:rPr>
              <a:t>Maria Mẹ hiền từ, xinh hơn muôn phụ nữ. Con dâng lên lời ca: Mẹ tươi hơn muôn ngàn hoa.</a:t>
            </a:r>
            <a:endParaRPr b="1" sz="6900">
              <a:solidFill>
                <a:srgbClr val="FFFFFF"/>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61066985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Ave Maria con dâng lời chào Mẹ. </a:t>
            </a:r>
            <a:endParaRPr b="1" sz="7000">
              <a:solidFill>
                <a:srgbClr val="FFFFFF"/>
              </a:solidFill>
              <a:latin typeface="Times New Roman"/>
              <a:ea typeface="Times New Roman"/>
              <a:cs typeface="Times New Roman"/>
              <a:sym typeface="Times New Roman"/>
            </a:endParaRPr>
          </a:p>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Ave Maria con dâng lời chào Mẹ.</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pic>
        <p:nvPicPr>
          <p:cNvPr id="1228" name="Google Shape;1228;g3f610669853_0_105"/>
          <p:cNvPicPr preferRelativeResize="0"/>
          <p:nvPr/>
        </p:nvPicPr>
        <p:blipFill>
          <a:blip r:embed="rId3">
            <a:alphaModFix/>
          </a:blip>
          <a:stretch>
            <a:fillRect/>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