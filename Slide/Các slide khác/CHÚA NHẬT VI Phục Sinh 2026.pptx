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8" roundtripDataSignature="AMtx7mjmjg5PuzLvefxLuxrlzb9qfCK3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238" Type="http://customschemas.google.com/relationships/presentationmetadata" Target="metadata"/><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73131aa0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573131aa0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df2325e04a_0_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g3df2325e04a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d89366497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d89366497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df2325e04a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df2325e04a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df2325e04a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df2325e04a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df2325e04a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df2325e04a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f2325e04a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df2325e04a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8" name="Google Shape;73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44" name="Google Shape;74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0" name="Google Shape;75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6" name="Google Shape;75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2" name="Google Shape;76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8" name="Google Shape;76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4" name="Google Shape;77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0" name="Google Shape;78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6" name="Google Shape;78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1" name="Google Shape;79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2" name="Google Shape;79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8" name="Google Shape;79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3" name="Google Shape;80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4" name="Google Shape;80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10" name="Google Shape;81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df2325e04a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g3df2325e04a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e6e2da66e2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e6e2da66e2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e6e2da66e2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e6e2da66e2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6e2da66e2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e6e2da66e2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e6e2da66e2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e6e2da66e2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df2325e04a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df2325e04a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e6e2da66e2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e6e2da66e2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df2325e04a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df2325e04a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2" name="Google Shape;88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3" name="Google Shape;88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df2325e04a_0_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g3df2325e04a_0_1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df2325e04a_0_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df2325e04a_0_1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dd33158570_0_3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dd33158570_0_3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dd33158570_0_3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dd33158570_0_3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dd33158570_0_3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dd33158570_0_3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df2325e04a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df2325e04a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df2325e04a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df2325e04a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de4329e4d7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de4329e4d7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de4329e4d7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de4329e4d7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df2325e04a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df2325e04a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df2325e04a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df2325e04a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df2325e04a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df2325e04a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df2325e04a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3df2325e04a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df2325e04a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df2325e04a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df2325e04a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df2325e04a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df2325e04a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df2325e04a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df2325e04a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df2325e04a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df2325e04a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df2325e04a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df2325e04a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df2325e04a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df2325e04a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df2325e04a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df2325e04a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df2325e04a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d48ab63a6f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g3d48ab63a6f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0" name="Google Shape;113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d48ab63a6f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5" name="Google Shape;1145;g3d48ab63a6f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0" name="Google Shape;1150;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d89366497e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d89366497e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df2325e04a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df2325e04a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df2325e04a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df2325e04a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df2325e04a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df2325e04a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df2325e04a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df2325e04a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df2325e04a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df2325e04a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df2325e04a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df2325e04a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df2325e04a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df2325e04a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d72cc0870c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g3d72cc0870c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d72cc0870c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g3d72cc0870c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d72cc0870c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g3d72cc0870c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d89366497e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g3d89366497e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d89366497e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g3d89366497e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df2325e04a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1" name="Google Shape;1251;g3df2325e04a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e6e2da66e2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6" name="Google Shape;1256;g3e6e2da66e2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d89366497e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1" name="Google Shape;1261;g3d89366497e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3.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3.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 Id="rId3" Type="http://schemas.openxmlformats.org/officeDocument/2006/relationships/image" Target="../media/image6.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 Id="rId3"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4.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3.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3.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2.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2.jp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 Id="rId3" Type="http://schemas.openxmlformats.org/officeDocument/2006/relationships/image" Target="../media/image2.jp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2.jp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 Id="rId3" Type="http://schemas.openxmlformats.org/officeDocument/2006/relationships/image" Target="../media/image3.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17600"/>
              <a:buNone/>
            </a:pPr>
            <a:r>
              <a:rPr b="1" lang="en-US" sz="10000">
                <a:solidFill>
                  <a:schemeClr val="accent4"/>
                </a:solidFill>
                <a:latin typeface="Times New Roman"/>
                <a:ea typeface="Times New Roman"/>
                <a:cs typeface="Times New Roman"/>
                <a:sym typeface="Times New Roman"/>
              </a:rPr>
              <a:t>XIN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MỜI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ĐỨNG</a:t>
            </a:r>
            <a:endParaRPr sz="10000"/>
          </a:p>
          <a:p>
            <a:pPr indent="0" lvl="0" marL="0" rtl="0" algn="ctr">
              <a:lnSpc>
                <a:spcPct val="120000"/>
              </a:lnSpc>
              <a:spcBef>
                <a:spcPts val="64"/>
              </a:spcBef>
              <a:spcAft>
                <a:spcPts val="0"/>
              </a:spcAft>
              <a:buClr>
                <a:srgbClr val="888888"/>
              </a:buClr>
              <a:buSzPts val="1275"/>
              <a:buNone/>
            </a:pPr>
            <a:r>
              <a:t/>
            </a:r>
            <a:endParaRPr sz="10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573131aa0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Thánh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đặng vui mừng quá bội</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id="648" name="Google Shape;648;g3df2325e04a_0_94"/>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TÔI MỪNG VUI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Lm. Kim Long</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Tôi mừng vui mỗi khi nghe nhủ rằng: Nào ta tiến lên đền thờ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Gia-liêm, ta dừng chân trước cửa tiền đường, ôi thành thánh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 </a:t>
            </a:r>
            <a:r>
              <a:rPr b="1" lang="en-US" sz="7200">
                <a:solidFill>
                  <a:schemeClr val="lt1"/>
                </a:solidFill>
                <a:latin typeface="Times New Roman"/>
                <a:ea typeface="Times New Roman"/>
                <a:cs typeface="Times New Roman"/>
                <a:sym typeface="Times New Roman"/>
              </a:rPr>
              <a:t>Đây Gia-liêm thành đô luôn vững bền với tháng năm.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d89366497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người cùng mừng vui dâng lễ vật ca tụng Chúa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df2325e04a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Tôi mừng vui mỗi khi nghe nhủ rằng: Nào ta tiến lên đền thờ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df2325e04a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Gia-liêm, ta dừng chân trước cửa tiền đường, ôi thành thánh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pic>
        <p:nvPicPr>
          <p:cNvPr id="688" name="Google Shape;688;g3df2325e04a_0_98"/>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290"/>
          <p:cNvSpPr txBox="1"/>
          <p:nvPr/>
        </p:nvSpPr>
        <p:spPr>
          <a:xfrm>
            <a:off x="0" y="-15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EE0000"/>
              </a:buClr>
              <a:buSzPts val="9600"/>
              <a:buFont typeface="Times"/>
              <a:buNone/>
            </a:pPr>
            <a:r>
              <a:rPr b="1" i="1" lang="en-US" sz="8000" u="none" cap="none" strike="noStrike">
                <a:solidFill>
                  <a:schemeClr val="lt1"/>
                </a:solidFill>
                <a:latin typeface="Times"/>
                <a:ea typeface="Times"/>
                <a:cs typeface="Times"/>
                <a:sym typeface="Times"/>
              </a:rPr>
              <a:t>Sau Lời nguyện Cộng đồng đáp:</a:t>
            </a:r>
            <a:r>
              <a:rPr b="1" i="0" lang="en-US" sz="8000" u="none" cap="none" strike="noStrike">
                <a:solidFill>
                  <a:srgbClr val="FFFF00"/>
                </a:solidFill>
                <a:latin typeface="Times"/>
                <a:ea typeface="Times"/>
                <a:cs typeface="Times"/>
                <a:sym typeface="Times"/>
              </a:rPr>
              <a:t> AMEN</a:t>
            </a:r>
            <a:endParaRPr b="1" i="0" sz="8000" u="none" cap="none" strike="noStrike">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g3df2325e04a_0_102"/>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34" name="Google Shape;73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5" name="Shape 745"/>
        <p:cNvGrpSpPr/>
        <p:nvPr/>
      </p:nvGrpSpPr>
      <p:grpSpPr>
        <a:xfrm>
          <a:off x="0" y="0"/>
          <a:ext cx="0" cy="0"/>
          <a:chOff x="0" y="0"/>
          <a:chExt cx="0" cy="0"/>
        </a:xfrm>
      </p:grpSpPr>
      <p:sp>
        <p:nvSpPr>
          <p:cNvPr id="746" name="Google Shape;74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g3df2325e04a_0_106"/>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1" name="Shape 821"/>
        <p:cNvGrpSpPr/>
        <p:nvPr/>
      </p:nvGrpSpPr>
      <p:grpSpPr>
        <a:xfrm>
          <a:off x="0" y="0"/>
          <a:ext cx="0" cy="0"/>
          <a:chOff x="0" y="0"/>
          <a:chExt cx="0" cy="0"/>
        </a:xfrm>
      </p:grpSpPr>
      <p:sp>
        <p:nvSpPr>
          <p:cNvPr id="822" name="Google Shape;82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23" name="Google Shape;823;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65</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e6e2da66e2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1. </a:t>
            </a:r>
            <a:r>
              <a:rPr b="1" lang="en-US" sz="6700">
                <a:solidFill>
                  <a:schemeClr val="lt1"/>
                </a:solidFill>
                <a:latin typeface="Times New Roman"/>
                <a:ea typeface="Times New Roman"/>
                <a:cs typeface="Times New Roman"/>
                <a:sym typeface="Times New Roman"/>
              </a:rPr>
              <a:t>Toàn cầu hỡi, hãy reo mừng trong Thiên Chúa. Hãy ca ngợi mừng vinh quang uy danh Ngài.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e6e2da66e2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Hãy kính dâng Ngài lời ca khen muôn vinh hiển. Và hãy thân thưa: vĩ đại thay sự nghiệp Chúa.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e6e2da66e2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Toàn thể địa cầu hãy tung hô Chúa, hãy ngợi khen Đức Chúa Trời. </a:t>
            </a:r>
            <a:r>
              <a:rPr b="1" lang="en-US" sz="6800">
                <a:solidFill>
                  <a:schemeClr val="lt1"/>
                </a:solidFill>
                <a:latin typeface="Times New Roman"/>
                <a:ea typeface="Times New Roman"/>
                <a:cs typeface="Times New Roman"/>
                <a:sym typeface="Times New Roman"/>
              </a:rPr>
              <a:t>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 </a:t>
            </a:r>
            <a:r>
              <a:rPr b="1" lang="en-US" sz="6800">
                <a:solidFill>
                  <a:schemeClr val="lt1"/>
                </a:solidFill>
                <a:latin typeface="Times New Roman"/>
                <a:ea typeface="Times New Roman"/>
                <a:cs typeface="Times New Roman"/>
                <a:sym typeface="Times New Roman"/>
              </a:rPr>
              <a:t>Toàn cầu hỡi, hát khen mừng danh thánh Chúa. Hãy chúc tụng và cao rao uy danh Ngài.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e6e2da66e2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Hãy đến đây coi kỳ công bởi tay Thiên Chúa. Ngài đã thể hiện biết bao nhiêu chuyện tuyệt luân.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df2325e04a_0_1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Toàn thể địa cầu hãy tung hô Chúa, hãy ngợi khen Đức Chúa Trời.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3. </a:t>
            </a:r>
            <a:r>
              <a:rPr b="1" lang="en-US" sz="6900">
                <a:solidFill>
                  <a:schemeClr val="lt1"/>
                </a:solidFill>
                <a:latin typeface="Times New Roman"/>
                <a:ea typeface="Times New Roman"/>
                <a:cs typeface="Times New Roman"/>
                <a:sym typeface="Times New Roman"/>
              </a:rPr>
              <a:t>Ngài đã biến biển khơi thành nơi khô ráo, để cho ta được đi băng qua dễ dàng.</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e6e2da66e2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Lòng những hân hoan ngàn lời ngợi ca Thiên Chúa. Lạy Chúa uy quyền Chúa Đấng thống trị ngàn năm.</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df2325e04a_0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Toàn thể địa cầu hãy tung hô Chúa, hãy ngợi khen Đức Chúa Trời.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7" name="Shape 877"/>
        <p:cNvGrpSpPr/>
        <p:nvPr/>
      </p:nvGrpSpPr>
      <p:grpSpPr>
        <a:xfrm>
          <a:off x="0" y="0"/>
          <a:ext cx="0" cy="0"/>
          <a:chOff x="0" y="0"/>
          <a:chExt cx="0" cy="0"/>
        </a:xfrm>
      </p:grpSpPr>
      <p:sp>
        <p:nvSpPr>
          <p:cNvPr id="878" name="Google Shape;87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79" name="Google Shape;87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000">
                <a:solidFill>
                  <a:srgbClr val="EE0000"/>
                </a:solidFill>
                <a:latin typeface="Times New Roman"/>
                <a:ea typeface="Times New Roman"/>
                <a:cs typeface="Times New Roman"/>
                <a:sym typeface="Times New Roman"/>
              </a:rPr>
              <a:t> </a:t>
            </a:r>
            <a:br>
              <a:rPr b="1" i="1" lang="en-US" sz="7200">
                <a:solidFill>
                  <a:srgbClr val="EE0000"/>
                </a:solidFill>
                <a:latin typeface="Times New Roman"/>
                <a:ea typeface="Times New Roman"/>
                <a:cs typeface="Times New Roman"/>
                <a:sym typeface="Times New Roman"/>
              </a:rPr>
            </a:br>
            <a:r>
              <a:rPr b="1" lang="en-US" sz="6800">
                <a:solidFill>
                  <a:schemeClr val="lt1"/>
                </a:solidFill>
                <a:latin typeface="Times New Roman"/>
                <a:ea typeface="Times New Roman"/>
                <a:cs typeface="Times New Roman"/>
                <a:sym typeface="Times New Roman"/>
              </a:rPr>
              <a:t>Chúa phán : “Nếu ai yêu mến Thầy thì sẽ giữ lời Thầy luôn,</a:t>
            </a:r>
            <a:endParaRPr b="1" sz="6800">
              <a:solidFill>
                <a:schemeClr val="lt1"/>
              </a:solidFill>
              <a:latin typeface="Times New Roman"/>
              <a:ea typeface="Times New Roman"/>
              <a:cs typeface="Times New Roman"/>
              <a:sym typeface="Times New Roman"/>
            </a:endParaRPr>
          </a:p>
        </p:txBody>
      </p:sp>
      <p:sp>
        <p:nvSpPr>
          <p:cNvPr id="886" name="Google Shape;88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900">
                <a:solidFill>
                  <a:schemeClr val="lt1"/>
                </a:solidFill>
                <a:latin typeface="Times New Roman"/>
                <a:ea typeface="Times New Roman"/>
                <a:cs typeface="Times New Roman"/>
                <a:sym typeface="Times New Roman"/>
              </a:rPr>
              <a:t>và Cha Thầy sẽ yêu mến người ấy, và Chúng Ta sẽ ở trong người ấy</a:t>
            </a:r>
            <a:r>
              <a:rPr b="1" lang="en-US" sz="6900">
                <a:solidFill>
                  <a:schemeClr val="lt1"/>
                </a:solidFill>
                <a:latin typeface="Times New Roman"/>
                <a:ea typeface="Times New Roman"/>
                <a:cs typeface="Times New Roman"/>
                <a:sym typeface="Times New Roman"/>
              </a:rPr>
              <a:t>. </a:t>
            </a:r>
            <a:r>
              <a:rPr b="1" i="1" lang="en-US" sz="7000">
                <a:solidFill>
                  <a:srgbClr val="FFFF00"/>
                </a:solidFill>
                <a:latin typeface="Times New Roman"/>
                <a:ea typeface="Times New Roman"/>
                <a:cs typeface="Times New Roman"/>
                <a:sym typeface="Times New Roman"/>
              </a:rPr>
              <a:t>All..</a:t>
            </a:r>
            <a:endParaRPr b="1" sz="7000">
              <a:solidFill>
                <a:srgbClr val="FFFF00"/>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pic>
        <p:nvPicPr>
          <p:cNvPr id="896" name="Google Shape;896;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pic>
        <p:nvPicPr>
          <p:cNvPr id="901" name="Google Shape;901;g3df2325e04a_0_110"/>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07" name="Google Shape;90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pic>
        <p:nvPicPr>
          <p:cNvPr id="1007" name="Google Shape;1007;g3df2325e04a_0_114"/>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dd33158570_0_3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LỄ TẠ ƠN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Lm. Mi Trầm</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dd33158570_0_3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Lễ vật con dâng hôm nay, với tâm tình cảm tạ.</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dd33158570_0_3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như trầm hương bay, thơm ngát ngai toà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df2325e04a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Hồng ân Cha yêu thương, ban xuống ôi chan hòa.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df2325e04a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Nầy con xin dâng lên, Thánh Lễ tạ ơn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de4329e4d7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Cha con cảm tạ, hồng ân Cha bao la.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de4329e4d7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Cha con chúc tụng, tình yêu Cha muôn trùng.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df2325e04a_0_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Tình Ngài yêu con thương con, thiết tha tình nhân hiền.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df2325e04a_0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Lời con nguyện xin Cha, luôn lắng nghe ngày đêm.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df2325e04a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Nầy ân thiêng tuôn rơi, nuôi dưỡng bao linh hồn.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3df2325e04a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Đời con luôn an vui, ơn thánh đầy trong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g3df2325e04a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Lạy Cha con cảm tạ, hồng ân Cha bao la.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df2325e04a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Cha con chúc tụng, tình yêu Cha muôn trùng.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g3df2325e04a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Giờ nầy tâm tư an vui, sống trong nguồn phúc lộc.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g3df2325e04a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yêu Ngài bao la, chung tiếng ta hòà ca.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g3df2325e04a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Rượu nho xin dâng lên, với bánh thơm tinh tuyền.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df2325e04a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Trần gian ta đi qua, Thánh Thể hằng nuôi ta.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g3df2325e04a_0_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Lạy Cha con cảm tạ, hồng ân Cha bao la.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df2325e04a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Cha con chúc tụng, tình yêu Cha muôn trùng.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pic>
        <p:nvPicPr>
          <p:cNvPr id="1107" name="Google Shape;1107;p201"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pic>
        <p:nvPicPr>
          <p:cNvPr id="1127" name="Google Shape;1127;g3d48ab63a6f_0_26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pic>
        <p:nvPicPr>
          <p:cNvPr id="1147" name="Google Shape;1147;g3d48ab63a6f_0_270"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700">
                <a:solidFill>
                  <a:schemeClr val="lt1"/>
                </a:solidFill>
                <a:latin typeface="Times New Roman"/>
                <a:ea typeface="Times New Roman"/>
                <a:cs typeface="Times New Roman"/>
                <a:sym typeface="Times New Roman"/>
              </a:rPr>
              <a:t>Chúa phán: “Nếu các con yêu mến Thầy, thì hãy giữ lời Thầy, Thầy sẽ xin Cha,</a:t>
            </a:r>
            <a:endParaRPr b="1" sz="6700">
              <a:solidFill>
                <a:schemeClr val="lt1"/>
              </a:solidFill>
              <a:latin typeface="Times New Roman"/>
              <a:ea typeface="Times New Roman"/>
              <a:cs typeface="Times New Roman"/>
              <a:sym typeface="Times New Roman"/>
            </a:endParaRPr>
          </a:p>
        </p:txBody>
      </p:sp>
      <p:sp>
        <p:nvSpPr>
          <p:cNvPr id="1153" name="Google Shape;1153;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d89366497e_0_9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400">
                <a:solidFill>
                  <a:schemeClr val="lt1"/>
                </a:solidFill>
                <a:latin typeface="Times New Roman"/>
                <a:ea typeface="Times New Roman"/>
                <a:cs typeface="Times New Roman"/>
                <a:sym typeface="Times New Roman"/>
              </a:rPr>
              <a:t>và Người sẽ ban cho các con một Đấng phù trợ khác, để Ngài ở với các con đến muôn đời – Al-le-lu-ia.</a:t>
            </a:r>
            <a:endParaRPr b="1" sz="64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pic>
        <p:nvPicPr>
          <p:cNvPr id="1163" name="Google Shape;1163;g3d48ab63a6f_0_274"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CHÚA SỐNG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TRONG TÔI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Nguyễn Duy</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a:t>
            </a:r>
            <a:r>
              <a:rPr b="1" lang="en-US" sz="7600">
                <a:solidFill>
                  <a:srgbClr val="FFFF00"/>
                </a:solidFill>
                <a:latin typeface="Times New Roman"/>
                <a:ea typeface="Times New Roman"/>
                <a:cs typeface="Times New Roman"/>
                <a:sym typeface="Times New Roman"/>
              </a:rPr>
              <a:t> </a:t>
            </a:r>
            <a:r>
              <a:rPr b="1" lang="en-US" sz="7600">
                <a:solidFill>
                  <a:schemeClr val="lt1"/>
                </a:solidFill>
                <a:latin typeface="Times New Roman"/>
                <a:ea typeface="Times New Roman"/>
                <a:cs typeface="Times New Roman"/>
                <a:sym typeface="Times New Roman"/>
              </a:rPr>
              <a:t>Cuộc sống tôi hôm nay và mãi mãi, tôi không còn tìm sống cho chính mình.</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Nhưng chính là tìm Chúa sống trong tôi, nhưng chính là để Chúa sống trong tôi.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a:t>
            </a:r>
            <a:r>
              <a:rPr b="1" lang="en-US" sz="7600">
                <a:solidFill>
                  <a:srgbClr val="FFFF00"/>
                </a:solidFill>
                <a:latin typeface="Times New Roman"/>
                <a:ea typeface="Times New Roman"/>
                <a:cs typeface="Times New Roman"/>
                <a:sym typeface="Times New Roman"/>
              </a:rPr>
              <a:t> </a:t>
            </a:r>
            <a:r>
              <a:rPr b="1" lang="en-US" sz="7600">
                <a:solidFill>
                  <a:schemeClr val="lt1"/>
                </a:solidFill>
                <a:latin typeface="Times New Roman"/>
                <a:ea typeface="Times New Roman"/>
                <a:cs typeface="Times New Roman"/>
                <a:sym typeface="Times New Roman"/>
              </a:rPr>
              <a:t>Kiếp sống tôi đang sống trong cuộc đời, nơi thân xác mong manh của con người.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Nhưng chính là tôi sống trong niềm tin, tin nơi Người là Con Một Thiên Chúa.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df2325e04a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Cuộc sống tôi hôm nay và mãi mãi, tôi không còn tìm sống cho chính mình.</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df2325e04a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Nhưng chính là tìm Chúa sống trong tôi, nhưng chính là để Chúa sống trong tôi.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df2325e04a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2</a:t>
            </a:r>
            <a:r>
              <a:rPr b="1" lang="en-US" sz="7600">
                <a:solidFill>
                  <a:srgbClr val="FFFF00"/>
                </a:solidFill>
                <a:latin typeface="Times New Roman"/>
                <a:ea typeface="Times New Roman"/>
                <a:cs typeface="Times New Roman"/>
                <a:sym typeface="Times New Roman"/>
              </a:rPr>
              <a:t>. </a:t>
            </a:r>
            <a:r>
              <a:rPr b="1" lang="en-US" sz="7600">
                <a:solidFill>
                  <a:schemeClr val="lt1"/>
                </a:solidFill>
                <a:latin typeface="Times New Roman"/>
                <a:ea typeface="Times New Roman"/>
                <a:cs typeface="Times New Roman"/>
                <a:sym typeface="Times New Roman"/>
              </a:rPr>
              <a:t>Dẫu sướng vui hay lúc tôi u hoài, tôi tin Chúa bên tôi cùng song hành.</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df2325e04a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Và có Người, đau khổ không còn nữa, nhưng chỉ còn niềm vui và sức sống.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df2325e04a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Cuộc sống tôi hôm nay và mãi mãi, tôi không còn tìm sống cho chính mình.</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df2325e04a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Nhưng chính là tìm Chúa sống trong tôi, nhưng chính là để Chúa sống trong tôi.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pic>
        <p:nvPicPr>
          <p:cNvPr id="1223" name="Google Shape;1223;g3df2325e04a_0_118"/>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g3d72cc0870c_0_13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LÒNG MẸ</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TỪ NHÂN</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Lm. Mi Trầm</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g3d72cc0870c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Mẹ ơi, con biết lòng Mẹ từ nhân, Mẹ lắng nghe con cầu khấn:</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g3d72cc0870c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xưa nay chưa từng thấy ai kêu cầu mà Mẹ </a:t>
            </a:r>
            <a:r>
              <a:rPr b="1" lang="en-US" sz="7500">
                <a:solidFill>
                  <a:schemeClr val="lt1"/>
                </a:solidFill>
                <a:latin typeface="Times New Roman"/>
                <a:ea typeface="Times New Roman"/>
                <a:cs typeface="Times New Roman"/>
                <a:sym typeface="Times New Roman"/>
              </a:rPr>
              <a:t>ngoảnh</a:t>
            </a:r>
            <a:r>
              <a:rPr b="1" lang="en-US" sz="7500">
                <a:solidFill>
                  <a:schemeClr val="lt1"/>
                </a:solidFill>
                <a:latin typeface="Times New Roman"/>
                <a:ea typeface="Times New Roman"/>
                <a:cs typeface="Times New Roman"/>
                <a:sym typeface="Times New Roman"/>
              </a:rPr>
              <a:t> mặt làm ngơ.</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g3d89366497e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Mẹ Mẹ ơi con dâng lên Mẹ gia đình con và giáo xứ con.</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g3d89366497e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Mẹ cầu Chúa xuống ơn lành cho mọi người vui sống an bình.</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g3df2325e04a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Mẹ Mẹ ơi con dâng lên Mẹ gia đình con và giáo xứ con.</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g3e6e2da66e2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Mẹ cầu Chúa xuống ơn lành cho mọi người sống trong an bình.</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pic>
        <p:nvPicPr>
          <p:cNvPr id="1263" name="Google Shape;1263;g3d89366497e_0_160" title="ChatGPT Image 13_43_18 24 thg 4,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