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4"/>
  </p:notesMasterIdLst>
  <p:sldIdLst>
    <p:sldId id="11058" r:id="rId2"/>
    <p:sldId id="321" r:id="rId3"/>
    <p:sldId id="371" r:id="rId4"/>
    <p:sldId id="322" r:id="rId5"/>
    <p:sldId id="372" r:id="rId6"/>
    <p:sldId id="323" r:id="rId7"/>
    <p:sldId id="9865" r:id="rId8"/>
    <p:sldId id="324" r:id="rId9"/>
    <p:sldId id="9866" r:id="rId10"/>
    <p:sldId id="9867" r:id="rId11"/>
    <p:sldId id="10719" r:id="rId12"/>
    <p:sldId id="10720" r:id="rId13"/>
    <p:sldId id="9869" r:id="rId14"/>
    <p:sldId id="9870" r:id="rId15"/>
    <p:sldId id="9871" r:id="rId16"/>
    <p:sldId id="9872" r:id="rId17"/>
    <p:sldId id="9873" r:id="rId18"/>
    <p:sldId id="9874" r:id="rId19"/>
    <p:sldId id="10721" r:id="rId20"/>
    <p:sldId id="10722" r:id="rId21"/>
    <p:sldId id="10723" r:id="rId22"/>
    <p:sldId id="10724" r:id="rId23"/>
    <p:sldId id="10725" r:id="rId24"/>
    <p:sldId id="304" r:id="rId25"/>
    <p:sldId id="9879" r:id="rId26"/>
    <p:sldId id="9880" r:id="rId27"/>
    <p:sldId id="9881" r:id="rId28"/>
    <p:sldId id="9882" r:id="rId29"/>
    <p:sldId id="9883" r:id="rId30"/>
    <p:sldId id="9884" r:id="rId31"/>
    <p:sldId id="9885" r:id="rId32"/>
    <p:sldId id="9886" r:id="rId33"/>
    <p:sldId id="9887" r:id="rId34"/>
    <p:sldId id="9889" r:id="rId35"/>
    <p:sldId id="9890" r:id="rId36"/>
    <p:sldId id="9891" r:id="rId37"/>
    <p:sldId id="9892" r:id="rId38"/>
    <p:sldId id="9893" r:id="rId39"/>
    <p:sldId id="9895" r:id="rId40"/>
    <p:sldId id="9897" r:id="rId41"/>
    <p:sldId id="9898" r:id="rId42"/>
    <p:sldId id="9899" r:id="rId43"/>
    <p:sldId id="9900" r:id="rId44"/>
    <p:sldId id="9901" r:id="rId45"/>
    <p:sldId id="9902" r:id="rId46"/>
    <p:sldId id="9904" r:id="rId47"/>
    <p:sldId id="9905" r:id="rId48"/>
    <p:sldId id="9906" r:id="rId49"/>
    <p:sldId id="9907" r:id="rId50"/>
    <p:sldId id="9908" r:id="rId51"/>
    <p:sldId id="9909" r:id="rId52"/>
    <p:sldId id="9910" r:id="rId53"/>
    <p:sldId id="9911" r:id="rId54"/>
    <p:sldId id="9912" r:id="rId55"/>
    <p:sldId id="9913" r:id="rId56"/>
    <p:sldId id="9914" r:id="rId57"/>
    <p:sldId id="9915" r:id="rId58"/>
    <p:sldId id="9916" r:id="rId59"/>
    <p:sldId id="9917" r:id="rId60"/>
    <p:sldId id="9918" r:id="rId61"/>
    <p:sldId id="9919" r:id="rId62"/>
    <p:sldId id="9920" r:id="rId63"/>
    <p:sldId id="9921" r:id="rId64"/>
    <p:sldId id="9922" r:id="rId65"/>
    <p:sldId id="9923" r:id="rId66"/>
    <p:sldId id="9924" r:id="rId67"/>
    <p:sldId id="9925" r:id="rId68"/>
    <p:sldId id="9926" r:id="rId69"/>
    <p:sldId id="9927" r:id="rId70"/>
    <p:sldId id="9928" r:id="rId71"/>
    <p:sldId id="9929" r:id="rId72"/>
    <p:sldId id="9930" r:id="rId73"/>
    <p:sldId id="9931" r:id="rId74"/>
    <p:sldId id="9932" r:id="rId75"/>
    <p:sldId id="9933" r:id="rId76"/>
    <p:sldId id="9934" r:id="rId77"/>
    <p:sldId id="9935" r:id="rId78"/>
    <p:sldId id="341" r:id="rId79"/>
    <p:sldId id="409" r:id="rId80"/>
    <p:sldId id="342" r:id="rId81"/>
    <p:sldId id="417" r:id="rId82"/>
    <p:sldId id="343" r:id="rId83"/>
    <p:sldId id="344" r:id="rId84"/>
    <p:sldId id="9936" r:id="rId85"/>
    <p:sldId id="345" r:id="rId86"/>
    <p:sldId id="418" r:id="rId87"/>
    <p:sldId id="346" r:id="rId88"/>
    <p:sldId id="347" r:id="rId89"/>
    <p:sldId id="412" r:id="rId90"/>
    <p:sldId id="348" r:id="rId91"/>
    <p:sldId id="349" r:id="rId92"/>
    <p:sldId id="350" r:id="rId93"/>
    <p:sldId id="419" r:id="rId94"/>
    <p:sldId id="351" r:id="rId95"/>
    <p:sldId id="413" r:id="rId96"/>
    <p:sldId id="352" r:id="rId97"/>
    <p:sldId id="353" r:id="rId98"/>
    <p:sldId id="415" r:id="rId99"/>
    <p:sldId id="354" r:id="rId100"/>
    <p:sldId id="355" r:id="rId101"/>
    <p:sldId id="401" r:id="rId102"/>
    <p:sldId id="356" r:id="rId103"/>
    <p:sldId id="402" r:id="rId104"/>
    <p:sldId id="357" r:id="rId105"/>
    <p:sldId id="403" r:id="rId106"/>
    <p:sldId id="358" r:id="rId107"/>
    <p:sldId id="359" r:id="rId108"/>
    <p:sldId id="405" r:id="rId109"/>
    <p:sldId id="9984" r:id="rId110"/>
    <p:sldId id="406" r:id="rId111"/>
    <p:sldId id="408" r:id="rId112"/>
    <p:sldId id="365" r:id="rId113"/>
    <p:sldId id="9985" r:id="rId114"/>
    <p:sldId id="366" r:id="rId115"/>
    <p:sldId id="9961" r:id="rId116"/>
    <p:sldId id="423" r:id="rId117"/>
    <p:sldId id="424" r:id="rId118"/>
    <p:sldId id="11102" r:id="rId119"/>
    <p:sldId id="10283" r:id="rId120"/>
    <p:sldId id="10284" r:id="rId121"/>
    <p:sldId id="10790" r:id="rId122"/>
    <p:sldId id="10417" r:id="rId123"/>
    <p:sldId id="10791" r:id="rId124"/>
    <p:sldId id="11100" r:id="rId125"/>
    <p:sldId id="11101" r:id="rId126"/>
    <p:sldId id="11103" r:id="rId127"/>
    <p:sldId id="10180" r:id="rId128"/>
    <p:sldId id="10181" r:id="rId129"/>
    <p:sldId id="10258" r:id="rId130"/>
    <p:sldId id="10259" r:id="rId131"/>
    <p:sldId id="10260" r:id="rId132"/>
    <p:sldId id="10261" r:id="rId133"/>
    <p:sldId id="10262" r:id="rId134"/>
    <p:sldId id="10264" r:id="rId135"/>
    <p:sldId id="10265" r:id="rId136"/>
    <p:sldId id="10266" r:id="rId137"/>
    <p:sldId id="10267" r:id="rId138"/>
    <p:sldId id="10268" r:id="rId139"/>
    <p:sldId id="10269" r:id="rId140"/>
    <p:sldId id="10270" r:id="rId141"/>
    <p:sldId id="10271" r:id="rId142"/>
    <p:sldId id="10272" r:id="rId143"/>
    <p:sldId id="11104" r:id="rId144"/>
    <p:sldId id="10980" r:id="rId145"/>
    <p:sldId id="10256" r:id="rId146"/>
    <p:sldId id="10142" r:id="rId147"/>
    <p:sldId id="10501" r:id="rId148"/>
    <p:sldId id="10982" r:id="rId149"/>
    <p:sldId id="11014" r:id="rId150"/>
    <p:sldId id="10143" r:id="rId151"/>
    <p:sldId id="10733" r:id="rId152"/>
    <p:sldId id="10910" r:id="rId153"/>
    <p:sldId id="10911" r:id="rId154"/>
    <p:sldId id="10983" r:id="rId155"/>
    <p:sldId id="10984" r:id="rId156"/>
    <p:sldId id="11092" r:id="rId157"/>
    <p:sldId id="11093" r:id="rId158"/>
    <p:sldId id="11094" r:id="rId159"/>
    <p:sldId id="11095" r:id="rId160"/>
    <p:sldId id="11096" r:id="rId161"/>
    <p:sldId id="11097" r:id="rId162"/>
    <p:sldId id="11098" r:id="rId163"/>
    <p:sldId id="11099" r:id="rId164"/>
    <p:sldId id="10981" r:id="rId165"/>
    <p:sldId id="11105" r:id="rId166"/>
    <p:sldId id="10280" r:id="rId167"/>
    <p:sldId id="10107" r:id="rId168"/>
    <p:sldId id="10975" r:id="rId169"/>
    <p:sldId id="9864" r:id="rId170"/>
    <p:sldId id="10316" r:id="rId171"/>
    <p:sldId id="10317" r:id="rId172"/>
    <p:sldId id="10318" r:id="rId173"/>
    <p:sldId id="10319" r:id="rId174"/>
    <p:sldId id="10320" r:id="rId175"/>
    <p:sldId id="10321" r:id="rId176"/>
    <p:sldId id="10322" r:id="rId177"/>
    <p:sldId id="10323" r:id="rId178"/>
    <p:sldId id="10324" r:id="rId179"/>
    <p:sldId id="10325" r:id="rId180"/>
    <p:sldId id="10337" r:id="rId181"/>
    <p:sldId id="10326" r:id="rId182"/>
    <p:sldId id="10327" r:id="rId183"/>
    <p:sldId id="10328" r:id="rId184"/>
    <p:sldId id="10336" r:id="rId185"/>
    <p:sldId id="10329" r:id="rId186"/>
    <p:sldId id="10330" r:id="rId187"/>
    <p:sldId id="10331" r:id="rId188"/>
    <p:sldId id="10332" r:id="rId189"/>
    <p:sldId id="10333" r:id="rId190"/>
    <p:sldId id="10334" r:id="rId191"/>
    <p:sldId id="10335" r:id="rId192"/>
    <p:sldId id="11106" r:id="rId193"/>
    <p:sldId id="10651" r:id="rId194"/>
    <p:sldId id="10652" r:id="rId195"/>
    <p:sldId id="10653" r:id="rId196"/>
    <p:sldId id="10918" r:id="rId197"/>
    <p:sldId id="10919" r:id="rId198"/>
    <p:sldId id="10991" r:id="rId199"/>
    <p:sldId id="10992" r:id="rId200"/>
    <p:sldId id="10993" r:id="rId201"/>
    <p:sldId id="10994" r:id="rId202"/>
    <p:sldId id="11084" r:id="rId203"/>
    <p:sldId id="11085" r:id="rId204"/>
    <p:sldId id="11086" r:id="rId205"/>
    <p:sldId id="11087" r:id="rId206"/>
    <p:sldId id="11088" r:id="rId207"/>
    <p:sldId id="11089" r:id="rId208"/>
    <p:sldId id="11090" r:id="rId209"/>
    <p:sldId id="11091" r:id="rId210"/>
    <p:sldId id="11107" r:id="rId211"/>
    <p:sldId id="10252" r:id="rId212"/>
    <p:sldId id="10770" r:id="rId213"/>
    <p:sldId id="10212" r:id="rId214"/>
    <p:sldId id="10823" r:id="rId215"/>
    <p:sldId id="10931" r:id="rId216"/>
    <p:sldId id="10932" r:id="rId217"/>
    <p:sldId id="10824" r:id="rId218"/>
    <p:sldId id="10933" r:id="rId219"/>
    <p:sldId id="10995" r:id="rId220"/>
    <p:sldId id="10996" r:id="rId221"/>
    <p:sldId id="10997" r:id="rId222"/>
    <p:sldId id="11060" r:id="rId223"/>
    <p:sldId id="11061" r:id="rId224"/>
    <p:sldId id="11062" r:id="rId225"/>
    <p:sldId id="11063" r:id="rId226"/>
    <p:sldId id="11064" r:id="rId227"/>
    <p:sldId id="11065" r:id="rId228"/>
    <p:sldId id="11066" r:id="rId229"/>
    <p:sldId id="11067" r:id="rId230"/>
    <p:sldId id="11068" r:id="rId231"/>
    <p:sldId id="11069" r:id="rId232"/>
    <p:sldId id="11070" r:id="rId233"/>
    <p:sldId id="11071" r:id="rId234"/>
    <p:sldId id="11072" r:id="rId235"/>
    <p:sldId id="11073" r:id="rId236"/>
    <p:sldId id="11074" r:id="rId237"/>
    <p:sldId id="11075" r:id="rId238"/>
    <p:sldId id="11076" r:id="rId239"/>
    <p:sldId id="11077" r:id="rId240"/>
    <p:sldId id="11078" r:id="rId241"/>
    <p:sldId id="11079" r:id="rId242"/>
    <p:sldId id="11080" r:id="rId243"/>
    <p:sldId id="11081" r:id="rId244"/>
    <p:sldId id="11082" r:id="rId245"/>
    <p:sldId id="11083" r:id="rId246"/>
    <p:sldId id="11108" r:id="rId247"/>
    <p:sldId id="10769" r:id="rId248"/>
    <p:sldId id="10253" r:id="rId249"/>
    <p:sldId id="11006" r:id="rId250"/>
    <p:sldId id="11007" r:id="rId251"/>
    <p:sldId id="11059" r:id="rId252"/>
    <p:sldId id="11109" r:id="rId25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94660"/>
  </p:normalViewPr>
  <p:slideViewPr>
    <p:cSldViewPr snapToGrid="0">
      <p:cViewPr varScale="1">
        <p:scale>
          <a:sx n="138" d="100"/>
          <a:sy n="138" d="100"/>
        </p:scale>
        <p:origin x="948" y="-174"/>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36924"/>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tableStyles" Target="tableStyle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microsoft.com/office/2016/11/relationships/changesInfo" Target="changesInfos/changesInfo1.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microsoft.com/office/2015/10/relationships/revisionInfo" Target="revisionInfo.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notesMaster" Target="notesMasters/notes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presProps" Target="presProps.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viewProps" Target="viewProps.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8/9/2025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120</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08CA-AC9C-9000-FC37-B0A45EB78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8C671-5897-95C6-B33B-DE2C20887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65EB7-4CE6-3B1B-5325-660B5F8FDFE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7D020A1-4208-4D01-67E2-76069BACA166}"/>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2496637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046A3-7E98-A19A-71B6-47E25B7E3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489AB-0363-49DD-7B93-D912B73CA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05F3F-247A-0C2B-2E4B-A1AA6E78B59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B8C7DF2-3A82-8A05-3887-FD430974DA98}"/>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3850568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E3FEE-9BFE-E36A-6504-4C81932B21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6DE677-66AD-54E5-01B5-30ED85681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4FC414-365A-0022-2EF9-B50EC9CFC7F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571D8A7-EB2E-D723-1719-70BE4E070E37}"/>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9096083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F5EE5-7016-CE3E-0D2D-B25F8585BF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3FA3B1-11BE-6BDF-DC8B-867BA7F0E0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908437-AED7-1794-409D-38396D85402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7C4B984-13D2-1F36-0055-56213A04145B}"/>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3787277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128</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7E25-D719-49C1-DFCA-8A846CFEF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6FF1E-E644-B776-0A1C-04F01B78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524F4-A3E4-6FF1-3E8A-8B0C51AD0B4C}"/>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B9371B36-903C-A795-C9F2-E93132CBA848}"/>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1800227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107B-EFF1-F137-1FFE-111D52727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0B118-40F8-3830-2E94-80701B622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D9CCA-C90E-BB7D-3310-B84EDE95A6E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2206C5-AB7C-B274-07CE-0F2E50647752}"/>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3701916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146</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C5B9E-90F2-FBAC-2216-FEBD81558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1DB7F-30BC-58F1-DEA9-E9742C058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517ED-EE76-1F46-2514-9D59DC9BD1E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862832A-0717-BDE5-5819-B3C61860D409}"/>
              </a:ext>
            </a:extLst>
          </p:cNvPr>
          <p:cNvSpPr>
            <a:spLocks noGrp="1"/>
          </p:cNvSpPr>
          <p:nvPr>
            <p:ph type="sldNum" sz="quarter" idx="5"/>
          </p:nvPr>
        </p:nvSpPr>
        <p:spPr/>
        <p:txBody>
          <a:bodyPr/>
          <a:lstStyle/>
          <a:p>
            <a:fld id="{648246CF-7178-41AD-B6F8-BACEEA28FBE0}" type="slidenum">
              <a:rPr lang="en-US" smtClean="0"/>
              <a:t>147</a:t>
            </a:fld>
            <a:endParaRPr lang="en-US"/>
          </a:p>
        </p:txBody>
      </p:sp>
    </p:spTree>
    <p:extLst>
      <p:ext uri="{BB962C8B-B14F-4D97-AF65-F5344CB8AC3E}">
        <p14:creationId xmlns:p14="http://schemas.microsoft.com/office/powerpoint/2010/main" val="36370266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FE01F-E87F-AB06-5E50-94986DC94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932F8-74F3-14AA-BFA7-1A9B66AF38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4CBF14-2834-3461-7F6C-5C2A3219C74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8330128-9058-72CC-313A-5D0997F2AB33}"/>
              </a:ext>
            </a:extLst>
          </p:cNvPr>
          <p:cNvSpPr>
            <a:spLocks noGrp="1"/>
          </p:cNvSpPr>
          <p:nvPr>
            <p:ph type="sldNum" sz="quarter" idx="5"/>
          </p:nvPr>
        </p:nvSpPr>
        <p:spPr/>
        <p:txBody>
          <a:bodyPr/>
          <a:lstStyle/>
          <a:p>
            <a:fld id="{648246CF-7178-41AD-B6F8-BACEEA28FBE0}" type="slidenum">
              <a:rPr lang="en-US" smtClean="0"/>
              <a:t>148</a:t>
            </a:fld>
            <a:endParaRPr lang="en-US"/>
          </a:p>
        </p:txBody>
      </p:sp>
    </p:spTree>
    <p:extLst>
      <p:ext uri="{BB962C8B-B14F-4D97-AF65-F5344CB8AC3E}">
        <p14:creationId xmlns:p14="http://schemas.microsoft.com/office/powerpoint/2010/main" val="31840728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B1255-D02D-5DF2-9CBC-0B1F6610E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AF54A-55F6-6174-9637-3C097194AD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BEABC6-5E34-9C3B-CFE4-DFFE4EB6542A}"/>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95EC1E0-C717-2DE1-26A3-9DCADC8A19AF}"/>
              </a:ext>
            </a:extLst>
          </p:cNvPr>
          <p:cNvSpPr>
            <a:spLocks noGrp="1"/>
          </p:cNvSpPr>
          <p:nvPr>
            <p:ph type="sldNum" sz="quarter" idx="5"/>
          </p:nvPr>
        </p:nvSpPr>
        <p:spPr/>
        <p:txBody>
          <a:bodyPr/>
          <a:lstStyle/>
          <a:p>
            <a:fld id="{648246CF-7178-41AD-B6F8-BACEEA28FBE0}" type="slidenum">
              <a:rPr lang="en-US" smtClean="0"/>
              <a:t>149</a:t>
            </a:fld>
            <a:endParaRPr lang="en-US"/>
          </a:p>
        </p:txBody>
      </p:sp>
    </p:spTree>
    <p:extLst>
      <p:ext uri="{BB962C8B-B14F-4D97-AF65-F5344CB8AC3E}">
        <p14:creationId xmlns:p14="http://schemas.microsoft.com/office/powerpoint/2010/main" val="13836602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748E-71E9-4234-C7EF-3068A1AC5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0C43D-E2E0-3432-4103-BEA2D2635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98792-DEC8-7D49-E4FD-3A030DCDF8F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0BE23A7-820D-F50F-A6E0-55139FBF0F5A}"/>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29994241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56C2B-54C6-4373-169B-E27D6EFFC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8295C5-C0E7-61B4-AA7B-2C40ACBA1B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552E08-7E83-8E78-C46C-B619F36F638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1C11906-5B42-4D1D-063B-F722B77435C2}"/>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28373540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CC023-F5A4-97A8-D511-E7CEA2E227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A8E561-EB68-5AFD-5C72-C3FFC8CC6C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AD22C4-5BEE-1D14-1D48-7ACC4B2F350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540BD3A-E8E8-5C2E-1EB0-2B503513362B}"/>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34197091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E49DD-97D8-5271-6A57-D98E85C70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0B5668-C8C4-5B73-B064-0C65367CB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948046-B594-A068-D796-13A50FF92C80}"/>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0971231-26A5-7A19-DBF2-5AFC251F0656}"/>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36615722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2DB03-B332-797B-B326-C070D0039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FC34C0-307A-536D-C42B-2EDEAAD45A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597DEB-75CB-9F56-4ACD-97B2AEDC068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28F0BCB-EEA8-FA51-670D-B9C5B00A3E47}"/>
              </a:ext>
            </a:extLst>
          </p:cNvPr>
          <p:cNvSpPr>
            <a:spLocks noGrp="1"/>
          </p:cNvSpPr>
          <p:nvPr>
            <p:ph type="sldNum" sz="quarter" idx="5"/>
          </p:nvPr>
        </p:nvSpPr>
        <p:spPr/>
        <p:txBody>
          <a:bodyPr/>
          <a:lstStyle/>
          <a:p>
            <a:fld id="{648246CF-7178-41AD-B6F8-BACEEA28FBE0}" type="slidenum">
              <a:rPr lang="en-US" smtClean="0"/>
              <a:t>154</a:t>
            </a:fld>
            <a:endParaRPr lang="en-US"/>
          </a:p>
        </p:txBody>
      </p:sp>
    </p:spTree>
    <p:extLst>
      <p:ext uri="{BB962C8B-B14F-4D97-AF65-F5344CB8AC3E}">
        <p14:creationId xmlns:p14="http://schemas.microsoft.com/office/powerpoint/2010/main" val="30289480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D968E-9F56-B509-BC7E-EC610A68B3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AD2BEF-F0F3-0C84-2975-472C4728B2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63B4FF-E456-C001-0822-5149EA98E53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6058C53-517B-1C9E-32C1-B287C7FAE84F}"/>
              </a:ext>
            </a:extLst>
          </p:cNvPr>
          <p:cNvSpPr>
            <a:spLocks noGrp="1"/>
          </p:cNvSpPr>
          <p:nvPr>
            <p:ph type="sldNum" sz="quarter" idx="5"/>
          </p:nvPr>
        </p:nvSpPr>
        <p:spPr/>
        <p:txBody>
          <a:bodyPr/>
          <a:lstStyle/>
          <a:p>
            <a:fld id="{648246CF-7178-41AD-B6F8-BACEEA28FBE0}" type="slidenum">
              <a:rPr lang="en-US" smtClean="0"/>
              <a:t>155</a:t>
            </a:fld>
            <a:endParaRPr lang="en-US"/>
          </a:p>
        </p:txBody>
      </p:sp>
    </p:spTree>
    <p:extLst>
      <p:ext uri="{BB962C8B-B14F-4D97-AF65-F5344CB8AC3E}">
        <p14:creationId xmlns:p14="http://schemas.microsoft.com/office/powerpoint/2010/main" val="906975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E2611-5703-40B0-F0D8-4D4C1D9296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59B66B-E914-DC23-020F-D663264002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BB61D6-DF43-4552-CB03-6D894CCE68B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149052D-ED75-2627-1B54-CCF315550C77}"/>
              </a:ext>
            </a:extLst>
          </p:cNvPr>
          <p:cNvSpPr>
            <a:spLocks noGrp="1"/>
          </p:cNvSpPr>
          <p:nvPr>
            <p:ph type="sldNum" sz="quarter" idx="5"/>
          </p:nvPr>
        </p:nvSpPr>
        <p:spPr/>
        <p:txBody>
          <a:bodyPr/>
          <a:lstStyle/>
          <a:p>
            <a:fld id="{648246CF-7178-41AD-B6F8-BACEEA28FBE0}" type="slidenum">
              <a:rPr lang="en-US" smtClean="0"/>
              <a:t>156</a:t>
            </a:fld>
            <a:endParaRPr lang="en-US"/>
          </a:p>
        </p:txBody>
      </p:sp>
    </p:spTree>
    <p:extLst>
      <p:ext uri="{BB962C8B-B14F-4D97-AF65-F5344CB8AC3E}">
        <p14:creationId xmlns:p14="http://schemas.microsoft.com/office/powerpoint/2010/main" val="29467544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85D76-4346-BF75-D474-A74C59899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5074FA-FDC1-50A6-29A6-8FA6E712D8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041FEA-3529-9322-4DE3-330E5528A41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A31D6D6-0366-2BDB-2405-D6CEDC67AAFC}"/>
              </a:ext>
            </a:extLst>
          </p:cNvPr>
          <p:cNvSpPr>
            <a:spLocks noGrp="1"/>
          </p:cNvSpPr>
          <p:nvPr>
            <p:ph type="sldNum" sz="quarter" idx="5"/>
          </p:nvPr>
        </p:nvSpPr>
        <p:spPr/>
        <p:txBody>
          <a:bodyPr/>
          <a:lstStyle/>
          <a:p>
            <a:fld id="{648246CF-7178-41AD-B6F8-BACEEA28FBE0}" type="slidenum">
              <a:rPr lang="en-US" smtClean="0"/>
              <a:t>157</a:t>
            </a:fld>
            <a:endParaRPr lang="en-US"/>
          </a:p>
        </p:txBody>
      </p:sp>
    </p:spTree>
    <p:extLst>
      <p:ext uri="{BB962C8B-B14F-4D97-AF65-F5344CB8AC3E}">
        <p14:creationId xmlns:p14="http://schemas.microsoft.com/office/powerpoint/2010/main" val="14680498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1F4B6-516B-FF09-B59F-6D596F98EE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9B7485-DA43-DCFD-A845-AE301A6E90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A2D307-9755-0D95-0C8C-14073887C45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23DC111-7DB9-B578-1829-AB4EA45431F3}"/>
              </a:ext>
            </a:extLst>
          </p:cNvPr>
          <p:cNvSpPr>
            <a:spLocks noGrp="1"/>
          </p:cNvSpPr>
          <p:nvPr>
            <p:ph type="sldNum" sz="quarter" idx="5"/>
          </p:nvPr>
        </p:nvSpPr>
        <p:spPr/>
        <p:txBody>
          <a:bodyPr/>
          <a:lstStyle/>
          <a:p>
            <a:fld id="{648246CF-7178-41AD-B6F8-BACEEA28FBE0}" type="slidenum">
              <a:rPr lang="en-US" smtClean="0"/>
              <a:t>158</a:t>
            </a:fld>
            <a:endParaRPr lang="en-US"/>
          </a:p>
        </p:txBody>
      </p:sp>
    </p:spTree>
    <p:extLst>
      <p:ext uri="{BB962C8B-B14F-4D97-AF65-F5344CB8AC3E}">
        <p14:creationId xmlns:p14="http://schemas.microsoft.com/office/powerpoint/2010/main" val="33338953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FECA3-A4B2-5BF4-0BBF-C9BB28D02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B48E3-C4B8-4B1E-A89F-5BF4BCFCF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7E4973-78CB-DFE4-CACB-803B897E6D8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FF58834D-27D5-69A5-1087-2639BD632556}"/>
              </a:ext>
            </a:extLst>
          </p:cNvPr>
          <p:cNvSpPr>
            <a:spLocks noGrp="1"/>
          </p:cNvSpPr>
          <p:nvPr>
            <p:ph type="sldNum" sz="quarter" idx="5"/>
          </p:nvPr>
        </p:nvSpPr>
        <p:spPr/>
        <p:txBody>
          <a:bodyPr/>
          <a:lstStyle/>
          <a:p>
            <a:fld id="{648246CF-7178-41AD-B6F8-BACEEA28FBE0}" type="slidenum">
              <a:rPr lang="en-US" smtClean="0"/>
              <a:t>159</a:t>
            </a:fld>
            <a:endParaRPr lang="en-US"/>
          </a:p>
        </p:txBody>
      </p:sp>
    </p:spTree>
    <p:extLst>
      <p:ext uri="{BB962C8B-B14F-4D97-AF65-F5344CB8AC3E}">
        <p14:creationId xmlns:p14="http://schemas.microsoft.com/office/powerpoint/2010/main" val="4306364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4902C-F75F-5606-A7BE-C39F98A8C3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67B446-76F3-7E93-1B32-CB37C474A6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3434F5-490B-947C-DEC8-68F1E3D766A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39005B8-962B-FF73-2EB7-22E4E41060A8}"/>
              </a:ext>
            </a:extLst>
          </p:cNvPr>
          <p:cNvSpPr>
            <a:spLocks noGrp="1"/>
          </p:cNvSpPr>
          <p:nvPr>
            <p:ph type="sldNum" sz="quarter" idx="5"/>
          </p:nvPr>
        </p:nvSpPr>
        <p:spPr/>
        <p:txBody>
          <a:bodyPr/>
          <a:lstStyle/>
          <a:p>
            <a:fld id="{648246CF-7178-41AD-B6F8-BACEEA28FBE0}" type="slidenum">
              <a:rPr lang="en-US" smtClean="0"/>
              <a:t>160</a:t>
            </a:fld>
            <a:endParaRPr lang="en-US"/>
          </a:p>
        </p:txBody>
      </p:sp>
    </p:spTree>
    <p:extLst>
      <p:ext uri="{BB962C8B-B14F-4D97-AF65-F5344CB8AC3E}">
        <p14:creationId xmlns:p14="http://schemas.microsoft.com/office/powerpoint/2010/main" val="27004231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67A7-78BE-581A-0CD4-65E86C9AD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F7ADDB-BFF3-C97D-FD49-7D8993677B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EC53DE-E27F-9D15-0BAD-ED26D723556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4705A5F-5106-4E17-02B2-C3D715D7608A}"/>
              </a:ext>
            </a:extLst>
          </p:cNvPr>
          <p:cNvSpPr>
            <a:spLocks noGrp="1"/>
          </p:cNvSpPr>
          <p:nvPr>
            <p:ph type="sldNum" sz="quarter" idx="5"/>
          </p:nvPr>
        </p:nvSpPr>
        <p:spPr/>
        <p:txBody>
          <a:bodyPr/>
          <a:lstStyle/>
          <a:p>
            <a:fld id="{648246CF-7178-41AD-B6F8-BACEEA28FBE0}" type="slidenum">
              <a:rPr lang="en-US" smtClean="0"/>
              <a:t>161</a:t>
            </a:fld>
            <a:endParaRPr lang="en-US"/>
          </a:p>
        </p:txBody>
      </p:sp>
    </p:spTree>
    <p:extLst>
      <p:ext uri="{BB962C8B-B14F-4D97-AF65-F5344CB8AC3E}">
        <p14:creationId xmlns:p14="http://schemas.microsoft.com/office/powerpoint/2010/main" val="39249160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E6231-7606-7492-5EF5-DD3FFE0C47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023EED-ACBB-CD7C-A510-73BF9E509E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B2D2B4-92E3-EC74-60CC-D09D2E7FF33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74976B8-CF45-0917-63CD-9FA25CECD7D8}"/>
              </a:ext>
            </a:extLst>
          </p:cNvPr>
          <p:cNvSpPr>
            <a:spLocks noGrp="1"/>
          </p:cNvSpPr>
          <p:nvPr>
            <p:ph type="sldNum" sz="quarter" idx="5"/>
          </p:nvPr>
        </p:nvSpPr>
        <p:spPr/>
        <p:txBody>
          <a:bodyPr/>
          <a:lstStyle/>
          <a:p>
            <a:fld id="{648246CF-7178-41AD-B6F8-BACEEA28FBE0}" type="slidenum">
              <a:rPr lang="en-US" smtClean="0"/>
              <a:t>162</a:t>
            </a:fld>
            <a:endParaRPr lang="en-US"/>
          </a:p>
        </p:txBody>
      </p:sp>
    </p:spTree>
    <p:extLst>
      <p:ext uri="{BB962C8B-B14F-4D97-AF65-F5344CB8AC3E}">
        <p14:creationId xmlns:p14="http://schemas.microsoft.com/office/powerpoint/2010/main" val="39533873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44689-19DF-4404-DA31-925BF405C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8BF34B-F071-73EF-1F9D-805136792F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F6DF2C-5B0E-F388-24E2-0FA34895F69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D3C16CF-AFEE-19B7-87F8-9D0E1873153F}"/>
              </a:ext>
            </a:extLst>
          </p:cNvPr>
          <p:cNvSpPr>
            <a:spLocks noGrp="1"/>
          </p:cNvSpPr>
          <p:nvPr>
            <p:ph type="sldNum" sz="quarter" idx="5"/>
          </p:nvPr>
        </p:nvSpPr>
        <p:spPr/>
        <p:txBody>
          <a:bodyPr/>
          <a:lstStyle/>
          <a:p>
            <a:fld id="{648246CF-7178-41AD-B6F8-BACEEA28FBE0}" type="slidenum">
              <a:rPr lang="en-US" smtClean="0"/>
              <a:t>163</a:t>
            </a:fld>
            <a:endParaRPr lang="en-US"/>
          </a:p>
        </p:txBody>
      </p:sp>
    </p:spTree>
    <p:extLst>
      <p:ext uri="{BB962C8B-B14F-4D97-AF65-F5344CB8AC3E}">
        <p14:creationId xmlns:p14="http://schemas.microsoft.com/office/powerpoint/2010/main" val="10726577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8AC2-DC14-DF59-2B98-6483EECC7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F0A00-D00F-9BB2-F131-8045565EC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3BA7C-DDAF-E692-D1C8-56D9BCD907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59BBAE-D432-EA93-6C40-63B806B5F0D3}"/>
              </a:ext>
            </a:extLst>
          </p:cNvPr>
          <p:cNvSpPr>
            <a:spLocks noGrp="1"/>
          </p:cNvSpPr>
          <p:nvPr>
            <p:ph type="sldNum" sz="quarter" idx="5"/>
          </p:nvPr>
        </p:nvSpPr>
        <p:spPr/>
        <p:txBody>
          <a:bodyPr/>
          <a:lstStyle/>
          <a:p>
            <a:fld id="{648246CF-7178-41AD-B6F8-BACEEA28FBE0}" type="slidenum">
              <a:rPr lang="en-US" smtClean="0"/>
              <a:t>194</a:t>
            </a:fld>
            <a:endParaRPr lang="en-US"/>
          </a:p>
        </p:txBody>
      </p:sp>
    </p:spTree>
    <p:extLst>
      <p:ext uri="{BB962C8B-B14F-4D97-AF65-F5344CB8AC3E}">
        <p14:creationId xmlns:p14="http://schemas.microsoft.com/office/powerpoint/2010/main" val="36802810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4B47-138D-0597-77F7-2814E443F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E99E4-CB3E-B218-3AF5-4A71DF68F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BD779-F07D-DF58-378A-00CBF305782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5B796EA-D062-1EB4-3E3F-3AF4A82A99CE}"/>
              </a:ext>
            </a:extLst>
          </p:cNvPr>
          <p:cNvSpPr>
            <a:spLocks noGrp="1"/>
          </p:cNvSpPr>
          <p:nvPr>
            <p:ph type="sldNum" sz="quarter" idx="5"/>
          </p:nvPr>
        </p:nvSpPr>
        <p:spPr/>
        <p:txBody>
          <a:bodyPr/>
          <a:lstStyle/>
          <a:p>
            <a:fld id="{648246CF-7178-41AD-B6F8-BACEEA28FBE0}" type="slidenum">
              <a:rPr lang="en-US" smtClean="0"/>
              <a:t>195</a:t>
            </a:fld>
            <a:endParaRPr lang="en-US"/>
          </a:p>
        </p:txBody>
      </p:sp>
    </p:spTree>
    <p:extLst>
      <p:ext uri="{BB962C8B-B14F-4D97-AF65-F5344CB8AC3E}">
        <p14:creationId xmlns:p14="http://schemas.microsoft.com/office/powerpoint/2010/main" val="13268951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94134-465E-40FE-CDBB-CD4A4B17F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2BF66-791D-57DB-AC10-6AE881C2F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ECCE4-A970-9A7D-E0C2-55DB0E7C40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44A3820-EC9C-43D2-B136-6CCA99DAA194}"/>
              </a:ext>
            </a:extLst>
          </p:cNvPr>
          <p:cNvSpPr>
            <a:spLocks noGrp="1"/>
          </p:cNvSpPr>
          <p:nvPr>
            <p:ph type="sldNum" sz="quarter" idx="5"/>
          </p:nvPr>
        </p:nvSpPr>
        <p:spPr/>
        <p:txBody>
          <a:bodyPr/>
          <a:lstStyle/>
          <a:p>
            <a:fld id="{648246CF-7178-41AD-B6F8-BACEEA28FBE0}" type="slidenum">
              <a:rPr lang="en-US" smtClean="0"/>
              <a:t>196</a:t>
            </a:fld>
            <a:endParaRPr lang="en-US"/>
          </a:p>
        </p:txBody>
      </p:sp>
    </p:spTree>
    <p:extLst>
      <p:ext uri="{BB962C8B-B14F-4D97-AF65-F5344CB8AC3E}">
        <p14:creationId xmlns:p14="http://schemas.microsoft.com/office/powerpoint/2010/main" val="41594582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7F8D7-3D32-06E3-4F10-FCAC081EB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44F15-8C4D-3C99-9A1F-26FC01273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9D86D6-BB42-1489-B817-B5C22DEE1AC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A2407CE-5E8F-A400-7200-B02C185DC5A7}"/>
              </a:ext>
            </a:extLst>
          </p:cNvPr>
          <p:cNvSpPr>
            <a:spLocks noGrp="1"/>
          </p:cNvSpPr>
          <p:nvPr>
            <p:ph type="sldNum" sz="quarter" idx="5"/>
          </p:nvPr>
        </p:nvSpPr>
        <p:spPr/>
        <p:txBody>
          <a:bodyPr/>
          <a:lstStyle/>
          <a:p>
            <a:fld id="{648246CF-7178-41AD-B6F8-BACEEA28FBE0}" type="slidenum">
              <a:rPr lang="en-US" smtClean="0"/>
              <a:t>197</a:t>
            </a:fld>
            <a:endParaRPr lang="en-US"/>
          </a:p>
        </p:txBody>
      </p:sp>
    </p:spTree>
    <p:extLst>
      <p:ext uri="{BB962C8B-B14F-4D97-AF65-F5344CB8AC3E}">
        <p14:creationId xmlns:p14="http://schemas.microsoft.com/office/powerpoint/2010/main" val="20550183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C6470-E6F6-F323-0614-7B510982DA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677AEB-95F6-B82C-19D5-55DF186EB0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E6F847-64A9-2DC5-7F17-30565C4E485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7CC6429-F482-0ECB-F5CB-B6803A556BFA}"/>
              </a:ext>
            </a:extLst>
          </p:cNvPr>
          <p:cNvSpPr>
            <a:spLocks noGrp="1"/>
          </p:cNvSpPr>
          <p:nvPr>
            <p:ph type="sldNum" sz="quarter" idx="5"/>
          </p:nvPr>
        </p:nvSpPr>
        <p:spPr/>
        <p:txBody>
          <a:bodyPr/>
          <a:lstStyle/>
          <a:p>
            <a:fld id="{648246CF-7178-41AD-B6F8-BACEEA28FBE0}" type="slidenum">
              <a:rPr lang="en-US" smtClean="0"/>
              <a:t>198</a:t>
            </a:fld>
            <a:endParaRPr lang="en-US"/>
          </a:p>
        </p:txBody>
      </p:sp>
    </p:spTree>
    <p:extLst>
      <p:ext uri="{BB962C8B-B14F-4D97-AF65-F5344CB8AC3E}">
        <p14:creationId xmlns:p14="http://schemas.microsoft.com/office/powerpoint/2010/main" val="6902101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AD773-E929-0987-643C-1C72EFC0F4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4FCC8-7684-9ECF-4F66-CF890F7015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DEDE17-C3E8-527E-6214-580E2BC88B0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70EE923-1E8C-C69B-F107-6D1ED4AA4B4A}"/>
              </a:ext>
            </a:extLst>
          </p:cNvPr>
          <p:cNvSpPr>
            <a:spLocks noGrp="1"/>
          </p:cNvSpPr>
          <p:nvPr>
            <p:ph type="sldNum" sz="quarter" idx="5"/>
          </p:nvPr>
        </p:nvSpPr>
        <p:spPr/>
        <p:txBody>
          <a:bodyPr/>
          <a:lstStyle/>
          <a:p>
            <a:fld id="{648246CF-7178-41AD-B6F8-BACEEA28FBE0}" type="slidenum">
              <a:rPr lang="en-US" smtClean="0"/>
              <a:t>199</a:t>
            </a:fld>
            <a:endParaRPr lang="en-US"/>
          </a:p>
        </p:txBody>
      </p:sp>
    </p:spTree>
    <p:extLst>
      <p:ext uri="{BB962C8B-B14F-4D97-AF65-F5344CB8AC3E}">
        <p14:creationId xmlns:p14="http://schemas.microsoft.com/office/powerpoint/2010/main" val="27201250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84DE9-F78C-8A1A-5487-146F0537F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8FCE4-6BBF-16CA-06DE-FF60DAF8E4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B055DA-4D88-8845-FCA6-0A6AC5F4FD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B1F202D-230A-E8E7-F4CB-84D2AEAD2E85}"/>
              </a:ext>
            </a:extLst>
          </p:cNvPr>
          <p:cNvSpPr>
            <a:spLocks noGrp="1"/>
          </p:cNvSpPr>
          <p:nvPr>
            <p:ph type="sldNum" sz="quarter" idx="5"/>
          </p:nvPr>
        </p:nvSpPr>
        <p:spPr/>
        <p:txBody>
          <a:bodyPr/>
          <a:lstStyle/>
          <a:p>
            <a:fld id="{648246CF-7178-41AD-B6F8-BACEEA28FBE0}" type="slidenum">
              <a:rPr lang="en-US" smtClean="0"/>
              <a:t>200</a:t>
            </a:fld>
            <a:endParaRPr lang="en-US"/>
          </a:p>
        </p:txBody>
      </p:sp>
    </p:spTree>
    <p:extLst>
      <p:ext uri="{BB962C8B-B14F-4D97-AF65-F5344CB8AC3E}">
        <p14:creationId xmlns:p14="http://schemas.microsoft.com/office/powerpoint/2010/main" val="18330779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1A234-0870-2803-9C85-7F028A0892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33CFD8-AC77-8419-4B54-FD39D94ED3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79F6E8-1CC3-0943-85C9-32530B1B341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15AD7DA-1086-014F-1C4F-19271FB65CE3}"/>
              </a:ext>
            </a:extLst>
          </p:cNvPr>
          <p:cNvSpPr>
            <a:spLocks noGrp="1"/>
          </p:cNvSpPr>
          <p:nvPr>
            <p:ph type="sldNum" sz="quarter" idx="5"/>
          </p:nvPr>
        </p:nvSpPr>
        <p:spPr/>
        <p:txBody>
          <a:bodyPr/>
          <a:lstStyle/>
          <a:p>
            <a:fld id="{648246CF-7178-41AD-B6F8-BACEEA28FBE0}" type="slidenum">
              <a:rPr lang="en-US" smtClean="0"/>
              <a:t>201</a:t>
            </a:fld>
            <a:endParaRPr lang="en-US"/>
          </a:p>
        </p:txBody>
      </p:sp>
    </p:spTree>
    <p:extLst>
      <p:ext uri="{BB962C8B-B14F-4D97-AF65-F5344CB8AC3E}">
        <p14:creationId xmlns:p14="http://schemas.microsoft.com/office/powerpoint/2010/main" val="5444559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7487C-A73B-4CC6-3232-AA809CE419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BF3E6F-5791-9A9C-553A-B4BBBFEC2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F10C9C-D0C6-BBD1-ABE0-CE3FA702C88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89CF93B-6EC3-C706-4561-97DE966B02D6}"/>
              </a:ext>
            </a:extLst>
          </p:cNvPr>
          <p:cNvSpPr>
            <a:spLocks noGrp="1"/>
          </p:cNvSpPr>
          <p:nvPr>
            <p:ph type="sldNum" sz="quarter" idx="5"/>
          </p:nvPr>
        </p:nvSpPr>
        <p:spPr/>
        <p:txBody>
          <a:bodyPr/>
          <a:lstStyle/>
          <a:p>
            <a:fld id="{648246CF-7178-41AD-B6F8-BACEEA28FBE0}" type="slidenum">
              <a:rPr lang="en-US" smtClean="0"/>
              <a:t>202</a:t>
            </a:fld>
            <a:endParaRPr lang="en-US"/>
          </a:p>
        </p:txBody>
      </p:sp>
    </p:spTree>
    <p:extLst>
      <p:ext uri="{BB962C8B-B14F-4D97-AF65-F5344CB8AC3E}">
        <p14:creationId xmlns:p14="http://schemas.microsoft.com/office/powerpoint/2010/main" val="42063290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4BAEA-D9D3-D96A-D234-C347CC6DDC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1A73A5-F62F-BA2A-B97E-0440CBC9E0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247CC1-47E7-513F-4EAA-84BDC16B6BF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D9D8BDB-287E-9420-54CE-A9BA29DE0F90}"/>
              </a:ext>
            </a:extLst>
          </p:cNvPr>
          <p:cNvSpPr>
            <a:spLocks noGrp="1"/>
          </p:cNvSpPr>
          <p:nvPr>
            <p:ph type="sldNum" sz="quarter" idx="5"/>
          </p:nvPr>
        </p:nvSpPr>
        <p:spPr/>
        <p:txBody>
          <a:bodyPr/>
          <a:lstStyle/>
          <a:p>
            <a:fld id="{648246CF-7178-41AD-B6F8-BACEEA28FBE0}" type="slidenum">
              <a:rPr lang="en-US" smtClean="0"/>
              <a:t>203</a:t>
            </a:fld>
            <a:endParaRPr lang="en-US"/>
          </a:p>
        </p:txBody>
      </p:sp>
    </p:spTree>
    <p:extLst>
      <p:ext uri="{BB962C8B-B14F-4D97-AF65-F5344CB8AC3E}">
        <p14:creationId xmlns:p14="http://schemas.microsoft.com/office/powerpoint/2010/main" val="270999637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CF0E7-5710-8B87-DF08-27C4730243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71ADB2-6516-4CE4-5FA4-705D6710E2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6654EC-8EEF-3787-2BA8-0DFB6D0FE10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637D7F0-360F-73D3-67E0-FD267FA26E2C}"/>
              </a:ext>
            </a:extLst>
          </p:cNvPr>
          <p:cNvSpPr>
            <a:spLocks noGrp="1"/>
          </p:cNvSpPr>
          <p:nvPr>
            <p:ph type="sldNum" sz="quarter" idx="5"/>
          </p:nvPr>
        </p:nvSpPr>
        <p:spPr/>
        <p:txBody>
          <a:bodyPr/>
          <a:lstStyle/>
          <a:p>
            <a:fld id="{648246CF-7178-41AD-B6F8-BACEEA28FBE0}" type="slidenum">
              <a:rPr lang="en-US" smtClean="0"/>
              <a:t>204</a:t>
            </a:fld>
            <a:endParaRPr lang="en-US"/>
          </a:p>
        </p:txBody>
      </p:sp>
    </p:spTree>
    <p:extLst>
      <p:ext uri="{BB962C8B-B14F-4D97-AF65-F5344CB8AC3E}">
        <p14:creationId xmlns:p14="http://schemas.microsoft.com/office/powerpoint/2010/main" val="52324672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FF907-EBAC-FDD1-4D8B-4D9811A001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2AD753-E1EF-7AF5-8AD6-D05DD6B57E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C6D734-B964-E902-C1AF-EACA82487BD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AC7A930-2AAB-A217-27E0-7E88287A5D88}"/>
              </a:ext>
            </a:extLst>
          </p:cNvPr>
          <p:cNvSpPr>
            <a:spLocks noGrp="1"/>
          </p:cNvSpPr>
          <p:nvPr>
            <p:ph type="sldNum" sz="quarter" idx="5"/>
          </p:nvPr>
        </p:nvSpPr>
        <p:spPr/>
        <p:txBody>
          <a:bodyPr/>
          <a:lstStyle/>
          <a:p>
            <a:fld id="{648246CF-7178-41AD-B6F8-BACEEA28FBE0}" type="slidenum">
              <a:rPr lang="en-US" smtClean="0"/>
              <a:t>205</a:t>
            </a:fld>
            <a:endParaRPr lang="en-US"/>
          </a:p>
        </p:txBody>
      </p:sp>
    </p:spTree>
    <p:extLst>
      <p:ext uri="{BB962C8B-B14F-4D97-AF65-F5344CB8AC3E}">
        <p14:creationId xmlns:p14="http://schemas.microsoft.com/office/powerpoint/2010/main" val="233809330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3ABB7-62A2-6395-CBE9-0175F8AC0C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DCAC2D-490B-2D0A-9256-94A1F45DC9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5BE55B-A75B-5033-E499-6435678B1FA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F493B76-FDB8-EB6E-A571-667A2601D44F}"/>
              </a:ext>
            </a:extLst>
          </p:cNvPr>
          <p:cNvSpPr>
            <a:spLocks noGrp="1"/>
          </p:cNvSpPr>
          <p:nvPr>
            <p:ph type="sldNum" sz="quarter" idx="5"/>
          </p:nvPr>
        </p:nvSpPr>
        <p:spPr/>
        <p:txBody>
          <a:bodyPr/>
          <a:lstStyle/>
          <a:p>
            <a:fld id="{648246CF-7178-41AD-B6F8-BACEEA28FBE0}" type="slidenum">
              <a:rPr lang="en-US" smtClean="0"/>
              <a:t>206</a:t>
            </a:fld>
            <a:endParaRPr lang="en-US"/>
          </a:p>
        </p:txBody>
      </p:sp>
    </p:spTree>
    <p:extLst>
      <p:ext uri="{BB962C8B-B14F-4D97-AF65-F5344CB8AC3E}">
        <p14:creationId xmlns:p14="http://schemas.microsoft.com/office/powerpoint/2010/main" val="38311659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65298-5214-0F1C-10F0-5DE7918981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B7DD8-5258-C618-923D-F4CA35705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E5265-97AB-8EA1-A85E-1E04C091E8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6EA7DE6-E6CD-33A1-9014-E74857AD8A7B}"/>
              </a:ext>
            </a:extLst>
          </p:cNvPr>
          <p:cNvSpPr>
            <a:spLocks noGrp="1"/>
          </p:cNvSpPr>
          <p:nvPr>
            <p:ph type="sldNum" sz="quarter" idx="5"/>
          </p:nvPr>
        </p:nvSpPr>
        <p:spPr/>
        <p:txBody>
          <a:bodyPr/>
          <a:lstStyle/>
          <a:p>
            <a:fld id="{648246CF-7178-41AD-B6F8-BACEEA28FBE0}" type="slidenum">
              <a:rPr lang="en-US" smtClean="0"/>
              <a:t>207</a:t>
            </a:fld>
            <a:endParaRPr lang="en-US"/>
          </a:p>
        </p:txBody>
      </p:sp>
    </p:spTree>
    <p:extLst>
      <p:ext uri="{BB962C8B-B14F-4D97-AF65-F5344CB8AC3E}">
        <p14:creationId xmlns:p14="http://schemas.microsoft.com/office/powerpoint/2010/main" val="255032938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C3F68-9704-1C22-4410-FE2856C48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AD606B-E01B-C207-93B6-60FDED3BED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5AC3CC-BCEF-FE07-3049-AE8B85AA944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09A87A1-9606-ED57-49D7-C937F1E94F3B}"/>
              </a:ext>
            </a:extLst>
          </p:cNvPr>
          <p:cNvSpPr>
            <a:spLocks noGrp="1"/>
          </p:cNvSpPr>
          <p:nvPr>
            <p:ph type="sldNum" sz="quarter" idx="5"/>
          </p:nvPr>
        </p:nvSpPr>
        <p:spPr/>
        <p:txBody>
          <a:bodyPr/>
          <a:lstStyle/>
          <a:p>
            <a:fld id="{648246CF-7178-41AD-B6F8-BACEEA28FBE0}" type="slidenum">
              <a:rPr lang="en-US" smtClean="0"/>
              <a:t>208</a:t>
            </a:fld>
            <a:endParaRPr lang="en-US"/>
          </a:p>
        </p:txBody>
      </p:sp>
    </p:spTree>
    <p:extLst>
      <p:ext uri="{BB962C8B-B14F-4D97-AF65-F5344CB8AC3E}">
        <p14:creationId xmlns:p14="http://schemas.microsoft.com/office/powerpoint/2010/main" val="420041997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BD511-716C-53DD-D2E5-9763FE15B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31911B-D887-BB08-5C82-328930D177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344B36-E47B-D2E9-EBC8-9DEAE732751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741ED44-7227-F486-C0E9-41CFA4C00CB4}"/>
              </a:ext>
            </a:extLst>
          </p:cNvPr>
          <p:cNvSpPr>
            <a:spLocks noGrp="1"/>
          </p:cNvSpPr>
          <p:nvPr>
            <p:ph type="sldNum" sz="quarter" idx="5"/>
          </p:nvPr>
        </p:nvSpPr>
        <p:spPr/>
        <p:txBody>
          <a:bodyPr/>
          <a:lstStyle/>
          <a:p>
            <a:fld id="{648246CF-7178-41AD-B6F8-BACEEA28FBE0}" type="slidenum">
              <a:rPr lang="en-US" smtClean="0"/>
              <a:t>209</a:t>
            </a:fld>
            <a:endParaRPr lang="en-US"/>
          </a:p>
        </p:txBody>
      </p:sp>
    </p:spTree>
    <p:extLst>
      <p:ext uri="{BB962C8B-B14F-4D97-AF65-F5344CB8AC3E}">
        <p14:creationId xmlns:p14="http://schemas.microsoft.com/office/powerpoint/2010/main" val="42335046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3EBA-A857-0671-2AB4-7A8E28F9D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50FB1-E135-8002-B9DC-40DF72AB6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D96B4-51DB-B8F2-C804-CCFC7C5CE8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31ED40-B78C-A5C8-EB5A-4E96282DB9DB}"/>
              </a:ext>
            </a:extLst>
          </p:cNvPr>
          <p:cNvSpPr>
            <a:spLocks noGrp="1"/>
          </p:cNvSpPr>
          <p:nvPr>
            <p:ph type="sldNum" sz="quarter" idx="5"/>
          </p:nvPr>
        </p:nvSpPr>
        <p:spPr/>
        <p:txBody>
          <a:bodyPr/>
          <a:lstStyle/>
          <a:p>
            <a:fld id="{648246CF-7178-41AD-B6F8-BACEEA28FBE0}" type="slidenum">
              <a:rPr lang="en-US" smtClean="0"/>
              <a:t>214</a:t>
            </a:fld>
            <a:endParaRPr lang="en-US"/>
          </a:p>
        </p:txBody>
      </p:sp>
    </p:spTree>
    <p:extLst>
      <p:ext uri="{BB962C8B-B14F-4D97-AF65-F5344CB8AC3E}">
        <p14:creationId xmlns:p14="http://schemas.microsoft.com/office/powerpoint/2010/main" val="93371857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C5BD-E517-3F1B-714A-4A200A028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F6C5E-790F-7E13-27B5-7BF266E12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5ADFB-A6CE-0B81-3E20-53EED9D34C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88C4DA5-7ECF-B49B-22F2-D9E92A970AA7}"/>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30179554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8B50-8A46-FED4-0C0B-04103144D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D05F1-E087-4269-DAF6-5A91DEEC6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D5828-5C4F-6956-8CB1-8687A46A9B2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78CF825-E80C-3189-05BB-6D0AE496FC8A}"/>
              </a:ext>
            </a:extLst>
          </p:cNvPr>
          <p:cNvSpPr>
            <a:spLocks noGrp="1"/>
          </p:cNvSpPr>
          <p:nvPr>
            <p:ph type="sldNum" sz="quarter" idx="5"/>
          </p:nvPr>
        </p:nvSpPr>
        <p:spPr/>
        <p:txBody>
          <a:bodyPr/>
          <a:lstStyle/>
          <a:p>
            <a:fld id="{648246CF-7178-41AD-B6F8-BACEEA28FBE0}" type="slidenum">
              <a:rPr lang="en-US" smtClean="0"/>
              <a:t>216</a:t>
            </a:fld>
            <a:endParaRPr lang="en-US"/>
          </a:p>
        </p:txBody>
      </p:sp>
    </p:spTree>
    <p:extLst>
      <p:ext uri="{BB962C8B-B14F-4D97-AF65-F5344CB8AC3E}">
        <p14:creationId xmlns:p14="http://schemas.microsoft.com/office/powerpoint/2010/main" val="337753635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5BD22-FE34-959C-3E32-666F9973D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0AC0F-CCC3-C486-6EC8-CE6167D5D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40C7D-4E8F-0196-72F6-C9A382F2886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334D948-C34F-1FEF-714C-AFE92CAB0F79}"/>
              </a:ext>
            </a:extLst>
          </p:cNvPr>
          <p:cNvSpPr>
            <a:spLocks noGrp="1"/>
          </p:cNvSpPr>
          <p:nvPr>
            <p:ph type="sldNum" sz="quarter" idx="5"/>
          </p:nvPr>
        </p:nvSpPr>
        <p:spPr/>
        <p:txBody>
          <a:bodyPr/>
          <a:lstStyle/>
          <a:p>
            <a:fld id="{648246CF-7178-41AD-B6F8-BACEEA28FBE0}" type="slidenum">
              <a:rPr lang="en-US" smtClean="0"/>
              <a:t>217</a:t>
            </a:fld>
            <a:endParaRPr lang="en-US"/>
          </a:p>
        </p:txBody>
      </p:sp>
    </p:spTree>
    <p:extLst>
      <p:ext uri="{BB962C8B-B14F-4D97-AF65-F5344CB8AC3E}">
        <p14:creationId xmlns:p14="http://schemas.microsoft.com/office/powerpoint/2010/main" val="285146008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916D3-3E86-97E0-E26A-78524E985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0F229-020C-67D4-EA5A-50560063C4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F70951-4AF8-02C6-8CCB-1D18B451FD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8EF2192-B782-6A3B-3472-F261256A8570}"/>
              </a:ext>
            </a:extLst>
          </p:cNvPr>
          <p:cNvSpPr>
            <a:spLocks noGrp="1"/>
          </p:cNvSpPr>
          <p:nvPr>
            <p:ph type="sldNum" sz="quarter" idx="5"/>
          </p:nvPr>
        </p:nvSpPr>
        <p:spPr/>
        <p:txBody>
          <a:bodyPr/>
          <a:lstStyle/>
          <a:p>
            <a:fld id="{648246CF-7178-41AD-B6F8-BACEEA28FBE0}" type="slidenum">
              <a:rPr lang="en-US" smtClean="0"/>
              <a:t>218</a:t>
            </a:fld>
            <a:endParaRPr lang="en-US"/>
          </a:p>
        </p:txBody>
      </p:sp>
    </p:spTree>
    <p:extLst>
      <p:ext uri="{BB962C8B-B14F-4D97-AF65-F5344CB8AC3E}">
        <p14:creationId xmlns:p14="http://schemas.microsoft.com/office/powerpoint/2010/main" val="309643073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56733-8F78-9704-343F-A1B1CE24E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1D42DE-23D0-E09C-CBD4-24A537B520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067691-D4BC-371A-D4C9-5807F67F7AE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0125C09-A38F-8EF5-645E-1D57E1EC2F68}"/>
              </a:ext>
            </a:extLst>
          </p:cNvPr>
          <p:cNvSpPr>
            <a:spLocks noGrp="1"/>
          </p:cNvSpPr>
          <p:nvPr>
            <p:ph type="sldNum" sz="quarter" idx="5"/>
          </p:nvPr>
        </p:nvSpPr>
        <p:spPr/>
        <p:txBody>
          <a:bodyPr/>
          <a:lstStyle/>
          <a:p>
            <a:fld id="{648246CF-7178-41AD-B6F8-BACEEA28FBE0}" type="slidenum">
              <a:rPr lang="en-US" smtClean="0"/>
              <a:t>219</a:t>
            </a:fld>
            <a:endParaRPr lang="en-US"/>
          </a:p>
        </p:txBody>
      </p:sp>
    </p:spTree>
    <p:extLst>
      <p:ext uri="{BB962C8B-B14F-4D97-AF65-F5344CB8AC3E}">
        <p14:creationId xmlns:p14="http://schemas.microsoft.com/office/powerpoint/2010/main" val="185178666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4D863-06C7-85DF-0AF3-375B0F192F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64FF5D-0F0A-C501-EAD2-2B5B37904F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DEB591-18AF-DD1E-FD0C-DEEDC6B1AA6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9D9C4DE-F5A8-E060-B76D-C7E94EA2AD49}"/>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34060777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1C58F-7BD8-A2D9-9516-0F6EA4DF8B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FD245-9080-37E3-6480-407B947C43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7F0F82-9B32-A8E5-DE85-95E83B26666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8B7AF88-659B-3C11-E2D7-E9CABC057A94}"/>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398513987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AFEB4-4C88-B992-8C39-B61B589243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31B72-D292-540C-3693-18C4BBF5D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C7F4EA-C333-49C2-04A8-ECA4167F8EB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CE15702-150E-0917-119B-2E048EB0AC92}"/>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325988472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2F0C7-D473-23D0-85BF-E30B7D9178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C4F0F9-D0A4-04D9-4B7A-888D55D3EC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C1C968-8833-C979-EF60-DA820C04A9F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54B2BA4-F8CF-2C51-CED9-F31E4A4F8CCF}"/>
              </a:ext>
            </a:extLst>
          </p:cNvPr>
          <p:cNvSpPr>
            <a:spLocks noGrp="1"/>
          </p:cNvSpPr>
          <p:nvPr>
            <p:ph type="sldNum" sz="quarter" idx="5"/>
          </p:nvPr>
        </p:nvSpPr>
        <p:spPr/>
        <p:txBody>
          <a:bodyPr/>
          <a:lstStyle/>
          <a:p>
            <a:fld id="{648246CF-7178-41AD-B6F8-BACEEA28FBE0}" type="slidenum">
              <a:rPr lang="en-US" smtClean="0"/>
              <a:t>223</a:t>
            </a:fld>
            <a:endParaRPr lang="en-US"/>
          </a:p>
        </p:txBody>
      </p:sp>
    </p:spTree>
    <p:extLst>
      <p:ext uri="{BB962C8B-B14F-4D97-AF65-F5344CB8AC3E}">
        <p14:creationId xmlns:p14="http://schemas.microsoft.com/office/powerpoint/2010/main" val="361378055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010FA-6EF3-15FC-DD1A-3DACE3A350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AAAC68-7406-BA88-D4BC-C76D906CFB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6D9D9D-C365-D592-4932-17537987650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E79369-1A92-D909-D63B-84784B5EE266}"/>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48579689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EC0C0-3D1E-4B75-9196-87D43DA0AC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2F252-FB18-4EE0-C6EA-482CD573C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6E8C54-232C-7AF5-1366-905DEBCE9B5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5A4E218-0E6E-83FC-ECD9-071D961FF486}"/>
              </a:ext>
            </a:extLst>
          </p:cNvPr>
          <p:cNvSpPr>
            <a:spLocks noGrp="1"/>
          </p:cNvSpPr>
          <p:nvPr>
            <p:ph type="sldNum" sz="quarter" idx="5"/>
          </p:nvPr>
        </p:nvSpPr>
        <p:spPr/>
        <p:txBody>
          <a:bodyPr/>
          <a:lstStyle/>
          <a:p>
            <a:fld id="{648246CF-7178-41AD-B6F8-BACEEA28FBE0}" type="slidenum">
              <a:rPr lang="en-US" smtClean="0"/>
              <a:t>225</a:t>
            </a:fld>
            <a:endParaRPr lang="en-US"/>
          </a:p>
        </p:txBody>
      </p:sp>
    </p:spTree>
    <p:extLst>
      <p:ext uri="{BB962C8B-B14F-4D97-AF65-F5344CB8AC3E}">
        <p14:creationId xmlns:p14="http://schemas.microsoft.com/office/powerpoint/2010/main" val="193823357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46772-70B8-F535-AE38-F399C0017A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E28464-F8A4-A4BB-4BDB-BF0B25220E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B005F1-24DE-D487-AACA-C4510B74FCC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79E1DC2-6444-9E59-9EE5-C9841B6E8DFE}"/>
              </a:ext>
            </a:extLst>
          </p:cNvPr>
          <p:cNvSpPr>
            <a:spLocks noGrp="1"/>
          </p:cNvSpPr>
          <p:nvPr>
            <p:ph type="sldNum" sz="quarter" idx="5"/>
          </p:nvPr>
        </p:nvSpPr>
        <p:spPr/>
        <p:txBody>
          <a:bodyPr/>
          <a:lstStyle/>
          <a:p>
            <a:fld id="{648246CF-7178-41AD-B6F8-BACEEA28FBE0}" type="slidenum">
              <a:rPr lang="en-US" smtClean="0"/>
              <a:t>226</a:t>
            </a:fld>
            <a:endParaRPr lang="en-US"/>
          </a:p>
        </p:txBody>
      </p:sp>
    </p:spTree>
    <p:extLst>
      <p:ext uri="{BB962C8B-B14F-4D97-AF65-F5344CB8AC3E}">
        <p14:creationId xmlns:p14="http://schemas.microsoft.com/office/powerpoint/2010/main" val="41809434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1A1CA-D963-267B-5592-35F52E73E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A11065-D56A-A3C4-569F-8F7303C1C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1A3534-A61B-8B3E-7D41-6618C32B872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F875C05-E1B6-159D-3E66-0B913BE0AA5C}"/>
              </a:ext>
            </a:extLst>
          </p:cNvPr>
          <p:cNvSpPr>
            <a:spLocks noGrp="1"/>
          </p:cNvSpPr>
          <p:nvPr>
            <p:ph type="sldNum" sz="quarter" idx="5"/>
          </p:nvPr>
        </p:nvSpPr>
        <p:spPr/>
        <p:txBody>
          <a:bodyPr/>
          <a:lstStyle/>
          <a:p>
            <a:fld id="{648246CF-7178-41AD-B6F8-BACEEA28FBE0}" type="slidenum">
              <a:rPr lang="en-US" smtClean="0"/>
              <a:t>227</a:t>
            </a:fld>
            <a:endParaRPr lang="en-US"/>
          </a:p>
        </p:txBody>
      </p:sp>
    </p:spTree>
    <p:extLst>
      <p:ext uri="{BB962C8B-B14F-4D97-AF65-F5344CB8AC3E}">
        <p14:creationId xmlns:p14="http://schemas.microsoft.com/office/powerpoint/2010/main" val="426875721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2E8BE-02FF-1449-EC12-4555A50E62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9F2B1-1ACF-79F1-8BAC-26DC3492BE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48D9DB-1F62-E417-7352-F02DF085A58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B8D3D97-EDEE-A332-540A-A920C9FA5FEE}"/>
              </a:ext>
            </a:extLst>
          </p:cNvPr>
          <p:cNvSpPr>
            <a:spLocks noGrp="1"/>
          </p:cNvSpPr>
          <p:nvPr>
            <p:ph type="sldNum" sz="quarter" idx="5"/>
          </p:nvPr>
        </p:nvSpPr>
        <p:spPr/>
        <p:txBody>
          <a:bodyPr/>
          <a:lstStyle/>
          <a:p>
            <a:fld id="{648246CF-7178-41AD-B6F8-BACEEA28FBE0}" type="slidenum">
              <a:rPr lang="en-US" smtClean="0"/>
              <a:t>228</a:t>
            </a:fld>
            <a:endParaRPr lang="en-US"/>
          </a:p>
        </p:txBody>
      </p:sp>
    </p:spTree>
    <p:extLst>
      <p:ext uri="{BB962C8B-B14F-4D97-AF65-F5344CB8AC3E}">
        <p14:creationId xmlns:p14="http://schemas.microsoft.com/office/powerpoint/2010/main" val="224115773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4B24F-C5F8-DEE0-4C7B-F0F2C243B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53E90D-738C-C4E4-1BED-338CB405F1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2DBE71-F7C0-46ED-B530-6B27F9FB564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080BF90-91DE-6CC9-A9B6-310980BD3F89}"/>
              </a:ext>
            </a:extLst>
          </p:cNvPr>
          <p:cNvSpPr>
            <a:spLocks noGrp="1"/>
          </p:cNvSpPr>
          <p:nvPr>
            <p:ph type="sldNum" sz="quarter" idx="5"/>
          </p:nvPr>
        </p:nvSpPr>
        <p:spPr/>
        <p:txBody>
          <a:bodyPr/>
          <a:lstStyle/>
          <a:p>
            <a:fld id="{648246CF-7178-41AD-B6F8-BACEEA28FBE0}" type="slidenum">
              <a:rPr lang="en-US" smtClean="0"/>
              <a:t>229</a:t>
            </a:fld>
            <a:endParaRPr lang="en-US"/>
          </a:p>
        </p:txBody>
      </p:sp>
    </p:spTree>
    <p:extLst>
      <p:ext uri="{BB962C8B-B14F-4D97-AF65-F5344CB8AC3E}">
        <p14:creationId xmlns:p14="http://schemas.microsoft.com/office/powerpoint/2010/main" val="138633820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B479B-5EDE-863A-D625-4D213A27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07586-6CB2-ADFD-598E-7C6D1C1691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4B5558-7AD2-6E94-3FD1-F675663A8FC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30FF263-EF88-730D-3418-971D8C3B4030}"/>
              </a:ext>
            </a:extLst>
          </p:cNvPr>
          <p:cNvSpPr>
            <a:spLocks noGrp="1"/>
          </p:cNvSpPr>
          <p:nvPr>
            <p:ph type="sldNum" sz="quarter" idx="5"/>
          </p:nvPr>
        </p:nvSpPr>
        <p:spPr/>
        <p:txBody>
          <a:bodyPr/>
          <a:lstStyle/>
          <a:p>
            <a:fld id="{648246CF-7178-41AD-B6F8-BACEEA28FBE0}" type="slidenum">
              <a:rPr lang="en-US" smtClean="0"/>
              <a:t>230</a:t>
            </a:fld>
            <a:endParaRPr lang="en-US"/>
          </a:p>
        </p:txBody>
      </p:sp>
    </p:spTree>
    <p:extLst>
      <p:ext uri="{BB962C8B-B14F-4D97-AF65-F5344CB8AC3E}">
        <p14:creationId xmlns:p14="http://schemas.microsoft.com/office/powerpoint/2010/main" val="181856910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A3DB2-1F39-8229-4DE7-C6DCA9F374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C379B8-B353-DDCC-6451-775B786BCE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730FAC-4C9E-109A-F644-8E9AC5B51E8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6F5BEBC-9559-8CBB-7A95-BD039EC07C70}"/>
              </a:ext>
            </a:extLst>
          </p:cNvPr>
          <p:cNvSpPr>
            <a:spLocks noGrp="1"/>
          </p:cNvSpPr>
          <p:nvPr>
            <p:ph type="sldNum" sz="quarter" idx="5"/>
          </p:nvPr>
        </p:nvSpPr>
        <p:spPr/>
        <p:txBody>
          <a:bodyPr/>
          <a:lstStyle/>
          <a:p>
            <a:fld id="{648246CF-7178-41AD-B6F8-BACEEA28FBE0}" type="slidenum">
              <a:rPr lang="en-US" smtClean="0"/>
              <a:t>231</a:t>
            </a:fld>
            <a:endParaRPr lang="en-US"/>
          </a:p>
        </p:txBody>
      </p:sp>
    </p:spTree>
    <p:extLst>
      <p:ext uri="{BB962C8B-B14F-4D97-AF65-F5344CB8AC3E}">
        <p14:creationId xmlns:p14="http://schemas.microsoft.com/office/powerpoint/2010/main" val="403958101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8DC79-EDE1-6CFC-4EA1-183E6F695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438AB-7215-D76C-7424-BC1BD18C68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6E81BB-03F7-8983-67D5-8907F5CCA8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2AA490B-4E99-8561-9B54-12AFAD109C17}"/>
              </a:ext>
            </a:extLst>
          </p:cNvPr>
          <p:cNvSpPr>
            <a:spLocks noGrp="1"/>
          </p:cNvSpPr>
          <p:nvPr>
            <p:ph type="sldNum" sz="quarter" idx="5"/>
          </p:nvPr>
        </p:nvSpPr>
        <p:spPr/>
        <p:txBody>
          <a:bodyPr/>
          <a:lstStyle/>
          <a:p>
            <a:fld id="{648246CF-7178-41AD-B6F8-BACEEA28FBE0}" type="slidenum">
              <a:rPr lang="en-US" smtClean="0"/>
              <a:t>232</a:t>
            </a:fld>
            <a:endParaRPr lang="en-US"/>
          </a:p>
        </p:txBody>
      </p:sp>
    </p:spTree>
    <p:extLst>
      <p:ext uri="{BB962C8B-B14F-4D97-AF65-F5344CB8AC3E}">
        <p14:creationId xmlns:p14="http://schemas.microsoft.com/office/powerpoint/2010/main" val="239756070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2B7B5-76FB-D95B-9D7F-256E6D239A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F1302A-8F6B-4331-E6D9-56CACD1049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F837D-54AA-8227-3EA6-ECEDEBBD0FA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B1DF28B-7E2D-71B5-775B-3F1257639A23}"/>
              </a:ext>
            </a:extLst>
          </p:cNvPr>
          <p:cNvSpPr>
            <a:spLocks noGrp="1"/>
          </p:cNvSpPr>
          <p:nvPr>
            <p:ph type="sldNum" sz="quarter" idx="5"/>
          </p:nvPr>
        </p:nvSpPr>
        <p:spPr/>
        <p:txBody>
          <a:bodyPr/>
          <a:lstStyle/>
          <a:p>
            <a:fld id="{648246CF-7178-41AD-B6F8-BACEEA28FBE0}" type="slidenum">
              <a:rPr lang="en-US" smtClean="0"/>
              <a:t>233</a:t>
            </a:fld>
            <a:endParaRPr lang="en-US"/>
          </a:p>
        </p:txBody>
      </p:sp>
    </p:spTree>
    <p:extLst>
      <p:ext uri="{BB962C8B-B14F-4D97-AF65-F5344CB8AC3E}">
        <p14:creationId xmlns:p14="http://schemas.microsoft.com/office/powerpoint/2010/main" val="330223493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1F32E-0F20-EBCD-FAA8-4EB4917F4B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C1256A-3EF5-155B-0E6C-C4C6396078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F4B2C0-0DF7-3A43-0724-11AFADFD5D9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DD0C853-E03F-E15F-6649-AF2A84A87C74}"/>
              </a:ext>
            </a:extLst>
          </p:cNvPr>
          <p:cNvSpPr>
            <a:spLocks noGrp="1"/>
          </p:cNvSpPr>
          <p:nvPr>
            <p:ph type="sldNum" sz="quarter" idx="5"/>
          </p:nvPr>
        </p:nvSpPr>
        <p:spPr/>
        <p:txBody>
          <a:bodyPr/>
          <a:lstStyle/>
          <a:p>
            <a:fld id="{648246CF-7178-41AD-B6F8-BACEEA28FBE0}" type="slidenum">
              <a:rPr lang="en-US" smtClean="0"/>
              <a:t>234</a:t>
            </a:fld>
            <a:endParaRPr lang="en-US"/>
          </a:p>
        </p:txBody>
      </p:sp>
    </p:spTree>
    <p:extLst>
      <p:ext uri="{BB962C8B-B14F-4D97-AF65-F5344CB8AC3E}">
        <p14:creationId xmlns:p14="http://schemas.microsoft.com/office/powerpoint/2010/main" val="230468033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E98EA-FA84-E40E-8DE9-F8D3DF84F1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922627-672A-13D3-BA23-544238B2DC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E6AB93-E2A2-40CE-1A8B-659DF6AB67D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D79907C-3A0E-755A-6A9C-6166037884A9}"/>
              </a:ext>
            </a:extLst>
          </p:cNvPr>
          <p:cNvSpPr>
            <a:spLocks noGrp="1"/>
          </p:cNvSpPr>
          <p:nvPr>
            <p:ph type="sldNum" sz="quarter" idx="5"/>
          </p:nvPr>
        </p:nvSpPr>
        <p:spPr/>
        <p:txBody>
          <a:bodyPr/>
          <a:lstStyle/>
          <a:p>
            <a:fld id="{648246CF-7178-41AD-B6F8-BACEEA28FBE0}" type="slidenum">
              <a:rPr lang="en-US" smtClean="0"/>
              <a:t>235</a:t>
            </a:fld>
            <a:endParaRPr lang="en-US"/>
          </a:p>
        </p:txBody>
      </p:sp>
    </p:spTree>
    <p:extLst>
      <p:ext uri="{BB962C8B-B14F-4D97-AF65-F5344CB8AC3E}">
        <p14:creationId xmlns:p14="http://schemas.microsoft.com/office/powerpoint/2010/main" val="18871904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61777-B57A-F0AA-A01A-9454F22A5B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D1ECB5-44B6-FCF8-5669-A7C1564F66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CA6203-9335-586A-0A24-6AA0D26719B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DC8CAF3-363C-7A8B-3EA8-5924E83545E5}"/>
              </a:ext>
            </a:extLst>
          </p:cNvPr>
          <p:cNvSpPr>
            <a:spLocks noGrp="1"/>
          </p:cNvSpPr>
          <p:nvPr>
            <p:ph type="sldNum" sz="quarter" idx="5"/>
          </p:nvPr>
        </p:nvSpPr>
        <p:spPr/>
        <p:txBody>
          <a:bodyPr/>
          <a:lstStyle/>
          <a:p>
            <a:fld id="{648246CF-7178-41AD-B6F8-BACEEA28FBE0}" type="slidenum">
              <a:rPr lang="en-US" smtClean="0"/>
              <a:t>236</a:t>
            </a:fld>
            <a:endParaRPr lang="en-US"/>
          </a:p>
        </p:txBody>
      </p:sp>
    </p:spTree>
    <p:extLst>
      <p:ext uri="{BB962C8B-B14F-4D97-AF65-F5344CB8AC3E}">
        <p14:creationId xmlns:p14="http://schemas.microsoft.com/office/powerpoint/2010/main" val="1186453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1A930-F2B4-1F69-EE6B-0373AA972A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53B65-14CF-C835-FC9B-65009D03A0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868A43-E024-3B60-8B92-AC9E86A92E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65D48A9-C28F-552D-C605-31ECB1DA8B90}"/>
              </a:ext>
            </a:extLst>
          </p:cNvPr>
          <p:cNvSpPr>
            <a:spLocks noGrp="1"/>
          </p:cNvSpPr>
          <p:nvPr>
            <p:ph type="sldNum" sz="quarter" idx="5"/>
          </p:nvPr>
        </p:nvSpPr>
        <p:spPr/>
        <p:txBody>
          <a:bodyPr/>
          <a:lstStyle/>
          <a:p>
            <a:fld id="{648246CF-7178-41AD-B6F8-BACEEA28FBE0}" type="slidenum">
              <a:rPr lang="en-US" smtClean="0"/>
              <a:t>237</a:t>
            </a:fld>
            <a:endParaRPr lang="en-US"/>
          </a:p>
        </p:txBody>
      </p:sp>
    </p:spTree>
    <p:extLst>
      <p:ext uri="{BB962C8B-B14F-4D97-AF65-F5344CB8AC3E}">
        <p14:creationId xmlns:p14="http://schemas.microsoft.com/office/powerpoint/2010/main" val="398979229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2D184-5DDF-B01C-2249-CD1A40F1C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4E70ED-0F05-21FF-5815-4751B6C53D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5AA027-C808-2396-DF21-7307E8AF078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9A30CE3-FFB4-377A-1219-9C98B97D041D}"/>
              </a:ext>
            </a:extLst>
          </p:cNvPr>
          <p:cNvSpPr>
            <a:spLocks noGrp="1"/>
          </p:cNvSpPr>
          <p:nvPr>
            <p:ph type="sldNum" sz="quarter" idx="5"/>
          </p:nvPr>
        </p:nvSpPr>
        <p:spPr/>
        <p:txBody>
          <a:bodyPr/>
          <a:lstStyle/>
          <a:p>
            <a:fld id="{648246CF-7178-41AD-B6F8-BACEEA28FBE0}" type="slidenum">
              <a:rPr lang="en-US" smtClean="0"/>
              <a:t>238</a:t>
            </a:fld>
            <a:endParaRPr lang="en-US"/>
          </a:p>
        </p:txBody>
      </p:sp>
    </p:spTree>
    <p:extLst>
      <p:ext uri="{BB962C8B-B14F-4D97-AF65-F5344CB8AC3E}">
        <p14:creationId xmlns:p14="http://schemas.microsoft.com/office/powerpoint/2010/main" val="276308506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BBFDC-1B81-97C4-1272-AB56530AF3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FB6433-4569-FCE1-AD3B-38E8C54912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1B2935-6162-4CDC-3BDC-155252C30FE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E8DF456-F3ED-AC46-E147-73E0C6592648}"/>
              </a:ext>
            </a:extLst>
          </p:cNvPr>
          <p:cNvSpPr>
            <a:spLocks noGrp="1"/>
          </p:cNvSpPr>
          <p:nvPr>
            <p:ph type="sldNum" sz="quarter" idx="5"/>
          </p:nvPr>
        </p:nvSpPr>
        <p:spPr/>
        <p:txBody>
          <a:bodyPr/>
          <a:lstStyle/>
          <a:p>
            <a:fld id="{648246CF-7178-41AD-B6F8-BACEEA28FBE0}" type="slidenum">
              <a:rPr lang="en-US" smtClean="0"/>
              <a:t>239</a:t>
            </a:fld>
            <a:endParaRPr lang="en-US"/>
          </a:p>
        </p:txBody>
      </p:sp>
    </p:spTree>
    <p:extLst>
      <p:ext uri="{BB962C8B-B14F-4D97-AF65-F5344CB8AC3E}">
        <p14:creationId xmlns:p14="http://schemas.microsoft.com/office/powerpoint/2010/main" val="343741489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70B87-5067-D50A-48BB-6B995B82FD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47442-EA68-4A25-4D04-9B569AA7FA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178D79-DB9D-4717-F11C-D11F819E31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BE3222A-035F-6096-A803-6E507BCAC51D}"/>
              </a:ext>
            </a:extLst>
          </p:cNvPr>
          <p:cNvSpPr>
            <a:spLocks noGrp="1"/>
          </p:cNvSpPr>
          <p:nvPr>
            <p:ph type="sldNum" sz="quarter" idx="5"/>
          </p:nvPr>
        </p:nvSpPr>
        <p:spPr/>
        <p:txBody>
          <a:bodyPr/>
          <a:lstStyle/>
          <a:p>
            <a:fld id="{648246CF-7178-41AD-B6F8-BACEEA28FBE0}" type="slidenum">
              <a:rPr lang="en-US" smtClean="0"/>
              <a:t>240</a:t>
            </a:fld>
            <a:endParaRPr lang="en-US"/>
          </a:p>
        </p:txBody>
      </p:sp>
    </p:spTree>
    <p:extLst>
      <p:ext uri="{BB962C8B-B14F-4D97-AF65-F5344CB8AC3E}">
        <p14:creationId xmlns:p14="http://schemas.microsoft.com/office/powerpoint/2010/main" val="214864809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537E1-5E77-4B47-A74A-9430FCCDF4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502B3-0821-3EB4-1ECA-93EB285E52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2230A4-F0F6-93CA-6390-A7DB32CA8C4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494813C-304A-95BD-AEA2-BE745581CAC5}"/>
              </a:ext>
            </a:extLst>
          </p:cNvPr>
          <p:cNvSpPr>
            <a:spLocks noGrp="1"/>
          </p:cNvSpPr>
          <p:nvPr>
            <p:ph type="sldNum" sz="quarter" idx="5"/>
          </p:nvPr>
        </p:nvSpPr>
        <p:spPr/>
        <p:txBody>
          <a:bodyPr/>
          <a:lstStyle/>
          <a:p>
            <a:fld id="{648246CF-7178-41AD-B6F8-BACEEA28FBE0}" type="slidenum">
              <a:rPr lang="en-US" smtClean="0"/>
              <a:t>241</a:t>
            </a:fld>
            <a:endParaRPr lang="en-US"/>
          </a:p>
        </p:txBody>
      </p:sp>
    </p:spTree>
    <p:extLst>
      <p:ext uri="{BB962C8B-B14F-4D97-AF65-F5344CB8AC3E}">
        <p14:creationId xmlns:p14="http://schemas.microsoft.com/office/powerpoint/2010/main" val="345800089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97F05-E945-0583-452A-4EDCA14941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DF3223-4918-79F7-72FB-6716D3D6A8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87BE9A-A0EE-6CE4-D9D9-8806F443F62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52A9703-FE4B-80E4-B8C0-F1CF9C48F6AD}"/>
              </a:ext>
            </a:extLst>
          </p:cNvPr>
          <p:cNvSpPr>
            <a:spLocks noGrp="1"/>
          </p:cNvSpPr>
          <p:nvPr>
            <p:ph type="sldNum" sz="quarter" idx="5"/>
          </p:nvPr>
        </p:nvSpPr>
        <p:spPr/>
        <p:txBody>
          <a:bodyPr/>
          <a:lstStyle/>
          <a:p>
            <a:fld id="{648246CF-7178-41AD-B6F8-BACEEA28FBE0}" type="slidenum">
              <a:rPr lang="en-US" smtClean="0"/>
              <a:t>242</a:t>
            </a:fld>
            <a:endParaRPr lang="en-US"/>
          </a:p>
        </p:txBody>
      </p:sp>
    </p:spTree>
    <p:extLst>
      <p:ext uri="{BB962C8B-B14F-4D97-AF65-F5344CB8AC3E}">
        <p14:creationId xmlns:p14="http://schemas.microsoft.com/office/powerpoint/2010/main" val="97813703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ADBEA-8626-E2EE-8B1B-078EA8C58A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F3BA9C-A477-8903-08D5-093E3732F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8C6F64-F2EF-AE1F-134D-04A27B4BBC3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59DA38C-D8AF-761C-FB40-99A44E8A7172}"/>
              </a:ext>
            </a:extLst>
          </p:cNvPr>
          <p:cNvSpPr>
            <a:spLocks noGrp="1"/>
          </p:cNvSpPr>
          <p:nvPr>
            <p:ph type="sldNum" sz="quarter" idx="5"/>
          </p:nvPr>
        </p:nvSpPr>
        <p:spPr/>
        <p:txBody>
          <a:bodyPr/>
          <a:lstStyle/>
          <a:p>
            <a:fld id="{648246CF-7178-41AD-B6F8-BACEEA28FBE0}" type="slidenum">
              <a:rPr lang="en-US" smtClean="0"/>
              <a:t>243</a:t>
            </a:fld>
            <a:endParaRPr lang="en-US"/>
          </a:p>
        </p:txBody>
      </p:sp>
    </p:spTree>
    <p:extLst>
      <p:ext uri="{BB962C8B-B14F-4D97-AF65-F5344CB8AC3E}">
        <p14:creationId xmlns:p14="http://schemas.microsoft.com/office/powerpoint/2010/main" val="124328255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BEED2-1C40-2CC8-2ACA-579962775C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1310C0-931D-7043-2190-6AABB74B62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C5AED9-3F4D-BA4E-C367-13A74738048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985B49-8D5B-5338-17C3-CF225664E651}"/>
              </a:ext>
            </a:extLst>
          </p:cNvPr>
          <p:cNvSpPr>
            <a:spLocks noGrp="1"/>
          </p:cNvSpPr>
          <p:nvPr>
            <p:ph type="sldNum" sz="quarter" idx="5"/>
          </p:nvPr>
        </p:nvSpPr>
        <p:spPr/>
        <p:txBody>
          <a:bodyPr/>
          <a:lstStyle/>
          <a:p>
            <a:fld id="{648246CF-7178-41AD-B6F8-BACEEA28FBE0}" type="slidenum">
              <a:rPr lang="en-US" smtClean="0"/>
              <a:t>244</a:t>
            </a:fld>
            <a:endParaRPr lang="en-US"/>
          </a:p>
        </p:txBody>
      </p:sp>
    </p:spTree>
    <p:extLst>
      <p:ext uri="{BB962C8B-B14F-4D97-AF65-F5344CB8AC3E}">
        <p14:creationId xmlns:p14="http://schemas.microsoft.com/office/powerpoint/2010/main" val="112021541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6212E-A6B0-74AE-6D95-4E8B55528A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7A8A5F-EA45-55E3-B741-2F5B6372BC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59B439-E70F-758A-D812-9C0B97B5B49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2921BC3-37B2-DEB4-D002-9ACC37C552CE}"/>
              </a:ext>
            </a:extLst>
          </p:cNvPr>
          <p:cNvSpPr>
            <a:spLocks noGrp="1"/>
          </p:cNvSpPr>
          <p:nvPr>
            <p:ph type="sldNum" sz="quarter" idx="5"/>
          </p:nvPr>
        </p:nvSpPr>
        <p:spPr/>
        <p:txBody>
          <a:bodyPr/>
          <a:lstStyle/>
          <a:p>
            <a:fld id="{648246CF-7178-41AD-B6F8-BACEEA28FBE0}" type="slidenum">
              <a:rPr lang="en-US" smtClean="0"/>
              <a:t>245</a:t>
            </a:fld>
            <a:endParaRPr lang="en-US"/>
          </a:p>
        </p:txBody>
      </p:sp>
    </p:spTree>
    <p:extLst>
      <p:ext uri="{BB962C8B-B14F-4D97-AF65-F5344CB8AC3E}">
        <p14:creationId xmlns:p14="http://schemas.microsoft.com/office/powerpoint/2010/main" val="421570911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248</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8D2AC-2B43-7450-2BCE-E410FD9BB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1BDBB-0560-434C-94E3-B05A9D6E8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E6F3F4-FFE2-DBA7-1F93-65E278A774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E61E129-E2CB-F118-E870-705786410384}"/>
              </a:ext>
            </a:extLst>
          </p:cNvPr>
          <p:cNvSpPr>
            <a:spLocks noGrp="1"/>
          </p:cNvSpPr>
          <p:nvPr>
            <p:ph type="sldNum" sz="quarter" idx="5"/>
          </p:nvPr>
        </p:nvSpPr>
        <p:spPr/>
        <p:txBody>
          <a:bodyPr/>
          <a:lstStyle/>
          <a:p>
            <a:fld id="{648246CF-7178-41AD-B6F8-BACEEA28FBE0}" type="slidenum">
              <a:rPr lang="en-US" smtClean="0"/>
              <a:t>249</a:t>
            </a:fld>
            <a:endParaRPr lang="en-US"/>
          </a:p>
        </p:txBody>
      </p:sp>
    </p:spTree>
    <p:extLst>
      <p:ext uri="{BB962C8B-B14F-4D97-AF65-F5344CB8AC3E}">
        <p14:creationId xmlns:p14="http://schemas.microsoft.com/office/powerpoint/2010/main" val="254269956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9157A-0E6F-889B-30E3-4CB8E2C8E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92985-38EB-A813-D2A8-5A46317CFF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27ADC-7D39-029D-ED1A-BA573655499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4EF5ED2-3C7C-872A-75D0-E2B200746DFF}"/>
              </a:ext>
            </a:extLst>
          </p:cNvPr>
          <p:cNvSpPr>
            <a:spLocks noGrp="1"/>
          </p:cNvSpPr>
          <p:nvPr>
            <p:ph type="sldNum" sz="quarter" idx="5"/>
          </p:nvPr>
        </p:nvSpPr>
        <p:spPr/>
        <p:txBody>
          <a:bodyPr/>
          <a:lstStyle/>
          <a:p>
            <a:fld id="{648246CF-7178-41AD-B6F8-BACEEA28FBE0}" type="slidenum">
              <a:rPr lang="en-US" smtClean="0"/>
              <a:t>250</a:t>
            </a:fld>
            <a:endParaRPr lang="en-US"/>
          </a:p>
        </p:txBody>
      </p:sp>
    </p:spTree>
    <p:extLst>
      <p:ext uri="{BB962C8B-B14F-4D97-AF65-F5344CB8AC3E}">
        <p14:creationId xmlns:p14="http://schemas.microsoft.com/office/powerpoint/2010/main" val="317915993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F4FAD-1234-304E-FFED-31E184D68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EA092-D1C8-16D8-BF8A-8172D5F489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C0762-0740-5872-520B-AF82588AB04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E0040F3-5876-89C8-EA61-6CDE8EA37C1B}"/>
              </a:ext>
            </a:extLst>
          </p:cNvPr>
          <p:cNvSpPr>
            <a:spLocks noGrp="1"/>
          </p:cNvSpPr>
          <p:nvPr>
            <p:ph type="sldNum" sz="quarter" idx="5"/>
          </p:nvPr>
        </p:nvSpPr>
        <p:spPr/>
        <p:txBody>
          <a:bodyPr/>
          <a:lstStyle/>
          <a:p>
            <a:fld id="{648246CF-7178-41AD-B6F8-BACEEA28FBE0}" type="slidenum">
              <a:rPr lang="en-US" smtClean="0"/>
              <a:t>251</a:t>
            </a:fld>
            <a:endParaRPr lang="en-US"/>
          </a:p>
        </p:txBody>
      </p:sp>
    </p:spTree>
    <p:extLst>
      <p:ext uri="{BB962C8B-B14F-4D97-AF65-F5344CB8AC3E}">
        <p14:creationId xmlns:p14="http://schemas.microsoft.com/office/powerpoint/2010/main" val="1793274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8/9/2025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8/9/2025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8/9/2025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8/9/2025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8/9/2025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8/9/2025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8/9/2025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2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2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734AF-D405-8538-F93C-FDB6574EA9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A76AEC-25C3-0FA4-700C-2F1C60CEEFA2}"/>
              </a:ext>
            </a:extLst>
          </p:cNvPr>
          <p:cNvSpPr>
            <a:spLocks noGrp="1"/>
          </p:cNvSpPr>
          <p:nvPr>
            <p:ph idx="1"/>
          </p:nvPr>
        </p:nvSpPr>
        <p:spPr/>
        <p:txBody>
          <a:bodyPr/>
          <a:lstStyle/>
          <a:p>
            <a:endParaRPr lang="en-US"/>
          </a:p>
        </p:txBody>
      </p:sp>
      <p:pic>
        <p:nvPicPr>
          <p:cNvPr id="2" name="Picture 2" descr="Có thể là hình ảnh về 1 người và văn bản cho biết 'CHỦA NHẬT XИ THƯỜNG NĂM c （L12,32-48） TÍNH THỨC &amp; SÁN SÀNG Anh em cũng vậy, hãy săn sàng, VÌ chính giờ phút anh em không டரர், thì Con Người . sẽ sdẾn.'">
            <a:extLst>
              <a:ext uri="{FF2B5EF4-FFF2-40B4-BE49-F238E27FC236}">
                <a16:creationId xmlns:a16="http://schemas.microsoft.com/office/drawing/2014/main" id="{720A2646-754A-7167-3AAF-E7C8F9BBC4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2746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389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631251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293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9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2548472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325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54226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err="1">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ô</a:t>
            </a:r>
            <a:r>
              <a:rPr lang="vi-VN" altLang="en-US" sz="8000" b="1" dirty="0" err="1">
                <a:solidFill>
                  <a:schemeClr val="tx1"/>
                </a:solidFill>
                <a:latin typeface="Times New Roman" panose="02020603050405020304" pitchFamily="18" charset="0"/>
                <a:cs typeface="Times New Roman" panose="02020603050405020304" pitchFamily="18" charset="0"/>
              </a:rPr>
              <a:t>ng</a:t>
            </a:r>
            <a:r>
              <a:rPr lang="vi-VN" altLang="en-US" sz="8000" b="1" dirty="0">
                <a:solidFill>
                  <a:schemeClr val="tx1"/>
                </a:solidFill>
                <a:latin typeface="Times New Roman" panose="02020603050405020304" pitchFamily="18" charset="0"/>
                <a:cs typeface="Times New Roman" panose="02020603050405020304" pitchFamily="18" charset="0"/>
              </a:rPr>
              <a:t> khen cám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nhất: </a:t>
            </a:r>
            <a:r>
              <a:rPr lang="vi-VN" altLang="en-US" sz="8500" b="1" dirty="0">
                <a:solidFill>
                  <a:schemeClr val="tx1"/>
                </a:solidFill>
                <a:latin typeface="Times New Roman" panose="02020603050405020304" pitchFamily="18" charset="0"/>
                <a:cs typeface="Times New Roman" panose="02020603050405020304" pitchFamily="18" charset="0"/>
              </a:rPr>
              <a:t>Khiêm như</a:t>
            </a:r>
            <a:r>
              <a:rPr lang="en-US" altLang="en-US" sz="8500" b="1" dirty="0">
                <a:solidFill>
                  <a:schemeClr val="tx1"/>
                </a:solidFill>
                <a:latin typeface="Times New Roman" panose="02020603050405020304" pitchFamily="18" charset="0"/>
                <a:cs typeface="Times New Roman" panose="02020603050405020304" pitchFamily="18" charset="0"/>
              </a:rPr>
              <a:t>ợ</a:t>
            </a:r>
            <a:r>
              <a:rPr lang="vi-VN" altLang="en-US" sz="8500" b="1" dirty="0" err="1">
                <a:solidFill>
                  <a:schemeClr val="tx1"/>
                </a:solidFill>
                <a:latin typeface="Times New Roman" panose="02020603050405020304" pitchFamily="18" charset="0"/>
                <a:cs typeface="Times New Roman" panose="02020603050405020304" pitchFamily="18" charset="0"/>
              </a:rPr>
              <a:t>ng</a:t>
            </a:r>
            <a:r>
              <a:rPr lang="vi-VN" altLang="en-US" sz="85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hai: </a:t>
            </a:r>
            <a:r>
              <a:rPr lang="vi-VN" altLang="en-US" sz="85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ba: </a:t>
            </a:r>
            <a:r>
              <a:rPr lang="vi-VN" altLang="en-US" sz="65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bốn: </a:t>
            </a:r>
            <a:r>
              <a:rPr lang="vi-VN" altLang="en-US" sz="65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 </a:t>
            </a:r>
            <a:r>
              <a:rPr lang="vi-VN" altLang="en-US" sz="66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 </a:t>
            </a:r>
            <a:r>
              <a:rPr lang="vi-VN" altLang="en-US" sz="66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4A393-86B4-DE63-8289-3D2DB1FD4F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525C6A-09A3-6CA9-ABD0-2B1E7E70F0BC}"/>
              </a:ext>
            </a:extLst>
          </p:cNvPr>
          <p:cNvSpPr>
            <a:spLocks noGrp="1"/>
          </p:cNvSpPr>
          <p:nvPr>
            <p:ph idx="1"/>
          </p:nvPr>
        </p:nvSpPr>
        <p:spPr/>
        <p:txBody>
          <a:bodyPr/>
          <a:lstStyle/>
          <a:p>
            <a:endParaRPr lang="en-US"/>
          </a:p>
        </p:txBody>
      </p:sp>
      <p:pic>
        <p:nvPicPr>
          <p:cNvPr id="2" name="Picture 2" descr="Có thể là hình ảnh về 1 người và văn bản cho biết 'CHỦA NHẬT XИ THƯỜNG NĂM c （L12,32-48） TÍNH THỨC &amp; SÁN SÀNG Anh em cũng vậy, hãy săn sàng, VÌ chính giờ phút anh em không டரர், thì Con Người . sẽ sdẾn.'">
            <a:extLst>
              <a:ext uri="{FF2B5EF4-FFF2-40B4-BE49-F238E27FC236}">
                <a16:creationId xmlns:a16="http://schemas.microsoft.com/office/drawing/2014/main" id="{2806501F-44FF-2CF0-35BC-D3CBD7F7BD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762451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DẪN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ĐƯA</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CON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ĐI</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Kim Long</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9200" b="1" dirty="0" err="1">
                <a:effectLst/>
                <a:latin typeface="Times New Roman" panose="02020603050405020304" pitchFamily="18" charset="0"/>
                <a:cs typeface="Times New Roman" panose="02020603050405020304" pitchFamily="18" charset="0"/>
              </a:rPr>
              <a:t>ĐK</a:t>
            </a:r>
            <a:r>
              <a:rPr lang="vi-VN" sz="9200" b="1" dirty="0">
                <a:effectLst/>
                <a:latin typeface="Times New Roman" panose="02020603050405020304" pitchFamily="18" charset="0"/>
                <a:cs typeface="Times New Roman" panose="02020603050405020304" pitchFamily="18" charset="0"/>
              </a:rPr>
              <a:t>. Ánh sáng và chân lý Chúa xin dẫn bước con đi.</a:t>
            </a:r>
            <a:endParaRPr lang="en-US" sz="92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944081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6C7B-370C-D8E3-155B-0EDBED2BC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08D6D-BA35-0048-D994-EBF3DC1D95D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9200" b="1" dirty="0">
                <a:effectLst/>
                <a:latin typeface="Times New Roman (Headings)"/>
                <a:cs typeface="Arial" panose="020B0604020202020204" pitchFamily="34" charset="0"/>
              </a:rPr>
              <a:t>Tiến </a:t>
            </a:r>
            <a:r>
              <a:rPr lang="en-US" sz="9200" b="1" dirty="0" err="1">
                <a:effectLst/>
                <a:latin typeface="Times New Roman (Headings)"/>
                <a:cs typeface="Arial" panose="020B0604020202020204" pitchFamily="34" charset="0"/>
              </a:rPr>
              <a:t>mãi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về</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trên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núi</a:t>
            </a:r>
            <a:r>
              <a:rPr lang="en-US" sz="9200" b="1" dirty="0">
                <a:effectLst/>
                <a:latin typeface="Times New Roman (Headings)"/>
                <a:cs typeface="Arial" panose="020B0604020202020204" pitchFamily="34" charset="0"/>
              </a:rPr>
              <a:t> Thánh, </a:t>
            </a:r>
            <a:r>
              <a:rPr lang="en-US" sz="9200" b="1" dirty="0" err="1">
                <a:effectLst/>
                <a:latin typeface="Times New Roman (Headings)"/>
                <a:cs typeface="Arial" panose="020B0604020202020204" pitchFamily="34" charset="0"/>
              </a:rPr>
              <a:t>về</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chốn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quang</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minh</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Ngài</a:t>
            </a:r>
            <a:r>
              <a:rPr lang="en-US" sz="9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79067651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9200" b="1" dirty="0">
                <a:effectLst/>
                <a:latin typeface="Times New Roman (Headings)"/>
                <a:cs typeface="Arial" panose="020B0604020202020204" pitchFamily="34" charset="0"/>
              </a:rPr>
              <a:t>1. Con sẽ tiến tới bàn thờ Chúa, gần Ngài lòng con sướng vui.</a:t>
            </a:r>
            <a:endParaRPr lang="en-US" sz="9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288521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44FC-4D23-242A-FFDF-FBF661EC6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AC3ED-4CD9-AD73-FF1D-77BA032B1B1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9000" b="1" dirty="0">
                <a:effectLst/>
                <a:latin typeface="Times New Roman (Headings)"/>
                <a:cs typeface="Arial" panose="020B0604020202020204" pitchFamily="34" charset="0"/>
              </a:rPr>
              <a:t>Con sẽ nảy đàn tuyên xưng Chúa, rằng Ngài là Thượng đế con.</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1258147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77F43-7C49-0E3B-F6C1-5DFD8408E1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8C0A9-7FF8-1666-075B-163C225251D2}"/>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9200" b="1" dirty="0" err="1">
                <a:effectLst/>
                <a:latin typeface="Times New Roman" panose="02020603050405020304" pitchFamily="18" charset="0"/>
                <a:cs typeface="Times New Roman" panose="02020603050405020304" pitchFamily="18" charset="0"/>
              </a:rPr>
              <a:t>ĐK</a:t>
            </a:r>
            <a:r>
              <a:rPr lang="vi-VN" sz="9200" b="1" dirty="0">
                <a:effectLst/>
                <a:latin typeface="Times New Roman" panose="02020603050405020304" pitchFamily="18" charset="0"/>
                <a:cs typeface="Times New Roman" panose="02020603050405020304" pitchFamily="18" charset="0"/>
              </a:rPr>
              <a:t>. Ánh sáng và chân lý Chúa xin dẫn bước con đi.</a:t>
            </a:r>
            <a:endParaRPr lang="en-US" sz="92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102817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68D57-F970-58A9-8F60-29B9D617F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6E4660-3760-8718-1FBD-C6EB454611E6}"/>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9200" b="1" dirty="0">
                <a:effectLst/>
                <a:latin typeface="Times New Roman (Headings)"/>
                <a:cs typeface="Arial" panose="020B0604020202020204" pitchFamily="34" charset="0"/>
              </a:rPr>
              <a:t>Tiến </a:t>
            </a:r>
            <a:r>
              <a:rPr lang="en-US" sz="9200" b="1" dirty="0" err="1">
                <a:effectLst/>
                <a:latin typeface="Times New Roman (Headings)"/>
                <a:cs typeface="Arial" panose="020B0604020202020204" pitchFamily="34" charset="0"/>
              </a:rPr>
              <a:t>mãi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về</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trên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núi</a:t>
            </a:r>
            <a:r>
              <a:rPr lang="en-US" sz="9200" b="1" dirty="0">
                <a:effectLst/>
                <a:latin typeface="Times New Roman (Headings)"/>
                <a:cs typeface="Arial" panose="020B0604020202020204" pitchFamily="34" charset="0"/>
              </a:rPr>
              <a:t> Thánh, </a:t>
            </a:r>
            <a:r>
              <a:rPr lang="en-US" sz="9200" b="1" dirty="0" err="1">
                <a:effectLst/>
                <a:latin typeface="Times New Roman (Headings)"/>
                <a:cs typeface="Arial" panose="020B0604020202020204" pitchFamily="34" charset="0"/>
              </a:rPr>
              <a:t>về</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chốn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quang</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minh</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Ngài</a:t>
            </a:r>
            <a:r>
              <a:rPr lang="en-US" sz="9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7234756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D0537-2A6B-F464-76E4-E443DB4F48B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78EDF3-0C2B-55E7-2C74-183F3D38DC1B}"/>
              </a:ext>
            </a:extLst>
          </p:cNvPr>
          <p:cNvSpPr>
            <a:spLocks noGrp="1"/>
          </p:cNvSpPr>
          <p:nvPr>
            <p:ph idx="1"/>
          </p:nvPr>
        </p:nvSpPr>
        <p:spPr/>
        <p:txBody>
          <a:bodyPr/>
          <a:lstStyle/>
          <a:p>
            <a:endParaRPr lang="en-US"/>
          </a:p>
        </p:txBody>
      </p:sp>
      <p:pic>
        <p:nvPicPr>
          <p:cNvPr id="2" name="Picture 2" descr="Có thể là hình ảnh về 1 người và văn bản cho biết 'CHỦA NHẬT XИ THƯỜNG NĂM c （L12,32-48） TÍNH THỨC &amp; SÁN SÀNG Anh em cũng vậy, hãy săn sàng, VÌ chính giờ phút anh em không டரர், thì Con Người . sẽ sdẾn.'">
            <a:extLst>
              <a:ext uri="{FF2B5EF4-FFF2-40B4-BE49-F238E27FC236}">
                <a16:creationId xmlns:a16="http://schemas.microsoft.com/office/drawing/2014/main" id="{13A94AE8-C846-ED7E-BC8D-BAFB73BDF9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523868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9600" b="1" i="1" dirty="0">
                <a:solidFill>
                  <a:srgbClr val="C00000"/>
                </a:solidFill>
                <a:latin typeface="Times New Roman (Headings)"/>
                <a:cs typeface="Arial" panose="020B0604020202020204" pitchFamily="34" charset="0"/>
              </a:rPr>
              <a:t>Vinh </a:t>
            </a:r>
            <a:r>
              <a:rPr lang="en-US" sz="9600" b="1" i="1" dirty="0" err="1">
                <a:solidFill>
                  <a:srgbClr val="C00000"/>
                </a:solidFill>
                <a:latin typeface="Times New Roman (Headings)"/>
                <a:cs typeface="Arial" panose="020B0604020202020204" pitchFamily="34" charset="0"/>
              </a:rPr>
              <a:t>danh</a:t>
            </a:r>
            <a:r>
              <a:rPr lang="en-US" sz="9600" b="1" i="1" dirty="0">
                <a:solidFill>
                  <a:srgbClr val="C00000"/>
                </a:solidFill>
                <a:latin typeface="Times New Roman (Headings)"/>
                <a:cs typeface="Arial" panose="020B0604020202020204" pitchFamily="34" charset="0"/>
              </a:rPr>
              <a:t> Thiên Chúa </a:t>
            </a:r>
            <a:r>
              <a:rPr lang="en-US" sz="9600" b="1" i="1" dirty="0" err="1">
                <a:solidFill>
                  <a:srgbClr val="C00000"/>
                </a:solidFill>
                <a:latin typeface="Times New Roman (Headings)"/>
                <a:cs typeface="Arial" panose="020B0604020202020204" pitchFamily="34" charset="0"/>
              </a:rPr>
              <a:t>trên</a:t>
            </a:r>
            <a:r>
              <a:rPr lang="en-US" sz="9600" b="1" i="1" dirty="0">
                <a:solidFill>
                  <a:srgbClr val="C00000"/>
                </a:solidFill>
                <a:latin typeface="Times New Roman (Headings)"/>
                <a:cs typeface="Arial" panose="020B0604020202020204" pitchFamily="34" charset="0"/>
              </a:rPr>
              <a:t> các </a:t>
            </a:r>
            <a:r>
              <a:rPr lang="en-US" sz="9600" b="1" i="1" dirty="0" err="1">
                <a:solidFill>
                  <a:srgbClr val="C00000"/>
                </a:solidFill>
                <a:latin typeface="Times New Roman (Headings)"/>
                <a:cs typeface="Arial" panose="020B0604020202020204" pitchFamily="34" charset="0"/>
              </a:rPr>
              <a:t>tầng</a:t>
            </a:r>
            <a:r>
              <a:rPr lang="en-US" sz="9600" b="1" i="1" dirty="0">
                <a:solidFill>
                  <a:srgbClr val="C00000"/>
                </a:solidFill>
                <a:latin typeface="Times New Roman (Headings)"/>
                <a:cs typeface="Arial" panose="020B0604020202020204" pitchFamily="34" charset="0"/>
              </a:rPr>
              <a:t> </a:t>
            </a:r>
            <a:r>
              <a:rPr lang="en-US" sz="9600" b="1" i="1" dirty="0" err="1">
                <a:solidFill>
                  <a:srgbClr val="C00000"/>
                </a:solidFill>
                <a:latin typeface="Times New Roman (Headings)"/>
                <a:cs typeface="Arial" panose="020B0604020202020204" pitchFamily="34" charset="0"/>
              </a:rPr>
              <a:t>trời</a:t>
            </a:r>
            <a:endParaRPr lang="en-US" sz="9600" b="1" i="1" dirty="0">
              <a:solidFill>
                <a:srgbClr val="C00000"/>
              </a:solidFill>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pPr algn="just"/>
            <a:r>
              <a:rPr lang="vi-VN" sz="10000" b="1" dirty="0">
                <a:effectLst/>
                <a:latin typeface="Times New Roman (Headings)"/>
                <a:cs typeface="Arial" panose="020B0604020202020204" pitchFamily="34" charset="0"/>
              </a:rPr>
              <a:t>và bình an dưới thế cho người thiện tâm.</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it-IT" sz="11500" b="1" dirty="0">
                <a:effectLst/>
                <a:latin typeface="Times New Roman (Headings)"/>
                <a:cs typeface="Arial" panose="020B0604020202020204" pitchFamily="34" charset="0"/>
              </a:rPr>
              <a:t>Chúng con ca ngợi Chúa,</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overrideClrMapping bg1="lt1" tx1="dk1" bg2="lt2" tx2="dk2" accent1="accent1" accent2="accent2" accent3="accent3" accent4="accent4" accent5="accent5" accent6="accent6" hlink="hlink" folHlink="folHlink"/>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AFC8-1E84-E5F1-9DD1-FD8239939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C9474-3216-B209-1249-ABD632A9D073}"/>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l"/>
            <a:r>
              <a:rPr lang="en-US" sz="10000" b="1" dirty="0" err="1">
                <a:effectLst/>
                <a:latin typeface="Times New Roman (Headings)"/>
                <a:cs typeface="Arial" panose="020B0604020202020204" pitchFamily="34" charset="0"/>
              </a:rPr>
              <a:t>chúng</a:t>
            </a:r>
            <a:r>
              <a:rPr lang="en-US" sz="10000" b="1" dirty="0">
                <a:effectLst/>
                <a:latin typeface="Times New Roman (Headings)"/>
                <a:cs typeface="Arial" panose="020B0604020202020204" pitchFamily="34" charset="0"/>
              </a:rPr>
              <a:t> con </a:t>
            </a:r>
            <a:r>
              <a:rPr lang="en-US" sz="10000" b="1" dirty="0" err="1">
                <a:effectLst/>
                <a:latin typeface="Times New Roman (Headings)"/>
                <a:cs typeface="Arial" panose="020B0604020202020204" pitchFamily="34" charset="0"/>
              </a:rPr>
              <a:t>chúc</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tụng</a:t>
            </a:r>
            <a:r>
              <a:rPr lang="en-US" sz="100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50026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l"/>
            <a:r>
              <a:rPr lang="en-US" sz="11500" b="1" dirty="0" err="1">
                <a:effectLst/>
                <a:latin typeface="Times New Roman (Headings)"/>
                <a:cs typeface="Arial" panose="020B0604020202020204" pitchFamily="34" charset="0"/>
              </a:rPr>
              <a:t>chúng</a:t>
            </a:r>
            <a:r>
              <a:rPr lang="en-US" sz="11500" b="1" dirty="0">
                <a:effectLst/>
                <a:latin typeface="Times New Roman (Headings)"/>
                <a:cs typeface="Arial" panose="020B0604020202020204" pitchFamily="34" charset="0"/>
              </a:rPr>
              <a:t> </a:t>
            </a:r>
            <a:r>
              <a:rPr lang="en-US" sz="5400" b="1" dirty="0">
                <a:effectLst/>
                <a:latin typeface="Times New Roman (Headings)"/>
                <a:cs typeface="Arial" panose="020B0604020202020204" pitchFamily="34" charset="0"/>
              </a:rPr>
              <a:t> </a:t>
            </a:r>
            <a:r>
              <a:rPr lang="en-US" sz="1600" b="1" dirty="0">
                <a:effectLst/>
                <a:latin typeface="Times New Roman (Headings)"/>
                <a:cs typeface="Arial" panose="020B0604020202020204" pitchFamily="34" charset="0"/>
              </a:rPr>
              <a:t> </a:t>
            </a:r>
            <a:r>
              <a:rPr lang="en-US" sz="11500" b="1" dirty="0">
                <a:effectLst/>
                <a:latin typeface="Times New Roman (Headings)"/>
                <a:cs typeface="Arial" panose="020B0604020202020204" pitchFamily="34" charset="0"/>
              </a:rPr>
              <a:t>con </a:t>
            </a:r>
            <a:br>
              <a:rPr lang="en-US" sz="11500" b="1" dirty="0">
                <a:effectLst/>
                <a:latin typeface="Times New Roman (Headings)"/>
                <a:cs typeface="Arial" panose="020B0604020202020204" pitchFamily="34" charset="0"/>
              </a:rPr>
            </a:br>
            <a:r>
              <a:rPr lang="en-US" sz="11500" b="1" dirty="0" err="1">
                <a:effectLst/>
                <a:latin typeface="Times New Roman (Headings)"/>
                <a:cs typeface="Arial" panose="020B0604020202020204" pitchFamily="34" charset="0"/>
              </a:rPr>
              <a:t>thờ</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lạy</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18480686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EE40-63E7-3B45-289B-5416CD042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F7008-4EF1-B850-A70B-B1E7E8CE0F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11500" b="1" dirty="0" err="1">
                <a:effectLst/>
                <a:latin typeface="Times New Roman (Headings)"/>
                <a:cs typeface="Arial" panose="020B0604020202020204" pitchFamily="34" charset="0"/>
              </a:rPr>
              <a:t>chúng</a:t>
            </a:r>
            <a:r>
              <a:rPr lang="en-US" sz="11500" b="1" dirty="0">
                <a:effectLst/>
                <a:latin typeface="Times New Roman (Headings)"/>
                <a:cs typeface="Arial" panose="020B0604020202020204" pitchFamily="34" charset="0"/>
              </a:rPr>
              <a:t> con </a:t>
            </a:r>
            <a:r>
              <a:rPr lang="en-US" sz="11500" b="1" dirty="0" err="1">
                <a:effectLst/>
                <a:latin typeface="Times New Roman (Headings)"/>
                <a:cs typeface="Arial" panose="020B0604020202020204" pitchFamily="34" charset="0"/>
              </a:rPr>
              <a:t>tôn</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vinh</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96734190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550400" cy="5143500"/>
          </a:xfrm>
          <a:solidFill>
            <a:schemeClr val="bg1"/>
          </a:solidFill>
        </p:spPr>
        <p:txBody>
          <a:bodyPr lIns="91440" tIns="0" rIns="91440" bIns="0">
            <a:noAutofit/>
          </a:bodyPr>
          <a:lstStyle/>
          <a:p>
            <a:pPr algn="l"/>
            <a:r>
              <a:rPr lang="en-US" sz="8800" b="1" spc="100" dirty="0" err="1">
                <a:effectLst/>
                <a:latin typeface="Times New Roman (Headings)"/>
                <a:cs typeface="Arial" panose="020B0604020202020204" pitchFamily="34" charset="0"/>
              </a:rPr>
              <a:t>chúng</a:t>
            </a:r>
            <a:r>
              <a:rPr lang="en-US" sz="8800" b="1" spc="100" dirty="0">
                <a:effectLst/>
                <a:latin typeface="Times New Roman (Headings)"/>
                <a:cs typeface="Arial" panose="020B0604020202020204" pitchFamily="34" charset="0"/>
              </a:rPr>
              <a:t> con </a:t>
            </a:r>
            <a:r>
              <a:rPr lang="en-US" sz="8800" b="1" spc="100" dirty="0" err="1">
                <a:effectLst/>
                <a:latin typeface="Times New Roman (Headings)"/>
                <a:cs typeface="Arial" panose="020B0604020202020204" pitchFamily="34" charset="0"/>
              </a:rPr>
              <a:t>cảm</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tạ</a:t>
            </a:r>
            <a:r>
              <a:rPr lang="en-US" sz="8800" b="1" spc="100" dirty="0">
                <a:effectLst/>
                <a:latin typeface="Times New Roman (Headings)"/>
                <a:cs typeface="Arial" panose="020B0604020202020204" pitchFamily="34" charset="0"/>
              </a:rPr>
              <a:t> Chúa </a:t>
            </a:r>
            <a:r>
              <a:rPr lang="en-US" sz="8800" b="1" spc="100" dirty="0" err="1">
                <a:effectLst/>
                <a:latin typeface="Times New Roman (Headings)"/>
                <a:cs typeface="Arial" panose="020B0604020202020204" pitchFamily="34" charset="0"/>
              </a:rPr>
              <a:t>vì</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vinh</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quang</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cao</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t>
            </a:r>
            <a:r>
              <a:rPr lang="en-US" sz="8800" b="1" spc="100" dirty="0" err="1">
                <a:latin typeface="Times New Roman (Headings)"/>
                <a:cs typeface="Arial" panose="020B0604020202020204" pitchFamily="34" charset="0"/>
              </a:rPr>
              <a:t>ả</a:t>
            </a:r>
            <a:r>
              <a:rPr lang="en-US" sz="8800" b="1" spc="100" dirty="0">
                <a:latin typeface="Times New Roman (Headings)"/>
                <a:cs typeface="Arial" panose="020B0604020202020204" pitchFamily="34" charset="0"/>
              </a:rPr>
              <a:t> </a:t>
            </a:r>
            <a:r>
              <a:rPr lang="en-US" sz="8800" b="1" spc="100" dirty="0">
                <a:effectLst/>
                <a:latin typeface="Times New Roman (Headings)"/>
                <a:cs typeface="Arial" panose="020B0604020202020204" pitchFamily="34" charset="0"/>
              </a:rPr>
              <a:t>Chúa,</a:t>
            </a:r>
          </a:p>
        </p:txBody>
      </p:sp>
    </p:spTree>
    <p:extLst>
      <p:ext uri="{BB962C8B-B14F-4D97-AF65-F5344CB8AC3E}">
        <p14:creationId xmlns:p14="http://schemas.microsoft.com/office/powerpoint/2010/main" val="105028514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lạy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Lạy</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một</a:t>
            </a:r>
            <a:r>
              <a:rPr lang="en-US" sz="8800" b="1">
                <a:effectLst/>
                <a:latin typeface="Times New Roman (Headings)"/>
                <a:cs typeface="Arial" panose="020B0604020202020204" pitchFamily="34" charset="0"/>
              </a:rPr>
              <a:t> Thiên Chúa, Chúa </a:t>
            </a:r>
            <a:r>
              <a:rPr lang="en-US" sz="8800" b="1" err="1">
                <a:effectLst/>
                <a:latin typeface="Times New Roman (Headings)"/>
                <a:cs typeface="Arial" panose="020B0604020202020204" pitchFamily="34" charset="0"/>
              </a:rPr>
              <a:t>Giêsu</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Kitô</a:t>
            </a:r>
            <a:r>
              <a:rPr lang="en-US" sz="88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Chiên</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xóa tội trần gian,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a:effectLst/>
                <a:latin typeface="Times New Roman (Headings)"/>
                <a:cs typeface="Arial" panose="020B0604020202020204" pitchFamily="34" charset="0"/>
              </a:rPr>
              <a:t>Chúa </a:t>
            </a:r>
            <a:r>
              <a:rPr lang="en-US" sz="8000" b="1" err="1">
                <a:effectLst/>
                <a:latin typeface="Times New Roman (Headings)"/>
                <a:cs typeface="Arial" panose="020B0604020202020204" pitchFamily="34" charset="0"/>
              </a:rPr>
              <a:t>xóa</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tội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gian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xin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nhậm</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lời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chúng</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cầu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khẩn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ngự bên hữu </a:t>
            </a:r>
            <a:r>
              <a:rPr lang="vi-VN" sz="8000" b="1" err="1">
                <a:effectLst/>
                <a:latin typeface="Times New Roman (Headings)"/>
                <a:cs typeface="Arial" panose="020B0604020202020204" pitchFamily="34" charset="0"/>
              </a:rPr>
              <a:t>Ðức</a:t>
            </a:r>
            <a:r>
              <a:rPr lang="vi-VN" sz="8000" b="1">
                <a:effectLst/>
                <a:latin typeface="Times New Roman (Headings)"/>
                <a:cs typeface="Arial" panose="020B0604020202020204" pitchFamily="34" charset="0"/>
              </a:rPr>
              <a:t> Chúa Cha,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Vì</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Giêsu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Kitô</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Tối</a:t>
            </a:r>
            <a:r>
              <a:rPr lang="en-US" sz="8000" b="1">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cùng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Thánh </a:t>
            </a:r>
            <a:r>
              <a:rPr lang="en-US" sz="8000" b="1" err="1">
                <a:effectLst/>
                <a:latin typeface="Times New Roman (Headings)"/>
                <a:cs typeface="Arial" panose="020B0604020202020204" pitchFamily="34" charset="0"/>
              </a:rPr>
              <a:t>Thần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trong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vinh</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quang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 </a:t>
            </a:r>
            <a:r>
              <a:rPr lang="en-US" sz="8000" b="1">
                <a:solidFill>
                  <a:srgbClr val="FF0000"/>
                </a:solidFill>
                <a:effectLst/>
                <a:latin typeface="Times New Roman (Headings)"/>
                <a:cs typeface="Arial" panose="020B0604020202020204" pitchFamily="34" charset="0"/>
              </a:rPr>
              <a:t>Amen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DB0EE-0B22-4496-96DB-0731327E80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063645-FB63-3289-98C9-01E6C5638F19}"/>
              </a:ext>
            </a:extLst>
          </p:cNvPr>
          <p:cNvSpPr>
            <a:spLocks noGrp="1"/>
          </p:cNvSpPr>
          <p:nvPr>
            <p:ph idx="1"/>
          </p:nvPr>
        </p:nvSpPr>
        <p:spPr/>
        <p:txBody>
          <a:bodyPr/>
          <a:lstStyle/>
          <a:p>
            <a:endParaRPr lang="en-US"/>
          </a:p>
        </p:txBody>
      </p:sp>
      <p:pic>
        <p:nvPicPr>
          <p:cNvPr id="2" name="Picture 2" descr="Có thể là hình ảnh về 1 người và văn bản cho biết 'CHỦA NHẬT XИ THƯỜNG NĂM c （L12,32-48） TÍNH THỨC &amp; SÁN SÀNG Anh em cũng vậy, hãy săn sàng, VÌ chính giờ phút anh em không டரர், thì Con Người . sẽ sdẾn.'">
            <a:extLst>
              <a:ext uri="{FF2B5EF4-FFF2-40B4-BE49-F238E27FC236}">
                <a16:creationId xmlns:a16="http://schemas.microsoft.com/office/drawing/2014/main" id="{94EF1F71-80B0-F71E-E74D-C942122A7D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516539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21BCA-5D2B-E7EA-6E63-43A06F90D64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AAD85E-0645-EF3E-E980-2E664985656F}"/>
              </a:ext>
            </a:extLst>
          </p:cNvPr>
          <p:cNvSpPr>
            <a:spLocks noGrp="1"/>
          </p:cNvSpPr>
          <p:nvPr>
            <p:ph idx="1"/>
          </p:nvPr>
        </p:nvSpPr>
        <p:spPr/>
        <p:txBody>
          <a:bodyPr/>
          <a:lstStyle/>
          <a:p>
            <a:endParaRPr lang="en-US"/>
          </a:p>
        </p:txBody>
      </p:sp>
      <p:pic>
        <p:nvPicPr>
          <p:cNvPr id="2050" name="Picture 2" descr="Có thể là hình ảnh về 1 người và văn bản cho biết 'BÀI ĐỌC1 1 卡公事 Bài trích Bàitrichsách sách KHÔN NGOAN &quot;Chúa dùng hình phạt giáng xuỗng đối phương, dể lãm cho chúng con dược rạng rỡ.&quot; [Kn 18, 18,69] 69]'">
            <a:extLst>
              <a:ext uri="{FF2B5EF4-FFF2-40B4-BE49-F238E27FC236}">
                <a16:creationId xmlns:a16="http://schemas.microsoft.com/office/drawing/2014/main" id="{7B1AF4D6-1E19-E775-0F20-9CDA9FC022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420328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32</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1. </a:t>
            </a:r>
            <a:r>
              <a:rPr lang="en-US" sz="9600" b="1" dirty="0" err="1">
                <a:effectLst/>
                <a:latin typeface="Times New Roman (Headings)"/>
                <a:cs typeface="Arial" panose="020B0604020202020204" pitchFamily="34" charset="0"/>
              </a:rPr>
              <a:t>Vì</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Lời</a:t>
            </a:r>
            <a:r>
              <a:rPr lang="en-US" sz="9600" b="1" dirty="0">
                <a:effectLst/>
                <a:latin typeface="Times New Roman (Headings)"/>
                <a:cs typeface="Arial" panose="020B0604020202020204" pitchFamily="34" charset="0"/>
              </a:rPr>
              <a:t> Chúa </a:t>
            </a:r>
            <a:r>
              <a:rPr lang="en-US" sz="9600" b="1" dirty="0" err="1">
                <a:effectLst/>
                <a:latin typeface="Times New Roman (Headings)"/>
                <a:cs typeface="Arial" panose="020B0604020202020204" pitchFamily="34" charset="0"/>
              </a:rPr>
              <a:t>đó</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là</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Lời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luôn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chân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chính</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004007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C0688-8DA7-1BE6-7DA3-3C120E15C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44B1A-DBD8-32E7-B41E-8FCF6A4D0DF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Ca </a:t>
            </a:r>
            <a:r>
              <a:rPr lang="en-US" sz="9600" b="1" dirty="0" err="1">
                <a:effectLst/>
                <a:latin typeface="Times New Roman (Headings)"/>
                <a:cs typeface="Arial" panose="020B0604020202020204" pitchFamily="34" charset="0"/>
              </a:rPr>
              <a:t>tụng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Ngài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là</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việc</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của</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kẻ</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lòng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ngay</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08114624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E4792-1866-7ECA-ECC3-37E4FE9A3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8D8B3-40A3-DFA9-C73F-AAA7CC53F888}"/>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Ngợi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khen</a:t>
            </a:r>
            <a:r>
              <a:rPr lang="en-US" sz="9600" b="1" dirty="0">
                <a:effectLst/>
                <a:latin typeface="Times New Roman (Headings)"/>
                <a:cs typeface="Arial" panose="020B0604020202020204" pitchFamily="34" charset="0"/>
              </a:rPr>
              <a:t> Chúa </a:t>
            </a:r>
            <a:r>
              <a:rPr lang="en-US" sz="9600" b="1" dirty="0" err="1">
                <a:effectLst/>
                <a:latin typeface="Times New Roman (Headings)"/>
                <a:cs typeface="Arial" panose="020B0604020202020204" pitchFamily="34" charset="0"/>
              </a:rPr>
              <a:t>với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cung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đàn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luôn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réo</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rắt</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7999392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E6F70-7810-8DFC-109C-BB387682B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DD41A-711E-355A-D7F4-FDE62BF21446}"/>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Hãy</a:t>
            </a:r>
            <a:r>
              <a:rPr lang="en-US" sz="9600" b="1" dirty="0">
                <a:effectLst/>
                <a:latin typeface="Times New Roman (Headings)"/>
                <a:cs typeface="Arial" panose="020B0604020202020204" pitchFamily="34" charset="0"/>
              </a:rPr>
              <a:t> ca </a:t>
            </a:r>
            <a:r>
              <a:rPr lang="en-US" sz="9600" b="1" dirty="0" err="1">
                <a:effectLst/>
                <a:latin typeface="Times New Roman (Headings)"/>
                <a:cs typeface="Arial" panose="020B0604020202020204" pitchFamily="34" charset="0"/>
              </a:rPr>
              <a:t>mừng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Ngài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trong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ngàn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vạn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tiếng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cầm</a:t>
            </a:r>
            <a:r>
              <a:rPr lang="en-US" sz="9600" b="1" dirty="0">
                <a:effectLst/>
                <a:latin typeface="Times New Roman (Headings)"/>
                <a:cs typeface="Arial" panose="020B0604020202020204" pitchFamily="34" charset="0"/>
              </a:rPr>
              <a:t> ca.</a:t>
            </a:r>
          </a:p>
        </p:txBody>
      </p:sp>
    </p:spTree>
    <p:extLst>
      <p:ext uri="{BB962C8B-B14F-4D97-AF65-F5344CB8AC3E}">
        <p14:creationId xmlns:p14="http://schemas.microsoft.com/office/powerpoint/2010/main" val="400809778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C596-5E4B-E7F4-108B-CC94DCD26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0037A-7FB4-F9EC-3F93-7B9C9142686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Phúc </a:t>
            </a:r>
            <a:r>
              <a:rPr lang="en-US" sz="8800" b="1" dirty="0" err="1">
                <a:effectLst/>
                <a:latin typeface="Times New Roman (Headings)"/>
                <a:cs typeface="Arial" panose="020B0604020202020204" pitchFamily="34" charset="0"/>
              </a:rPr>
              <a:t>thay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tộc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mà</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chọn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riêng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16982357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40B97-5A5E-E01D-7F77-E3FF8C576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552A9-68B7-99D4-D06F-501F9D3256B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Phúc thay dân tộc Chúa đã chọn làm cơ nghiệp.</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1210051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AC84C-6D30-4103-DA6E-7E5F2466E4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62D37-57D1-76E9-02D1-F1E683ACD004}"/>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2. </a:t>
            </a:r>
            <a:r>
              <a:rPr lang="en-US" sz="9600" b="1" dirty="0" err="1">
                <a:effectLst/>
                <a:latin typeface="Times New Roman (Headings)"/>
                <a:cs typeface="Arial" panose="020B0604020202020204" pitchFamily="34" charset="0"/>
              </a:rPr>
              <a:t>Lời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của</a:t>
            </a:r>
            <a:r>
              <a:rPr lang="en-US" sz="9600" b="1" dirty="0">
                <a:effectLst/>
                <a:latin typeface="Times New Roman (Headings)"/>
                <a:cs typeface="Arial" panose="020B0604020202020204" pitchFamily="34" charset="0"/>
              </a:rPr>
              <a:t> Chúa </a:t>
            </a:r>
            <a:r>
              <a:rPr lang="en-US" sz="9600" b="1" dirty="0" err="1">
                <a:effectLst/>
                <a:latin typeface="Times New Roman (Headings)"/>
                <a:cs typeface="Arial" panose="020B0604020202020204" pitchFamily="34" charset="0"/>
              </a:rPr>
              <a:t>khiến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khung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trời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xanh</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đã</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có</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10787641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A47B0-BC70-B94C-FEA5-4243465EAE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687657-897B-626B-922A-6F639D1531FC}"/>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Hơi thở Ngài tạo thành tinh tú biển khơi.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8418418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F2571-A19B-BB6C-CC1B-FD72B8B92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AF86C-5A9A-83C4-9D0F-C9777296CA47}"/>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9000" b="1" dirty="0">
                <a:effectLst/>
                <a:latin typeface="Times New Roman (Headings)"/>
                <a:cs typeface="Arial" panose="020B0604020202020204" pitchFamily="34" charset="0"/>
              </a:rPr>
              <a:t>Ngài thu nước chứa trong đại dương mênh mông.</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249169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A268B-0488-BE70-B676-9AF9F55982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918D86-A951-BE4C-0AF1-87FA7A1A3F9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000" b="1" dirty="0" err="1">
                <a:effectLst/>
                <a:latin typeface="Times New Roman (Headings)"/>
                <a:cs typeface="Arial" panose="020B0604020202020204" pitchFamily="34" charset="0"/>
              </a:rPr>
              <a:t>Sóng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xô</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chập</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chùng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mịt</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mùng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tay</a:t>
            </a:r>
            <a:r>
              <a:rPr lang="en-US" sz="9000" b="1" dirty="0">
                <a:effectLst/>
                <a:latin typeface="Times New Roman (Headings)"/>
                <a:cs typeface="Arial" panose="020B0604020202020204" pitchFamily="34" charset="0"/>
              </a:rPr>
              <a:t> Chúa </a:t>
            </a:r>
            <a:r>
              <a:rPr lang="en-US" sz="9000" b="1" dirty="0" err="1">
                <a:effectLst/>
                <a:latin typeface="Times New Roman (Headings)"/>
                <a:cs typeface="Arial" panose="020B0604020202020204" pitchFamily="34" charset="0"/>
              </a:rPr>
              <a:t>làm</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nên</a:t>
            </a:r>
            <a:r>
              <a:rPr lang="en-US" sz="9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13888663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6E683-F6E2-C904-429F-C5EA35E3E2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32FBF5-E9D4-1BD0-19C2-EFAA46E2FEF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Phúc </a:t>
            </a:r>
            <a:r>
              <a:rPr lang="en-US" sz="8800" b="1" dirty="0" err="1">
                <a:effectLst/>
                <a:latin typeface="Times New Roman (Headings)"/>
                <a:cs typeface="Arial" panose="020B0604020202020204" pitchFamily="34" charset="0"/>
              </a:rPr>
              <a:t>thay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tộc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mà</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chọn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riêng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17881073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44699-D0B0-B543-C03B-7407DB1BCB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A2DD5-6DEB-780E-DFCB-64D634A3364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Phúc thay dân tộc Chúa đã chọn làm cơ nghiệp.</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9789588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9532B-E21F-86E0-6433-F5033B98F3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95DB1E-A221-CB04-57C1-0D087BDF55F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3. Này hồn con vẫn luôn chờ mong nơi Chúa.</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8848774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910E0-D92F-617A-5050-0B7232435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F1D5D2-4670-8ADA-B183-06B3685C94A1}"/>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Bởi</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hằng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phù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trợ</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che</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chở</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147531300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3FCBA-ABC2-6FE4-255E-6D929DF30A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61405D-6773-60F2-D6A6-BD36A9ACA0C6}"/>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9000" b="1" dirty="0">
                <a:effectLst/>
                <a:latin typeface="Times New Roman (Headings)"/>
                <a:cs typeface="Arial" panose="020B0604020202020204" pitchFamily="34" charset="0"/>
              </a:rPr>
              <a:t>xuống trên những người vững lòng yêu mến cậy trông.</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86695316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45A4C-A3DF-2A8E-2C5C-8B48233033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DF90EC-691E-2505-96C8-CADF7DE0519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000" b="1" dirty="0" err="1">
                <a:effectLst/>
                <a:latin typeface="Times New Roman (Headings)"/>
                <a:cs typeface="Arial" panose="020B0604020202020204" pitchFamily="34" charset="0"/>
              </a:rPr>
              <a:t>Sóng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xô</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chập</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chùng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mịt</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mùng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tay</a:t>
            </a:r>
            <a:r>
              <a:rPr lang="en-US" sz="9000" b="1" dirty="0">
                <a:effectLst/>
                <a:latin typeface="Times New Roman (Headings)"/>
                <a:cs typeface="Arial" panose="020B0604020202020204" pitchFamily="34" charset="0"/>
              </a:rPr>
              <a:t> Chúa </a:t>
            </a:r>
            <a:r>
              <a:rPr lang="en-US" sz="9000" b="1" dirty="0" err="1">
                <a:effectLst/>
                <a:latin typeface="Times New Roman (Headings)"/>
                <a:cs typeface="Arial" panose="020B0604020202020204" pitchFamily="34" charset="0"/>
              </a:rPr>
              <a:t>làm</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nên</a:t>
            </a:r>
            <a:r>
              <a:rPr lang="en-US" sz="9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98664367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B73B8-A1E8-7104-AAEF-35CB59F9E3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893679-5AFE-B99D-43F4-4CA175239C5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Phúc </a:t>
            </a:r>
            <a:r>
              <a:rPr lang="en-US" sz="8800" b="1" dirty="0" err="1">
                <a:effectLst/>
                <a:latin typeface="Times New Roman (Headings)"/>
                <a:cs typeface="Arial" panose="020B0604020202020204" pitchFamily="34" charset="0"/>
              </a:rPr>
              <a:t>thay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tộc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mà</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chọn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riêng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25029858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65A61-6294-4227-5A1F-B3454C19E2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91648-6FEF-36E6-E88F-19FE2676BD5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Phúc thay dân tộc Chúa đã chọn làm cơ nghiệp.</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4122005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AEDFE-4645-D337-A652-0105B0D63D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1C1BF6-73D6-D3D1-4F2D-0B87EEB32BAF}"/>
              </a:ext>
            </a:extLst>
          </p:cNvPr>
          <p:cNvSpPr>
            <a:spLocks noGrp="1"/>
          </p:cNvSpPr>
          <p:nvPr>
            <p:ph idx="1"/>
          </p:nvPr>
        </p:nvSpPr>
        <p:spPr/>
        <p:txBody>
          <a:bodyPr/>
          <a:lstStyle/>
          <a:p>
            <a:endParaRPr lang="en-US"/>
          </a:p>
        </p:txBody>
      </p:sp>
      <p:pic>
        <p:nvPicPr>
          <p:cNvPr id="2" name="Picture 2" descr="Có thể là hình ảnh về văn bản cho biết 'BÀI ĐỌC 2 Bài trích thư GỦI TÍN HỮU HÍP-RI -RI &quot;Ông Ap ra ham trông dợi một thành CÔ nền móng do chĩnh Thiên Chúa vẽ mẫu va xy dựng.&quot; (Hr (Hr11,12,819] 11,'">
            <a:extLst>
              <a:ext uri="{FF2B5EF4-FFF2-40B4-BE49-F238E27FC236}">
                <a16:creationId xmlns:a16="http://schemas.microsoft.com/office/drawing/2014/main" id="{EF07CE5C-1E48-18FA-44B4-51BB77D56A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324564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5FEF9-EA89-63E6-DDBE-8F23B4CB988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EDAECD-B396-D195-E134-F9FB205D7009}"/>
              </a:ext>
            </a:extLst>
          </p:cNvPr>
          <p:cNvSpPr>
            <a:spLocks noGrp="1"/>
          </p:cNvSpPr>
          <p:nvPr>
            <p:ph idx="1"/>
          </p:nvPr>
        </p:nvSpPr>
        <p:spPr/>
        <p:txBody>
          <a:bodyPr/>
          <a:lstStyle/>
          <a:p>
            <a:endParaRPr lang="en-US"/>
          </a:p>
        </p:txBody>
      </p:sp>
      <p:pic>
        <p:nvPicPr>
          <p:cNvPr id="2" name="Picture 2" descr="Có thể là hình ảnh về 1 người và văn bản cho biết 'CHỦA NHẬT XИ THƯỜNG NĂM c （L12,32-48） TÍNH THỨC &amp; SÁN SÀNG Anh em cũng vậy, hãy săn sàng, VÌ chính giờ phút anh em không டரர், thì Con Người . sẽ sdẾn.'">
            <a:extLst>
              <a:ext uri="{FF2B5EF4-FFF2-40B4-BE49-F238E27FC236}">
                <a16:creationId xmlns:a16="http://schemas.microsoft.com/office/drawing/2014/main" id="{88C120BA-01B4-5D5B-33A1-9A316BE728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2234576"/>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409575"/>
            <a:ext cx="9144000" cy="4733925"/>
          </a:xfrm>
          <a:solidFill>
            <a:schemeClr val="bg1"/>
          </a:solidFill>
        </p:spPr>
        <p:txBody>
          <a:bodyPr lIns="91440" tIns="0" rIns="91440" bIns="0">
            <a:noAutofit/>
          </a:bodyPr>
          <a:lstStyle/>
          <a:p>
            <a:r>
              <a:rPr lang="en-US" sz="8000" b="1" i="1" dirty="0">
                <a:effectLst/>
                <a:latin typeface="Times New Roman (Headings)"/>
                <a:cs typeface="Arial" panose="020B0604020202020204" pitchFamily="34" charset="0"/>
              </a:rPr>
              <a:t>All… All...</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Chúa phán: "Thầy là đường là sự thật và là sự sống,</a:t>
            </a:r>
            <a:endParaRPr lang="en-US" sz="8000" b="1" dirty="0">
              <a:effectLst/>
              <a:latin typeface="Times New Roman (Headings)"/>
              <a:cs typeface="Arial" panose="020B0604020202020204" pitchFamily="34" charset="0"/>
            </a:endParaRP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0"/>
            <a:ext cx="9144000" cy="409575"/>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b="1" u="sng" dirty="0">
                <a:solidFill>
                  <a:srgbClr val="FF0000"/>
                </a:solidFill>
                <a:latin typeface="Arial" panose="020B0604020202020204" pitchFamily="34" charset="0"/>
                <a:cs typeface="Arial" panose="020B0604020202020204" pitchFamily="34" charset="0"/>
              </a:rPr>
              <a:t>TUNG </a:t>
            </a:r>
            <a:r>
              <a:rPr lang="en-US" sz="2000" b="1" u="sng" dirty="0" err="1">
                <a:solidFill>
                  <a:srgbClr val="FF0000"/>
                </a:solidFill>
                <a:latin typeface="Arial" panose="020B0604020202020204" pitchFamily="34" charset="0"/>
                <a:cs typeface="Arial" panose="020B0604020202020204" pitchFamily="34" charset="0"/>
              </a:rPr>
              <a:t>HÔ</a:t>
            </a:r>
            <a:r>
              <a:rPr lang="en-US" sz="2000" b="1" u="sng" dirty="0">
                <a:solidFill>
                  <a:srgbClr val="FF0000"/>
                </a:solidFill>
                <a:latin typeface="Arial" panose="020B0604020202020204" pitchFamily="34" charset="0"/>
                <a:cs typeface="Arial" panose="020B0604020202020204" pitchFamily="34" charset="0"/>
              </a:rPr>
              <a:t> TIN </a:t>
            </a:r>
            <a:r>
              <a:rPr lang="en-US" sz="2000" b="1" u="sng" dirty="0" err="1">
                <a:solidFill>
                  <a:srgbClr val="FF0000"/>
                </a:solidFill>
                <a:latin typeface="Arial" panose="020B0604020202020204" pitchFamily="34" charset="0"/>
                <a:cs typeface="Arial" panose="020B0604020202020204" pitchFamily="34" charset="0"/>
              </a:rPr>
              <a:t>MỪNG</a:t>
            </a:r>
            <a:endParaRPr lang="vi-VN" sz="20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913118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6615-2E99-EA04-3BDE-BFE498487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5F701-1094-431D-AE6C-46FE2A0621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i="1" dirty="0">
                <a:latin typeface="Times New Roman (Headings)"/>
                <a:cs typeface="Arial" panose="020B0604020202020204" pitchFamily="34" charset="0"/>
              </a:rPr>
              <a:t>không ai đến được với Cha mà lại không qua Thầy</a:t>
            </a:r>
            <a:r>
              <a:rPr lang="en-US" sz="8800" b="1" i="1" dirty="0">
                <a:latin typeface="Times New Roman (Headings)"/>
                <a:cs typeface="Arial" panose="020B0604020202020204" pitchFamily="34" charset="0"/>
              </a:rPr>
              <a:t>”</a:t>
            </a:r>
            <a:br>
              <a:rPr lang="en-US" sz="8800" b="1" i="1" dirty="0">
                <a:latin typeface="Times New Roman (Headings)"/>
                <a:cs typeface="Arial" panose="020B0604020202020204" pitchFamily="34" charset="0"/>
              </a:rPr>
            </a:br>
            <a:r>
              <a:rPr lang="en-US" sz="8800" b="1" i="1" dirty="0">
                <a:latin typeface="Times New Roman (Headings)"/>
                <a:cs typeface="Arial" panose="020B0604020202020204" pitchFamily="34" charset="0"/>
              </a:rPr>
              <a:t>All…All…</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1575751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6D669-D657-B150-AE51-C51811950B5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F77A6D-5B95-F7C1-AE41-40C9AE6CD0DF}"/>
              </a:ext>
            </a:extLst>
          </p:cNvPr>
          <p:cNvSpPr>
            <a:spLocks noGrp="1"/>
          </p:cNvSpPr>
          <p:nvPr>
            <p:ph idx="1"/>
          </p:nvPr>
        </p:nvSpPr>
        <p:spPr/>
        <p:txBody>
          <a:bodyPr/>
          <a:lstStyle/>
          <a:p>
            <a:endParaRPr lang="en-US"/>
          </a:p>
        </p:txBody>
      </p:sp>
      <p:pic>
        <p:nvPicPr>
          <p:cNvPr id="2" name="Picture 2" descr="Có thể là hình ảnh về 1 người và văn bản cho biết 'TIN MỪNG CHÚA GIÊSU KITÔ Theo Thánh Luca &quot;Anh em cũng vậy, hãy sẵn sàng, VÌ chĩnh giờ phút anh em không ngỡ, thì con NgưỜi sẽ đến.&quot; [LC 12, 32-48]'">
            <a:extLst>
              <a:ext uri="{FF2B5EF4-FFF2-40B4-BE49-F238E27FC236}">
                <a16:creationId xmlns:a16="http://schemas.microsoft.com/office/drawing/2014/main" id="{B925D459-A6C8-E2C9-5DD1-612CA9C479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796358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Tôi</a:t>
            </a:r>
            <a:r>
              <a:rPr lang="en-US" sz="8200" b="1" dirty="0">
                <a:effectLst/>
                <a:latin typeface="Times New Roman (Headings)"/>
                <a:cs typeface="Arial" panose="020B0604020202020204" pitchFamily="34" charset="0"/>
              </a:rPr>
              <a:t> tin </a:t>
            </a:r>
            <a:r>
              <a:rPr lang="en-US" sz="8200" b="1" dirty="0" err="1">
                <a:effectLst/>
                <a:latin typeface="Times New Roman (Headings)"/>
                <a:cs typeface="Arial" panose="020B0604020202020204" pitchFamily="34" charset="0"/>
              </a:rPr>
              <a:t>kính</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một</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Cha </a:t>
            </a:r>
            <a:r>
              <a:rPr lang="en-US" sz="8200" b="1" dirty="0" err="1">
                <a:effectLst/>
                <a:latin typeface="Times New Roman (Headings)"/>
                <a:cs typeface="Arial" panose="020B0604020202020204" pitchFamily="34" charset="0"/>
              </a:rPr>
              <a:t>toàn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năng</a:t>
            </a:r>
            <a:r>
              <a:rPr lang="en-US" sz="82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83125"/>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thành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hữu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vô</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Giê-su</a:t>
            </a:r>
            <a:r>
              <a:rPr lang="en-US" sz="8000" b="1" dirty="0">
                <a:effectLst/>
                <a:latin typeface="Times New Roman (Headings)"/>
                <a:cs typeface="Arial" panose="020B0604020202020204" pitchFamily="34" charset="0"/>
              </a:rPr>
              <a:t> Ki-</a:t>
            </a:r>
            <a:r>
              <a:rPr lang="en-US" sz="8000" b="1" dirty="0" err="1">
                <a:effectLst/>
                <a:latin typeface="Times New Roman (Headings)"/>
                <a:cs typeface="Arial" panose="020B0604020202020204" pitchFamily="34" charset="0"/>
              </a:rPr>
              <a:t>tô</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sinh bởi Đức Chúa Cha từ trước muôn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bởi</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nhờ Người mà muôn vật được tạo thành.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6500" b="1" dirty="0">
                <a:effectLst/>
                <a:latin typeface="Times New Roman (Headings)"/>
                <a:cs typeface="Arial" panose="020B0604020202020204" pitchFamily="34" charset="0"/>
              </a:rPr>
              <a:t>Bởi phép Đức Chúa Thánh Thần, Người đã nhập thể trong lòng Trinh Nữ Ma-ri-a, và đã làm người.</a:t>
            </a:r>
            <a:endParaRPr lang="en-US" sz="6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chịu đóng đinh vào thập giá vì chúng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Phong-xi-ô</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Phi-la-tô; 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lên trời, ngự bên hữu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Đức Chúa Thánh </a:t>
            </a:r>
            <a:r>
              <a:rPr lang="en-US" sz="8000" b="1" dirty="0" err="1">
                <a:effectLst/>
                <a:latin typeface="Times New Roman (Headings)"/>
                <a:cs typeface="Arial" panose="020B0604020202020204" pitchFamily="34" charset="0"/>
              </a:rPr>
              <a:t>Thần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ban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được phụng thờ và tôn vinh cùng với Đức Chúa Cha và Đức Chúa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D17FD-86C4-BE79-49E7-C242BD08C2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2E43C4-4F45-54CE-CD56-C6C7AAC701E7}"/>
              </a:ext>
            </a:extLst>
          </p:cNvPr>
          <p:cNvSpPr>
            <a:spLocks noGrp="1"/>
          </p:cNvSpPr>
          <p:nvPr>
            <p:ph idx="1"/>
          </p:nvPr>
        </p:nvSpPr>
        <p:spPr/>
        <p:txBody>
          <a:bodyPr/>
          <a:lstStyle/>
          <a:p>
            <a:endParaRPr lang="en-US"/>
          </a:p>
        </p:txBody>
      </p:sp>
      <p:pic>
        <p:nvPicPr>
          <p:cNvPr id="2" name="Picture 2" descr="Có thể là hình ảnh về 1 người và văn bản cho biết 'CHỦA NHẬT XИ THƯỜNG NĂM c （L12,32-48） TÍNH THỨC &amp; SÁN SÀNG Anh em cũng vậy, hãy săn sàng, VÌ chính giờ phút anh em không டரர், thì Con Người . sẽ sdẾn.'">
            <a:extLst>
              <a:ext uri="{FF2B5EF4-FFF2-40B4-BE49-F238E27FC236}">
                <a16:creationId xmlns:a16="http://schemas.microsoft.com/office/drawing/2014/main" id="{85A8EB35-61DE-4070-8BD8-1D5F72A908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261210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CB38-41C2-527C-14C7-BA88EAF3F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52F11-2C4F-E299-24FE-8E81AAC56EAF}"/>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TÌNH</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YÊU</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MẾN</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Cao Huy Hoàng)</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283286852"/>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7BF2-E065-7BEE-150F-A8E413610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D814-82E8-C3DB-5F74-205B743D576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1. </a:t>
            </a:r>
            <a:r>
              <a:rPr lang="en-US" sz="9600" b="1" dirty="0" err="1">
                <a:effectLst/>
                <a:latin typeface="Times New Roman (Headings)"/>
                <a:cs typeface="Arial" panose="020B0604020202020204" pitchFamily="34" charset="0"/>
              </a:rPr>
              <a:t>Cuộc</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đời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này</a:t>
            </a:r>
            <a:r>
              <a:rPr lang="en-US" sz="9600" b="1" dirty="0">
                <a:effectLst/>
                <a:latin typeface="Times New Roman (Headings)"/>
                <a:cs typeface="Arial" panose="020B0604020202020204" pitchFamily="34" charset="0"/>
              </a:rPr>
              <a:t> con </a:t>
            </a:r>
            <a:r>
              <a:rPr lang="en-US" sz="9600" b="1" dirty="0" err="1">
                <a:effectLst/>
                <a:latin typeface="Times New Roman (Headings)"/>
                <a:cs typeface="Arial" panose="020B0604020202020204" pitchFamily="34" charset="0"/>
              </a:rPr>
              <a:t>có</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gì</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mà</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dâng</a:t>
            </a:r>
            <a:r>
              <a:rPr lang="en-US" sz="9600" b="1" dirty="0">
                <a:effectLst/>
                <a:latin typeface="Times New Roman (Headings)"/>
                <a:cs typeface="Arial" panose="020B0604020202020204" pitchFamily="34" charset="0"/>
              </a:rPr>
              <a:t> Chúa </a:t>
            </a:r>
            <a:r>
              <a:rPr lang="en-US" sz="9600" b="1" dirty="0" err="1">
                <a:effectLst/>
                <a:latin typeface="Times New Roman (Headings)"/>
                <a:cs typeface="Arial" panose="020B0604020202020204" pitchFamily="34" charset="0"/>
              </a:rPr>
              <a:t>đâu</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60427385"/>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B56D-3E9E-EF7D-988E-4E3FB4A80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A49A3-D4B7-547C-DB52-535A32A0462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Những luống cày sâu trời tối mau cha chưa kịp về;</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5939097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76059-E4E8-83D3-8690-F158BF154B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FCAC94-C693-78AF-320E-3B9BF2DF34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Mẹ bận rộn từng ngày lo no cơm ấm áo;</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630447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FE5F6-5BCA-A68B-D3E3-8A4FC1F1D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5AC9D-B545-81F6-9238-38022E87867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Có chi đâu Ngài ơi có chi dâng Ngài.</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82701570"/>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B8850-82ED-DAC8-6401-A7359A6289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4568B-10F0-C888-093E-5C1D2D36BC1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200" b="1" dirty="0" err="1">
                <a:effectLst/>
                <a:latin typeface="Times New Roman (Headings)"/>
                <a:cs typeface="Arial" panose="020B0604020202020204" pitchFamily="34" charset="0"/>
              </a:rPr>
              <a:t>ĐK</a:t>
            </a:r>
            <a:r>
              <a:rPr lang="en-US" sz="9200" b="1" dirty="0">
                <a:effectLst/>
                <a:latin typeface="Times New Roman (Headings)"/>
                <a:cs typeface="Arial" panose="020B0604020202020204" pitchFamily="34" charset="0"/>
              </a:rPr>
              <a:t>. Con </a:t>
            </a:r>
            <a:r>
              <a:rPr lang="en-US" sz="9200" b="1" dirty="0" err="1">
                <a:effectLst/>
                <a:latin typeface="Times New Roman (Headings)"/>
                <a:cs typeface="Arial" panose="020B0604020202020204" pitchFamily="34" charset="0"/>
              </a:rPr>
              <a:t>xin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tiến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dâng</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lên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tình</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yêu</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mến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nhờ</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những</a:t>
            </a:r>
            <a:r>
              <a:rPr lang="en-US" sz="9200" b="1" dirty="0">
                <a:effectLst/>
                <a:latin typeface="Times New Roman (Headings)"/>
                <a:cs typeface="Arial" panose="020B0604020202020204" pitchFamily="34" charset="0"/>
              </a:rPr>
              <a:t> hy </a:t>
            </a:r>
            <a:r>
              <a:rPr lang="en-US" sz="9200" b="1" dirty="0" err="1">
                <a:effectLst/>
                <a:latin typeface="Times New Roman (Headings)"/>
                <a:cs typeface="Arial" panose="020B0604020202020204" pitchFamily="34" charset="0"/>
              </a:rPr>
              <a:t>sinh</a:t>
            </a:r>
            <a:endParaRPr lang="en-US" sz="9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897542"/>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3FEBE-2431-9E16-5930-3FE73D7BB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2917F-FAC5-9CBC-FC00-27A36009E4B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được êm ấm gia đình. Con xin tiến</a:t>
            </a:r>
            <a:r>
              <a:rPr lang="en-US" sz="9600" b="1" dirty="0">
                <a:effectLst/>
                <a:latin typeface="Times New Roman (Headings)"/>
                <a:cs typeface="Arial" panose="020B0604020202020204" pitchFamily="34" charset="0"/>
              </a:rPr>
              <a:t> </a:t>
            </a:r>
            <a:r>
              <a:rPr lang="vi-VN" sz="9600" b="1" dirty="0">
                <a:effectLst/>
                <a:latin typeface="Times New Roman (Headings)"/>
                <a:cs typeface="Arial" panose="020B0604020202020204" pitchFamily="34" charset="0"/>
              </a:rPr>
              <a:t>dâng lên</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10939432"/>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A08A8-7CFD-F0FB-5812-83DAEA9099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6FA84-FE68-9384-2AD9-805FEEE6E69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tình yêu mến, nguyện Chúa đoái thương</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4692599"/>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56144-74B2-634A-298D-B5AC2C027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73B81-2AA5-97E8-F2CB-4EA907D03E2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10000" b="1" dirty="0">
                <a:effectLst/>
                <a:latin typeface="Times New Roman (Headings)"/>
                <a:cs typeface="Arial" panose="020B0604020202020204" pitchFamily="34" charset="0"/>
              </a:rPr>
              <a:t>gia đình con được bình yên.</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8400252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D8D68-BDA6-97D3-4A9B-269FE83137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2DA4C0-49AF-A8CE-7944-9115ACE1B0A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000" b="1" dirty="0">
                <a:effectLst/>
                <a:latin typeface="Times New Roman (Headings)"/>
                <a:cs typeface="Arial" panose="020B0604020202020204" pitchFamily="34" charset="0"/>
              </a:rPr>
              <a:t>2. </a:t>
            </a:r>
            <a:r>
              <a:rPr lang="en-US" sz="9000" b="1" dirty="0" err="1">
                <a:effectLst/>
                <a:latin typeface="Times New Roman (Headings)"/>
                <a:cs typeface="Arial" panose="020B0604020202020204" pitchFamily="34" charset="0"/>
              </a:rPr>
              <a:t>Đời</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tuyệt</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vời</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luôn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thắm</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nồng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tình</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yêu</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thiết</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tha</a:t>
            </a:r>
            <a:r>
              <a:rPr lang="en-US" sz="9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79933587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3C79F-17F9-E74E-D805-B5F20D0856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93ACAA-F561-F7EC-FFA3-BF7510DEEA6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200" b="1" dirty="0">
                <a:effectLst/>
                <a:latin typeface="Times New Roman (Headings)"/>
                <a:cs typeface="Arial" panose="020B0604020202020204" pitchFamily="34" charset="0"/>
              </a:rPr>
              <a:t>Gương sáng mẹ cha ngày tháng qua luôn </a:t>
            </a:r>
            <a:r>
              <a:rPr lang="vi-VN" sz="9200" b="1" dirty="0" err="1">
                <a:effectLst/>
                <a:latin typeface="Times New Roman (Headings)"/>
                <a:cs typeface="Arial" panose="020B0604020202020204" pitchFamily="34" charset="0"/>
              </a:rPr>
              <a:t>luôn</a:t>
            </a:r>
            <a:r>
              <a:rPr lang="vi-VN" sz="9200" b="1" dirty="0">
                <a:effectLst/>
                <a:latin typeface="Times New Roman (Headings)"/>
                <a:cs typeface="Arial" panose="020B0604020202020204" pitchFamily="34" charset="0"/>
              </a:rPr>
              <a:t> hiền </a:t>
            </a:r>
            <a:r>
              <a:rPr lang="vi-VN" sz="9200" b="1" dirty="0" err="1">
                <a:effectLst/>
                <a:latin typeface="Times New Roman (Headings)"/>
                <a:cs typeface="Arial" panose="020B0604020202020204" pitchFamily="34" charset="0"/>
              </a:rPr>
              <a:t>hoà</a:t>
            </a:r>
            <a:r>
              <a:rPr lang="vi-VN" sz="9200" b="1" dirty="0">
                <a:effectLst/>
                <a:latin typeface="Times New Roman (Headings)"/>
                <a:cs typeface="Arial" panose="020B0604020202020204" pitchFamily="34" charset="0"/>
              </a:rPr>
              <a:t>;</a:t>
            </a:r>
            <a:endParaRPr lang="en-US" sz="9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33970190"/>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6772E-52B3-6ECF-C71E-2DCC27BB0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6B8D45-EE24-EB90-0A43-DCDF7535913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Mẹ bận rộn từng ngày lo no cơm ấm áo;</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42599010"/>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46722-E1C5-4599-F7CD-86B73B4907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294096-22F7-B4E0-EFAC-A51838E7923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200" b="1" dirty="0" err="1">
                <a:effectLst/>
                <a:latin typeface="Times New Roman (Headings)"/>
                <a:cs typeface="Arial" panose="020B0604020202020204" pitchFamily="34" charset="0"/>
              </a:rPr>
              <a:t>Mến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yêu</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nhau</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đẹp</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sao</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lễ</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dâng</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lên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Ngài</a:t>
            </a:r>
            <a:r>
              <a:rPr lang="en-US" sz="9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06020732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D9D00-1274-1699-BE40-A08AB760CD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18995E-E439-874B-7D25-6A084BD213B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200" b="1" dirty="0" err="1">
                <a:effectLst/>
                <a:latin typeface="Times New Roman (Headings)"/>
                <a:cs typeface="Arial" panose="020B0604020202020204" pitchFamily="34" charset="0"/>
              </a:rPr>
              <a:t>ĐK</a:t>
            </a:r>
            <a:r>
              <a:rPr lang="en-US" sz="9200" b="1" dirty="0">
                <a:effectLst/>
                <a:latin typeface="Times New Roman (Headings)"/>
                <a:cs typeface="Arial" panose="020B0604020202020204" pitchFamily="34" charset="0"/>
              </a:rPr>
              <a:t>. Con </a:t>
            </a:r>
            <a:r>
              <a:rPr lang="en-US" sz="9200" b="1" dirty="0" err="1">
                <a:effectLst/>
                <a:latin typeface="Times New Roman (Headings)"/>
                <a:cs typeface="Arial" panose="020B0604020202020204" pitchFamily="34" charset="0"/>
              </a:rPr>
              <a:t>xin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tiến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dâng</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lên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tình</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yêu</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mến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nhờ</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những</a:t>
            </a:r>
            <a:r>
              <a:rPr lang="en-US" sz="9200" b="1" dirty="0">
                <a:effectLst/>
                <a:latin typeface="Times New Roman (Headings)"/>
                <a:cs typeface="Arial" panose="020B0604020202020204" pitchFamily="34" charset="0"/>
              </a:rPr>
              <a:t> hy </a:t>
            </a:r>
            <a:r>
              <a:rPr lang="en-US" sz="9200" b="1" dirty="0" err="1">
                <a:effectLst/>
                <a:latin typeface="Times New Roman (Headings)"/>
                <a:cs typeface="Arial" panose="020B0604020202020204" pitchFamily="34" charset="0"/>
              </a:rPr>
              <a:t>sinh</a:t>
            </a:r>
            <a:endParaRPr lang="en-US" sz="9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73321688"/>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EC193-7286-107F-5E29-366DC015DC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4C439B-195B-7850-B548-96741A3C2E2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được êm ấm gia đình. Con xin tiến</a:t>
            </a:r>
            <a:r>
              <a:rPr lang="en-US" sz="9600" b="1" dirty="0">
                <a:effectLst/>
                <a:latin typeface="Times New Roman (Headings)"/>
                <a:cs typeface="Arial" panose="020B0604020202020204" pitchFamily="34" charset="0"/>
              </a:rPr>
              <a:t> </a:t>
            </a:r>
            <a:r>
              <a:rPr lang="vi-VN" sz="9600" b="1" dirty="0">
                <a:effectLst/>
                <a:latin typeface="Times New Roman (Headings)"/>
                <a:cs typeface="Arial" panose="020B0604020202020204" pitchFamily="34" charset="0"/>
              </a:rPr>
              <a:t>dâng lên</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212777540"/>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91A16-018B-D2B0-7449-8527B8EA81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1102B-367E-B41C-E69F-639125CFF8A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tình yêu mến, nguyện Chúa đoái thương</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26112544"/>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CC2C0-310F-E8EB-BC06-3EDEB87330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D47316-02CC-741C-DE46-BBC607C294C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10000" b="1" dirty="0">
                <a:effectLst/>
                <a:latin typeface="Times New Roman (Headings)"/>
                <a:cs typeface="Arial" panose="020B0604020202020204" pitchFamily="34" charset="0"/>
              </a:rPr>
              <a:t>gia đình con được bình yên.</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60406699"/>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7C5A7-37AC-4195-3AB0-E6114C04F3F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04116A-C5B4-CD60-8EEA-7D3493FD70EF}"/>
              </a:ext>
            </a:extLst>
          </p:cNvPr>
          <p:cNvSpPr>
            <a:spLocks noGrp="1"/>
          </p:cNvSpPr>
          <p:nvPr>
            <p:ph idx="1"/>
          </p:nvPr>
        </p:nvSpPr>
        <p:spPr/>
        <p:txBody>
          <a:bodyPr/>
          <a:lstStyle/>
          <a:p>
            <a:endParaRPr lang="en-US"/>
          </a:p>
        </p:txBody>
      </p:sp>
      <p:pic>
        <p:nvPicPr>
          <p:cNvPr id="2" name="Picture 2" descr="Có thể là hình ảnh về 1 người và văn bản cho biết 'CHỦA NHẬT XИ THƯỜNG NĂM c （L12,32-48） TÍNH THỨC &amp; SÁN SÀNG Anh em cũng vậy, hãy săn sàng, VÌ chính giờ phút anh em không டரர், thì Con Người . sẽ sdẾn.'">
            <a:extLst>
              <a:ext uri="{FF2B5EF4-FFF2-40B4-BE49-F238E27FC236}">
                <a16:creationId xmlns:a16="http://schemas.microsoft.com/office/drawing/2014/main" id="{29599C54-5C1B-000B-571D-839C35E7E5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367313"/>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5C7E0-AD08-9DB0-D243-A28F8F7A3746}"/>
              </a:ext>
            </a:extLst>
          </p:cNvPr>
          <p:cNvSpPr>
            <a:spLocks noGrp="1"/>
          </p:cNvSpPr>
          <p:nvPr>
            <p:ph type="ctrTitle"/>
          </p:nvPr>
        </p:nvSpPr>
        <p:spPr>
          <a:xfrm>
            <a:off x="736600" y="12700"/>
            <a:ext cx="7670800" cy="457761"/>
          </a:xfrm>
        </p:spPr>
        <p:txBody>
          <a:bodyPr lIns="91440" tIns="0" rIns="91440" bIns="0" anchor="b">
            <a:normAutofit/>
          </a:bodyPr>
          <a:lstStyle/>
          <a:p>
            <a:pPr>
              <a:lnSpc>
                <a:spcPct val="90000"/>
              </a:lnSpc>
            </a:pP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CA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endParaRPr lang="en-US" sz="1800" b="1" u="sng"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13E845D-EBCB-EFA6-463C-B9644F5A6593}"/>
              </a:ext>
            </a:extLst>
          </p:cNvPr>
          <p:cNvSpPr txBox="1">
            <a:spLocks/>
          </p:cNvSpPr>
          <p:nvPr/>
        </p:nvSpPr>
        <p:spPr>
          <a:xfrm>
            <a:off x="0" y="470461"/>
            <a:ext cx="9144000" cy="4673039"/>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9600" b="1" dirty="0">
                <a:latin typeface="Times New Roman (Headings)"/>
                <a:cs typeface="Arial" panose="020B0604020202020204" pitchFamily="34" charset="0"/>
              </a:rPr>
              <a:t>Hỡi </a:t>
            </a:r>
            <a:r>
              <a:rPr lang="vi-VN" sz="9600" b="1" dirty="0" err="1">
                <a:latin typeface="Times New Roman (Headings)"/>
                <a:cs typeface="Arial" panose="020B0604020202020204" pitchFamily="34" charset="0"/>
              </a:rPr>
              <a:t>Giê</a:t>
            </a:r>
            <a:r>
              <a:rPr lang="vi-VN" sz="9600" b="1" dirty="0">
                <a:latin typeface="Times New Roman (Headings)"/>
                <a:cs typeface="Arial" panose="020B0604020202020204" pitchFamily="34" charset="0"/>
              </a:rPr>
              <a:t>-ru-sa-lem, hãy ca tụng Chúa,</a:t>
            </a:r>
            <a:endParaRPr lang="en-US" sz="9600" b="1" dirty="0">
              <a:latin typeface="Times New Roman (Headings)"/>
              <a:cs typeface="Arial" panose="020B0604020202020204" pitchFamily="34" charset="0"/>
            </a:endParaRPr>
          </a:p>
        </p:txBody>
      </p:sp>
    </p:spTree>
    <p:extLst>
      <p:ext uri="{BB962C8B-B14F-4D97-AF65-F5344CB8AC3E}">
        <p14:creationId xmlns:p14="http://schemas.microsoft.com/office/powerpoint/2010/main" val="215767542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2FB68-8CB8-968E-BDDB-3D465166A44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CC0EEAE3-85E2-F4D6-28FA-EE752037D9C6}"/>
              </a:ext>
            </a:extLst>
          </p:cNvPr>
          <p:cNvSpPr txBox="1">
            <a:spLocks/>
          </p:cNvSpPr>
          <p:nvPr/>
        </p:nvSpPr>
        <p:spPr>
          <a:xfrm>
            <a:off x="0" y="0"/>
            <a:ext cx="9144000" cy="514350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vi-VN" sz="9600" b="1" dirty="0">
                <a:latin typeface="Times New Roman (Headings)"/>
                <a:cs typeface="Arial" panose="020B0604020202020204" pitchFamily="34" charset="0"/>
              </a:rPr>
              <a:t>Đấng đã cho ngươi ăn no tinh hoa lúa mì.</a:t>
            </a:r>
            <a:endParaRPr lang="en-US" sz="9600" b="1" dirty="0">
              <a:latin typeface="Times New Roman (Headings)"/>
              <a:cs typeface="Arial" panose="020B0604020202020204" pitchFamily="34" charset="0"/>
            </a:endParaRPr>
          </a:p>
        </p:txBody>
      </p:sp>
    </p:spTree>
    <p:extLst>
      <p:ext uri="{BB962C8B-B14F-4D97-AF65-F5344CB8AC3E}">
        <p14:creationId xmlns:p14="http://schemas.microsoft.com/office/powerpoint/2010/main" val="122283334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1" y="0"/>
            <a:ext cx="9144001"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XIN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GIỮ</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CON</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Mi </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Trầm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2FDD-E0FA-922E-237A-136619E81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310D9-2B5E-AF01-E40F-3F4370A6F96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11500" b="1" dirty="0">
                <a:effectLst/>
                <a:latin typeface="Times New Roman (Headings)"/>
                <a:cs typeface="Arial" panose="020B0604020202020204" pitchFamily="34" charset="0"/>
              </a:rPr>
              <a:t>1. Xin </a:t>
            </a:r>
            <a:r>
              <a:rPr lang="en-US" sz="11500" b="1" dirty="0" err="1">
                <a:effectLst/>
                <a:latin typeface="Times New Roman (Headings)"/>
                <a:cs typeface="Arial" panose="020B0604020202020204" pitchFamily="34" charset="0"/>
              </a:rPr>
              <a:t>giữ</a:t>
            </a:r>
            <a:r>
              <a:rPr lang="en-US" sz="11500" b="1" dirty="0">
                <a:effectLst/>
                <a:latin typeface="Times New Roman (Headings)"/>
                <a:cs typeface="Arial" panose="020B0604020202020204" pitchFamily="34" charset="0"/>
              </a:rPr>
              <a:t> con </a:t>
            </a:r>
            <a:r>
              <a:rPr lang="en-US" sz="11500" b="1" dirty="0" err="1">
                <a:effectLst/>
                <a:latin typeface="Times New Roman (Headings)"/>
                <a:cs typeface="Arial" panose="020B0604020202020204" pitchFamily="34" charset="0"/>
              </a:rPr>
              <a:t>để</a:t>
            </a:r>
            <a:r>
              <a:rPr lang="en-US" sz="11500" b="1" dirty="0">
                <a:effectLst/>
                <a:latin typeface="Times New Roman (Headings)"/>
                <a:cs typeface="Arial" panose="020B0604020202020204" pitchFamily="34" charset="0"/>
              </a:rPr>
              <a:t> con </a:t>
            </a:r>
            <a:r>
              <a:rPr lang="en-US" sz="11500" b="1" dirty="0" err="1">
                <a:effectLst/>
                <a:latin typeface="Times New Roman (Headings)"/>
                <a:cs typeface="Arial" panose="020B0604020202020204" pitchFamily="34" charset="0"/>
              </a:rPr>
              <a:t>phụng</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sự</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521539375"/>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A535B-4335-B11A-691B-D5ACBD6C2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B0CA9-2062-EB02-E68D-E6BEE66863F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11500" b="1" dirty="0">
                <a:latin typeface="Times New Roman (Headings)"/>
                <a:cs typeface="Arial" panose="020B0604020202020204" pitchFamily="34" charset="0"/>
              </a:rPr>
              <a:t>con </a:t>
            </a:r>
            <a:r>
              <a:rPr lang="en-US" sz="11500" b="1" dirty="0" err="1">
                <a:latin typeface="Times New Roman (Headings)"/>
                <a:cs typeface="Arial" panose="020B0604020202020204" pitchFamily="34" charset="0"/>
              </a:rPr>
              <a:t>phụng</a:t>
            </a:r>
            <a:r>
              <a:rPr lang="en-US" sz="11500" b="1" dirty="0">
                <a:latin typeface="Times New Roman (Headings)"/>
                <a:cs typeface="Arial" panose="020B0604020202020204" pitchFamily="34" charset="0"/>
              </a:rPr>
              <a:t> </a:t>
            </a:r>
            <a:r>
              <a:rPr lang="en-US" sz="11500" b="1" dirty="0" err="1">
                <a:latin typeface="Times New Roman (Headings)"/>
                <a:cs typeface="Arial" panose="020B0604020202020204" pitchFamily="34" charset="0"/>
              </a:rPr>
              <a:t>sự</a:t>
            </a:r>
            <a:r>
              <a:rPr lang="en-US" sz="11500" b="1" dirty="0">
                <a:latin typeface="Times New Roman (Headings)"/>
                <a:cs typeface="Arial" panose="020B0604020202020204" pitchFamily="34" charset="0"/>
              </a:rPr>
              <a:t> Chúa </a:t>
            </a:r>
            <a:r>
              <a:rPr lang="en-US" sz="11500" b="1" dirty="0" err="1">
                <a:latin typeface="Times New Roman (Headings)"/>
                <a:cs typeface="Arial" panose="020B0604020202020204" pitchFamily="34" charset="0"/>
              </a:rPr>
              <a:t>trong</a:t>
            </a:r>
            <a:r>
              <a:rPr lang="en-US" sz="11500" b="1" dirty="0">
                <a:latin typeface="Times New Roman (Headings)"/>
                <a:cs typeface="Arial" panose="020B0604020202020204" pitchFamily="34" charset="0"/>
              </a:rPr>
              <a:t> </a:t>
            </a:r>
            <a:r>
              <a:rPr lang="en-US" sz="11500" b="1" dirty="0" err="1">
                <a:latin typeface="Times New Roman (Headings)"/>
                <a:cs typeface="Arial" panose="020B0604020202020204" pitchFamily="34" charset="0"/>
              </a:rPr>
              <a:t>suốt</a:t>
            </a:r>
            <a:r>
              <a:rPr lang="en-US" sz="11500" b="1" dirty="0">
                <a:latin typeface="Times New Roman (Headings)"/>
                <a:cs typeface="Arial" panose="020B0604020202020204" pitchFamily="34" charset="0"/>
              </a:rPr>
              <a:t> </a:t>
            </a:r>
            <a:r>
              <a:rPr lang="en-US" sz="11500" b="1" dirty="0" err="1">
                <a:latin typeface="Times New Roman (Headings)"/>
                <a:cs typeface="Arial" panose="020B0604020202020204" pitchFamily="34" charset="0"/>
              </a:rPr>
              <a:t>đời</a:t>
            </a:r>
            <a:r>
              <a:rPr lang="en-US" sz="11500" b="1" dirty="0">
                <a:latin typeface="Times New Roman (Headings)"/>
                <a:cs typeface="Arial" panose="020B0604020202020204" pitchFamily="34" charset="0"/>
              </a:rPr>
              <a:t> con.</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48870366"/>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6E723-B84E-EB23-D26D-7F76CB1B7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C89ED-81D4-2942-3EDE-6F78BAA7D26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11500" b="1" dirty="0">
                <a:effectLst/>
                <a:latin typeface="Times New Roman (Headings)"/>
                <a:cs typeface="Arial" panose="020B0604020202020204" pitchFamily="34" charset="0"/>
              </a:rPr>
              <a:t>Dù khi mỏi mệt, dù khi chán chường.</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4124727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A85B6-E2BD-648B-179B-895C1F67C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A26F9-B316-7B2A-47B9-4B324E79B26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Xin </a:t>
            </a:r>
            <a:r>
              <a:rPr lang="en-US" sz="9600" b="1" dirty="0" err="1">
                <a:effectLst/>
                <a:latin typeface="Times New Roman (Headings)"/>
                <a:cs typeface="Arial" panose="020B0604020202020204" pitchFamily="34" charset="0"/>
              </a:rPr>
              <a:t>giữ</a:t>
            </a:r>
            <a:r>
              <a:rPr lang="en-US" sz="9600" b="1" dirty="0">
                <a:effectLst/>
                <a:latin typeface="Times New Roman (Headings)"/>
                <a:cs typeface="Arial" panose="020B0604020202020204" pitchFamily="34" charset="0"/>
              </a:rPr>
              <a:t> con </a:t>
            </a:r>
            <a:r>
              <a:rPr lang="en-US" sz="9600" b="1" dirty="0" err="1">
                <a:effectLst/>
                <a:latin typeface="Times New Roman (Headings)"/>
                <a:cs typeface="Arial" panose="020B0604020202020204" pitchFamily="34" charset="0"/>
              </a:rPr>
              <a:t>luôn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luôn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phụng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sự</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Ngài</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78299313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B1215-13FE-50C1-7250-456C5BBF2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1F2C78-1E22-2631-2CE3-B447D9B9039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900" b="1" dirty="0" err="1">
                <a:effectLst/>
                <a:latin typeface="Times New Roman (Headings)"/>
                <a:cs typeface="Arial" panose="020B0604020202020204" pitchFamily="34" charset="0"/>
              </a:rPr>
              <a:t>ĐK</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Nguyện</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xin</a:t>
            </a:r>
            <a:r>
              <a:rPr lang="en-US" sz="8900" b="1" dirty="0">
                <a:effectLst/>
                <a:latin typeface="Times New Roman (Headings)"/>
                <a:cs typeface="Arial" panose="020B0604020202020204" pitchFamily="34" charset="0"/>
              </a:rPr>
              <a:t> Chúa </a:t>
            </a:r>
            <a:r>
              <a:rPr lang="en-US" sz="8900" b="1" dirty="0" err="1">
                <a:effectLst/>
                <a:latin typeface="Times New Roman (Headings)"/>
                <a:cs typeface="Arial" panose="020B0604020202020204" pitchFamily="34" charset="0"/>
              </a:rPr>
              <a:t>giúp</a:t>
            </a:r>
            <a:r>
              <a:rPr lang="en-US" sz="8900" b="1" dirty="0">
                <a:effectLst/>
                <a:latin typeface="Times New Roman (Headings)"/>
                <a:cs typeface="Arial" panose="020B0604020202020204" pitchFamily="34" charset="0"/>
              </a:rPr>
              <a:t> con </a:t>
            </a:r>
            <a:r>
              <a:rPr lang="en-US" sz="8900" b="1" dirty="0" err="1">
                <a:effectLst/>
                <a:latin typeface="Times New Roman (Headings)"/>
                <a:cs typeface="Arial" panose="020B0604020202020204" pitchFamily="34" charset="0"/>
              </a:rPr>
              <a:t>bắt</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đầu</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và</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lại</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bắt</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đầu</a:t>
            </a:r>
            <a:r>
              <a:rPr lang="en-US" sz="89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88855503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87F25-F31A-4D7B-3684-BC6FCA65FD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8311B3-53AD-4806-1ECD-5C412461B73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200" b="1" dirty="0" err="1">
                <a:effectLst/>
                <a:latin typeface="Times New Roman (Headings)"/>
                <a:cs typeface="Arial" panose="020B0604020202020204" pitchFamily="34" charset="0"/>
              </a:rPr>
              <a:t>dù</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khi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thất</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bại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dù</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khi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mỏi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mòn</a:t>
            </a:r>
            <a:r>
              <a:rPr lang="en-US" sz="9200" b="1" dirty="0">
                <a:effectLst/>
                <a:latin typeface="Times New Roman (Headings)"/>
                <a:cs typeface="Arial" panose="020B0604020202020204" pitchFamily="34" charset="0"/>
              </a:rPr>
              <a:t> con </a:t>
            </a:r>
            <a:r>
              <a:rPr lang="en-US" sz="9200" b="1" dirty="0" err="1">
                <a:effectLst/>
                <a:latin typeface="Times New Roman (Headings)"/>
                <a:cs typeface="Arial" panose="020B0604020202020204" pitchFamily="34" charset="0"/>
              </a:rPr>
              <a:t>vẫn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cậy</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trông</a:t>
            </a:r>
            <a:r>
              <a:rPr lang="en-US" sz="9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19037767"/>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69DA6-A5DC-CC0B-3891-2333DD9DC7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86142-098B-BB13-B06F-47AED973D2B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200" b="1" dirty="0" err="1">
                <a:effectLst/>
                <a:latin typeface="Times New Roman (Headings)"/>
                <a:cs typeface="Arial" panose="020B0604020202020204" pitchFamily="34" charset="0"/>
              </a:rPr>
              <a:t>Nguyện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xin</a:t>
            </a:r>
            <a:r>
              <a:rPr lang="en-US" sz="9200" b="1" dirty="0">
                <a:effectLst/>
                <a:latin typeface="Times New Roman (Headings)"/>
                <a:cs typeface="Arial" panose="020B0604020202020204" pitchFamily="34" charset="0"/>
              </a:rPr>
              <a:t> Chúa </a:t>
            </a:r>
            <a:r>
              <a:rPr lang="en-US" sz="9200" b="1" dirty="0" err="1">
                <a:effectLst/>
                <a:latin typeface="Times New Roman (Headings)"/>
                <a:cs typeface="Arial" panose="020B0604020202020204" pitchFamily="34" charset="0"/>
              </a:rPr>
              <a:t>giúp</a:t>
            </a:r>
            <a:r>
              <a:rPr lang="en-US" sz="9200" b="1" dirty="0">
                <a:effectLst/>
                <a:latin typeface="Times New Roman (Headings)"/>
                <a:cs typeface="Arial" panose="020B0604020202020204" pitchFamily="34" charset="0"/>
              </a:rPr>
              <a:t> con </a:t>
            </a:r>
            <a:r>
              <a:rPr lang="en-US" sz="9200" b="1" dirty="0" err="1">
                <a:effectLst/>
                <a:latin typeface="Times New Roman (Headings)"/>
                <a:cs typeface="Arial" panose="020B0604020202020204" pitchFamily="34" charset="0"/>
              </a:rPr>
              <a:t>bắt</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đầu</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và</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lại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bắt</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đầu</a:t>
            </a:r>
            <a:r>
              <a:rPr lang="en-US" sz="9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906253749"/>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15263-0064-8FB4-1A58-18B8EB26A7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221F8B-3B86-0043-9DBC-C84C33CE29E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600" b="1" dirty="0">
                <a:effectLst/>
                <a:latin typeface="Times New Roman (Headings)"/>
                <a:cs typeface="Arial" panose="020B0604020202020204" pitchFamily="34" charset="0"/>
              </a:rPr>
              <a:t>này con chiến thắng, này con chiến thắng tươi sáng hy vọng.</a:t>
            </a:r>
            <a:endParaRPr lang="en-US" sz="8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33195937"/>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A89B4-5D29-5C16-8949-BCCA9ACFB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D13501-B38B-4B44-D385-5AE0D7B551C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11500" b="1" dirty="0">
                <a:effectLst/>
                <a:latin typeface="Times New Roman (Headings)"/>
                <a:cs typeface="Arial" panose="020B0604020202020204" pitchFamily="34" charset="0"/>
              </a:rPr>
              <a:t>2</a:t>
            </a:r>
            <a:r>
              <a:rPr lang="en-US" sz="11500" b="1" dirty="0">
                <a:effectLst/>
                <a:latin typeface="Times New Roman (Headings)"/>
                <a:cs typeface="Arial" panose="020B0604020202020204" pitchFamily="34" charset="0"/>
              </a:rPr>
              <a:t>.</a:t>
            </a:r>
            <a:r>
              <a:rPr lang="vi-VN" sz="11500" b="1" dirty="0">
                <a:effectLst/>
                <a:latin typeface="Times New Roman (Headings)"/>
                <a:cs typeface="Arial" panose="020B0604020202020204" pitchFamily="34" charset="0"/>
              </a:rPr>
              <a:t> Xin giữ con để con được đổi mới,</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49331885"/>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E6836-CB62-B4AD-602E-F1B1ADD66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E563DA-90CE-168D-C141-665A3B0BCD6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11500" b="1" dirty="0">
                <a:effectLst/>
                <a:latin typeface="Times New Roman (Headings)"/>
                <a:cs typeface="Arial" panose="020B0604020202020204" pitchFamily="34" charset="0"/>
              </a:rPr>
              <a:t>đây đời của con sẽ mãi đẹp tươi.</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33461079"/>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E149E-8351-101A-892C-0638D4CE6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9D0DC3-A79D-A3FE-6074-DEE3CE4AC7B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11500" b="1" dirty="0" err="1">
                <a:effectLst/>
                <a:latin typeface="Times New Roman (Headings)"/>
                <a:cs typeface="Arial" panose="020B0604020202020204" pitchFamily="34" charset="0"/>
              </a:rPr>
              <a:t>Dù</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khi</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phản</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bội</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dù</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khi</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lỗi</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tội</a:t>
            </a:r>
            <a:r>
              <a:rPr lang="en-US" sz="11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711308956"/>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9AB0B-AE3C-2800-C183-78144EBB4C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C5BC59-630C-20EB-8BF0-6C1A4CBF078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Xin </a:t>
            </a:r>
            <a:r>
              <a:rPr lang="en-US" sz="9600" b="1" dirty="0" err="1">
                <a:effectLst/>
                <a:latin typeface="Times New Roman (Headings)"/>
                <a:cs typeface="Arial" panose="020B0604020202020204" pitchFamily="34" charset="0"/>
              </a:rPr>
              <a:t>giữ</a:t>
            </a:r>
            <a:r>
              <a:rPr lang="en-US" sz="9600" b="1" dirty="0">
                <a:effectLst/>
                <a:latin typeface="Times New Roman (Headings)"/>
                <a:cs typeface="Arial" panose="020B0604020202020204" pitchFamily="34" charset="0"/>
              </a:rPr>
              <a:t> con </a:t>
            </a:r>
            <a:r>
              <a:rPr lang="en-US" sz="9600" b="1" dirty="0" err="1">
                <a:effectLst/>
                <a:latin typeface="Times New Roman (Headings)"/>
                <a:cs typeface="Arial" panose="020B0604020202020204" pitchFamily="34" charset="0"/>
              </a:rPr>
              <a:t>khiêm</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cung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về</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với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Ngài</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440124081"/>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D0C72-7765-C5FD-385F-B504A30C09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5BFD62-2987-A3A2-9488-555228681C4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900" b="1" dirty="0" err="1">
                <a:effectLst/>
                <a:latin typeface="Times New Roman (Headings)"/>
                <a:cs typeface="Arial" panose="020B0604020202020204" pitchFamily="34" charset="0"/>
              </a:rPr>
              <a:t>ĐK</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Nguyện</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xin</a:t>
            </a:r>
            <a:r>
              <a:rPr lang="en-US" sz="8900" b="1" dirty="0">
                <a:effectLst/>
                <a:latin typeface="Times New Roman (Headings)"/>
                <a:cs typeface="Arial" panose="020B0604020202020204" pitchFamily="34" charset="0"/>
              </a:rPr>
              <a:t> Chúa </a:t>
            </a:r>
            <a:r>
              <a:rPr lang="en-US" sz="8900" b="1" dirty="0" err="1">
                <a:effectLst/>
                <a:latin typeface="Times New Roman (Headings)"/>
                <a:cs typeface="Arial" panose="020B0604020202020204" pitchFamily="34" charset="0"/>
              </a:rPr>
              <a:t>giúp</a:t>
            </a:r>
            <a:r>
              <a:rPr lang="en-US" sz="8900" b="1" dirty="0">
                <a:effectLst/>
                <a:latin typeface="Times New Roman (Headings)"/>
                <a:cs typeface="Arial" panose="020B0604020202020204" pitchFamily="34" charset="0"/>
              </a:rPr>
              <a:t> con </a:t>
            </a:r>
            <a:r>
              <a:rPr lang="en-US" sz="8900" b="1" dirty="0" err="1">
                <a:effectLst/>
                <a:latin typeface="Times New Roman (Headings)"/>
                <a:cs typeface="Arial" panose="020B0604020202020204" pitchFamily="34" charset="0"/>
              </a:rPr>
              <a:t>bắt</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đầu</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và</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lại</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bắt</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đầu</a:t>
            </a:r>
            <a:r>
              <a:rPr lang="en-US" sz="89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475392402"/>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58F66-2E81-3182-2949-5BA28F8AE7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FAA8D8-BE8C-22ED-8D85-A01FC691FAB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200" b="1" dirty="0" err="1">
                <a:effectLst/>
                <a:latin typeface="Times New Roman (Headings)"/>
                <a:cs typeface="Arial" panose="020B0604020202020204" pitchFamily="34" charset="0"/>
              </a:rPr>
              <a:t>dù</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khi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thất</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bại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dù</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khi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mỏi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mòn</a:t>
            </a:r>
            <a:r>
              <a:rPr lang="en-US" sz="9200" b="1" dirty="0">
                <a:effectLst/>
                <a:latin typeface="Times New Roman (Headings)"/>
                <a:cs typeface="Arial" panose="020B0604020202020204" pitchFamily="34" charset="0"/>
              </a:rPr>
              <a:t> con </a:t>
            </a:r>
            <a:r>
              <a:rPr lang="en-US" sz="9200" b="1" dirty="0" err="1">
                <a:effectLst/>
                <a:latin typeface="Times New Roman (Headings)"/>
                <a:cs typeface="Arial" panose="020B0604020202020204" pitchFamily="34" charset="0"/>
              </a:rPr>
              <a:t>vẫn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cậy</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trông</a:t>
            </a:r>
            <a:r>
              <a:rPr lang="en-US" sz="9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255048505"/>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0668C-9DDB-9C88-627C-B1413EB623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F96F19-1B5A-EA2F-411A-87ACC93B276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200" b="1" dirty="0" err="1">
                <a:effectLst/>
                <a:latin typeface="Times New Roman (Headings)"/>
                <a:cs typeface="Arial" panose="020B0604020202020204" pitchFamily="34" charset="0"/>
              </a:rPr>
              <a:t>Nguyện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xin</a:t>
            </a:r>
            <a:r>
              <a:rPr lang="en-US" sz="9200" b="1" dirty="0">
                <a:effectLst/>
                <a:latin typeface="Times New Roman (Headings)"/>
                <a:cs typeface="Arial" panose="020B0604020202020204" pitchFamily="34" charset="0"/>
              </a:rPr>
              <a:t> Chúa </a:t>
            </a:r>
            <a:r>
              <a:rPr lang="en-US" sz="9200" b="1" dirty="0" err="1">
                <a:effectLst/>
                <a:latin typeface="Times New Roman (Headings)"/>
                <a:cs typeface="Arial" panose="020B0604020202020204" pitchFamily="34" charset="0"/>
              </a:rPr>
              <a:t>giúp</a:t>
            </a:r>
            <a:r>
              <a:rPr lang="en-US" sz="9200" b="1" dirty="0">
                <a:effectLst/>
                <a:latin typeface="Times New Roman (Headings)"/>
                <a:cs typeface="Arial" panose="020B0604020202020204" pitchFamily="34" charset="0"/>
              </a:rPr>
              <a:t> con </a:t>
            </a:r>
            <a:r>
              <a:rPr lang="en-US" sz="9200" b="1" dirty="0" err="1">
                <a:effectLst/>
                <a:latin typeface="Times New Roman (Headings)"/>
                <a:cs typeface="Arial" panose="020B0604020202020204" pitchFamily="34" charset="0"/>
              </a:rPr>
              <a:t>bắt</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đầu</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và</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lại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bắt</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đầu</a:t>
            </a:r>
            <a:r>
              <a:rPr lang="en-US" sz="9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08741254"/>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5904F-CC07-50AE-C52D-BCD2A6052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A5E16-9383-5A1B-2DFB-2C9DE527859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600" b="1" dirty="0">
                <a:effectLst/>
                <a:latin typeface="Times New Roman (Headings)"/>
                <a:cs typeface="Arial" panose="020B0604020202020204" pitchFamily="34" charset="0"/>
              </a:rPr>
              <a:t>này con chiến thắng, này con chiến thắng tươi sáng hy vọng.</a:t>
            </a:r>
            <a:endParaRPr lang="en-US" sz="8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68106088"/>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C553F-8F87-6232-96CB-48A07D0AE0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8D5B4F-9482-123C-B163-6294E6E94FF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11500" b="1" dirty="0">
                <a:effectLst/>
                <a:latin typeface="Times New Roman (Headings)"/>
                <a:cs typeface="Arial" panose="020B0604020202020204" pitchFamily="34" charset="0"/>
              </a:rPr>
              <a:t>3</a:t>
            </a:r>
            <a:r>
              <a:rPr lang="en-US" sz="11500" b="1" dirty="0">
                <a:effectLst/>
                <a:latin typeface="Times New Roman (Headings)"/>
                <a:cs typeface="Arial" panose="020B0604020202020204" pitchFamily="34" charset="0"/>
              </a:rPr>
              <a:t>.</a:t>
            </a:r>
            <a:r>
              <a:rPr lang="vi-VN" sz="11500" b="1" dirty="0">
                <a:effectLst/>
                <a:latin typeface="Times New Roman (Headings)"/>
                <a:cs typeface="Arial" panose="020B0604020202020204" pitchFamily="34" charset="0"/>
              </a:rPr>
              <a:t> Xin giữ con để con vì người thế,</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0412150"/>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23016-B8C5-F041-A053-C19445A71C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164B6-A86A-E9EB-F10E-850BF51A6BA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vi-VN" sz="10500" b="1" dirty="0">
                <a:effectLst/>
                <a:latin typeface="Times New Roman (Headings)"/>
                <a:cs typeface="Arial" panose="020B0604020202020204" pitchFamily="34" charset="0"/>
              </a:rPr>
              <a:t>Loan</a:t>
            </a:r>
            <a:r>
              <a:rPr lang="en-US" sz="10500" b="1" dirty="0">
                <a:effectLst/>
                <a:latin typeface="Times New Roman (Headings)"/>
                <a:cs typeface="Arial" panose="020B0604020202020204" pitchFamily="34" charset="0"/>
              </a:rPr>
              <a:t> </a:t>
            </a:r>
            <a:r>
              <a:rPr lang="vi-VN" sz="10500" b="1" dirty="0">
                <a:effectLst/>
                <a:latin typeface="Times New Roman (Headings)"/>
                <a:cs typeface="Arial" panose="020B0604020202020204" pitchFamily="34" charset="0"/>
              </a:rPr>
              <a:t>truyền Danh Chúa cho khắp mọi nơi.</a:t>
            </a:r>
            <a:endParaRPr lang="en-US" sz="10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65436813"/>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40B30-4439-8709-C67B-2625DA6D19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31820A-9254-3F41-EBF6-125C0C4E9BB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11500" b="1" dirty="0">
                <a:effectLst/>
                <a:latin typeface="Times New Roman (Headings)"/>
                <a:cs typeface="Arial" panose="020B0604020202020204" pitchFamily="34" charset="0"/>
              </a:rPr>
              <a:t>Dù chết cho người, dù chết giữa đời.</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7140315"/>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27E01-7249-AE0C-E7DD-EFE2A7643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09C969-65F0-E1CC-A6F0-AC1E87F75ED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10500" b="1" dirty="0">
                <a:effectLst/>
                <a:latin typeface="Times New Roman (Headings)"/>
                <a:cs typeface="Arial" panose="020B0604020202020204" pitchFamily="34" charset="0"/>
              </a:rPr>
              <a:t>Xin giữ con hiên ngang vì Nước Trời.</a:t>
            </a:r>
            <a:endParaRPr lang="en-US" sz="10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2191031"/>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67791-5BBE-AA2D-4EA4-E0B00CB135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68DFD-F671-EAC3-82FC-482097C5798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900" b="1" dirty="0" err="1">
                <a:effectLst/>
                <a:latin typeface="Times New Roman (Headings)"/>
                <a:cs typeface="Arial" panose="020B0604020202020204" pitchFamily="34" charset="0"/>
              </a:rPr>
              <a:t>ĐK</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Nguyện</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xin</a:t>
            </a:r>
            <a:r>
              <a:rPr lang="en-US" sz="8900" b="1" dirty="0">
                <a:effectLst/>
                <a:latin typeface="Times New Roman (Headings)"/>
                <a:cs typeface="Arial" panose="020B0604020202020204" pitchFamily="34" charset="0"/>
              </a:rPr>
              <a:t> Chúa </a:t>
            </a:r>
            <a:r>
              <a:rPr lang="en-US" sz="8900" b="1" dirty="0" err="1">
                <a:effectLst/>
                <a:latin typeface="Times New Roman (Headings)"/>
                <a:cs typeface="Arial" panose="020B0604020202020204" pitchFamily="34" charset="0"/>
              </a:rPr>
              <a:t>giúp</a:t>
            </a:r>
            <a:r>
              <a:rPr lang="en-US" sz="8900" b="1" dirty="0">
                <a:effectLst/>
                <a:latin typeface="Times New Roman (Headings)"/>
                <a:cs typeface="Arial" panose="020B0604020202020204" pitchFamily="34" charset="0"/>
              </a:rPr>
              <a:t> con </a:t>
            </a:r>
            <a:r>
              <a:rPr lang="en-US" sz="8900" b="1" dirty="0" err="1">
                <a:effectLst/>
                <a:latin typeface="Times New Roman (Headings)"/>
                <a:cs typeface="Arial" panose="020B0604020202020204" pitchFamily="34" charset="0"/>
              </a:rPr>
              <a:t>bắt</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đầu</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và</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lại</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bắt</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đầu</a:t>
            </a:r>
            <a:r>
              <a:rPr lang="en-US" sz="89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672825863"/>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8BB5A-858B-AB20-375D-AC307460A2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564D54-8018-587B-732F-CABB63921D9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200" b="1" dirty="0" err="1">
                <a:effectLst/>
                <a:latin typeface="Times New Roman (Headings)"/>
                <a:cs typeface="Arial" panose="020B0604020202020204" pitchFamily="34" charset="0"/>
              </a:rPr>
              <a:t>dù</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khi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thất</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bại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dù</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khi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mỏi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mòn</a:t>
            </a:r>
            <a:r>
              <a:rPr lang="en-US" sz="9200" b="1" dirty="0">
                <a:effectLst/>
                <a:latin typeface="Times New Roman (Headings)"/>
                <a:cs typeface="Arial" panose="020B0604020202020204" pitchFamily="34" charset="0"/>
              </a:rPr>
              <a:t> con </a:t>
            </a:r>
            <a:r>
              <a:rPr lang="en-US" sz="9200" b="1" dirty="0" err="1">
                <a:effectLst/>
                <a:latin typeface="Times New Roman (Headings)"/>
                <a:cs typeface="Arial" panose="020B0604020202020204" pitchFamily="34" charset="0"/>
              </a:rPr>
              <a:t>vẫn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cậy</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trông</a:t>
            </a:r>
            <a:r>
              <a:rPr lang="en-US" sz="9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219213479"/>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38D76-1B39-FA3B-F87E-8E6EF6D8AA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6A4845-8967-467E-B567-D5816BE0673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200" b="1" dirty="0" err="1">
                <a:effectLst/>
                <a:latin typeface="Times New Roman (Headings)"/>
                <a:cs typeface="Arial" panose="020B0604020202020204" pitchFamily="34" charset="0"/>
              </a:rPr>
              <a:t>Nguyện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xin</a:t>
            </a:r>
            <a:r>
              <a:rPr lang="en-US" sz="9200" b="1" dirty="0">
                <a:effectLst/>
                <a:latin typeface="Times New Roman (Headings)"/>
                <a:cs typeface="Arial" panose="020B0604020202020204" pitchFamily="34" charset="0"/>
              </a:rPr>
              <a:t> Chúa </a:t>
            </a:r>
            <a:r>
              <a:rPr lang="en-US" sz="9200" b="1" dirty="0" err="1">
                <a:effectLst/>
                <a:latin typeface="Times New Roman (Headings)"/>
                <a:cs typeface="Arial" panose="020B0604020202020204" pitchFamily="34" charset="0"/>
              </a:rPr>
              <a:t>giúp</a:t>
            </a:r>
            <a:r>
              <a:rPr lang="en-US" sz="9200" b="1" dirty="0">
                <a:effectLst/>
                <a:latin typeface="Times New Roman (Headings)"/>
                <a:cs typeface="Arial" panose="020B0604020202020204" pitchFamily="34" charset="0"/>
              </a:rPr>
              <a:t> con </a:t>
            </a:r>
            <a:r>
              <a:rPr lang="en-US" sz="9200" b="1" dirty="0" err="1">
                <a:effectLst/>
                <a:latin typeface="Times New Roman (Headings)"/>
                <a:cs typeface="Arial" panose="020B0604020202020204" pitchFamily="34" charset="0"/>
              </a:rPr>
              <a:t>bắt</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đầu</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và</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lại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bắt</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đầu</a:t>
            </a:r>
            <a:r>
              <a:rPr lang="en-US" sz="9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697643195"/>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1DB54-55E2-51D2-CBCC-A8A5F5A0F1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1A1DAD-1234-2EDE-2AC0-118AEC57A3D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600" b="1" dirty="0">
                <a:effectLst/>
                <a:latin typeface="Times New Roman (Headings)"/>
                <a:cs typeface="Arial" panose="020B0604020202020204" pitchFamily="34" charset="0"/>
              </a:rPr>
              <a:t>này con chiến thắng, này con chiến thắng tươi sáng hy vọng.</a:t>
            </a:r>
            <a:endParaRPr lang="en-US" sz="8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743180"/>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F62F0-2156-76AE-6ECF-C3E66D22F7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BEBB79-CF8D-A300-7C3A-FA6E44E77A7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11500" b="1" dirty="0">
                <a:effectLst/>
                <a:latin typeface="Times New Roman (Headings)"/>
                <a:cs typeface="Arial" panose="020B0604020202020204" pitchFamily="34" charset="0"/>
              </a:rPr>
              <a:t>1. Xin </a:t>
            </a:r>
            <a:r>
              <a:rPr lang="en-US" sz="11500" b="1" dirty="0" err="1">
                <a:effectLst/>
                <a:latin typeface="Times New Roman (Headings)"/>
                <a:cs typeface="Arial" panose="020B0604020202020204" pitchFamily="34" charset="0"/>
              </a:rPr>
              <a:t>giữ</a:t>
            </a:r>
            <a:r>
              <a:rPr lang="en-US" sz="11500" b="1" dirty="0">
                <a:effectLst/>
                <a:latin typeface="Times New Roman (Headings)"/>
                <a:cs typeface="Arial" panose="020B0604020202020204" pitchFamily="34" charset="0"/>
              </a:rPr>
              <a:t> con </a:t>
            </a:r>
            <a:r>
              <a:rPr lang="en-US" sz="11500" b="1" dirty="0" err="1">
                <a:effectLst/>
                <a:latin typeface="Times New Roman (Headings)"/>
                <a:cs typeface="Arial" panose="020B0604020202020204" pitchFamily="34" charset="0"/>
              </a:rPr>
              <a:t>để</a:t>
            </a:r>
            <a:r>
              <a:rPr lang="en-US" sz="11500" b="1" dirty="0">
                <a:effectLst/>
                <a:latin typeface="Times New Roman (Headings)"/>
                <a:cs typeface="Arial" panose="020B0604020202020204" pitchFamily="34" charset="0"/>
              </a:rPr>
              <a:t> con </a:t>
            </a:r>
            <a:r>
              <a:rPr lang="en-US" sz="11500" b="1" dirty="0" err="1">
                <a:effectLst/>
                <a:latin typeface="Times New Roman (Headings)"/>
                <a:cs typeface="Arial" panose="020B0604020202020204" pitchFamily="34" charset="0"/>
              </a:rPr>
              <a:t>phụng</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sự</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250469640"/>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CD244-29F7-8142-17F9-9E0CA46EAA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E81DBC-2F50-640E-B0A9-C43299FD225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11500" b="1" dirty="0">
                <a:latin typeface="Times New Roman (Headings)"/>
                <a:cs typeface="Arial" panose="020B0604020202020204" pitchFamily="34" charset="0"/>
              </a:rPr>
              <a:t>con </a:t>
            </a:r>
            <a:r>
              <a:rPr lang="en-US" sz="11500" b="1" dirty="0" err="1">
                <a:latin typeface="Times New Roman (Headings)"/>
                <a:cs typeface="Arial" panose="020B0604020202020204" pitchFamily="34" charset="0"/>
              </a:rPr>
              <a:t>phụng</a:t>
            </a:r>
            <a:r>
              <a:rPr lang="en-US" sz="11500" b="1" dirty="0">
                <a:latin typeface="Times New Roman (Headings)"/>
                <a:cs typeface="Arial" panose="020B0604020202020204" pitchFamily="34" charset="0"/>
              </a:rPr>
              <a:t> </a:t>
            </a:r>
            <a:r>
              <a:rPr lang="en-US" sz="11500" b="1" dirty="0" err="1">
                <a:latin typeface="Times New Roman (Headings)"/>
                <a:cs typeface="Arial" panose="020B0604020202020204" pitchFamily="34" charset="0"/>
              </a:rPr>
              <a:t>sự</a:t>
            </a:r>
            <a:r>
              <a:rPr lang="en-US" sz="11500" b="1" dirty="0">
                <a:latin typeface="Times New Roman (Headings)"/>
                <a:cs typeface="Arial" panose="020B0604020202020204" pitchFamily="34" charset="0"/>
              </a:rPr>
              <a:t> Chúa </a:t>
            </a:r>
            <a:r>
              <a:rPr lang="en-US" sz="11500" b="1" dirty="0" err="1">
                <a:latin typeface="Times New Roman (Headings)"/>
                <a:cs typeface="Arial" panose="020B0604020202020204" pitchFamily="34" charset="0"/>
              </a:rPr>
              <a:t>trong</a:t>
            </a:r>
            <a:r>
              <a:rPr lang="en-US" sz="11500" b="1" dirty="0">
                <a:latin typeface="Times New Roman (Headings)"/>
                <a:cs typeface="Arial" panose="020B0604020202020204" pitchFamily="34" charset="0"/>
              </a:rPr>
              <a:t> </a:t>
            </a:r>
            <a:r>
              <a:rPr lang="en-US" sz="11500" b="1" dirty="0" err="1">
                <a:latin typeface="Times New Roman (Headings)"/>
                <a:cs typeface="Arial" panose="020B0604020202020204" pitchFamily="34" charset="0"/>
              </a:rPr>
              <a:t>suốt</a:t>
            </a:r>
            <a:r>
              <a:rPr lang="en-US" sz="11500" b="1" dirty="0">
                <a:latin typeface="Times New Roman (Headings)"/>
                <a:cs typeface="Arial" panose="020B0604020202020204" pitchFamily="34" charset="0"/>
              </a:rPr>
              <a:t> </a:t>
            </a:r>
            <a:r>
              <a:rPr lang="en-US" sz="11500" b="1" dirty="0" err="1">
                <a:latin typeface="Times New Roman (Headings)"/>
                <a:cs typeface="Arial" panose="020B0604020202020204" pitchFamily="34" charset="0"/>
              </a:rPr>
              <a:t>đời</a:t>
            </a:r>
            <a:r>
              <a:rPr lang="en-US" sz="11500" b="1" dirty="0">
                <a:latin typeface="Times New Roman (Headings)"/>
                <a:cs typeface="Arial" panose="020B0604020202020204" pitchFamily="34" charset="0"/>
              </a:rPr>
              <a:t> con.</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71940486"/>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6B77E-F259-46CD-F273-86A65EF08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3193FB-C3DE-5C21-DFB6-A5435B6E723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11500" b="1" dirty="0">
                <a:effectLst/>
                <a:latin typeface="Times New Roman (Headings)"/>
                <a:cs typeface="Arial" panose="020B0604020202020204" pitchFamily="34" charset="0"/>
              </a:rPr>
              <a:t>Dù khi mỏi mệt, dù khi chán chường.</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00329647"/>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49868-1F76-8F53-9345-AE8272FF9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A0709C-38ED-CE1A-FAB4-3E9ECA829F3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Xin </a:t>
            </a:r>
            <a:r>
              <a:rPr lang="en-US" sz="9600" b="1" dirty="0" err="1">
                <a:effectLst/>
                <a:latin typeface="Times New Roman (Headings)"/>
                <a:cs typeface="Arial" panose="020B0604020202020204" pitchFamily="34" charset="0"/>
              </a:rPr>
              <a:t>giữ</a:t>
            </a:r>
            <a:r>
              <a:rPr lang="en-US" sz="9600" b="1" dirty="0">
                <a:effectLst/>
                <a:latin typeface="Times New Roman (Headings)"/>
                <a:cs typeface="Arial" panose="020B0604020202020204" pitchFamily="34" charset="0"/>
              </a:rPr>
              <a:t> con </a:t>
            </a:r>
            <a:r>
              <a:rPr lang="en-US" sz="9600" b="1" dirty="0" err="1">
                <a:effectLst/>
                <a:latin typeface="Times New Roman (Headings)"/>
                <a:cs typeface="Arial" panose="020B0604020202020204" pitchFamily="34" charset="0"/>
              </a:rPr>
              <a:t>luôn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luôn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phụng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sự</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Ngài</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688129283"/>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C2403-DD16-C859-7500-931903A06B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20CEDE-C632-A9DD-29B1-AE94DB7FAC3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900" b="1" dirty="0" err="1">
                <a:effectLst/>
                <a:latin typeface="Times New Roman (Headings)"/>
                <a:cs typeface="Arial" panose="020B0604020202020204" pitchFamily="34" charset="0"/>
              </a:rPr>
              <a:t>ĐK</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Nguyện</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xin</a:t>
            </a:r>
            <a:r>
              <a:rPr lang="en-US" sz="8900" b="1" dirty="0">
                <a:effectLst/>
                <a:latin typeface="Times New Roman (Headings)"/>
                <a:cs typeface="Arial" panose="020B0604020202020204" pitchFamily="34" charset="0"/>
              </a:rPr>
              <a:t> Chúa </a:t>
            </a:r>
            <a:r>
              <a:rPr lang="en-US" sz="8900" b="1" dirty="0" err="1">
                <a:effectLst/>
                <a:latin typeface="Times New Roman (Headings)"/>
                <a:cs typeface="Arial" panose="020B0604020202020204" pitchFamily="34" charset="0"/>
              </a:rPr>
              <a:t>giúp</a:t>
            </a:r>
            <a:r>
              <a:rPr lang="en-US" sz="8900" b="1" dirty="0">
                <a:effectLst/>
                <a:latin typeface="Times New Roman (Headings)"/>
                <a:cs typeface="Arial" panose="020B0604020202020204" pitchFamily="34" charset="0"/>
              </a:rPr>
              <a:t> con </a:t>
            </a:r>
            <a:r>
              <a:rPr lang="en-US" sz="8900" b="1" dirty="0" err="1">
                <a:effectLst/>
                <a:latin typeface="Times New Roman (Headings)"/>
                <a:cs typeface="Arial" panose="020B0604020202020204" pitchFamily="34" charset="0"/>
              </a:rPr>
              <a:t>bắt</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đầu</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và</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lại</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bắt</a:t>
            </a:r>
            <a:r>
              <a:rPr lang="en-US" sz="8900" b="1" dirty="0">
                <a:effectLst/>
                <a:latin typeface="Times New Roman (Headings)"/>
                <a:cs typeface="Arial" panose="020B0604020202020204" pitchFamily="34" charset="0"/>
              </a:rPr>
              <a:t> </a:t>
            </a:r>
            <a:r>
              <a:rPr lang="en-US" sz="8900" b="1" dirty="0" err="1">
                <a:effectLst/>
                <a:latin typeface="Times New Roman (Headings)"/>
                <a:cs typeface="Arial" panose="020B0604020202020204" pitchFamily="34" charset="0"/>
              </a:rPr>
              <a:t>đầu</a:t>
            </a:r>
            <a:r>
              <a:rPr lang="en-US" sz="89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689050115"/>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29446-B8DA-A2ED-1019-B13BD13529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5B46B-167B-03E1-88F3-7E0AA6C3DCB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200" b="1" dirty="0" err="1">
                <a:effectLst/>
                <a:latin typeface="Times New Roman (Headings)"/>
                <a:cs typeface="Arial" panose="020B0604020202020204" pitchFamily="34" charset="0"/>
              </a:rPr>
              <a:t>dù</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khi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thất</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bại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dù</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khi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mỏi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mòn</a:t>
            </a:r>
            <a:r>
              <a:rPr lang="en-US" sz="9200" b="1" dirty="0">
                <a:effectLst/>
                <a:latin typeface="Times New Roman (Headings)"/>
                <a:cs typeface="Arial" panose="020B0604020202020204" pitchFamily="34" charset="0"/>
              </a:rPr>
              <a:t> con </a:t>
            </a:r>
            <a:r>
              <a:rPr lang="en-US" sz="9200" b="1" dirty="0" err="1">
                <a:effectLst/>
                <a:latin typeface="Times New Roman (Headings)"/>
                <a:cs typeface="Arial" panose="020B0604020202020204" pitchFamily="34" charset="0"/>
              </a:rPr>
              <a:t>vẫn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cậy</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trông</a:t>
            </a:r>
            <a:r>
              <a:rPr lang="en-US" sz="9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639383669"/>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84020-AAEA-9A22-1566-5FEC54EA2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59B433-14FC-073C-EAA5-987C778118D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200" b="1" dirty="0" err="1">
                <a:effectLst/>
                <a:latin typeface="Times New Roman (Headings)"/>
                <a:cs typeface="Arial" panose="020B0604020202020204" pitchFamily="34" charset="0"/>
              </a:rPr>
              <a:t>Nguyện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xin</a:t>
            </a:r>
            <a:r>
              <a:rPr lang="en-US" sz="9200" b="1" dirty="0">
                <a:effectLst/>
                <a:latin typeface="Times New Roman (Headings)"/>
                <a:cs typeface="Arial" panose="020B0604020202020204" pitchFamily="34" charset="0"/>
              </a:rPr>
              <a:t> Chúa </a:t>
            </a:r>
            <a:r>
              <a:rPr lang="en-US" sz="9200" b="1" dirty="0" err="1">
                <a:effectLst/>
                <a:latin typeface="Times New Roman (Headings)"/>
                <a:cs typeface="Arial" panose="020B0604020202020204" pitchFamily="34" charset="0"/>
              </a:rPr>
              <a:t>giúp</a:t>
            </a:r>
            <a:r>
              <a:rPr lang="en-US" sz="9200" b="1" dirty="0">
                <a:effectLst/>
                <a:latin typeface="Times New Roman (Headings)"/>
                <a:cs typeface="Arial" panose="020B0604020202020204" pitchFamily="34" charset="0"/>
              </a:rPr>
              <a:t> con </a:t>
            </a:r>
            <a:r>
              <a:rPr lang="en-US" sz="9200" b="1" dirty="0" err="1">
                <a:effectLst/>
                <a:latin typeface="Times New Roman (Headings)"/>
                <a:cs typeface="Arial" panose="020B0604020202020204" pitchFamily="34" charset="0"/>
              </a:rPr>
              <a:t>bắt</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đầu</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và</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lại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bắt</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đầu</a:t>
            </a:r>
            <a:r>
              <a:rPr lang="en-US" sz="9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816614810"/>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DCB58-BBA2-7654-6705-0741C230B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68D51B-43A4-CCB7-988D-EEE695D41B1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600" b="1" dirty="0">
                <a:effectLst/>
                <a:latin typeface="Times New Roman (Headings)"/>
                <a:cs typeface="Arial" panose="020B0604020202020204" pitchFamily="34" charset="0"/>
              </a:rPr>
              <a:t>này con chiến thắng, này con chiến thắng tươi sáng hy vọng.</a:t>
            </a:r>
            <a:endParaRPr lang="en-US" sz="8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53304046"/>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B2AC9-AD35-002D-C2D0-63115E4182E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1FF826-FF1D-B856-EFA4-0D5F2E031512}"/>
              </a:ext>
            </a:extLst>
          </p:cNvPr>
          <p:cNvSpPr>
            <a:spLocks noGrp="1"/>
          </p:cNvSpPr>
          <p:nvPr>
            <p:ph idx="1"/>
          </p:nvPr>
        </p:nvSpPr>
        <p:spPr/>
        <p:txBody>
          <a:bodyPr/>
          <a:lstStyle/>
          <a:p>
            <a:endParaRPr lang="en-US"/>
          </a:p>
        </p:txBody>
      </p:sp>
      <p:pic>
        <p:nvPicPr>
          <p:cNvPr id="2" name="Picture 2" descr="Có thể là hình ảnh về 1 người và văn bản cho biết 'CHỦA NHẬT XИ THƯỜNG NĂM c （L12,32-48） TÍNH THỨC &amp; SÁN SÀNG Anh em cũng vậy, hãy săn sàng, VÌ chính giờ phút anh em không டரர், thì Con Người . sẽ sdẾn.'">
            <a:extLst>
              <a:ext uri="{FF2B5EF4-FFF2-40B4-BE49-F238E27FC236}">
                <a16:creationId xmlns:a16="http://schemas.microsoft.com/office/drawing/2014/main" id="{C3F62C6E-7F5B-D110-2768-0F5E6282BA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4367185"/>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3D71-BC68-100A-9F02-38DD98D41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B7ADD-2E84-6630-1D52-B4038C318E30}"/>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HOAN CA MARIA</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Kim Long</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964645951"/>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600" b="1" dirty="0">
                <a:effectLst/>
                <a:latin typeface="Times New Roman (Headings)"/>
                <a:cs typeface="Arial" panose="020B0604020202020204" pitchFamily="34" charset="0"/>
              </a:rPr>
              <a:t>1. Trong </a:t>
            </a:r>
            <a:r>
              <a:rPr lang="en-US" sz="8600" b="1" dirty="0" err="1">
                <a:effectLst/>
                <a:latin typeface="Times New Roman (Headings)"/>
                <a:cs typeface="Arial" panose="020B0604020202020204" pitchFamily="34" charset="0"/>
              </a:rPr>
              <a:t>nắng</a:t>
            </a:r>
            <a:r>
              <a:rPr lang="en-US" sz="8600" b="1" dirty="0">
                <a:effectLst/>
                <a:latin typeface="Times New Roman (Headings)"/>
                <a:cs typeface="Arial" panose="020B0604020202020204" pitchFamily="34" charset="0"/>
              </a:rPr>
              <a:t> </a:t>
            </a:r>
            <a:r>
              <a:rPr lang="en-US" sz="8600" b="1" dirty="0" err="1">
                <a:effectLst/>
                <a:latin typeface="Times New Roman (Headings)"/>
                <a:cs typeface="Arial" panose="020B0604020202020204" pitchFamily="34" charset="0"/>
              </a:rPr>
              <a:t>mai</a:t>
            </a:r>
            <a:r>
              <a:rPr lang="en-US" sz="8600" b="1" dirty="0">
                <a:effectLst/>
                <a:latin typeface="Times New Roman (Headings)"/>
                <a:cs typeface="Arial" panose="020B0604020202020204" pitchFamily="34" charset="0"/>
              </a:rPr>
              <a:t> </a:t>
            </a:r>
            <a:r>
              <a:rPr lang="en-US" sz="8600" b="1" dirty="0" err="1">
                <a:effectLst/>
                <a:latin typeface="Times New Roman (Headings)"/>
                <a:cs typeface="Arial" panose="020B0604020202020204" pitchFamily="34" charset="0"/>
              </a:rPr>
              <a:t>huy</a:t>
            </a:r>
            <a:r>
              <a:rPr lang="en-US" sz="8600" b="1" dirty="0">
                <a:effectLst/>
                <a:latin typeface="Times New Roman (Headings)"/>
                <a:cs typeface="Arial" panose="020B0604020202020204" pitchFamily="34" charset="0"/>
              </a:rPr>
              <a:t> </a:t>
            </a:r>
            <a:r>
              <a:rPr lang="en-US" sz="8600" b="1" dirty="0" err="1">
                <a:effectLst/>
                <a:latin typeface="Times New Roman (Headings)"/>
                <a:cs typeface="Arial" panose="020B0604020202020204" pitchFamily="34" charset="0"/>
              </a:rPr>
              <a:t>hoàng</a:t>
            </a:r>
            <a:r>
              <a:rPr lang="en-US" sz="8600" b="1" dirty="0">
                <a:effectLst/>
                <a:latin typeface="Times New Roman (Headings)"/>
                <a:cs typeface="Arial" panose="020B0604020202020204" pitchFamily="34" charset="0"/>
              </a:rPr>
              <a:t> </a:t>
            </a:r>
            <a:r>
              <a:rPr lang="en-US" sz="8600" b="1" dirty="0" err="1">
                <a:effectLst/>
                <a:latin typeface="Times New Roman (Headings)"/>
                <a:cs typeface="Arial" panose="020B0604020202020204" pitchFamily="34" charset="0"/>
              </a:rPr>
              <a:t>rộn</a:t>
            </a:r>
            <a:r>
              <a:rPr lang="en-US" sz="8600" b="1" dirty="0">
                <a:effectLst/>
                <a:latin typeface="Times New Roman (Headings)"/>
                <a:cs typeface="Arial" panose="020B0604020202020204" pitchFamily="34" charset="0"/>
              </a:rPr>
              <a:t> </a:t>
            </a:r>
            <a:r>
              <a:rPr lang="en-US" sz="8600" b="1" dirty="0" err="1">
                <a:effectLst/>
                <a:latin typeface="Times New Roman (Headings)"/>
                <a:cs typeface="Arial" panose="020B0604020202020204" pitchFamily="34" charset="0"/>
              </a:rPr>
              <a:t>ràng</a:t>
            </a:r>
            <a:r>
              <a:rPr lang="en-US" sz="8600" b="1" dirty="0">
                <a:effectLst/>
                <a:latin typeface="Times New Roman (Headings)"/>
                <a:cs typeface="Arial" panose="020B0604020202020204" pitchFamily="34" charset="0"/>
              </a:rPr>
              <a:t> </a:t>
            </a:r>
            <a:r>
              <a:rPr lang="en-US" sz="8600" b="1" dirty="0" err="1">
                <a:effectLst/>
                <a:latin typeface="Times New Roman (Headings)"/>
                <a:cs typeface="Arial" panose="020B0604020202020204" pitchFamily="34" charset="0"/>
              </a:rPr>
              <a:t>chim</a:t>
            </a:r>
            <a:r>
              <a:rPr lang="en-US" sz="8600" b="1" dirty="0">
                <a:effectLst/>
                <a:latin typeface="Times New Roman (Headings)"/>
                <a:cs typeface="Arial" panose="020B0604020202020204" pitchFamily="34" charset="0"/>
              </a:rPr>
              <a:t> </a:t>
            </a:r>
            <a:r>
              <a:rPr lang="en-US" sz="8600" b="1" dirty="0" err="1">
                <a:effectLst/>
                <a:latin typeface="Times New Roman (Headings)"/>
                <a:cs typeface="Arial" panose="020B0604020202020204" pitchFamily="34" charset="0"/>
              </a:rPr>
              <a:t>trời</a:t>
            </a:r>
            <a:r>
              <a:rPr lang="en-US" sz="8600" b="1" dirty="0">
                <a:effectLst/>
                <a:latin typeface="Times New Roman (Headings)"/>
                <a:cs typeface="Arial" panose="020B0604020202020204" pitchFamily="34" charset="0"/>
              </a:rPr>
              <a:t> ca </a:t>
            </a:r>
            <a:r>
              <a:rPr lang="en-US" sz="8600" b="1" dirty="0" err="1">
                <a:effectLst/>
                <a:latin typeface="Times New Roman (Headings)"/>
                <a:cs typeface="Arial" panose="020B0604020202020204" pitchFamily="34" charset="0"/>
              </a:rPr>
              <a:t>hót</a:t>
            </a:r>
            <a:r>
              <a:rPr lang="en-US" sz="8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634649438"/>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0854A-30FD-74BA-D760-3D98AFF08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86308-F178-7F8F-C4CD-1D711E0E4B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muôn </a:t>
            </a:r>
            <a:r>
              <a:rPr lang="vi-VN" sz="8800" b="1" dirty="0" err="1">
                <a:effectLst/>
                <a:latin typeface="Times New Roman (Headings)"/>
                <a:cs typeface="Arial" panose="020B0604020202020204" pitchFamily="34" charset="0"/>
              </a:rPr>
              <a:t>đóa</a:t>
            </a:r>
            <a:r>
              <a:rPr lang="vi-VN" sz="8800" b="1" dirty="0">
                <a:effectLst/>
                <a:latin typeface="Times New Roman (Headings)"/>
                <a:cs typeface="Arial" panose="020B0604020202020204" pitchFamily="34" charset="0"/>
              </a:rPr>
              <a:t> hoa đẹp tươi, theo Thần sứ con dâng lời.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58446063"/>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C1574-C06A-40EA-48EF-0725EDD60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92300-D9B6-6647-9933-D1EB4916615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Kính mừng Ma-ri-a đầy ơn phúc, Thiên Chúa ở cùng Mẹ liên,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64301468"/>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15FC6-C4E7-49E7-E172-4A27B9716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58DA2A-DE2E-1901-7370-4F45EEC10B2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đẹp tươi diễm lệ khôn sánh, ngàn đời dâng lời hoan ca Ma-ri-a.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763820"/>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B9346-508B-5FEC-D0D0-1EFB4194808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F670B0-1ABC-B8AC-3965-AE08C029B19B}"/>
              </a:ext>
            </a:extLst>
          </p:cNvPr>
          <p:cNvSpPr>
            <a:spLocks noGrp="1"/>
          </p:cNvSpPr>
          <p:nvPr>
            <p:ph idx="1"/>
          </p:nvPr>
        </p:nvSpPr>
        <p:spPr/>
        <p:txBody>
          <a:bodyPr/>
          <a:lstStyle/>
          <a:p>
            <a:endParaRPr lang="en-US"/>
          </a:p>
        </p:txBody>
      </p:sp>
      <p:pic>
        <p:nvPicPr>
          <p:cNvPr id="2" name="Picture 2" descr="Có thể là hình ảnh về 1 người và văn bản cho biết 'CHỦA NHẬT XИ THƯỜNG NĂM c （L12,32-48） TÍNH THỨC &amp; SÁN SÀNG Anh em cũng vậy, hãy săn sàng, VÌ chính giờ phút anh em không டரர், thì Con Người . sẽ sdẾn.'">
            <a:extLst>
              <a:ext uri="{FF2B5EF4-FFF2-40B4-BE49-F238E27FC236}">
                <a16:creationId xmlns:a16="http://schemas.microsoft.com/office/drawing/2014/main" id="{959592B5-7287-7392-08F7-D3A234C52B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9599923"/>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847</TotalTime>
  <Words>4097</Words>
  <Application>Microsoft Office PowerPoint</Application>
  <PresentationFormat>On-screen Show (16:9)</PresentationFormat>
  <Paragraphs>418</Paragraphs>
  <Slides>252</Slides>
  <Notes>91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252</vt:i4>
      </vt:variant>
    </vt:vector>
  </HeadingPairs>
  <TitlesOfParts>
    <vt:vector size="259"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DẪN ĐƯA CON ĐI (Lm. Kim Long)</vt:lpstr>
      <vt:lpstr>ĐK. Ánh sáng và chân lý Chúa xin dẫn bước con đi.</vt:lpstr>
      <vt:lpstr>Tiến mãi về trên núi Thánh, về chốn quang minh Ngài.</vt:lpstr>
      <vt:lpstr>1. Con sẽ tiến tới bàn thờ Chúa, gần Ngài lòng con sướng vui.</vt:lpstr>
      <vt:lpstr>Con sẽ nảy đàn tuyên xưng Chúa, rằng Ngài là Thượng đế con.</vt:lpstr>
      <vt:lpstr>ĐK. Ánh sáng và chân lý Chúa xin dẫn bước con đi.</vt:lpstr>
      <vt:lpstr>Tiến mãi về trên núi Thánh, về chốn quang minh Ngài.</vt:lpstr>
      <vt:lpstr>PowerPoint Presentation</vt:lpstr>
      <vt:lpstr>KINH VINH DANH</vt:lpstr>
      <vt:lpstr>và bình an dưới thế cho người thiện tâm.</vt:lpstr>
      <vt:lpstr>Chúng con ca ngợi Chúa,</vt:lpstr>
      <vt:lpstr>chúng con chúc tụng Chúa,</vt:lpstr>
      <vt:lpstr>chúng   con  thờ lạy Chúa,</vt:lpstr>
      <vt:lpstr>chúng con tôn vinh Chúa,</vt:lpstr>
      <vt:lpstr>chúng con cảm tạ Chúa vì vinh quang cao cả Chúa,</vt:lpstr>
      <vt:lpstr>lạy Chúa là Thiên Chúa, là Vua trên trời, là Chúa Cha toàn năng.</vt:lpstr>
      <vt:lpstr>Lạy Con một Thiên Chúa, Chúa Giêsu Kitô.</vt:lpstr>
      <vt:lpstr>Lạy Chúa là Thiên Chúa, là Chiên Thiên Chúa, là Con Ðức Chúa Cha,</vt:lpstr>
      <vt:lpstr>Chúa xóa tội trần gian, xin thương xót chúng con,</vt:lpstr>
      <vt:lpstr>Chúa xóa tội trần gian, xin nhậm lời chúng con cầu khẩn.</vt:lpstr>
      <vt:lpstr>Chúa ngự bên hữu Ðức Chúa Cha, xin thương xót chúng con.</vt:lpstr>
      <vt:lpstr>Vì lạy Chúa Giêsu Kitô, chỉ có Chúa là Ðấng Thánh,</vt:lpstr>
      <vt:lpstr>chỉ có Chúa là Chúa, chỉ có Chúa là Ðấng Tối Cao,</vt:lpstr>
      <vt:lpstr>cùng Ðức Chúa Thánh Thần trong vinh quang Ðức Chúa Cha. Amen.</vt:lpstr>
      <vt:lpstr>PowerPoint Presentation</vt:lpstr>
      <vt:lpstr>PowerPoint Presentation</vt:lpstr>
      <vt:lpstr>ĐÁP CA THÁNH VỊNH 32 (Lm. Thái Nguyên)</vt:lpstr>
      <vt:lpstr>1. Vì Lời Chúa đó là Lời luôn chân chính.</vt:lpstr>
      <vt:lpstr>Ca tụng Ngài là việc của kẻ lòng ngay.</vt:lpstr>
      <vt:lpstr>Ngợi khen Chúa với cung đàn luôn réo rắt.</vt:lpstr>
      <vt:lpstr>Hãy ca mừng Ngài trong ngàn vạn tiếng cầm ca.</vt:lpstr>
      <vt:lpstr>ĐK: Phúc thay dân tộc mà Chúa chọn làm dân riêng.</vt:lpstr>
      <vt:lpstr>Phúc thay dân tộc Chúa đã chọn làm cơ nghiệp.</vt:lpstr>
      <vt:lpstr>2. Lời của Chúa khiến khung trời xanh đã có.</vt:lpstr>
      <vt:lpstr>Hơi thở Ngài tạo thành tinh tú biển khơi.</vt:lpstr>
      <vt:lpstr>Ngài thu nước chứa trong đại dương mênh mông.</vt:lpstr>
      <vt:lpstr>Sóng xô chập chùng mịt mùng tay Chúa làm nên.</vt:lpstr>
      <vt:lpstr>ĐK: Phúc thay dân tộc mà Chúa chọn làm dân riêng.</vt:lpstr>
      <vt:lpstr>Phúc thay dân tộc Chúa đã chọn làm cơ nghiệp.</vt:lpstr>
      <vt:lpstr>3. Này hồn con vẫn luôn chờ mong nơi Chúa.</vt:lpstr>
      <vt:lpstr>Bởi Chúa hằng phù trợ che chở đời con.</vt:lpstr>
      <vt:lpstr>xuống trên những người vững lòng yêu mến cậy trông.</vt:lpstr>
      <vt:lpstr>Sóng xô chập chùng mịt mùng tay Chúa làm nên.</vt:lpstr>
      <vt:lpstr>ĐK: Phúc thay dân tộc mà Chúa chọn làm dân riêng.</vt:lpstr>
      <vt:lpstr>Phúc thay dân tộc Chúa đã chọn làm cơ nghiệp.</vt:lpstr>
      <vt:lpstr>PowerPoint Presentation</vt:lpstr>
      <vt:lpstr>PowerPoint Presentation</vt:lpstr>
      <vt:lpstr>All… All...   Chúa phán: "Thầy là đường là sự thật và là sự sống,</vt:lpstr>
      <vt:lpstr>không ai đến được với Cha mà lại không qua Thầy” All…All…</vt:lpstr>
      <vt:lpstr>PowerPoint Presentation</vt:lpstr>
      <vt:lpstr>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TÌNH YÊU MẾN  (Cao Huy Hoàng)</vt:lpstr>
      <vt:lpstr>1. Cuộc đời này con có gì mà dâng Chúa đâu.</vt:lpstr>
      <vt:lpstr>Những luống cày sâu trời tối mau cha chưa kịp về;</vt:lpstr>
      <vt:lpstr>Mẹ bận rộn từng ngày lo no cơm ấm áo;</vt:lpstr>
      <vt:lpstr>Có chi đâu Ngài ơi có chi dâng Ngài.</vt:lpstr>
      <vt:lpstr>ĐK. Con xin tiến dâng lên tình yêu mến nhờ những hy sinh</vt:lpstr>
      <vt:lpstr>được êm ấm gia đình. Con xin tiến dâng lên</vt:lpstr>
      <vt:lpstr>tình yêu mến, nguyện Chúa đoái thương</vt:lpstr>
      <vt:lpstr>gia đình con được bình yên.</vt:lpstr>
      <vt:lpstr>2. Đời tuyệt vời luôn thắm nồng tình yêu thiết tha.</vt:lpstr>
      <vt:lpstr>Gương sáng mẹ cha ngày tháng qua luôn luôn hiền hoà;</vt:lpstr>
      <vt:lpstr>Mẹ bận rộn từng ngày lo no cơm ấm áo;</vt:lpstr>
      <vt:lpstr>Mến yêu nhau đẹp sao lễ dâng lên Ngài.</vt:lpstr>
      <vt:lpstr>ĐK. Con xin tiến dâng lên tình yêu mến nhờ những hy sinh</vt:lpstr>
      <vt:lpstr>được êm ấm gia đình. Con xin tiến dâng lên</vt:lpstr>
      <vt:lpstr>tình yêu mến, nguyện Chúa đoái thương</vt:lpstr>
      <vt:lpstr>gia đình con được bình yên.</vt:lpstr>
      <vt:lpstr>PowerPoint Presentation</vt:lpstr>
      <vt:lpstr>CA HIỆP LỄ</vt:lpstr>
      <vt:lpstr>PowerPoint Presentation</vt:lpstr>
      <vt:lpstr>HIỆP LỄ XIN GIỮ CON (Lm. Mi Trầm)</vt:lpstr>
      <vt:lpstr>1. Xin giữ con để con phụng sự Chúa,</vt:lpstr>
      <vt:lpstr>con phụng sự Chúa trong suốt đời con.</vt:lpstr>
      <vt:lpstr>Dù khi mỏi mệt, dù khi chán chường.</vt:lpstr>
      <vt:lpstr>Xin giữ con luôn luôn phụng sự Ngài.</vt:lpstr>
      <vt:lpstr>ĐK: Nguyện xin Chúa giúp con bắt đầu và lại bắt đầu,</vt:lpstr>
      <vt:lpstr>dù khi thất bại, dù khi mỏi mòn con vẫn cậy trông.</vt:lpstr>
      <vt:lpstr>Nguyện xin Chúa giúp con bắt đầu và lại bắt đầu,</vt:lpstr>
      <vt:lpstr>này con chiến thắng, này con chiến thắng tươi sáng hy vọng.</vt:lpstr>
      <vt:lpstr>2. Xin giữ con để con được đổi mới,</vt:lpstr>
      <vt:lpstr>đây đời của con sẽ mãi đẹp tươi.</vt:lpstr>
      <vt:lpstr>Dù khi phản bội, dù khi lỗi tội.</vt:lpstr>
      <vt:lpstr>Xin giữ con khiêm cung về với Ngài.</vt:lpstr>
      <vt:lpstr>ĐK: Nguyện xin Chúa giúp con bắt đầu và lại bắt đầu,</vt:lpstr>
      <vt:lpstr>dù khi thất bại, dù khi mỏi mòn con vẫn cậy trông.</vt:lpstr>
      <vt:lpstr>Nguyện xin Chúa giúp con bắt đầu và lại bắt đầu,</vt:lpstr>
      <vt:lpstr>này con chiến thắng, này con chiến thắng tươi sáng hy vọng.</vt:lpstr>
      <vt:lpstr>3. Xin giữ con để con vì người thế,</vt:lpstr>
      <vt:lpstr>Loan truyền Danh Chúa cho khắp mọi nơi.</vt:lpstr>
      <vt:lpstr>Dù chết cho người, dù chết giữa đời.</vt:lpstr>
      <vt:lpstr>Xin giữ con hiên ngang vì Nước Trời.</vt:lpstr>
      <vt:lpstr>ĐK: Nguyện xin Chúa giúp con bắt đầu và lại bắt đầu,</vt:lpstr>
      <vt:lpstr>dù khi thất bại, dù khi mỏi mòn con vẫn cậy trông.</vt:lpstr>
      <vt:lpstr>Nguyện xin Chúa giúp con bắt đầu và lại bắt đầu,</vt:lpstr>
      <vt:lpstr>này con chiến thắng, này con chiến thắng tươi sáng hy vọng.</vt:lpstr>
      <vt:lpstr>1. Xin giữ con để con phụng sự Chúa,</vt:lpstr>
      <vt:lpstr>con phụng sự Chúa trong suốt đời con.</vt:lpstr>
      <vt:lpstr>Dù khi mỏi mệt, dù khi chán chường.</vt:lpstr>
      <vt:lpstr>Xin giữ con luôn luôn phụng sự Ngài.</vt:lpstr>
      <vt:lpstr>ĐK: Nguyện xin Chúa giúp con bắt đầu và lại bắt đầu,</vt:lpstr>
      <vt:lpstr>dù khi thất bại, dù khi mỏi mòn con vẫn cậy trông.</vt:lpstr>
      <vt:lpstr>Nguyện xin Chúa giúp con bắt đầu và lại bắt đầu,</vt:lpstr>
      <vt:lpstr>này con chiến thắng, này con chiến thắng tươi sáng hy vọng.</vt:lpstr>
      <vt:lpstr>PowerPoint Presentation</vt:lpstr>
      <vt:lpstr>KẾT LỄ HOAN CA MARIA (Lm. Kim Long)</vt:lpstr>
      <vt:lpstr>1. Trong nắng mai huy hoàng rộn ràng chim trời ca hót,</vt:lpstr>
      <vt:lpstr>muôn đóa hoa đẹp tươi, theo Thần sứ con dâng lời.</vt:lpstr>
      <vt:lpstr>ĐK. Kính mừng Ma-ri-a đầy ơn phúc, Thiên Chúa ở cùng Mẹ liên,</vt:lpstr>
      <vt:lpstr>đẹp tươi diễm lệ khôn sánh, ngàn đời dâng lời hoan ca Ma-ri-a.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770</cp:revision>
  <cp:lastPrinted>2025-03-29T15:09:16Z</cp:lastPrinted>
  <dcterms:created xsi:type="dcterms:W3CDTF">2023-01-29T22:00:16Z</dcterms:created>
  <dcterms:modified xsi:type="dcterms:W3CDTF">2025-08-09T13:02:28Z</dcterms:modified>
</cp:coreProperties>
</file>