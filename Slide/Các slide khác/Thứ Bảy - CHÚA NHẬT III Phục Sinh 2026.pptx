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0" roundtripDataSignature="AMtx7miXi6bIWi/1LkxZxROdTDXo7aOA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220" Type="http://customschemas.google.com/relationships/presentationmetadata" Target="metadata"/><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573131aa0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d573131aa0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d72cc0870c_0_2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g3d72cc0870c_0_2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be9254b0cc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be9254b0cc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d72cc0870c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d72cc0870c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d72cc0870c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d72cc0870c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d72cc0870c_0_2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d72cc0870c_0_2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d48ab63a6f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d48ab63a6f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48ab63a6f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48ab63a6f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d48ab63a6f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d48ab63a6f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d48ab63a6f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g3d48ab63a6f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d48ab63a6f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3d48ab63a6f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d48ab63a6f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g3d48ab63a6f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d72cc0870c_0_2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g3d72cc0870c_0_2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99" name="Google Shape;59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1" name="Google Shape;64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7" name="Google Shape;64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3" name="Google Shape;65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9" name="Google Shape;65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65" name="Google Shape;66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d72cc0870c_0_2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0" name="Google Shape;670;g3d72cc0870c_0_2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dd33158570_0_5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dd33158570_0_5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dd33158570_0_5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dd33158570_0_5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e4329e4d7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e4329e4d7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d33158570_0_5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d33158570_0_5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d33158570_0_5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dd33158570_0_5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d33158570_0_5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dd33158570_0_5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e4329e4d7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e4329e4d7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d72cc0870c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d72cc0870c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dd33158570_0_5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dd33158570_0_5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dd33158570_0_5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dd33158570_0_5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de4329e4d7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g3de4329e4d7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d72cc0870c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1" name="Google Shape;741;g3d72cc0870c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d72cc0870c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6" name="Google Shape;746;g3d72cc0870c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d72cc0870c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1" name="Google Shape;751;g3d72cc0870c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d72cc0870c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6" name="Google Shape;756;g3d72cc0870c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d72cc0870c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1" name="Google Shape;761;g3d72cc0870c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6" name="Google Shape;766;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3" name="Google Shape;77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9" name="Google Shape;77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4" name="Google Shape;78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d72cc0870c_0_2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9" name="Google Shape;789;g3d72cc0870c_0_2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4" name="Google Shape;79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d72cc0870c_0_2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d72cc0870c_0_2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dd33158570_0_3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dd33158570_0_3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dd33158570_0_3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dd33158570_0_3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dd33158570_0_3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dd33158570_0_3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de4329e4d7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de4329e4d7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de4329e4d7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de4329e4d7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de4329e4d7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de4329e4d7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de4329e4d7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de4329e4d7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d72cc0870c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d72cc0870c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de4329e4d7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de4329e4d7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de4329e4d7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de4329e4d7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de4329e4d7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g3de4329e4d7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d72cc0870c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d72cc0870c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d72cc0870c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d72cc0870c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d72cc0870c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g3d72cc0870c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d72cc0870c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g3d72cc0870c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d72cc0870c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d72cc0870c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d72cc0870c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d72cc0870c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d72cc0870c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d72cc0870c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d72cc0870c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d72cc0870c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d72cc0870c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g3d72cc0870c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d72cc0870c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d72cc0870c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d72cc0870c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d72cc0870c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d48ab63a6f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d48ab63a6f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d48ab63a6f_0_2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d48ab63a6f_0_2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d48ab63a6f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d48ab63a6f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dd33158570_0_1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dd33158570_0_1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dd33158570_0_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g3dd33158570_0_1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d573131aa0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3d573131aa0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d573131aa0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d573131aa0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d72cc0870c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d72cc0870c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d72cc0870c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d72cc0870c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d72cc0870c_0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d72cc0870c_0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d72cc0870c_0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d72cc0870c_0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d72cc0870c_0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d72cc0870c_0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d72cc0870c_0_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d72cc0870c_0_1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d72cc0870c_0_2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d72cc0870c_0_2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d72cc0870c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d72cc0870c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d72cc0870c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d72cc0870c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d72cc0870c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d72cc0870c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d72cc0870c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d72cc0870c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d72cc0870c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d72cc0870c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d72cc0870c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d72cc0870c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d72cc0870c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d72cc0870c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d72cc0870c_0_2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d72cc0870c_0_2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4.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 Id="rId3" Type="http://schemas.openxmlformats.org/officeDocument/2006/relationships/image" Target="../media/image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3.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4.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4.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1.jp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jp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jp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jp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4.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rotWithShape="1">
          <a:blip r:embed="rId3">
            <a:alphaModFix/>
          </a:blip>
          <a:srcRect b="0" l="0" r="0" t="0"/>
          <a:stretch/>
        </p:blipFill>
        <p:spPr>
          <a:xfrm>
            <a:off x="0" y="14"/>
            <a:ext cx="9143997" cy="514348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17600"/>
              <a:buNone/>
            </a:pPr>
            <a:r>
              <a:rPr b="1" lang="en-US" sz="10000">
                <a:solidFill>
                  <a:schemeClr val="accent4"/>
                </a:solidFill>
                <a:latin typeface="Times New Roman"/>
                <a:ea typeface="Times New Roman"/>
                <a:cs typeface="Times New Roman"/>
                <a:sym typeface="Times New Roman"/>
              </a:rPr>
              <a:t>XIN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MỜI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ĐỨNG</a:t>
            </a:r>
            <a:endParaRPr sz="10000"/>
          </a:p>
          <a:p>
            <a:pPr indent="0" lvl="0" marL="0" rtl="0" algn="ctr">
              <a:lnSpc>
                <a:spcPct val="120000"/>
              </a:lnSpc>
              <a:spcBef>
                <a:spcPts val="64"/>
              </a:spcBef>
              <a:spcAft>
                <a:spcPts val="0"/>
              </a:spcAft>
              <a:buClr>
                <a:srgbClr val="888888"/>
              </a:buClr>
              <a:buSzPts val="1275"/>
              <a:buNone/>
            </a:pPr>
            <a:r>
              <a:t/>
            </a:r>
            <a:endParaRPr sz="100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d573131aa0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LẠY NỮ VƯƠNG THIÊN ĐÀNG</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Lạy Nữ Vương Thiên Đàng hãy vui mừng – Alleluia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Vì Đấng Mẹ đã đáng cưu mang trong lòng – Alleluia.</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Người đã sống lại thật như lời đã phán hứa – Alleluia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Xin cầu cùng Chúa cho chúng con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Thánh Nữ Đồng Trinh Maria hãy hỉ hoan khoái lạc – Alleluia.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Vì Chúa đã sống lại thật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8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ts val="8500"/>
              <a:buNone/>
            </a:pPr>
            <a:r>
              <a:rPr b="1" lang="en-US" sz="7500">
                <a:solidFill>
                  <a:schemeClr val="lt1"/>
                </a:solidFill>
                <a:latin typeface="Times New Roman"/>
                <a:ea typeface="Times New Roman"/>
                <a:cs typeface="Times New Roman"/>
                <a:sym typeface="Times New Roman"/>
              </a:rPr>
              <a:t>Lạy Chúa, là Đấng đã làm cho thiên hạ đặng vui mừng quá bội</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bởi Đức Chúa Giêsu Kitô là Con Chúa cùng là Chúa chúng con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400">
                <a:solidFill>
                  <a:schemeClr val="lt1"/>
                </a:solidFill>
                <a:latin typeface="Times New Roman"/>
                <a:ea typeface="Times New Roman"/>
                <a:cs typeface="Times New Roman"/>
                <a:sym typeface="Times New Roman"/>
              </a:rPr>
              <a:t>xin vì Đức Nữ Đồng Trinh Maria là Thánh Mẫu Người nguyện cầu </a:t>
            </a:r>
            <a:endParaRPr sz="7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cho chúng con được hưởng phúc vui vẻ hằng sống đời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500">
                <a:solidFill>
                  <a:schemeClr val="lt1"/>
                </a:solidFill>
                <a:latin typeface="Times New Roman"/>
                <a:ea typeface="Times New Roman"/>
                <a:cs typeface="Times New Roman"/>
                <a:sym typeface="Times New Roman"/>
              </a:rPr>
              <a:t>Vì công nghiệp Chúa Kitô là Chúa chúng con. Amen.</a:t>
            </a:r>
            <a:endParaRPr sz="7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id="508" name="Google Shape;508;g3d72cc0870c_0_237"/>
          <p:cNvPicPr preferRelativeResize="0"/>
          <p:nvPr/>
        </p:nvPicPr>
        <p:blipFill rotWithShape="1">
          <a:blip r:embed="rId3">
            <a:alphaModFix/>
          </a:blip>
          <a:srcRect b="0" l="0" r="0" t="0"/>
          <a:stretch/>
        </p:blipFill>
        <p:spPr>
          <a:xfrm>
            <a:off x="0" y="14"/>
            <a:ext cx="9143997" cy="5143487"/>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HÃY TRỖI DẬY</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Kim Long)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trỗi dậy hỡi ai ngủ mê, hãy trỗi dậy từ cõi chết.</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sẽ chiếu ngời ánh quang vinh trên đầu ngươi.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Đã bao năm qua gian trần miệt mài sống trong vòng u tối,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be9254b0cc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giờ được Chúa dẫn vào nguồn sáng ta hãy bước theo đường quang minh.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d72cc0870c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trỗi dậy hỡi ai ngủ mê, hãy trỗi dậy từ cõi chết.</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d72cc0870c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sẽ chiếu ngời ánh quang vinh trên đầu ngươi.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pic>
        <p:nvPicPr>
          <p:cNvPr id="548" name="Google Shape;548;g3d72cc0870c_0_241"/>
          <p:cNvPicPr preferRelativeResize="0"/>
          <p:nvPr/>
        </p:nvPicPr>
        <p:blipFill rotWithShape="1">
          <a:blip r:embed="rId3">
            <a:alphaModFix/>
          </a:blip>
          <a:srcRect b="0" l="0" r="0" t="0"/>
          <a:stretch/>
        </p:blipFill>
        <p:spPr>
          <a:xfrm>
            <a:off x="0" y="14"/>
            <a:ext cx="9143997" cy="5143487"/>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d48ab63a6f_0_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RẢY NƯỚC THÁNH</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RẢY NƯỚC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Văn Hoà)</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48ab63a6f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Tôi đã thấy nước từ bên phải đền thờ chảy ra. Al-le-lu-ia!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d48ab63a6f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Và nước ấy chảy đến những ai thì tất cả đều được cứu rỗi và reo lên. Al-le-lu-ia! Al-le-lu-ia.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d48ab63a6f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Lạy Chúa xin thương xót con theo lượng từ bi của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d48ab63a6f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Sáng danh Đức Chúa Cha và Đức Chúa Con và Đức Chúa Thánh Thần.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g3d48ab63a6f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như đã có trước vô cùng và bây giờ và hằng có và đời đời chẳng cùng. A-men.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pic>
        <p:nvPicPr>
          <p:cNvPr id="583" name="Google Shape;583;g3d72cc0870c_0_245"/>
          <p:cNvPicPr preferRelativeResize="0"/>
          <p:nvPr/>
        </p:nvPicPr>
        <p:blipFill rotWithShape="1">
          <a:blip r:embed="rId3">
            <a:alphaModFix/>
          </a:blip>
          <a:srcRect b="0" l="0" r="0" t="0"/>
          <a:stretch/>
        </p:blipFill>
        <p:spPr>
          <a:xfrm>
            <a:off x="0" y="14"/>
            <a:ext cx="9143997" cy="5143487"/>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89" name="Google Shape;58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0" name="Shape 600"/>
        <p:cNvGrpSpPr/>
        <p:nvPr/>
      </p:nvGrpSpPr>
      <p:grpSpPr>
        <a:xfrm>
          <a:off x="0" y="0"/>
          <a:ext cx="0" cy="0"/>
          <a:chOff x="0" y="0"/>
          <a:chExt cx="0" cy="0"/>
        </a:xfrm>
      </p:grpSpPr>
      <p:sp>
        <p:nvSpPr>
          <p:cNvPr id="601" name="Google Shape;60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pic>
        <p:nvPicPr>
          <p:cNvPr id="672" name="Google Shape;672;g3d72cc0870c_0_249"/>
          <p:cNvPicPr preferRelativeResize="0"/>
          <p:nvPr/>
        </p:nvPicPr>
        <p:blipFill rotWithShape="1">
          <a:blip r:embed="rId3">
            <a:alphaModFix/>
          </a:blip>
          <a:srcRect b="0" l="0" r="0" t="0"/>
          <a:stretch/>
        </p:blipFill>
        <p:spPr>
          <a:xfrm>
            <a:off x="0" y="14"/>
            <a:ext cx="9143997" cy="5143487"/>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6" name="Shape 676"/>
        <p:cNvGrpSpPr/>
        <p:nvPr/>
      </p:nvGrpSpPr>
      <p:grpSpPr>
        <a:xfrm>
          <a:off x="0" y="0"/>
          <a:ext cx="0" cy="0"/>
          <a:chOff x="0" y="0"/>
          <a:chExt cx="0" cy="0"/>
        </a:xfrm>
      </p:grpSpPr>
      <p:sp>
        <p:nvSpPr>
          <p:cNvPr id="677" name="Google Shape;67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78" name="Google Shape;67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15</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dd33158570_0_5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Chúa ơi xin giữ gìn con, vì con tìm nương tựa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dd33158570_0_5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thưa cùng Chúa con rằng: Ngài là Thiên Chúa của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e4329e4d7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Ngài là gia nghiệp của con. Chính Ngài nắm giữ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dd33158570_0_5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ơi, xin bảo toàn con, vì con tìm nương tựa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dd33158570_0_5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Chúa ơi con mãi tụng ca, vì đây Lời Chúa nhủ bảo.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dd33158570_0_5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luôn đặt Chúa trước mặt, vì Ngài luôn ở gần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de4329e4d7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Lòng này không còn sợ chi, chẳng còn nao núng điều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d72cc0870c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ơi, xin bảo toàn con, vì con tìm nương tựa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dd33158570_0_5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Thế nên con mãi mừng vui, hồn con hỉ hoan vì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dd33158570_0_5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thân con nằm nghỉ an toàn, vì Ngài đâu nỡ bỏ rơi.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g3de4329e4d7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Cuộc đời con ở nơi Chúa, Chúa là hạnh phúc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g3d72cc0870c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ơi, xin bảo toàn con, vì con tìm nương tựa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g3d72cc0870c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4. </a:t>
            </a:r>
            <a:r>
              <a:rPr b="1" lang="en-US" sz="7500">
                <a:solidFill>
                  <a:schemeClr val="lt1"/>
                </a:solidFill>
                <a:latin typeface="Times New Roman"/>
                <a:ea typeface="Times New Roman"/>
                <a:cs typeface="Times New Roman"/>
                <a:sym typeface="Times New Roman"/>
              </a:rPr>
              <a:t>Đoái thương xin Chúa dạy con, dạy con đường lối hằng sống.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d72cc0870c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Hân hoan ở trước nhan Ngài, lòng này con những hằng mong,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d72cc0870c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tràn đầy hoan lạc của Chúa, với Ngài cho đến ngàn thu.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g3d72cc0870c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ơi, xin bảo toàn con, vì con tìm nương tựa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7" name="Shape 767"/>
        <p:cNvGrpSpPr/>
        <p:nvPr/>
      </p:nvGrpSpPr>
      <p:grpSpPr>
        <a:xfrm>
          <a:off x="0" y="0"/>
          <a:ext cx="0" cy="0"/>
          <a:chOff x="0" y="0"/>
          <a:chExt cx="0" cy="0"/>
        </a:xfrm>
      </p:grpSpPr>
      <p:sp>
        <p:nvSpPr>
          <p:cNvPr id="768" name="Google Shape;768;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69" name="Google Shape;769;p155"/>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6800">
                <a:solidFill>
                  <a:schemeClr val="lt1"/>
                </a:solidFill>
                <a:latin typeface="Times"/>
                <a:ea typeface="Times"/>
                <a:cs typeface="Times"/>
                <a:sym typeface="Times"/>
              </a:rPr>
              <a:t>Lạy Chúa Giê-su, xin giải thích cho chúng con những lời Thánh Kinh.</a:t>
            </a:r>
            <a:endParaRPr b="1" sz="6800">
              <a:solidFill>
                <a:schemeClr val="lt1"/>
              </a:solidFill>
              <a:latin typeface="Times"/>
              <a:ea typeface="Times"/>
              <a:cs typeface="Times"/>
              <a:sym typeface="Times"/>
            </a:endParaRPr>
          </a:p>
        </p:txBody>
      </p:sp>
      <p:sp>
        <p:nvSpPr>
          <p:cNvPr id="776" name="Google Shape;77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900">
                <a:solidFill>
                  <a:schemeClr val="lt1"/>
                </a:solidFill>
                <a:latin typeface="Times"/>
                <a:ea typeface="Times"/>
                <a:cs typeface="Times"/>
                <a:sym typeface="Times"/>
              </a:rPr>
              <a:t>Xin cho tâm hồn chúng con được sốt sắng khi nghe lời Chúa ban.</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pic>
        <p:nvPicPr>
          <p:cNvPr id="786" name="Google Shape;786;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pic>
        <p:nvPicPr>
          <p:cNvPr id="791" name="Google Shape;791;g3d72cc0870c_0_253"/>
          <p:cNvPicPr preferRelativeResize="0"/>
          <p:nvPr/>
        </p:nvPicPr>
        <p:blipFill rotWithShape="1">
          <a:blip r:embed="rId3">
            <a:alphaModFix/>
          </a:blip>
          <a:srcRect b="0" l="0" r="0" t="0"/>
          <a:stretch/>
        </p:blipFill>
        <p:spPr>
          <a:xfrm>
            <a:off x="0" y="14"/>
            <a:ext cx="9143997" cy="5143487"/>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97" name="Google Shape;79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lòng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pic>
        <p:nvPicPr>
          <p:cNvPr id="897" name="Google Shape;897;g3d72cc0870c_0_257"/>
          <p:cNvPicPr preferRelativeResize="0"/>
          <p:nvPr/>
        </p:nvPicPr>
        <p:blipFill rotWithShape="1">
          <a:blip r:embed="rId3">
            <a:alphaModFix/>
          </a:blip>
          <a:srcRect b="0" l="0" r="0" t="0"/>
          <a:stretch/>
        </p:blipFill>
        <p:spPr>
          <a:xfrm>
            <a:off x="0" y="14"/>
            <a:ext cx="9143997" cy="5143487"/>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dd33158570_0_3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DÂNG CHÚA</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dd33158570_0_3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Con dâng Chúa đôi tay này từng vất vả làm cho tê tái.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dd33158570_0_3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dâng Chúa đôi bờ vai gánh gồng nặng trĩu bao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de4329e4d7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dâng Chúa đôi chân này đi tìm hạnh phúc miệt mài.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de4329e4d7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Vì ngày mai con lo hôm nay,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tương lai con lo hiện tại,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g3de4329e4d7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trời đất mãi luôn vần xoay và cuộc sống bon chen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de4329e4d7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lạy Chúa con luôn tin yêu, dù băn khoăn âu lo mọi điều,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g3d72cc0870c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ngàn tiếng khóc than đìu hiu dù đời sống đau thương còn nhiều.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de4329e4d7_0_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Đây đôi mắt trông lên Ngài khi nỗi buồn làm cho chới với,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g3de4329e4d7_0_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đau đớn se bờ môi những lần gục ngã trong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g3de4329e4d7_0_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mơ ước trôi qua rồi đã làm sầu héo nụ cười.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g3d72cc0870c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Vì ngày mai con lo hôm nay,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tương lai con lo hiện tại,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d72cc0870c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trời đất mãi luôn vần xoay và cuộc sống bon chen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g3d72cc0870c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lạy Chúa con luôn tin yêu, dù băn khoăn âu lo mọi điều,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g3d72cc0870c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Con dâng Chúa đôi tay này từng vất vả làm cho tê tái.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g3d72cc0870c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dâng Chúa đôi bờ vai gánh gồng nặng trĩu bao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d72cc0870c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dâng Chúa đôi chân này đi tìm hạnh phúc miệt mài.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3d72cc0870c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Vì ngày mai con lo hôm nay,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tương lai con lo hiện tại,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d72cc0870c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trời đất mãi luôn vần xoay và cuộc sống bon chen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g3d72cc0870c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lạy Chúa con luôn tin yêu, dù băn khoăn âu lo mọi điều,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d72cc0870c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ngàn tiếng khóc than đìu hiu dù đời sống đau thương còn nhiều.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d72cc0870c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ngàn tiếng khóc than đìu hiu dù đời sống đau thương còn nhiều.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pic>
        <p:nvPicPr>
          <p:cNvPr id="1012" name="Google Shape;1012;p201"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pic>
        <p:nvPicPr>
          <p:cNvPr id="1032" name="Google Shape;1032;g3d48ab63a6f_0_26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pic>
        <p:nvPicPr>
          <p:cNvPr id="1052" name="Google Shape;1052;g3d48ab63a6f_0_270"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300">
                <a:solidFill>
                  <a:schemeClr val="lt1"/>
                </a:solidFill>
                <a:latin typeface="Times"/>
                <a:ea typeface="Times"/>
                <a:cs typeface="Times"/>
                <a:sym typeface="Times"/>
              </a:rPr>
              <a:t>Các môn đệ đã nhận ra Chúa Giêsu khi Người bẻ bánh – Alleluia.</a:t>
            </a:r>
            <a:endParaRPr b="1" sz="7300">
              <a:solidFill>
                <a:schemeClr val="lt1"/>
              </a:solidFill>
              <a:latin typeface="Times"/>
              <a:ea typeface="Times"/>
              <a:cs typeface="Times"/>
              <a:sym typeface="Times"/>
            </a:endParaRPr>
          </a:p>
        </p:txBody>
      </p:sp>
      <p:sp>
        <p:nvSpPr>
          <p:cNvPr id="1058" name="Google Shape;1058;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pic>
        <p:nvPicPr>
          <p:cNvPr id="1063" name="Google Shape;1063;g3d48ab63a6f_0_274"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CHÚA SỐNG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LẠI RỒI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Thành Tâm)</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1. </a:t>
            </a:r>
            <a:r>
              <a:rPr b="1" lang="en-US" sz="7200">
                <a:solidFill>
                  <a:schemeClr val="lt1"/>
                </a:solidFill>
                <a:latin typeface="Times New Roman"/>
                <a:ea typeface="Times New Roman"/>
                <a:cs typeface="Times New Roman"/>
                <a:sym typeface="Times New Roman"/>
              </a:rPr>
              <a:t>Chúa hóa nên người vì thương chúng ta, sống kiếp con người lam lũ hy sinh.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Chiến thắng khải hoàn, quyền uy cõi chết: Thiên Chúa chúng ta Phục sinh.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g3dd33158570_0_1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Cùng nhau ta hát khúc hát: Chúa đã sống lại vui thay!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3dd33158570_0_1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ơi reo lên tiếng ca Phục sinh, Al-lê-lu-ia.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g3d573131aa0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Ðồng thanh ta hát khúc hát: Chúa đã Phục sinh quang vinh,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3d573131aa0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ta thương ta Người đã hiển vinh.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g3d72cc0870c_0_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2. </a:t>
            </a:r>
            <a:r>
              <a:rPr b="1" lang="en-US" sz="7200">
                <a:solidFill>
                  <a:schemeClr val="lt1"/>
                </a:solidFill>
                <a:latin typeface="Times New Roman"/>
                <a:ea typeface="Times New Roman"/>
                <a:cs typeface="Times New Roman"/>
                <a:sym typeface="Times New Roman"/>
              </a:rPr>
              <a:t>Hỡi những tâm hồn ngày đêm ước mơ: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Cõi phúc thiên đường trong sáng nên thơ.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d72cc0870c_0_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Chúa đã sống lại vì thương anh đó, thôi hãy vui lên người ơi.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d72cc0870c_0_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Cùng nhau ta hát khúc hát: Chúa đã sống lại vui thay!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d72cc0870c_0_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ơi reo lên tiếng ca Phục sinh, Al-lê-lu-ia.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d72cc0870c_0_1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Ðồng thanh ta hát khúc hát: Chúa đã Phục sinh quang vinh,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d72cc0870c_0_1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ta thương ta Người đã hiển vinh.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pic>
        <p:nvPicPr>
          <p:cNvPr id="1133" name="Google Shape;1133;g3d72cc0870c_0_261"/>
          <p:cNvPicPr preferRelativeResize="0"/>
          <p:nvPr/>
        </p:nvPicPr>
        <p:blipFill rotWithShape="1">
          <a:blip r:embed="rId3">
            <a:alphaModFix/>
          </a:blip>
          <a:srcRect b="0" l="0" r="0" t="0"/>
          <a:stretch/>
        </p:blipFill>
        <p:spPr>
          <a:xfrm>
            <a:off x="0" y="14"/>
            <a:ext cx="9143997" cy="5143487"/>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d72cc0870c_0_13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VỀ MẸ</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d72cc0870c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Con dâng về Mẹ một niềm tin yêu bao la, Một lòng cậy trông vàng đá.</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d72cc0870c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lên Mẹ lời kinh như áng hương trời. Diệu huyền tỏa bay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d72cc0870c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1.</a:t>
            </a:r>
            <a:r>
              <a:rPr b="1" lang="en-US" sz="8000">
                <a:solidFill>
                  <a:schemeClr val="lt1"/>
                </a:solidFill>
                <a:latin typeface="Times New Roman"/>
                <a:ea typeface="Times New Roman"/>
                <a:cs typeface="Times New Roman"/>
                <a:sym typeface="Times New Roman"/>
              </a:rPr>
              <a:t> Con dâng về Mẹ: Trọn cuộc đời nơi khóc than,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d72cc0870c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Đường đời nguy nan Mẹ nâng đỡ cho vẹn toàn.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d72cc0870c_0_1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Con dâng về Mẹ một niềm tin yêu bao la, Một lòng cậy trông vàng đá.</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d72cc0870c_0_1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lên Mẹ lời kinh như áng hương trời. Diệu huyền tỏa bay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pic>
        <p:nvPicPr>
          <p:cNvPr id="1173" name="Google Shape;1173;g3d72cc0870c_0_265"/>
          <p:cNvPicPr preferRelativeResize="0"/>
          <p:nvPr/>
        </p:nvPicPr>
        <p:blipFill rotWithShape="1">
          <a:blip r:embed="rId3">
            <a:alphaModFix/>
          </a:blip>
          <a:srcRect b="0" l="0" r="0" t="0"/>
          <a:stretch/>
        </p:blipFill>
        <p:spPr>
          <a:xfrm>
            <a:off x="0" y="14"/>
            <a:ext cx="9143997" cy="514348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