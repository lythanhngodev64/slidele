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168.xml"/>
  <Override ContentType="application/vnd.openxmlformats-officedocument.presentationml.notesSlide+xml" PartName="/ppt/notesSlides/notesSlide222.xml"/>
  <Override ContentType="application/vnd.openxmlformats-officedocument.presentationml.notesSlide+xml" PartName="/ppt/notesSlides/notesSlide125.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117.xml"/>
  <Override ContentType="application/vnd.openxmlformats-officedocument.presentationml.notesSlide+xml" PartName="/ppt/notesSlides/notesSlide206.xml"/>
  <Override ContentType="application/vnd.openxmlformats-officedocument.presentationml.notesSlide+xml" PartName="/ppt/notesSlides/notesSlide230.xml"/>
  <Override ContentType="application/vnd.openxmlformats-officedocument.presentationml.notesSlide+xml" PartName="/ppt/notesSlides/notesSlide91.xml"/>
  <Override ContentType="application/vnd.openxmlformats-officedocument.presentationml.notesSlide+xml" PartName="/ppt/notesSlides/notesSlide133.xml"/>
  <Override ContentType="application/vnd.openxmlformats-officedocument.presentationml.notesSlide+xml" PartName="/ppt/notesSlides/notesSlide176.xml"/>
  <Override ContentType="application/vnd.openxmlformats-officedocument.presentationml.notesSlide+xml" PartName="/ppt/notesSlides/notesSlide109.xml"/>
  <Override ContentType="application/vnd.openxmlformats-officedocument.presentationml.notesSlide+xml" PartName="/ppt/notesSlides/notesSlide24.xml"/>
  <Override ContentType="application/vnd.openxmlformats-officedocument.presentationml.notesSlide+xml" PartName="/ppt/notesSlides/notesSlide16.xml"/>
  <Override ContentType="application/vnd.openxmlformats-officedocument.presentationml.notesSlide+xml" PartName="/ppt/notesSlides/notesSlide214.xml"/>
  <Override ContentType="application/vnd.openxmlformats-officedocument.presentationml.notesSlide+xml" PartName="/ppt/notesSlides/notesSlide1.xml"/>
  <Override ContentType="application/vnd.openxmlformats-officedocument.presentationml.notesSlide+xml" PartName="/ppt/notesSlides/notesSlide196.xml"/>
  <Override ContentType="application/vnd.openxmlformats-officedocument.presentationml.notesSlide+xml" PartName="/ppt/notesSlides/notesSlide105.xml"/>
  <Override ContentType="application/vnd.openxmlformats-officedocument.presentationml.notesSlide+xml" PartName="/ppt/notesSlides/notesSlide148.xml"/>
  <Override ContentType="application/vnd.openxmlformats-officedocument.presentationml.notesSlide+xml" PartName="/ppt/notesSlides/notesSlide202.xml"/>
  <Override ContentType="application/vnd.openxmlformats-officedocument.presentationml.notesSlide+xml" PartName="/ppt/notesSlides/notesSlide39.xml"/>
  <Override ContentType="application/vnd.openxmlformats-officedocument.presentationml.notesSlide+xml" PartName="/ppt/notesSlides/notesSlide137.xml"/>
  <Override ContentType="application/vnd.openxmlformats-officedocument.presentationml.notesSlide+xml" PartName="/ppt/notesSlides/notesSlide87.xml"/>
  <Override ContentType="application/vnd.openxmlformats-officedocument.presentationml.notesSlide+xml" PartName="/ppt/notesSlides/notesSlide44.xml"/>
  <Override ContentType="application/vnd.openxmlformats-officedocument.presentationml.notesSlide+xml" PartName="/ppt/notesSlides/notesSlide234.xml"/>
  <Override ContentType="application/vnd.openxmlformats-officedocument.presentationml.notesSlide+xml" PartName="/ppt/notesSlides/notesSlide141.xml"/>
  <Override ContentType="application/vnd.openxmlformats-officedocument.presentationml.notesSlide+xml" PartName="/ppt/notesSlides/notesSlide153.xml"/>
  <Override ContentType="application/vnd.openxmlformats-officedocument.presentationml.notesSlide+xml" PartName="/ppt/notesSlides/notesSlide110.xml"/>
  <Override ContentType="application/vnd.openxmlformats-officedocument.presentationml.notesSlide+xml" PartName="/ppt/notesSlides/notesSlide184.xml"/>
  <Override ContentType="application/vnd.openxmlformats-officedocument.presentationml.notesSlide+xml" PartName="/ppt/notesSlides/notesSlide75.xml"/>
  <Override ContentType="application/vnd.openxmlformats-officedocument.presentationml.notesSlide+xml" PartName="/ppt/notesSlides/notesSlide229.xml"/>
  <Override ContentType="application/vnd.openxmlformats-officedocument.presentationml.notesSlide+xml" PartName="/ppt/notesSlides/notesSlide180.xml"/>
  <Override ContentType="application/vnd.openxmlformats-officedocument.presentationml.notesSlide+xml" PartName="/ppt/notesSlides/notesSlide172.xml"/>
  <Override ContentType="application/vnd.openxmlformats-officedocument.presentationml.notesSlide+xml" PartName="/ppt/notesSlides/notesSlide9.xml"/>
  <Override ContentType="application/vnd.openxmlformats-officedocument.presentationml.notesSlide+xml" PartName="/ppt/notesSlides/notesSlide63.xml"/>
  <Override ContentType="application/vnd.openxmlformats-officedocument.presentationml.notesSlide+xml" PartName="/ppt/notesSlides/notesSlide20.xml"/>
  <Override ContentType="application/vnd.openxmlformats-officedocument.presentationml.notesSlide+xml" PartName="/ppt/notesSlides/notesSlide210.xml"/>
  <Override ContentType="application/vnd.openxmlformats-officedocument.presentationml.notesSlide+xml" PartName="/ppt/notesSlides/notesSlide129.xml"/>
  <Override ContentType="application/vnd.openxmlformats-officedocument.presentationml.notesSlide+xml" PartName="/ppt/notesSlides/notesSlide60.xml"/>
  <Override ContentType="application/vnd.openxmlformats-officedocument.presentationml.notesSlide+xml" PartName="/ppt/notesSlides/notesSlide144.xml"/>
  <Override ContentType="application/vnd.openxmlformats-officedocument.presentationml.notesSlide+xml" PartName="/ppt/notesSlides/notesSlide48.xml"/>
  <Override ContentType="application/vnd.openxmlformats-officedocument.presentationml.notesSlide+xml" PartName="/ppt/notesSlides/notesSlide157.xml"/>
  <Override ContentType="application/vnd.openxmlformats-officedocument.presentationml.notesSlide+xml" PartName="/ppt/notesSlides/notesSlide114.xml"/>
  <Override ContentType="application/vnd.openxmlformats-officedocument.presentationml.notesSlide+xml" PartName="/ppt/notesSlides/notesSlide101.xml"/>
  <Override ContentType="application/vnd.openxmlformats-officedocument.presentationml.notesSlide+xml" PartName="/ppt/notesSlides/notesSlide95.xml"/>
  <Override ContentType="application/vnd.openxmlformats-officedocument.presentationml.notesSlide+xml" PartName="/ppt/notesSlides/notesSlide52.xml"/>
  <Override ContentType="application/vnd.openxmlformats-officedocument.presentationml.notesSlide+xml" PartName="/ppt/notesSlides/notesSlide35.xml"/>
  <Override ContentType="application/vnd.openxmlformats-officedocument.presentationml.notesSlide+xml" PartName="/ppt/notesSlides/notesSlide161.xml"/>
  <Override ContentType="application/vnd.openxmlformats-officedocument.presentationml.notesSlide+xml" PartName="/ppt/notesSlides/notesSlide5.xml"/>
  <Override ContentType="application/vnd.openxmlformats-officedocument.presentationml.notesSlide+xml" PartName="/ppt/notesSlides/notesSlide187.xml"/>
  <Override ContentType="application/vnd.openxmlformats-officedocument.presentationml.notesSlide+xml" PartName="/ppt/notesSlides/notesSlide78.xml"/>
  <Override ContentType="application/vnd.openxmlformats-officedocument.presentationml.notesSlide+xml" PartName="/ppt/notesSlides/notesSlide71.xml"/>
  <Override ContentType="application/vnd.openxmlformats-officedocument.presentationml.notesSlide+xml" PartName="/ppt/notesSlides/notesSlide225.xml"/>
  <Override ContentType="application/vnd.openxmlformats-officedocument.presentationml.notesSlide+xml" PartName="/ppt/notesSlides/notesSlide84.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24.xml"/>
  <Override ContentType="application/vnd.openxmlformats-officedocument.presentationml.notesSlide+xml" PartName="/ppt/notesSlides/notesSlide213.xml"/>
  <Override ContentType="application/vnd.openxmlformats-officedocument.presentationml.notesSlide+xml" PartName="/ppt/notesSlides/notesSlide223.xml"/>
  <Override ContentType="application/vnd.openxmlformats-officedocument.presentationml.notesSlide+xml" PartName="/ppt/notesSlides/notesSlide17.xml"/>
  <Override ContentType="application/vnd.openxmlformats-officedocument.presentationml.notesSlide+xml" PartName="/ppt/notesSlides/notesSlide82.xml"/>
  <Override ContentType="application/vnd.openxmlformats-officedocument.presentationml.notesSlide+xml" PartName="/ppt/notesSlides/notesSlide177.xml"/>
  <Override ContentType="application/vnd.openxmlformats-officedocument.presentationml.notesSlide+xml" PartName="/ppt/notesSlides/notesSlide231.xml"/>
  <Override ContentType="application/vnd.openxmlformats-officedocument.presentationml.notesSlide+xml" PartName="/ppt/notesSlides/notesSlide94.xml"/>
  <Override ContentType="application/vnd.openxmlformats-officedocument.presentationml.notesSlide+xml" PartName="/ppt/notesSlides/notesSlide51.xml"/>
  <Override ContentType="application/vnd.openxmlformats-officedocument.presentationml.notesSlide+xml" PartName="/ppt/notesSlides/notesSlide90.xml"/>
  <Override ContentType="application/vnd.openxmlformats-officedocument.presentationml.notesSlide+xml" PartName="/ppt/notesSlides/notesSlide134.xml"/>
  <Override ContentType="application/vnd.openxmlformats-officedocument.presentationml.notesSlide+xml" PartName="/ppt/notesSlides/notesSlide4.xml"/>
  <Override ContentType="application/vnd.openxmlformats-officedocument.presentationml.notesSlide+xml" PartName="/ppt/notesSlides/notesSlide203.xml"/>
  <Override ContentType="application/vnd.openxmlformats-officedocument.presentationml.notesSlide+xml" PartName="/ppt/notesSlides/notesSlide13.xml"/>
  <Override ContentType="application/vnd.openxmlformats-officedocument.presentationml.notesSlide+xml" PartName="/ppt/notesSlides/notesSlide106.xml"/>
  <Override ContentType="application/vnd.openxmlformats-officedocument.presentationml.notesSlide+xml" PartName="/ppt/notesSlides/notesSlide99.xml"/>
  <Override ContentType="application/vnd.openxmlformats-officedocument.presentationml.notesSlide+xml" PartName="/ppt/notesSlides/notesSlide56.xml"/>
  <Override ContentType="application/vnd.openxmlformats-officedocument.presentationml.notesSlide+xml" PartName="/ppt/notesSlides/notesSlide152.xml"/>
  <Override ContentType="application/vnd.openxmlformats-officedocument.presentationml.notesSlide+xml" PartName="/ppt/notesSlides/notesSlide195.xml"/>
  <Override ContentType="application/vnd.openxmlformats-officedocument.presentationml.notesSlide+xml" PartName="/ppt/notesSlides/notesSlide183.xml"/>
  <Override ContentType="application/vnd.openxmlformats-officedocument.presentationml.notesSlide+xml" PartName="/ppt/notesSlides/notesSlide217.xml"/>
  <Override ContentType="application/vnd.openxmlformats-officedocument.presentationml.notesSlide+xml" PartName="/ppt/notesSlides/notesSlide61.xml"/>
  <Override ContentType="application/vnd.openxmlformats-officedocument.presentationml.notesSlide+xml" PartName="/ppt/notesSlides/notesSlide118.xml"/>
  <Override ContentType="application/vnd.openxmlformats-officedocument.presentationml.notesSlide+xml" PartName="/ppt/notesSlides/notesSlide167.xml"/>
  <Override ContentType="application/vnd.openxmlformats-officedocument.presentationml.notesSlide+xml" PartName="/ppt/notesSlides/notesSlide140.xml"/>
  <Override ContentType="application/vnd.openxmlformats-officedocument.presentationml.notesSlide+xml" PartName="/ppt/notesSlides/notesSlide27.xml"/>
  <Override ContentType="application/vnd.openxmlformats-officedocument.presentationml.notesSlide+xml" PartName="/ppt/notesSlides/notesSlide88.xml"/>
  <Override ContentType="application/vnd.openxmlformats-officedocument.presentationml.notesSlide+xml" PartName="/ppt/notesSlides/notesSlide149.xml"/>
  <Override ContentType="application/vnd.openxmlformats-officedocument.presentationml.notesSlide+xml" PartName="/ppt/notesSlides/notesSlide62.xml"/>
  <Override ContentType="application/vnd.openxmlformats-officedocument.presentationml.notesSlide+xml" PartName="/ppt/notesSlides/notesSlide235.xml"/>
  <Override ContentType="application/vnd.openxmlformats-officedocument.presentationml.notesSlide+xml" PartName="/ppt/notesSlides/notesSlide45.xml"/>
  <Override ContentType="application/vnd.openxmlformats-officedocument.presentationml.notesSlide+xml" PartName="/ppt/notesSlides/notesSlide28.xml"/>
  <Override ContentType="application/vnd.openxmlformats-officedocument.presentationml.notesSlide+xml" PartName="/ppt/notesSlides/notesSlide139.xml"/>
  <Override ContentType="application/vnd.openxmlformats-officedocument.presentationml.notesSlide+xml" PartName="/ppt/notesSlides/notesSlide228.xml"/>
  <Override ContentType="application/vnd.openxmlformats-officedocument.presentationml.notesSlide+xml" PartName="/ppt/notesSlides/notesSlide55.xml"/>
  <Override ContentType="application/vnd.openxmlformats-officedocument.presentationml.notesSlide+xml" PartName="/ppt/notesSlides/notesSlide156.xml"/>
  <Override ContentType="application/vnd.openxmlformats-officedocument.presentationml.notesSlide+xml" PartName="/ppt/notesSlides/notesSlide12.xml"/>
  <Override ContentType="application/vnd.openxmlformats-officedocument.presentationml.notesSlide+xml" PartName="/ppt/notesSlides/notesSlide113.xml"/>
  <Override ContentType="application/vnd.openxmlformats-officedocument.presentationml.notesSlide+xml" PartName="/ppt/notesSlides/notesSlide199.xml"/>
  <Override ContentType="application/vnd.openxmlformats-officedocument.presentationml.notesSlide+xml" PartName="/ppt/notesSlides/notesSlide72.xml"/>
  <Override ContentType="application/vnd.openxmlformats-officedocument.presentationml.notesSlide+xml" PartName="/ppt/notesSlides/notesSlide98.xml"/>
  <Override ContentType="application/vnd.openxmlformats-officedocument.presentationml.notesSlide+xml" PartName="/ppt/notesSlides/notesSlide190.xml"/>
  <Override ContentType="application/vnd.openxmlformats-officedocument.presentationml.notesSlide+xml" PartName="/ppt/notesSlides/notesSlide218.xml"/>
  <Override ContentType="application/vnd.openxmlformats-officedocument.presentationml.notesSlide+xml" PartName="/ppt/notesSlides/notesSlide8.xml"/>
  <Override ContentType="application/vnd.openxmlformats-officedocument.presentationml.notesSlide+xml" PartName="/ppt/notesSlides/notesSlide130.xml"/>
  <Override ContentType="application/vnd.openxmlformats-officedocument.presentationml.notesSlide+xml" PartName="/ppt/notesSlides/notesSlide38.xml"/>
  <Override ContentType="application/vnd.openxmlformats-officedocument.presentationml.notesSlide+xml" PartName="/ppt/notesSlides/notesSlide173.xml"/>
  <Override ContentType="application/vnd.openxmlformats-officedocument.presentationml.notesSlide+xml" PartName="/ppt/notesSlides/notesSlide128.xml"/>
  <Override ContentType="application/vnd.openxmlformats-officedocument.presentationml.notesSlide+xml" PartName="/ppt/notesSlides/notesSlide224.xml"/>
  <Override ContentType="application/vnd.openxmlformats-officedocument.presentationml.notesSlide+xml" PartName="/ppt/notesSlides/notesSlide162.xml"/>
  <Override ContentType="application/vnd.openxmlformats-officedocument.presentationml.notesSlide+xml" PartName="/ppt/notesSlides/notesSlide49.xml"/>
  <Override ContentType="application/vnd.openxmlformats-officedocument.presentationml.notesSlide+xml" PartName="/ppt/notesSlides/notesSlide145.xml"/>
  <Override ContentType="application/vnd.openxmlformats-officedocument.presentationml.notesSlide+xml" PartName="/ppt/notesSlides/notesSlide207.xml"/>
  <Override ContentType="application/vnd.openxmlformats-officedocument.presentationml.notesSlide+xml" PartName="/ppt/notesSlides/notesSlide102.xml"/>
  <Override ContentType="application/vnd.openxmlformats-officedocument.presentationml.notesSlide+xml" PartName="/ppt/notesSlides/notesSlide8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88.xml"/>
  <Override ContentType="application/vnd.openxmlformats-officedocument.presentationml.notesSlide+xml" PartName="/ppt/notesSlides/notesSlide3.xml"/>
  <Override ContentType="application/vnd.openxmlformats-officedocument.presentationml.notesSlide+xml" PartName="/ppt/notesSlides/notesSlide50.xml"/>
  <Override ContentType="application/vnd.openxmlformats-officedocument.presentationml.notesSlide+xml" PartName="/ppt/notesSlides/notesSlide107.xml"/>
  <Override ContentType="application/vnd.openxmlformats-officedocument.presentationml.notesSlide+xml" PartName="/ppt/notesSlides/notesSlide186.xml"/>
  <Override ContentType="application/vnd.openxmlformats-officedocument.presentationml.notesSlide+xml" PartName="/ppt/notesSlides/notesSlide143.xml"/>
  <Override ContentType="application/vnd.openxmlformats-officedocument.presentationml.notesSlide+xml" PartName="/ppt/notesSlides/notesSlide151.xml"/>
  <Override ContentType="application/vnd.openxmlformats-officedocument.presentationml.notesSlide+xml" PartName="/ppt/notesSlides/notesSlide100.xml"/>
  <Override ContentType="application/vnd.openxmlformats-officedocument.presentationml.notesSlide+xml" PartName="/ppt/notesSlides/notesSlide42.xml"/>
  <Override ContentType="application/vnd.openxmlformats-officedocument.presentationml.notesSlide+xml" PartName="/ppt/notesSlides/notesSlide232.xml"/>
  <Override ContentType="application/vnd.openxmlformats-officedocument.presentationml.notesSlide+xml" PartName="/ppt/notesSlides/notesSlide85.xml"/>
  <Override ContentType="application/vnd.openxmlformats-officedocument.presentationml.notesSlide+xml" PartName="/ppt/notesSlides/notesSlide194.xml"/>
  <Override ContentType="application/vnd.openxmlformats-officedocument.presentationml.notesSlide+xml" PartName="/ppt/notesSlides/notesSlide34.xml"/>
  <Override ContentType="application/vnd.openxmlformats-officedocument.presentationml.notesSlide+xml" PartName="/ppt/notesSlides/notesSlide77.xml"/>
  <Override ContentType="application/vnd.openxmlformats-officedocument.presentationml.notesSlide+xml" PartName="/ppt/notesSlides/notesSlide73.xml"/>
  <Override ContentType="application/vnd.openxmlformats-officedocument.presentationml.notesSlide+xml" PartName="/ppt/notesSlides/notesSlide119.xml"/>
  <Override ContentType="application/vnd.openxmlformats-officedocument.presentationml.notesSlide+xml" PartName="/ppt/notesSlides/notesSlide81.xml"/>
  <Override ContentType="application/vnd.openxmlformats-officedocument.presentationml.notesSlide+xml" PartName="/ppt/notesSlides/notesSlide166.xml"/>
  <Override ContentType="application/vnd.openxmlformats-officedocument.presentationml.notesSlide+xml" PartName="/ppt/notesSlides/notesSlide182.xml"/>
  <Override ContentType="application/vnd.openxmlformats-officedocument.presentationml.notesSlide+xml" PartName="/ppt/notesSlides/notesSlide30.xml"/>
  <Override ContentType="application/vnd.openxmlformats-officedocument.presentationml.notesSlide+xml" PartName="/ppt/notesSlides/notesSlide220.xml"/>
  <Override ContentType="application/vnd.openxmlformats-officedocument.presentationml.notesSlide+xml" PartName="/ppt/notesSlides/notesSlide69.xml"/>
  <Override ContentType="application/vnd.openxmlformats-officedocument.presentationml.notesSlide+xml" PartName="/ppt/notesSlides/notesSlide178.xml"/>
  <Override ContentType="application/vnd.openxmlformats-officedocument.presentationml.notesSlide+xml" PartName="/ppt/notesSlides/notesSlide26.xml"/>
  <Override ContentType="application/vnd.openxmlformats-officedocument.presentationml.notesSlide+xml" PartName="/ppt/notesSlides/notesSlide135.xml"/>
  <Override ContentType="application/vnd.openxmlformats-officedocument.presentationml.notesSlide+xml" PartName="/ppt/notesSlides/notesSlide93.xml"/>
  <Override ContentType="application/vnd.openxmlformats-officedocument.presentationml.notesSlide+xml" PartName="/ppt/notesSlides/notesSlide204.xml"/>
  <Override ContentType="application/vnd.openxmlformats-officedocument.presentationml.notesSlide+xml" PartName="/ppt/notesSlides/notesSlide57.xml"/>
  <Override ContentType="application/vnd.openxmlformats-officedocument.presentationml.notesSlide+xml" PartName="/ppt/notesSlides/notesSlide123.xml"/>
  <Override ContentType="application/vnd.openxmlformats-officedocument.presentationml.notesSlide+xml" PartName="/ppt/notesSlides/notesSlide171.xml"/>
  <Override ContentType="application/vnd.openxmlformats-officedocument.presentationml.notesSlide+xml" PartName="/ppt/notesSlides/notesSlide14.xml"/>
  <Override ContentType="application/vnd.openxmlformats-officedocument.presentationml.notesSlide+xml" PartName="/ppt/notesSlides/notesSlide216.xml"/>
  <Override ContentType="application/vnd.openxmlformats-officedocument.presentationml.notesSlide+xml" PartName="/ppt/notesSlides/notesSlide227.xml"/>
  <Override ContentType="application/vnd.openxmlformats-officedocument.presentationml.notesSlide+xml" PartName="/ppt/notesSlides/notesSlide37.xml"/>
  <Override ContentType="application/vnd.openxmlformats-officedocument.presentationml.notesSlide+xml" PartName="/ppt/notesSlides/notesSlide138.xml"/>
  <Override ContentType="application/vnd.openxmlformats-officedocument.presentationml.notesSlide+xml" PartName="/ppt/notesSlides/notesSlide163.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198.xml"/>
  <Override ContentType="application/vnd.openxmlformats-officedocument.presentationml.notesSlide+xml" PartName="/ppt/notesSlides/notesSlide112.xml"/>
  <Override ContentType="application/vnd.openxmlformats-officedocument.presentationml.notesSlide+xml" PartName="/ppt/notesSlides/notesSlide103.xml"/>
  <Override ContentType="application/vnd.openxmlformats-officedocument.presentationml.notesSlide+xml" PartName="/ppt/notesSlides/notesSlide97.xml"/>
  <Override ContentType="application/vnd.openxmlformats-officedocument.presentationml.notesSlide+xml" PartName="/ppt/notesSlides/notesSlide155.xml"/>
  <Override ContentType="application/vnd.openxmlformats-officedocument.presentationml.notesSlide+xml" PartName="/ppt/notesSlides/notesSlide189.xml"/>
  <Override ContentType="application/vnd.openxmlformats-officedocument.presentationml.notesSlide+xml" PartName="/ppt/notesSlides/notesSlide46.xml"/>
  <Override ContentType="application/vnd.openxmlformats-officedocument.presentationml.notesSlide+xml" PartName="/ppt/notesSlides/notesSlide89.xml"/>
  <Override ContentType="application/vnd.openxmlformats-officedocument.presentationml.notesSlide+xml" PartName="/ppt/notesSlides/notesSlide146.xml"/>
  <Override ContentType="application/vnd.openxmlformats-officedocument.presentationml.notesSlide+xml" PartName="/ppt/notesSlides/notesSlide219.xml"/>
  <Override ContentType="application/vnd.openxmlformats-officedocument.presentationml.notesSlide+xml" PartName="/ppt/notesSlides/notesSlide11.xml"/>
  <Override ContentType="application/vnd.openxmlformats-officedocument.presentationml.notesSlide+xml" PartName="/ppt/notesSlides/notesSlide120.xml"/>
  <Override ContentType="application/vnd.openxmlformats-officedocument.presentationml.notesSlide+xml" PartName="/ppt/notesSlides/notesSlide236.xml"/>
  <Override ContentType="application/vnd.openxmlformats-officedocument.presentationml.notesSlide+xml" PartName="/ppt/notesSlides/notesSlide201.xml"/>
  <Override ContentType="application/vnd.openxmlformats-officedocument.presentationml.notesSlide+xml" PartName="/ppt/notesSlides/notesSlide18.xml"/>
  <Override ContentType="application/vnd.openxmlformats-officedocument.presentationml.notesSlide+xml" PartName="/ppt/notesSlides/notesSlide131.xml"/>
  <Override ContentType="application/vnd.openxmlformats-officedocument.presentationml.notesSlide+xml" PartName="/ppt/notesSlides/notesSlide127.xml"/>
  <Override ContentType="application/vnd.openxmlformats-officedocument.presentationml.notesSlide+xml" PartName="/ppt/notesSlides/notesSlide191.xml"/>
  <Override ContentType="application/vnd.openxmlformats-officedocument.presentationml.notesSlide+xml" PartName="/ppt/notesSlides/notesSlide20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65.xml"/>
  <Override ContentType="application/vnd.openxmlformats-officedocument.presentationml.notesSlide+xml" PartName="/ppt/notesSlides/notesSlide174.xml"/>
  <Override ContentType="application/vnd.openxmlformats-officedocument.presentationml.notesSlide+xml" PartName="/ppt/notesSlides/notesSlide212.xml"/>
  <Override ContentType="application/vnd.openxmlformats-officedocument.presentationml.notesSlide+xml" PartName="/ppt/notesSlides/notesSlide92.xml"/>
  <Override ContentType="application/vnd.openxmlformats-officedocument.presentationml.notesSlide+xml" PartName="/ppt/notesSlides/notesSlide193.xml"/>
  <Override ContentType="application/vnd.openxmlformats-officedocument.presentationml.notesSlide+xml" PartName="/ppt/notesSlides/notesSlide150.xml"/>
  <Override ContentType="application/vnd.openxmlformats-officedocument.presentationml.notesSlide+xml" PartName="/ppt/notesSlides/notesSlide142.xml"/>
  <Override ContentType="application/vnd.openxmlformats-officedocument.presentationml.notesSlide+xml" PartName="/ppt/notesSlides/notesSlide116.xml"/>
  <Override ContentType="application/vnd.openxmlformats-officedocument.presentationml.notesSlide+xml" PartName="/ppt/notesSlides/notesSlide15.xml"/>
  <Override ContentType="application/vnd.openxmlformats-officedocument.presentationml.notesSlide+xml" PartName="/ppt/notesSlides/notesSlide159.xml"/>
  <Override ContentType="application/vnd.openxmlformats-officedocument.presentationml.notesSlide+xml" PartName="/ppt/notesSlides/notesSlide185.xml"/>
  <Override ContentType="application/vnd.openxmlformats-officedocument.presentationml.notesSlide+xml" PartName="/ppt/notesSlides/notesSlide215.xml"/>
  <Override ContentType="application/vnd.openxmlformats-officedocument.presentationml.notesSlide+xml" PartName="/ppt/notesSlides/notesSlide126.xml"/>
  <Override ContentType="application/vnd.openxmlformats-officedocument.presentationml.notesSlide+xml" PartName="/ppt/notesSlides/notesSlide68.xml"/>
  <Override ContentType="application/vnd.openxmlformats-officedocument.presentationml.notesSlide+xml" PartName="/ppt/notesSlides/notesSlide169.xml"/>
  <Override ContentType="application/vnd.openxmlformats-officedocument.presentationml.notesSlide+xml" PartName="/ppt/notesSlides/notesSlide205.xml"/>
  <Override ContentType="application/vnd.openxmlformats-officedocument.presentationml.notesSlide+xml" PartName="/ppt/notesSlides/notesSlide108.xml"/>
  <Override ContentType="application/vnd.openxmlformats-officedocument.presentationml.notesSlide+xml" PartName="/ppt/notesSlides/notesSlide25.xml"/>
  <Override ContentType="application/vnd.openxmlformats-officedocument.presentationml.notesSlide+xml" PartName="/ppt/notesSlides/notesSlide160.xml"/>
  <Override ContentType="application/vnd.openxmlformats-officedocument.presentationml.notesSlide+xml" PartName="/ppt/notesSlides/notesSlide43.xml"/>
  <Override ContentType="application/vnd.openxmlformats-officedocument.presentationml.notesSlide+xml" PartName="/ppt/notesSlides/notesSlide86.xml"/>
  <Override ContentType="application/vnd.openxmlformats-officedocument.presentationml.notesSlide+xml" PartName="/ppt/notesSlides/notesSlide179.xml"/>
  <Override ContentType="application/vnd.openxmlformats-officedocument.presentationml.notesSlide+xml" PartName="/ppt/notesSlides/notesSlide233.xml"/>
  <Override ContentType="application/vnd.openxmlformats-officedocument.presentationml.notesSlide+xml" PartName="/ppt/notesSlides/notesSlide165.xml"/>
  <Override ContentType="application/vnd.openxmlformats-officedocument.presentationml.notesSlide+xml" PartName="/ppt/notesSlides/notesSlide122.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74.xml"/>
  <Override ContentType="application/vnd.openxmlformats-officedocument.presentationml.notesSlide+xml" PartName="/ppt/notesSlides/notesSlide170.xml"/>
  <Override ContentType="application/vnd.openxmlformats-officedocument.presentationml.notesSlide+xml" PartName="/ppt/notesSlides/notesSlide197.xml"/>
  <Override ContentType="application/vnd.openxmlformats-officedocument.presentationml.notesSlide+xml" PartName="/ppt/notesSlides/notesSlide221.xml"/>
  <Override ContentType="application/vnd.openxmlformats-officedocument.presentationml.notesSlide+xml" PartName="/ppt/notesSlides/notesSlide58.xml"/>
  <Override ContentType="application/vnd.openxmlformats-officedocument.presentationml.notesSlide+xml" PartName="/ppt/notesSlides/notesSlide154.xml"/>
  <Override ContentType="application/vnd.openxmlformats-officedocument.presentationml.notesSlide+xml" PartName="/ppt/notesSlides/notesSlide136.xml"/>
  <Override ContentType="application/vnd.openxmlformats-officedocument.presentationml.notesSlide+xml" PartName="/ppt/notesSlides/notesSlide2.xml"/>
  <Override ContentType="application/vnd.openxmlformats-officedocument.presentationml.notesSlide+xml" PartName="/ppt/notesSlides/notesSlide70.xml"/>
  <Override ContentType="application/vnd.openxmlformats-officedocument.presentationml.notesSlide+xml" PartName="/ppt/notesSlides/notesSlide111.xml"/>
  <Override ContentType="application/vnd.openxmlformats-officedocument.presentationml.notesSlide+xml" PartName="/ppt/notesSlides/notesSlide226.xml"/>
  <Override ContentType="application/vnd.openxmlformats-officedocument.presentationml.notesSlide+xml" PartName="/ppt/notesSlides/notesSlide200.xml"/>
  <Override ContentType="application/vnd.openxmlformats-officedocument.presentationml.notesSlide+xml" PartName="/ppt/notesSlides/notesSlide181.xml"/>
  <Override ContentType="application/vnd.openxmlformats-officedocument.presentationml.notesSlide+xml" PartName="/ppt/notesSlides/notesSlide47.xml"/>
  <Override ContentType="application/vnd.openxmlformats-officedocument.presentationml.notesSlide+xml" PartName="/ppt/notesSlides/notesSlide209.xml"/>
  <Override ContentType="application/vnd.openxmlformats-officedocument.presentationml.notesSlide+xml" PartName="/ppt/notesSlides/notesSlide104.xml"/>
  <Override ContentType="application/vnd.openxmlformats-officedocument.presentationml.notesSlide+xml" PartName="/ppt/notesSlides/notesSlide147.xml"/>
  <Override ContentType="application/vnd.openxmlformats-officedocument.presentationml.notesSlide+xml" PartName="/ppt/notesSlides/notesSlide21.xml"/>
  <Override ContentType="application/vnd.openxmlformats-officedocument.presentationml.notesSlide+xml" PartName="/ppt/notesSlides/notesSlide164.xml"/>
  <Override ContentType="application/vnd.openxmlformats-officedocument.presentationml.notesSlide+xml" PartName="/ppt/notesSlides/notesSlide64.xml"/>
  <Override ContentType="application/vnd.openxmlformats-officedocument.presentationml.notesSlide+xml" PartName="/ppt/notesSlides/notesSlide121.xml"/>
  <Override ContentType="application/vnd.openxmlformats-officedocument.presentationml.notesSlide+xml" PartName="/ppt/notesSlides/notesSlide6.xml"/>
  <Override ContentType="application/vnd.openxmlformats-officedocument.presentationml.notesSlide+xml" PartName="/ppt/notesSlides/notesSlide211.xml"/>
  <Override ContentType="application/vnd.openxmlformats-officedocument.presentationml.notesSlide+xml" PartName="/ppt/notesSlides/notesSlide79.xml"/>
  <Override ContentType="application/vnd.openxmlformats-officedocument.presentationml.notesSlide+xml" PartName="/ppt/notesSlides/notesSlide132.xml"/>
  <Override ContentType="application/vnd.openxmlformats-officedocument.presentationml.notesSlide+xml" PartName="/ppt/notesSlides/notesSlide36.xml"/>
  <Override ContentType="application/vnd.openxmlformats-officedocument.presentationml.notesSlide+xml" PartName="/ppt/notesSlides/notesSlide96.xml"/>
  <Override ContentType="application/vnd.openxmlformats-officedocument.presentationml.notesSlide+xml" PartName="/ppt/notesSlides/notesSlide192.xml"/>
  <Override ContentType="application/vnd.openxmlformats-officedocument.presentationml.notesSlide+xml" PartName="/ppt/notesSlides/notesSlide19.xml"/>
  <Override ContentType="application/vnd.openxmlformats-officedocument.presentationml.notesSlide+xml" PartName="/ppt/notesSlides/notesSlide115.xml"/>
  <Override ContentType="application/vnd.openxmlformats-officedocument.presentationml.notesSlide+xml" PartName="/ppt/notesSlides/notesSlide53.xml"/>
  <Override ContentType="application/vnd.openxmlformats-officedocument.presentationml.notesSlide+xml" PartName="/ppt/notesSlides/notesSlide158.xml"/>
  <Override ContentType="application/vnd.openxmlformats-officedocument.presentationml.notesSlide+xml" PartName="/ppt/notesSlides/notesSlide175.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1.xml"/>
  <Override ContentType="application/vnd.openxmlformats-officedocument.presentationml.slide+xml" PartName="/ppt/slides/slide164.xml"/>
  <Override ContentType="application/vnd.openxmlformats-officedocument.presentationml.slide+xml" PartName="/ppt/slides/slide43.xml"/>
  <Override ContentType="application/vnd.openxmlformats-officedocument.presentationml.slide+xml" PartName="/ppt/slides/slide199.xml"/>
  <Override ContentType="application/vnd.openxmlformats-officedocument.presentationml.slide+xml" PartName="/ppt/slides/slide210.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202.xml"/>
  <Override ContentType="application/vnd.openxmlformats-officedocument.presentationml.slide+xml" PartName="/ppt/slides/slide105.xml"/>
  <Override ContentType="application/vnd.openxmlformats-officedocument.presentationml.slide+xml" PartName="/ppt/slides/slide148.xml"/>
  <Override ContentType="application/vnd.openxmlformats-officedocument.presentationml.slide+xml" PartName="/ppt/slides/slide172.xml"/>
  <Override ContentType="application/vnd.openxmlformats-officedocument.presentationml.slide+xml" PartName="/ppt/slides/slide19.xml"/>
  <Override ContentType="application/vnd.openxmlformats-officedocument.presentationml.slide+xml" PartName="/ppt/slides/slide5.xml"/>
  <Override ContentType="application/vnd.openxmlformats-officedocument.presentationml.slide+xml" PartName="/ppt/slides/slide51.xml"/>
  <Override ContentType="application/vnd.openxmlformats-officedocument.presentationml.slide+xml" PartName="/ppt/slides/slide113.xml"/>
  <Override ContentType="application/vnd.openxmlformats-officedocument.presentationml.slide+xml" PartName="/ppt/slides/slide94.xml"/>
  <Override ContentType="application/vnd.openxmlformats-officedocument.presentationml.slide+xml" PartName="/ppt/slides/slide156.xml"/>
  <Override ContentType="application/vnd.openxmlformats-officedocument.presentationml.slide+xml" PartName="/ppt/slides/slide217.xml"/>
  <Override ContentType="application/vnd.openxmlformats-officedocument.presentationml.slide+xml" PartName="/ppt/slides/slide71.xml"/>
  <Override ContentType="application/vnd.openxmlformats-officedocument.presentationml.slide+xml" PartName="/ppt/slides/slide179.xml"/>
  <Override ContentType="application/vnd.openxmlformats-officedocument.presentationml.slide+xml" PartName="/ppt/slides/slide233.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229.xml"/>
  <Override ContentType="application/vnd.openxmlformats-officedocument.presentationml.slide+xml" PartName="/ppt/slides/slide136.xml"/>
  <Override ContentType="application/vnd.openxmlformats-officedocument.presentationml.slide+xml" PartName="/ppt/slides/slide184.xml"/>
  <Override ContentType="application/vnd.openxmlformats-officedocument.presentationml.slide+xml" PartName="/ppt/slides/slide141.xml"/>
  <Override ContentType="application/vnd.openxmlformats-officedocument.presentationml.slide+xml" PartName="/ppt/slides/slide82.xml"/>
  <Override ContentType="application/vnd.openxmlformats-officedocument.presentationml.slide+xml" PartName="/ppt/slides/slide9.xml"/>
  <Override ContentType="application/vnd.openxmlformats-officedocument.presentationml.slide+xml" PartName="/ppt/slides/slide168.xml"/>
  <Override ContentType="application/vnd.openxmlformats-officedocument.presentationml.slide+xml" PartName="/ppt/slides/slide12.xml"/>
  <Override ContentType="application/vnd.openxmlformats-officedocument.presentationml.slide+xml" PartName="/ppt/slides/slide108.xml"/>
  <Override ContentType="application/vnd.openxmlformats-officedocument.presentationml.slide+xml" PartName="/ppt/slides/slide187.xml"/>
  <Override ContentType="application/vnd.openxmlformats-officedocument.presentationml.slide+xml" PartName="/ppt/slides/slide98.xml"/>
  <Override ContentType="application/vnd.openxmlformats-officedocument.presentationml.slide+xml" PartName="/ppt/slides/slide152.xml"/>
  <Override ContentType="application/vnd.openxmlformats-officedocument.presentationml.slide+xml" PartName="/ppt/slides/slide125.xml"/>
  <Override ContentType="application/vnd.openxmlformats-officedocument.presentationml.slide+xml" PartName="/ppt/slides/slide20.xml"/>
  <Override ContentType="application/vnd.openxmlformats-officedocument.presentationml.slide+xml" PartName="/ppt/slides/slide161.xml"/>
  <Override ContentType="application/vnd.openxmlformats-officedocument.presentationml.slide+xml" PartName="/ppt/slides/slide214.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206.xml"/>
  <Override ContentType="application/vnd.openxmlformats-officedocument.presentationml.slide+xml" PartName="/ppt/slides/slide55.xml"/>
  <Override ContentType="application/vnd.openxmlformats-officedocument.presentationml.slide+xml" PartName="/ppt/slides/slide195.xml"/>
  <Override ContentType="application/vnd.openxmlformats-officedocument.presentationml.slide+xml" PartName="/ppt/slides/slide59.xml"/>
  <Override ContentType="application/vnd.openxmlformats-officedocument.presentationml.slide+xml" PartName="/ppt/slides/slide89.xml"/>
  <Override ContentType="application/vnd.openxmlformats-officedocument.presentationml.slide+xml" PartName="/ppt/slides/slide129.xml"/>
  <Override ContentType="application/vnd.openxmlformats-officedocument.presentationml.slide+xml" PartName="/ppt/slides/slide63.xml"/>
  <Override ContentType="application/vnd.openxmlformats-officedocument.presentationml.slide+xml" PartName="/ppt/slides/slide159.xml"/>
  <Override ContentType="application/vnd.openxmlformats-officedocument.presentationml.slide+xml" PartName="/ppt/slides/slide101.xml"/>
  <Override ContentType="application/vnd.openxmlformats-officedocument.presentationml.slide+xml" PartName="/ppt/slides/slide116.xml"/>
  <Override ContentType="application/vnd.openxmlformats-officedocument.presentationml.slide+xml" PartName="/ppt/slides/slide144.xml"/>
  <Override ContentType="application/vnd.openxmlformats-officedocument.presentationml.slide+xml" PartName="/ppt/slides/slide133.xml"/>
  <Override ContentType="application/vnd.openxmlformats-officedocument.presentationml.slide+xml" PartName="/ppt/slides/slide9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176.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225.xml"/>
  <Override ContentType="application/vnd.openxmlformats-officedocument.presentationml.slide+xml" PartName="/ppt/slides/slide180.xml"/>
  <Override ContentType="application/vnd.openxmlformats-officedocument.presentationml.slide+xml" PartName="/ppt/slides/slide18.xml"/>
  <Override ContentType="application/vnd.openxmlformats-officedocument.presentationml.slide+xml" PartName="/ppt/slides/slide201.xml"/>
  <Override ContentType="application/vnd.openxmlformats-officedocument.presentationml.slide+xml" PartName="/ppt/slides/slide52.xml"/>
  <Override ContentType="application/vnd.openxmlformats-officedocument.presentationml.slide+xml" PartName="/ppt/slides/slide95.xml"/>
  <Override ContentType="application/vnd.openxmlformats-officedocument.presentationml.slide+xml" PartName="/ppt/slides/slide181.xml"/>
  <Override ContentType="application/vnd.openxmlformats-officedocument.presentationml.slide+xml" PartName="/ppt/slides/slide157.xml"/>
  <Override ContentType="application/vnd.openxmlformats-officedocument.presentationml.slide+xml" PartName="/ppt/slides/slide211.xml"/>
  <Override ContentType="application/vnd.openxmlformats-officedocument.presentationml.slide+xml" PartName="/ppt/slides/slide77.xml"/>
  <Override ContentType="application/vnd.openxmlformats-officedocument.presentationml.slide+xml" PartName="/ppt/slides/slide165.xml"/>
  <Override ContentType="application/vnd.openxmlformats-officedocument.presentationml.slide+xml" PartName="/ppt/slides/slide34.xml"/>
  <Override ContentType="application/vnd.openxmlformats-officedocument.presentationml.slide+xml" PartName="/ppt/slides/slide122.xml"/>
  <Override ContentType="application/vnd.openxmlformats-officedocument.presentationml.slide+xml" PartName="/ppt/slides/slide147.xml"/>
  <Override ContentType="application/vnd.openxmlformats-officedocument.presentationml.slide+xml" PartName="/ppt/slides/slide191.xml"/>
  <Override ContentType="application/vnd.openxmlformats-officedocument.presentationml.slide+xml" PartName="/ppt/slides/slide236.xml"/>
  <Override ContentType="application/vnd.openxmlformats-officedocument.presentationml.slide+xml" PartName="/ppt/slides/slide104.xml"/>
  <Override ContentType="application/vnd.openxmlformats-officedocument.presentationml.slide+xml" PartName="/ppt/slides/slide24.xml"/>
  <Override ContentType="application/vnd.openxmlformats-officedocument.presentationml.slide+xml" PartName="/ppt/slides/slide137.xml"/>
  <Override ContentType="application/vnd.openxmlformats-officedocument.presentationml.slide+xml" PartName="/ppt/slides/slide110.xml"/>
  <Override ContentType="application/vnd.openxmlformats-officedocument.presentationml.slide+xml" PartName="/ppt/slides/slide153.xml"/>
  <Override ContentType="application/vnd.openxmlformats-officedocument.presentationml.slide+xml" PartName="/ppt/slides/slide67.xml"/>
  <Override ContentType="application/vnd.openxmlformats-officedocument.presentationml.slide+xml" PartName="/ppt/slides/slide196.xml"/>
  <Override ContentType="application/vnd.openxmlformats-officedocument.presentationml.slide+xml" PartName="/ppt/slides/slide171.xml"/>
  <Override ContentType="application/vnd.openxmlformats-officedocument.presentationml.slide+xml" PartName="/ppt/slides/slide49.xml"/>
  <Override ContentType="application/vnd.openxmlformats-officedocument.presentationml.slide+xml" PartName="/ppt/slides/slide216.xml"/>
  <Override ContentType="application/vnd.openxmlformats-officedocument.presentationml.slide+xml" PartName="/ppt/slides/slide83.xml"/>
  <Override ContentType="application/vnd.openxmlformats-officedocument.presentationml.slide+xml" PartName="/ppt/slides/slide6.xml"/>
  <Override ContentType="application/vnd.openxmlformats-officedocument.presentationml.slide+xml" PartName="/ppt/slides/slide119.xml"/>
  <Override ContentType="application/vnd.openxmlformats-officedocument.presentationml.slide+xml" PartName="/ppt/slides/slide40.xml"/>
  <Override ContentType="application/vnd.openxmlformats-officedocument.presentationml.slide+xml" PartName="/ppt/slides/slide221.xml"/>
  <Override ContentType="application/vnd.openxmlformats-officedocument.presentationml.slide+xml" PartName="/ppt/slides/slide73.xml"/>
  <Override ContentType="application/vnd.openxmlformats-officedocument.presentationml.slide+xml" PartName="/ppt/slides/slide169.xml"/>
  <Override ContentType="application/vnd.openxmlformats-officedocument.presentationml.slide+xml" PartName="/ppt/slides/slide30.xml"/>
  <Override ContentType="application/vnd.openxmlformats-officedocument.presentationml.slide+xml" PartName="/ppt/slides/slide126.xml"/>
  <Override ContentType="application/vnd.openxmlformats-officedocument.presentationml.slide+xml" PartName="/ppt/slides/slide186.xml"/>
  <Override ContentType="application/vnd.openxmlformats-officedocument.presentationml.slide+xml" PartName="/ppt/slides/slide215.xml"/>
  <Override ContentType="application/vnd.openxmlformats-officedocument.presentationml.slide+xml" PartName="/ppt/slides/slide109.xml"/>
  <Override ContentType="application/vnd.openxmlformats-officedocument.presentationml.slide+xml" PartName="/ppt/slides/slide99.xml"/>
  <Override ContentType="application/vnd.openxmlformats-officedocument.presentationml.slide+xml" PartName="/ppt/slides/slide3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222.xml"/>
  <Override ContentType="application/vnd.openxmlformats-officedocument.presentationml.slide+xml" PartName="/ppt/slides/slide205.xml"/>
  <Override ContentType="application/vnd.openxmlformats-officedocument.presentationml.slide+xml" PartName="/ppt/slides/slide160.xml"/>
  <Override ContentType="application/vnd.openxmlformats-officedocument.presentationml.slide+xml" PartName="/ppt/slides/slide232.xml"/>
  <Override ContentType="application/vnd.openxmlformats-officedocument.presentationml.slide+xml" PartName="/ppt/slides/slide100.xml"/>
  <Override ContentType="application/vnd.openxmlformats-officedocument.presentationml.slide+xml" PartName="/ppt/slides/slide90.xml"/>
  <Override ContentType="application/vnd.openxmlformats-officedocument.presentationml.slide+xml" PartName="/ppt/slides/slide143.xml"/>
  <Override ContentType="application/vnd.openxmlformats-officedocument.presentationml.slide+xml" PartName="/ppt/slides/slide132.xml"/>
  <Override ContentType="application/vnd.openxmlformats-officedocument.presentationml.slide+xml" PartName="/ppt/slides/slide62.xml"/>
  <Override ContentType="application/vnd.openxmlformats-officedocument.presentationml.slide+xml" PartName="/ppt/slides/slide175.xml"/>
  <Override ContentType="application/vnd.openxmlformats-officedocument.presentationml.slide+xml" PartName="/ppt/slides/slide1.xml"/>
  <Override ContentType="application/vnd.openxmlformats-officedocument.presentationml.slide+xml" PartName="/ppt/slides/slide192.xml"/>
  <Override ContentType="application/vnd.openxmlformats-officedocument.presentationml.slide+xml" PartName="/ppt/slides/slide45.xml"/>
  <Override ContentType="application/vnd.openxmlformats-officedocument.presentationml.slide+xml" PartName="/ppt/slides/slide226.xml"/>
  <Override ContentType="application/vnd.openxmlformats-officedocument.presentationml.slide+xml" PartName="/ppt/slides/slide28.xml"/>
  <Override ContentType="application/vnd.openxmlformats-officedocument.presentationml.slide+xml" PartName="/ppt/slides/slide209.xml"/>
  <Override ContentType="application/vnd.openxmlformats-officedocument.presentationml.slide+xml" PartName="/ppt/slides/slide200.xml"/>
  <Override ContentType="application/vnd.openxmlformats-officedocument.presentationml.slide+xml" PartName="/ppt/slides/slide88.xml"/>
  <Override ContentType="application/vnd.openxmlformats-officedocument.presentationml.slide+xml" PartName="/ppt/slides/slide158.xml"/>
  <Override ContentType="application/vnd.openxmlformats-officedocument.presentationml.slide+xml" PartName="/ppt/slides/slide115.xml"/>
  <Override ContentType="application/vnd.openxmlformats-officedocument.presentationml.slide+xml" PartName="/ppt/slides/slide3.xml"/>
  <Override ContentType="application/vnd.openxmlformats-officedocument.presentationml.slide+xml" PartName="/ppt/slides/slide182.xml"/>
  <Override ContentType="application/vnd.openxmlformats-officedocument.presentationml.slide+xml" PartName="/ppt/slides/slide17.xml"/>
  <Override ContentType="application/vnd.openxmlformats-officedocument.presentationml.slide+xml" PartName="/ppt/slides/slide138.xml"/>
  <Override ContentType="application/vnd.openxmlformats-officedocument.presentationml.slide+xml" PartName="/ppt/slides/slide25.xml"/>
  <Override ContentType="application/vnd.openxmlformats-officedocument.presentationml.slide+xml" PartName="/ppt/slides/slide174.xml"/>
  <Override ContentType="application/vnd.openxmlformats-officedocument.presentationml.slide+xml" PartName="/ppt/slides/slide190.xml"/>
  <Override ContentType="application/vnd.openxmlformats-officedocument.presentationml.slide+xml" PartName="/ppt/slides/slide227.xml"/>
  <Override ContentType="application/vnd.openxmlformats-officedocument.presentationml.slide+xml" PartName="/ppt/slides/slide33.xml"/>
  <Override ContentType="application/vnd.openxmlformats-officedocument.presentationml.slide+xml" PartName="/ppt/slides/slide219.xml"/>
  <Override ContentType="application/vnd.openxmlformats-officedocument.presentationml.slide+xml" PartName="/ppt/slides/slide68.xml"/>
  <Override ContentType="application/vnd.openxmlformats-officedocument.presentationml.slide+xml" PartName="/ppt/slides/slide170.xml"/>
  <Override ContentType="application/vnd.openxmlformats-officedocument.presentationml.slide+xml" PartName="/ppt/slides/slide204.xml"/>
  <Override ContentType="application/vnd.openxmlformats-officedocument.presentationml.slide+xml" PartName="/ppt/slides/slide84.xml"/>
  <Override ContentType="application/vnd.openxmlformats-officedocument.presentationml.slide+xml" PartName="/ppt/slides/slide107.xml"/>
  <Override ContentType="application/vnd.openxmlformats-officedocument.presentationml.slide+xml" PartName="/ppt/slides/slide37.xml"/>
  <Override ContentType="application/vnd.openxmlformats-officedocument.presentationml.slide+xml" PartName="/ppt/slides/slide123.xml"/>
  <Override ContentType="application/vnd.openxmlformats-officedocument.presentationml.slide+xml" PartName="/ppt/slides/slide220.xml"/>
  <Override ContentType="application/vnd.openxmlformats-officedocument.presentationml.slide+xml" PartName="/ppt/slides/slide166.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235.xml"/>
  <Override ContentType="application/vnd.openxmlformats-officedocument.presentationml.slide+xml" PartName="/ppt/slides/slide154.xml"/>
  <Override ContentType="application/vnd.openxmlformats-officedocument.presentationml.slide+xml" PartName="/ppt/slides/slide197.xml"/>
  <Override ContentType="application/vnd.openxmlformats-officedocument.presentationml.slide+xml" PartName="/ppt/slides/slide10.xml"/>
  <Override ContentType="application/vnd.openxmlformats-officedocument.presentationml.slide+xml" PartName="/ppt/slides/slide111.xml"/>
  <Override ContentType="application/vnd.openxmlformats-officedocument.presentationml.slide+xml" PartName="/ppt/slides/slide53.xml"/>
  <Override ContentType="application/vnd.openxmlformats-officedocument.presentationml.slide+xml" PartName="/ppt/slides/slide96.xml"/>
  <Override ContentType="application/vnd.openxmlformats-officedocument.presentationml.slide+xml" PartName="/ppt/slides/slide48.xml"/>
  <Override ContentType="application/vnd.openxmlformats-officedocument.presentationml.slide+xml" PartName="/ppt/slides/slide223.xml"/>
  <Override ContentType="application/vnd.openxmlformats-officedocument.presentationml.slide+xml" PartName="/ppt/slides/slide22.xml"/>
  <Override ContentType="application/vnd.openxmlformats-officedocument.presentationml.slide+xml" PartName="/ppt/slides/slide185.xml"/>
  <Override ContentType="application/vnd.openxmlformats-officedocument.presentationml.slide+xml" PartName="/ppt/slides/slide231.xml"/>
  <Override ContentType="application/vnd.openxmlformats-officedocument.presentationml.slide+xml" PartName="/ppt/slides/slide65.xml"/>
  <Override ContentType="application/vnd.openxmlformats-officedocument.presentationml.slide+xml" PartName="/ppt/slides/slide118.xml"/>
  <Override ContentType="application/vnd.openxmlformats-officedocument.presentationml.slide+xml" PartName="/ppt/slides/slide142.xml"/>
  <Override ContentType="application/vnd.openxmlformats-officedocument.presentationml.slide+xml" PartName="/ppt/slides/slide72.xml"/>
  <Override ContentType="application/vnd.openxmlformats-officedocument.presentationml.slide+xml" PartName="/ppt/slides/slide135.xml"/>
  <Override ContentType="application/vnd.openxmlformats-officedocument.presentationml.slide+xml" PartName="/ppt/slides/slide178.xml"/>
  <Override ContentType="application/vnd.openxmlformats-officedocument.presentationml.slide+xml" PartName="/ppt/slides/slide29.xml"/>
  <Override ContentType="application/vnd.openxmlformats-officedocument.presentationml.slide+xml" PartName="/ppt/slides/slide212.xml"/>
  <Override ContentType="application/vnd.openxmlformats-officedocument.presentationml.slide+xml" PartName="/ppt/slides/slide76.xml"/>
  <Override ContentType="application/vnd.openxmlformats-officedocument.presentationml.slide+xml" PartName="/ppt/slides/slide131.xml"/>
  <Override ContentType="application/vnd.openxmlformats-officedocument.presentationml.slide+xml" PartName="/ppt/slides/slide93.xml"/>
  <Override ContentType="application/vnd.openxmlformats-officedocument.presentationml.slide+xml" PartName="/ppt/slides/slide80.xml"/>
  <Override ContentType="application/vnd.openxmlformats-officedocument.presentationml.slide+xml" PartName="/ppt/slides/slide103.xml"/>
  <Override ContentType="application/vnd.openxmlformats-officedocument.presentationml.slide+xml" PartName="/ppt/slides/slide61.xml"/>
  <Override ContentType="application/vnd.openxmlformats-officedocument.presentationml.slide+xml" PartName="/ppt/slides/slide114.xml"/>
  <Override ContentType="application/vnd.openxmlformats-officedocument.presentationml.slide+xml" PartName="/ppt/slides/slide163.xml"/>
  <Override ContentType="application/vnd.openxmlformats-officedocument.presentationml.slide+xml" PartName="/ppt/slides/slide127.xml"/>
  <Override ContentType="application/vnd.openxmlformats-officedocument.presentationml.slide+xml" PartName="/ppt/slides/slide146.xml"/>
  <Override ContentType="application/vnd.openxmlformats-officedocument.presentationml.slide+xml" PartName="/ppt/slides/slide150.xml"/>
  <Override ContentType="application/vnd.openxmlformats-officedocument.presentationml.slide+xml" PartName="/ppt/slides/slide189.xml"/>
  <Override ContentType="application/vnd.openxmlformats-officedocument.presentationml.slide+xml" PartName="/ppt/slides/slide120.xml"/>
  <Override ContentType="application/vnd.openxmlformats-officedocument.presentationml.slide+xml" PartName="/ppt/slides/slide87.xml"/>
  <Override ContentType="application/vnd.openxmlformats-officedocument.presentationml.slide+xml" PartName="/ppt/slides/slide57.xml"/>
  <Override ContentType="application/vnd.openxmlformats-officedocument.presentationml.slide+xml" PartName="/ppt/slides/slide44.xml"/>
  <Override ContentType="application/vnd.openxmlformats-officedocument.presentationml.slide+xml" PartName="/ppt/slides/slide193.xml"/>
  <Override ContentType="application/vnd.openxmlformats-officedocument.presentationml.slide+xml" PartName="/ppt/slides/slide208.xml"/>
  <Override ContentType="application/vnd.openxmlformats-officedocument.presentationml.slide+xml" PartName="/ppt/slides/slide14.xml"/>
  <Override ContentType="application/vnd.openxmlformats-officedocument.presentationml.slide+xml" PartName="/ppt/slides/slide4.xml"/>
  <Override ContentType="application/vnd.openxmlformats-officedocument.presentationml.slide+xml" PartName="/ppt/slides/slide228.xml"/>
  <Override ContentType="application/vnd.openxmlformats-officedocument.presentationml.slide+xml" PartName="/ppt/slides/slide139.xml"/>
  <Override ContentType="application/vnd.openxmlformats-officedocument.presentationml.slide+xml" PartName="/ppt/slides/slide60.xml"/>
  <Override ContentType="application/vnd.openxmlformats-officedocument.presentationml.slide+xml" PartName="/ppt/slides/slide26.xml"/>
  <Override ContentType="application/vnd.openxmlformats-officedocument.presentationml.slide+xml" PartName="/ppt/slides/slide112.xml"/>
  <Override ContentType="application/vnd.openxmlformats-officedocument.presentationml.slide+xml" PartName="/ppt/slides/slide198.xml"/>
  <Override ContentType="application/vnd.openxmlformats-officedocument.presentationml.slide+xml" PartName="/ppt/slides/slide15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42.xml"/>
  <Override ContentType="application/vnd.openxmlformats-officedocument.presentationml.slide+xml" PartName="/ppt/slides/slide50.xml"/>
  <Override ContentType="application/vnd.openxmlformats-officedocument.presentationml.slide+xml" PartName="/ppt/slides/slide218.xml"/>
  <Override ContentType="application/vnd.openxmlformats-officedocument.presentationml.slide+xml" PartName="/ppt/slides/slide130.xml"/>
  <Override ContentType="application/vnd.openxmlformats-officedocument.presentationml.slide+xml" PartName="/ppt/slides/slide173.xml"/>
  <Override ContentType="application/vnd.openxmlformats-officedocument.presentationml.slide+xml" PartName="/ppt/slides/slide16.xml"/>
  <Override ContentType="application/vnd.openxmlformats-officedocument.presentationml.slide+xml" PartName="/ppt/slides/slide97.xml"/>
  <Override ContentType="application/vnd.openxmlformats-officedocument.presentationml.slide+xml" PartName="/ppt/slides/slide140.xml"/>
  <Override ContentType="application/vnd.openxmlformats-officedocument.presentationml.slide+xml" PartName="/ppt/slides/slide11.xml"/>
  <Override ContentType="application/vnd.openxmlformats-officedocument.presentationml.slide+xml" PartName="/ppt/slides/slide183.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79.xml"/>
  <Override ContentType="application/vnd.openxmlformats-officedocument.presentationml.slide+xml" PartName="/ppt/slides/slide149.xml"/>
  <Override ContentType="application/vnd.openxmlformats-officedocument.presentationml.slide+xml" PartName="/ppt/slides/slide203.xml"/>
  <Override ContentType="application/vnd.openxmlformats-officedocument.presentationml.slide+xml" PartName="/ppt/slides/slide124.xml"/>
  <Override ContentType="application/vnd.openxmlformats-officedocument.presentationml.slide+xml" PartName="/ppt/slides/slide106.xml"/>
  <Override ContentType="application/vnd.openxmlformats-officedocument.presentationml.slide+xml" PartName="/ppt/slides/slide167.xml"/>
  <Override ContentType="application/vnd.openxmlformats-officedocument.presentationml.slide+xml" PartName="/ppt/slides/slide70.xml"/>
  <Override ContentType="application/vnd.openxmlformats-officedocument.presentationml.slide+xml" PartName="/ppt/slides/slide234.xml"/>
  <Override ContentType="application/vnd.openxmlformats-officedocument.presentationml.slide+xml" PartName="/ppt/slides/slide194.xml"/>
  <Override ContentType="application/vnd.openxmlformats-officedocument.presentationml.slide+xml" PartName="/ppt/slides/slide151.xml"/>
  <Override ContentType="application/vnd.openxmlformats-officedocument.presentationml.slide+xml" PartName="/ppt/slides/slide177.xml"/>
  <Override ContentType="application/vnd.openxmlformats-officedocument.presentationml.slide+xml" PartName="/ppt/slides/slide134.xml"/>
  <Override ContentType="application/vnd.openxmlformats-officedocument.presentationml.slide+xml" PartName="/ppt/slides/slide207.xml"/>
  <Override ContentType="application/vnd.openxmlformats-officedocument.presentationml.slide+xml" PartName="/ppt/slides/slide224.xml"/>
  <Override ContentType="application/vnd.openxmlformats-officedocument.presentationml.slide+xml" PartName="/ppt/slides/slide47.xml"/>
  <Override ContentType="application/vnd.openxmlformats-officedocument.presentationml.slide+xml" PartName="/ppt/slides/slide21.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117.xml"/>
  <Override ContentType="application/vnd.openxmlformats-officedocument.presentationml.slide+xml" PartName="/ppt/slides/slide145.xml"/>
  <Override ContentType="application/vnd.openxmlformats-officedocument.presentationml.slide+xml" PartName="/ppt/slides/slide188.xml"/>
  <Override ContentType="application/vnd.openxmlformats-officedocument.presentationml.slide+xml" PartName="/ppt/slides/slide162.xml"/>
  <Override ContentType="application/vnd.openxmlformats-officedocument.presentationml.slide+xml" PartName="/ppt/slides/slide32.xml"/>
  <Override ContentType="application/vnd.openxmlformats-officedocument.presentationml.slide+xml" PartName="/ppt/slides/slide75.xml"/>
  <Override ContentType="application/vnd.openxmlformats-officedocument.presentationml.slide+xml" PartName="/ppt/slides/slide213.xml"/>
  <Override ContentType="application/vnd.openxmlformats-officedocument.presentationml.slide+xml" PartName="/ppt/slides/slide58.xml"/>
  <Override ContentType="application/vnd.openxmlformats-officedocument.presentationml.slide+xml" PartName="/ppt/slides/slide15.xml"/>
  <Override ContentType="application/vnd.openxmlformats-officedocument.presentationml.slide+xml" PartName="/ppt/slides/slide230.xml"/>
  <Override ContentType="application/vnd.openxmlformats-officedocument.presentationml.slide+xml" PartName="/ppt/slides/slide128.xml"/>
  <Override ContentType="application/vnd.openxmlformats-officedocument.presentationml.slide+xml" PartName="/ppt/slides/slide92.xml"/>
  <Override ContentType="application/vnd.openxmlformats-officedocument.presentationml.slide+xml" PartName="/ppt/slides/slide102.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 id="352" r:id="rId102"/>
    <p:sldId id="353" r:id="rId103"/>
    <p:sldId id="354" r:id="rId104"/>
    <p:sldId id="355" r:id="rId105"/>
    <p:sldId id="356" r:id="rId106"/>
    <p:sldId id="357" r:id="rId107"/>
    <p:sldId id="358" r:id="rId108"/>
    <p:sldId id="359" r:id="rId109"/>
    <p:sldId id="360" r:id="rId110"/>
    <p:sldId id="361" r:id="rId111"/>
    <p:sldId id="362" r:id="rId112"/>
    <p:sldId id="363" r:id="rId113"/>
    <p:sldId id="364" r:id="rId114"/>
    <p:sldId id="365" r:id="rId115"/>
    <p:sldId id="366" r:id="rId116"/>
    <p:sldId id="367" r:id="rId117"/>
    <p:sldId id="368" r:id="rId118"/>
    <p:sldId id="369" r:id="rId119"/>
    <p:sldId id="370" r:id="rId120"/>
    <p:sldId id="371" r:id="rId121"/>
    <p:sldId id="372" r:id="rId122"/>
    <p:sldId id="373" r:id="rId123"/>
    <p:sldId id="374" r:id="rId124"/>
    <p:sldId id="375" r:id="rId125"/>
    <p:sldId id="376" r:id="rId126"/>
    <p:sldId id="377" r:id="rId127"/>
    <p:sldId id="378" r:id="rId128"/>
    <p:sldId id="379" r:id="rId129"/>
    <p:sldId id="380" r:id="rId130"/>
    <p:sldId id="381" r:id="rId131"/>
    <p:sldId id="382" r:id="rId132"/>
    <p:sldId id="383" r:id="rId133"/>
    <p:sldId id="384" r:id="rId134"/>
    <p:sldId id="385" r:id="rId135"/>
    <p:sldId id="386" r:id="rId136"/>
    <p:sldId id="387" r:id="rId137"/>
    <p:sldId id="388" r:id="rId138"/>
    <p:sldId id="389" r:id="rId139"/>
    <p:sldId id="390" r:id="rId140"/>
    <p:sldId id="391" r:id="rId141"/>
    <p:sldId id="392" r:id="rId142"/>
    <p:sldId id="393" r:id="rId143"/>
    <p:sldId id="394" r:id="rId144"/>
    <p:sldId id="395" r:id="rId145"/>
    <p:sldId id="396" r:id="rId146"/>
    <p:sldId id="397" r:id="rId147"/>
    <p:sldId id="398" r:id="rId148"/>
    <p:sldId id="399" r:id="rId149"/>
    <p:sldId id="400" r:id="rId150"/>
    <p:sldId id="401" r:id="rId151"/>
    <p:sldId id="402" r:id="rId152"/>
    <p:sldId id="403" r:id="rId153"/>
    <p:sldId id="404" r:id="rId154"/>
    <p:sldId id="405" r:id="rId155"/>
    <p:sldId id="406" r:id="rId156"/>
    <p:sldId id="407" r:id="rId157"/>
    <p:sldId id="408" r:id="rId158"/>
    <p:sldId id="409" r:id="rId159"/>
    <p:sldId id="410" r:id="rId160"/>
    <p:sldId id="411" r:id="rId161"/>
    <p:sldId id="412" r:id="rId162"/>
    <p:sldId id="413" r:id="rId163"/>
    <p:sldId id="414" r:id="rId164"/>
    <p:sldId id="415" r:id="rId165"/>
    <p:sldId id="416" r:id="rId166"/>
    <p:sldId id="417" r:id="rId167"/>
    <p:sldId id="418" r:id="rId168"/>
    <p:sldId id="419" r:id="rId169"/>
    <p:sldId id="420" r:id="rId170"/>
    <p:sldId id="421" r:id="rId171"/>
    <p:sldId id="422" r:id="rId172"/>
    <p:sldId id="423" r:id="rId173"/>
    <p:sldId id="424" r:id="rId174"/>
    <p:sldId id="425" r:id="rId175"/>
    <p:sldId id="426" r:id="rId176"/>
    <p:sldId id="427" r:id="rId177"/>
    <p:sldId id="428" r:id="rId178"/>
    <p:sldId id="429" r:id="rId179"/>
    <p:sldId id="430" r:id="rId180"/>
    <p:sldId id="431" r:id="rId181"/>
    <p:sldId id="432" r:id="rId182"/>
    <p:sldId id="433" r:id="rId183"/>
    <p:sldId id="434" r:id="rId184"/>
    <p:sldId id="435" r:id="rId185"/>
    <p:sldId id="436" r:id="rId186"/>
    <p:sldId id="437" r:id="rId187"/>
    <p:sldId id="438" r:id="rId188"/>
    <p:sldId id="439" r:id="rId189"/>
    <p:sldId id="440" r:id="rId190"/>
    <p:sldId id="441" r:id="rId191"/>
    <p:sldId id="442" r:id="rId192"/>
    <p:sldId id="443" r:id="rId193"/>
    <p:sldId id="444" r:id="rId194"/>
    <p:sldId id="445" r:id="rId195"/>
    <p:sldId id="446" r:id="rId196"/>
    <p:sldId id="447" r:id="rId197"/>
    <p:sldId id="448" r:id="rId198"/>
    <p:sldId id="449" r:id="rId199"/>
    <p:sldId id="450" r:id="rId200"/>
    <p:sldId id="451" r:id="rId201"/>
    <p:sldId id="452" r:id="rId202"/>
    <p:sldId id="453" r:id="rId203"/>
    <p:sldId id="454" r:id="rId204"/>
    <p:sldId id="455" r:id="rId205"/>
    <p:sldId id="456" r:id="rId206"/>
    <p:sldId id="457" r:id="rId207"/>
    <p:sldId id="458" r:id="rId208"/>
    <p:sldId id="459" r:id="rId209"/>
    <p:sldId id="460" r:id="rId210"/>
    <p:sldId id="461" r:id="rId211"/>
    <p:sldId id="462" r:id="rId212"/>
    <p:sldId id="463" r:id="rId213"/>
    <p:sldId id="464" r:id="rId214"/>
    <p:sldId id="465" r:id="rId215"/>
    <p:sldId id="466" r:id="rId216"/>
    <p:sldId id="467" r:id="rId217"/>
    <p:sldId id="468" r:id="rId218"/>
    <p:sldId id="469" r:id="rId219"/>
    <p:sldId id="470" r:id="rId220"/>
    <p:sldId id="471" r:id="rId221"/>
    <p:sldId id="472" r:id="rId222"/>
    <p:sldId id="473" r:id="rId223"/>
    <p:sldId id="474" r:id="rId224"/>
    <p:sldId id="475" r:id="rId225"/>
    <p:sldId id="476" r:id="rId226"/>
    <p:sldId id="477" r:id="rId227"/>
    <p:sldId id="478" r:id="rId228"/>
    <p:sldId id="479" r:id="rId229"/>
    <p:sldId id="480" r:id="rId230"/>
    <p:sldId id="481" r:id="rId231"/>
    <p:sldId id="482" r:id="rId232"/>
    <p:sldId id="483" r:id="rId233"/>
    <p:sldId id="484" r:id="rId234"/>
    <p:sldId id="485" r:id="rId235"/>
    <p:sldId id="486" r:id="rId236"/>
    <p:sldId id="487" r:id="rId237"/>
    <p:sldId id="488" r:id="rId238"/>
    <p:sldId id="489" r:id="rId239"/>
    <p:sldId id="490" r:id="rId240"/>
    <p:sldId id="491" r:id="rId241"/>
  </p:sldIdLst>
  <p:sldSz cy="51435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42" roundtripDataSignature="AMtx7mgmPWd2BDzKjWABmZ8GxEj3Oj9Ju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190" Type="http://schemas.openxmlformats.org/officeDocument/2006/relationships/slide" Target="slides/slide18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194" Type="http://schemas.openxmlformats.org/officeDocument/2006/relationships/slide" Target="slides/slide189.xml"/><Relationship Id="rId43" Type="http://schemas.openxmlformats.org/officeDocument/2006/relationships/slide" Target="slides/slide38.xml"/><Relationship Id="rId193" Type="http://schemas.openxmlformats.org/officeDocument/2006/relationships/slide" Target="slides/slide188.xml"/><Relationship Id="rId46" Type="http://schemas.openxmlformats.org/officeDocument/2006/relationships/slide" Target="slides/slide41.xml"/><Relationship Id="rId192" Type="http://schemas.openxmlformats.org/officeDocument/2006/relationships/slide" Target="slides/slide187.xml"/><Relationship Id="rId45" Type="http://schemas.openxmlformats.org/officeDocument/2006/relationships/slide" Target="slides/slide40.xml"/><Relationship Id="rId191" Type="http://schemas.openxmlformats.org/officeDocument/2006/relationships/slide" Target="slides/slide186.xml"/><Relationship Id="rId48" Type="http://schemas.openxmlformats.org/officeDocument/2006/relationships/slide" Target="slides/slide43.xml"/><Relationship Id="rId187" Type="http://schemas.openxmlformats.org/officeDocument/2006/relationships/slide" Target="slides/slide182.xml"/><Relationship Id="rId47" Type="http://schemas.openxmlformats.org/officeDocument/2006/relationships/slide" Target="slides/slide42.xml"/><Relationship Id="rId186" Type="http://schemas.openxmlformats.org/officeDocument/2006/relationships/slide" Target="slides/slide181.xml"/><Relationship Id="rId185" Type="http://schemas.openxmlformats.org/officeDocument/2006/relationships/slide" Target="slides/slide180.xml"/><Relationship Id="rId49" Type="http://schemas.openxmlformats.org/officeDocument/2006/relationships/slide" Target="slides/slide44.xml"/><Relationship Id="rId184" Type="http://schemas.openxmlformats.org/officeDocument/2006/relationships/slide" Target="slides/slide179.xml"/><Relationship Id="rId189" Type="http://schemas.openxmlformats.org/officeDocument/2006/relationships/slide" Target="slides/slide184.xml"/><Relationship Id="rId188" Type="http://schemas.openxmlformats.org/officeDocument/2006/relationships/slide" Target="slides/slide18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183" Type="http://schemas.openxmlformats.org/officeDocument/2006/relationships/slide" Target="slides/slide178.xml"/><Relationship Id="rId32" Type="http://schemas.openxmlformats.org/officeDocument/2006/relationships/slide" Target="slides/slide27.xml"/><Relationship Id="rId182" Type="http://schemas.openxmlformats.org/officeDocument/2006/relationships/slide" Target="slides/slide177.xml"/><Relationship Id="rId35" Type="http://schemas.openxmlformats.org/officeDocument/2006/relationships/slide" Target="slides/slide30.xml"/><Relationship Id="rId181" Type="http://schemas.openxmlformats.org/officeDocument/2006/relationships/slide" Target="slides/slide176.xml"/><Relationship Id="rId34" Type="http://schemas.openxmlformats.org/officeDocument/2006/relationships/slide" Target="slides/slide29.xml"/><Relationship Id="rId180" Type="http://schemas.openxmlformats.org/officeDocument/2006/relationships/slide" Target="slides/slide175.xml"/><Relationship Id="rId37" Type="http://schemas.openxmlformats.org/officeDocument/2006/relationships/slide" Target="slides/slide32.xml"/><Relationship Id="rId176" Type="http://schemas.openxmlformats.org/officeDocument/2006/relationships/slide" Target="slides/slide171.xml"/><Relationship Id="rId36" Type="http://schemas.openxmlformats.org/officeDocument/2006/relationships/slide" Target="slides/slide31.xml"/><Relationship Id="rId175" Type="http://schemas.openxmlformats.org/officeDocument/2006/relationships/slide" Target="slides/slide170.xml"/><Relationship Id="rId39" Type="http://schemas.openxmlformats.org/officeDocument/2006/relationships/slide" Target="slides/slide34.xml"/><Relationship Id="rId174" Type="http://schemas.openxmlformats.org/officeDocument/2006/relationships/slide" Target="slides/slide169.xml"/><Relationship Id="rId38" Type="http://schemas.openxmlformats.org/officeDocument/2006/relationships/slide" Target="slides/slide33.xml"/><Relationship Id="rId173" Type="http://schemas.openxmlformats.org/officeDocument/2006/relationships/slide" Target="slides/slide168.xml"/><Relationship Id="rId179" Type="http://schemas.openxmlformats.org/officeDocument/2006/relationships/slide" Target="slides/slide174.xml"/><Relationship Id="rId178" Type="http://schemas.openxmlformats.org/officeDocument/2006/relationships/slide" Target="slides/slide173.xml"/><Relationship Id="rId177" Type="http://schemas.openxmlformats.org/officeDocument/2006/relationships/slide" Target="slides/slide172.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98" Type="http://schemas.openxmlformats.org/officeDocument/2006/relationships/slide" Target="slides/slide193.xml"/><Relationship Id="rId14" Type="http://schemas.openxmlformats.org/officeDocument/2006/relationships/slide" Target="slides/slide9.xml"/><Relationship Id="rId197" Type="http://schemas.openxmlformats.org/officeDocument/2006/relationships/slide" Target="slides/slide192.xml"/><Relationship Id="rId17" Type="http://schemas.openxmlformats.org/officeDocument/2006/relationships/slide" Target="slides/slide12.xml"/><Relationship Id="rId196" Type="http://schemas.openxmlformats.org/officeDocument/2006/relationships/slide" Target="slides/slide191.xml"/><Relationship Id="rId16" Type="http://schemas.openxmlformats.org/officeDocument/2006/relationships/slide" Target="slides/slide11.xml"/><Relationship Id="rId195" Type="http://schemas.openxmlformats.org/officeDocument/2006/relationships/slide" Target="slides/slide190.xml"/><Relationship Id="rId19" Type="http://schemas.openxmlformats.org/officeDocument/2006/relationships/slide" Target="slides/slide14.xml"/><Relationship Id="rId18" Type="http://schemas.openxmlformats.org/officeDocument/2006/relationships/slide" Target="slides/slide13.xml"/><Relationship Id="rId199" Type="http://schemas.openxmlformats.org/officeDocument/2006/relationships/slide" Target="slides/slide194.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150" Type="http://schemas.openxmlformats.org/officeDocument/2006/relationships/slide" Target="slides/slide145.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149" Type="http://schemas.openxmlformats.org/officeDocument/2006/relationships/slide" Target="slides/slide144.xml"/><Relationship Id="rId4" Type="http://schemas.openxmlformats.org/officeDocument/2006/relationships/slideMaster" Target="slideMasters/slideMaster1.xml"/><Relationship Id="rId148" Type="http://schemas.openxmlformats.org/officeDocument/2006/relationships/slide" Target="slides/slide143.xml"/><Relationship Id="rId9" Type="http://schemas.openxmlformats.org/officeDocument/2006/relationships/slide" Target="slides/slide4.xml"/><Relationship Id="rId143" Type="http://schemas.openxmlformats.org/officeDocument/2006/relationships/slide" Target="slides/slide138.xml"/><Relationship Id="rId142" Type="http://schemas.openxmlformats.org/officeDocument/2006/relationships/slide" Target="slides/slide137.xml"/><Relationship Id="rId141" Type="http://schemas.openxmlformats.org/officeDocument/2006/relationships/slide" Target="slides/slide136.xml"/><Relationship Id="rId140" Type="http://schemas.openxmlformats.org/officeDocument/2006/relationships/slide" Target="slides/slide135.xml"/><Relationship Id="rId5" Type="http://schemas.openxmlformats.org/officeDocument/2006/relationships/notesMaster" Target="notesMasters/notesMaster1.xml"/><Relationship Id="rId147" Type="http://schemas.openxmlformats.org/officeDocument/2006/relationships/slide" Target="slides/slide142.xml"/><Relationship Id="rId6" Type="http://schemas.openxmlformats.org/officeDocument/2006/relationships/slide" Target="slides/slide1.xml"/><Relationship Id="rId146" Type="http://schemas.openxmlformats.org/officeDocument/2006/relationships/slide" Target="slides/slide141.xml"/><Relationship Id="rId7" Type="http://schemas.openxmlformats.org/officeDocument/2006/relationships/slide" Target="slides/slide2.xml"/><Relationship Id="rId145" Type="http://schemas.openxmlformats.org/officeDocument/2006/relationships/slide" Target="slides/slide140.xml"/><Relationship Id="rId8" Type="http://schemas.openxmlformats.org/officeDocument/2006/relationships/slide" Target="slides/slide3.xml"/><Relationship Id="rId144" Type="http://schemas.openxmlformats.org/officeDocument/2006/relationships/slide" Target="slides/slide139.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139" Type="http://schemas.openxmlformats.org/officeDocument/2006/relationships/slide" Target="slides/slide134.xml"/><Relationship Id="rId138" Type="http://schemas.openxmlformats.org/officeDocument/2006/relationships/slide" Target="slides/slide133.xml"/><Relationship Id="rId137" Type="http://schemas.openxmlformats.org/officeDocument/2006/relationships/slide" Target="slides/slide132.xml"/><Relationship Id="rId132" Type="http://schemas.openxmlformats.org/officeDocument/2006/relationships/slide" Target="slides/slide127.xml"/><Relationship Id="rId131" Type="http://schemas.openxmlformats.org/officeDocument/2006/relationships/slide" Target="slides/slide126.xml"/><Relationship Id="rId130" Type="http://schemas.openxmlformats.org/officeDocument/2006/relationships/slide" Target="slides/slide125.xml"/><Relationship Id="rId136" Type="http://schemas.openxmlformats.org/officeDocument/2006/relationships/slide" Target="slides/slide131.xml"/><Relationship Id="rId135" Type="http://schemas.openxmlformats.org/officeDocument/2006/relationships/slide" Target="slides/slide130.xml"/><Relationship Id="rId134" Type="http://schemas.openxmlformats.org/officeDocument/2006/relationships/slide" Target="slides/slide129.xml"/><Relationship Id="rId133" Type="http://schemas.openxmlformats.org/officeDocument/2006/relationships/slide" Target="slides/slide128.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172" Type="http://schemas.openxmlformats.org/officeDocument/2006/relationships/slide" Target="slides/slide167.xml"/><Relationship Id="rId65" Type="http://schemas.openxmlformats.org/officeDocument/2006/relationships/slide" Target="slides/slide60.xml"/><Relationship Id="rId171" Type="http://schemas.openxmlformats.org/officeDocument/2006/relationships/slide" Target="slides/slide166.xml"/><Relationship Id="rId68" Type="http://schemas.openxmlformats.org/officeDocument/2006/relationships/slide" Target="slides/slide63.xml"/><Relationship Id="rId170" Type="http://schemas.openxmlformats.org/officeDocument/2006/relationships/slide" Target="slides/slide165.xml"/><Relationship Id="rId67" Type="http://schemas.openxmlformats.org/officeDocument/2006/relationships/slide" Target="slides/slide62.xml"/><Relationship Id="rId60" Type="http://schemas.openxmlformats.org/officeDocument/2006/relationships/slide" Target="slides/slide55.xml"/><Relationship Id="rId165" Type="http://schemas.openxmlformats.org/officeDocument/2006/relationships/slide" Target="slides/slide160.xml"/><Relationship Id="rId69" Type="http://schemas.openxmlformats.org/officeDocument/2006/relationships/slide" Target="slides/slide64.xml"/><Relationship Id="rId164" Type="http://schemas.openxmlformats.org/officeDocument/2006/relationships/slide" Target="slides/slide159.xml"/><Relationship Id="rId163" Type="http://schemas.openxmlformats.org/officeDocument/2006/relationships/slide" Target="slides/slide158.xml"/><Relationship Id="rId162" Type="http://schemas.openxmlformats.org/officeDocument/2006/relationships/slide" Target="slides/slide157.xml"/><Relationship Id="rId169" Type="http://schemas.openxmlformats.org/officeDocument/2006/relationships/slide" Target="slides/slide164.xml"/><Relationship Id="rId168" Type="http://schemas.openxmlformats.org/officeDocument/2006/relationships/slide" Target="slides/slide163.xml"/><Relationship Id="rId167" Type="http://schemas.openxmlformats.org/officeDocument/2006/relationships/slide" Target="slides/slide162.xml"/><Relationship Id="rId166" Type="http://schemas.openxmlformats.org/officeDocument/2006/relationships/slide" Target="slides/slide161.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161" Type="http://schemas.openxmlformats.org/officeDocument/2006/relationships/slide" Target="slides/slide156.xml"/><Relationship Id="rId54" Type="http://schemas.openxmlformats.org/officeDocument/2006/relationships/slide" Target="slides/slide49.xml"/><Relationship Id="rId160" Type="http://schemas.openxmlformats.org/officeDocument/2006/relationships/slide" Target="slides/slide155.xml"/><Relationship Id="rId57" Type="http://schemas.openxmlformats.org/officeDocument/2006/relationships/slide" Target="slides/slide52.xml"/><Relationship Id="rId56" Type="http://schemas.openxmlformats.org/officeDocument/2006/relationships/slide" Target="slides/slide51.xml"/><Relationship Id="rId159" Type="http://schemas.openxmlformats.org/officeDocument/2006/relationships/slide" Target="slides/slide154.xml"/><Relationship Id="rId59" Type="http://schemas.openxmlformats.org/officeDocument/2006/relationships/slide" Target="slides/slide54.xml"/><Relationship Id="rId154" Type="http://schemas.openxmlformats.org/officeDocument/2006/relationships/slide" Target="slides/slide149.xml"/><Relationship Id="rId58" Type="http://schemas.openxmlformats.org/officeDocument/2006/relationships/slide" Target="slides/slide53.xml"/><Relationship Id="rId153" Type="http://schemas.openxmlformats.org/officeDocument/2006/relationships/slide" Target="slides/slide148.xml"/><Relationship Id="rId152" Type="http://schemas.openxmlformats.org/officeDocument/2006/relationships/slide" Target="slides/slide147.xml"/><Relationship Id="rId151" Type="http://schemas.openxmlformats.org/officeDocument/2006/relationships/slide" Target="slides/slide146.xml"/><Relationship Id="rId158" Type="http://schemas.openxmlformats.org/officeDocument/2006/relationships/slide" Target="slides/slide153.xml"/><Relationship Id="rId157" Type="http://schemas.openxmlformats.org/officeDocument/2006/relationships/slide" Target="slides/slide152.xml"/><Relationship Id="rId156" Type="http://schemas.openxmlformats.org/officeDocument/2006/relationships/slide" Target="slides/slide151.xml"/><Relationship Id="rId155" Type="http://schemas.openxmlformats.org/officeDocument/2006/relationships/slide" Target="slides/slide150.xml"/><Relationship Id="rId107" Type="http://schemas.openxmlformats.org/officeDocument/2006/relationships/slide" Target="slides/slide102.xml"/><Relationship Id="rId228" Type="http://schemas.openxmlformats.org/officeDocument/2006/relationships/slide" Target="slides/slide223.xml"/><Relationship Id="rId106" Type="http://schemas.openxmlformats.org/officeDocument/2006/relationships/slide" Target="slides/slide101.xml"/><Relationship Id="rId227" Type="http://schemas.openxmlformats.org/officeDocument/2006/relationships/slide" Target="slides/slide222.xml"/><Relationship Id="rId105" Type="http://schemas.openxmlformats.org/officeDocument/2006/relationships/slide" Target="slides/slide100.xml"/><Relationship Id="rId226" Type="http://schemas.openxmlformats.org/officeDocument/2006/relationships/slide" Target="slides/slide221.xml"/><Relationship Id="rId104" Type="http://schemas.openxmlformats.org/officeDocument/2006/relationships/slide" Target="slides/slide99.xml"/><Relationship Id="rId225" Type="http://schemas.openxmlformats.org/officeDocument/2006/relationships/slide" Target="slides/slide220.xml"/><Relationship Id="rId109" Type="http://schemas.openxmlformats.org/officeDocument/2006/relationships/slide" Target="slides/slide104.xml"/><Relationship Id="rId108" Type="http://schemas.openxmlformats.org/officeDocument/2006/relationships/slide" Target="slides/slide103.xml"/><Relationship Id="rId229" Type="http://schemas.openxmlformats.org/officeDocument/2006/relationships/slide" Target="slides/slide224.xml"/><Relationship Id="rId220" Type="http://schemas.openxmlformats.org/officeDocument/2006/relationships/slide" Target="slides/slide215.xml"/><Relationship Id="rId103" Type="http://schemas.openxmlformats.org/officeDocument/2006/relationships/slide" Target="slides/slide98.xml"/><Relationship Id="rId224" Type="http://schemas.openxmlformats.org/officeDocument/2006/relationships/slide" Target="slides/slide219.xml"/><Relationship Id="rId102" Type="http://schemas.openxmlformats.org/officeDocument/2006/relationships/slide" Target="slides/slide97.xml"/><Relationship Id="rId223" Type="http://schemas.openxmlformats.org/officeDocument/2006/relationships/slide" Target="slides/slide218.xml"/><Relationship Id="rId101" Type="http://schemas.openxmlformats.org/officeDocument/2006/relationships/slide" Target="slides/slide96.xml"/><Relationship Id="rId222" Type="http://schemas.openxmlformats.org/officeDocument/2006/relationships/slide" Target="slides/slide217.xml"/><Relationship Id="rId100" Type="http://schemas.openxmlformats.org/officeDocument/2006/relationships/slide" Target="slides/slide95.xml"/><Relationship Id="rId221" Type="http://schemas.openxmlformats.org/officeDocument/2006/relationships/slide" Target="slides/slide216.xml"/><Relationship Id="rId217" Type="http://schemas.openxmlformats.org/officeDocument/2006/relationships/slide" Target="slides/slide212.xml"/><Relationship Id="rId216" Type="http://schemas.openxmlformats.org/officeDocument/2006/relationships/slide" Target="slides/slide211.xml"/><Relationship Id="rId215" Type="http://schemas.openxmlformats.org/officeDocument/2006/relationships/slide" Target="slides/slide210.xml"/><Relationship Id="rId214" Type="http://schemas.openxmlformats.org/officeDocument/2006/relationships/slide" Target="slides/slide209.xml"/><Relationship Id="rId219" Type="http://schemas.openxmlformats.org/officeDocument/2006/relationships/slide" Target="slides/slide214.xml"/><Relationship Id="rId218" Type="http://schemas.openxmlformats.org/officeDocument/2006/relationships/slide" Target="slides/slide213.xml"/><Relationship Id="rId213" Type="http://schemas.openxmlformats.org/officeDocument/2006/relationships/slide" Target="slides/slide208.xml"/><Relationship Id="rId212" Type="http://schemas.openxmlformats.org/officeDocument/2006/relationships/slide" Target="slides/slide207.xml"/><Relationship Id="rId211" Type="http://schemas.openxmlformats.org/officeDocument/2006/relationships/slide" Target="slides/slide206.xml"/><Relationship Id="rId210" Type="http://schemas.openxmlformats.org/officeDocument/2006/relationships/slide" Target="slides/slide205.xml"/><Relationship Id="rId129" Type="http://schemas.openxmlformats.org/officeDocument/2006/relationships/slide" Target="slides/slide124.xml"/><Relationship Id="rId128" Type="http://schemas.openxmlformats.org/officeDocument/2006/relationships/slide" Target="slides/slide123.xml"/><Relationship Id="rId127" Type="http://schemas.openxmlformats.org/officeDocument/2006/relationships/slide" Target="slides/slide122.xml"/><Relationship Id="rId126" Type="http://schemas.openxmlformats.org/officeDocument/2006/relationships/slide" Target="slides/slide121.xml"/><Relationship Id="rId121" Type="http://schemas.openxmlformats.org/officeDocument/2006/relationships/slide" Target="slides/slide116.xml"/><Relationship Id="rId242" Type="http://customschemas.google.com/relationships/presentationmetadata" Target="metadata"/><Relationship Id="rId120" Type="http://schemas.openxmlformats.org/officeDocument/2006/relationships/slide" Target="slides/slide115.xml"/><Relationship Id="rId241" Type="http://schemas.openxmlformats.org/officeDocument/2006/relationships/slide" Target="slides/slide236.xml"/><Relationship Id="rId240" Type="http://schemas.openxmlformats.org/officeDocument/2006/relationships/slide" Target="slides/slide235.xml"/><Relationship Id="rId125" Type="http://schemas.openxmlformats.org/officeDocument/2006/relationships/slide" Target="slides/slide120.xml"/><Relationship Id="rId124" Type="http://schemas.openxmlformats.org/officeDocument/2006/relationships/slide" Target="slides/slide119.xml"/><Relationship Id="rId123" Type="http://schemas.openxmlformats.org/officeDocument/2006/relationships/slide" Target="slides/slide118.xml"/><Relationship Id="rId122" Type="http://schemas.openxmlformats.org/officeDocument/2006/relationships/slide" Target="slides/slide117.xml"/><Relationship Id="rId95" Type="http://schemas.openxmlformats.org/officeDocument/2006/relationships/slide" Target="slides/slide90.xml"/><Relationship Id="rId94" Type="http://schemas.openxmlformats.org/officeDocument/2006/relationships/slide" Target="slides/slide89.xml"/><Relationship Id="rId97" Type="http://schemas.openxmlformats.org/officeDocument/2006/relationships/slide" Target="slides/slide92.xml"/><Relationship Id="rId96" Type="http://schemas.openxmlformats.org/officeDocument/2006/relationships/slide" Target="slides/slide91.xml"/><Relationship Id="rId99" Type="http://schemas.openxmlformats.org/officeDocument/2006/relationships/slide" Target="slides/slide94.xml"/><Relationship Id="rId98" Type="http://schemas.openxmlformats.org/officeDocument/2006/relationships/slide" Target="slides/slide93.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slide" Target="slides/slide88.xml"/><Relationship Id="rId92" Type="http://schemas.openxmlformats.org/officeDocument/2006/relationships/slide" Target="slides/slide87.xml"/><Relationship Id="rId118" Type="http://schemas.openxmlformats.org/officeDocument/2006/relationships/slide" Target="slides/slide113.xml"/><Relationship Id="rId239" Type="http://schemas.openxmlformats.org/officeDocument/2006/relationships/slide" Target="slides/slide234.xml"/><Relationship Id="rId117" Type="http://schemas.openxmlformats.org/officeDocument/2006/relationships/slide" Target="slides/slide112.xml"/><Relationship Id="rId238" Type="http://schemas.openxmlformats.org/officeDocument/2006/relationships/slide" Target="slides/slide233.xml"/><Relationship Id="rId116" Type="http://schemas.openxmlformats.org/officeDocument/2006/relationships/slide" Target="slides/slide111.xml"/><Relationship Id="rId237" Type="http://schemas.openxmlformats.org/officeDocument/2006/relationships/slide" Target="slides/slide232.xml"/><Relationship Id="rId115" Type="http://schemas.openxmlformats.org/officeDocument/2006/relationships/slide" Target="slides/slide110.xml"/><Relationship Id="rId236" Type="http://schemas.openxmlformats.org/officeDocument/2006/relationships/slide" Target="slides/slide231.xml"/><Relationship Id="rId119" Type="http://schemas.openxmlformats.org/officeDocument/2006/relationships/slide" Target="slides/slide114.xml"/><Relationship Id="rId110" Type="http://schemas.openxmlformats.org/officeDocument/2006/relationships/slide" Target="slides/slide105.xml"/><Relationship Id="rId231" Type="http://schemas.openxmlformats.org/officeDocument/2006/relationships/slide" Target="slides/slide226.xml"/><Relationship Id="rId230" Type="http://schemas.openxmlformats.org/officeDocument/2006/relationships/slide" Target="slides/slide225.xml"/><Relationship Id="rId114" Type="http://schemas.openxmlformats.org/officeDocument/2006/relationships/slide" Target="slides/slide109.xml"/><Relationship Id="rId235" Type="http://schemas.openxmlformats.org/officeDocument/2006/relationships/slide" Target="slides/slide230.xml"/><Relationship Id="rId113" Type="http://schemas.openxmlformats.org/officeDocument/2006/relationships/slide" Target="slides/slide108.xml"/><Relationship Id="rId234" Type="http://schemas.openxmlformats.org/officeDocument/2006/relationships/slide" Target="slides/slide229.xml"/><Relationship Id="rId112" Type="http://schemas.openxmlformats.org/officeDocument/2006/relationships/slide" Target="slides/slide107.xml"/><Relationship Id="rId233" Type="http://schemas.openxmlformats.org/officeDocument/2006/relationships/slide" Target="slides/slide228.xml"/><Relationship Id="rId111" Type="http://schemas.openxmlformats.org/officeDocument/2006/relationships/slide" Target="slides/slide106.xml"/><Relationship Id="rId232" Type="http://schemas.openxmlformats.org/officeDocument/2006/relationships/slide" Target="slides/slide227.xml"/><Relationship Id="rId206" Type="http://schemas.openxmlformats.org/officeDocument/2006/relationships/slide" Target="slides/slide201.xml"/><Relationship Id="rId205" Type="http://schemas.openxmlformats.org/officeDocument/2006/relationships/slide" Target="slides/slide200.xml"/><Relationship Id="rId204" Type="http://schemas.openxmlformats.org/officeDocument/2006/relationships/slide" Target="slides/slide199.xml"/><Relationship Id="rId203" Type="http://schemas.openxmlformats.org/officeDocument/2006/relationships/slide" Target="slides/slide198.xml"/><Relationship Id="rId209" Type="http://schemas.openxmlformats.org/officeDocument/2006/relationships/slide" Target="slides/slide204.xml"/><Relationship Id="rId208" Type="http://schemas.openxmlformats.org/officeDocument/2006/relationships/slide" Target="slides/slide203.xml"/><Relationship Id="rId207" Type="http://schemas.openxmlformats.org/officeDocument/2006/relationships/slide" Target="slides/slide202.xml"/><Relationship Id="rId202" Type="http://schemas.openxmlformats.org/officeDocument/2006/relationships/slide" Target="slides/slide197.xml"/><Relationship Id="rId201" Type="http://schemas.openxmlformats.org/officeDocument/2006/relationships/slide" Target="slides/slide196.xml"/><Relationship Id="rId200" Type="http://schemas.openxmlformats.org/officeDocument/2006/relationships/slide" Target="slides/slide1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962400" cy="3429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5179484" y="0"/>
            <a:ext cx="3962400" cy="342900"/>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6513910"/>
            <a:ext cx="3962400" cy="3429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aa6357486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 name="Google Shape;86;g3baa6357486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 name="Google Shape;91;p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 name="Google Shape;96;p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 name="Google Shape;101;p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 name="Google Shape;106;p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 name="Google Shape;111;p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 name="Google Shape;116;p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 name="Google Shape;121;p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 name="Google Shape;126;p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1" name="Google Shape;131;p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6" name="Google Shape;136;p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1" name="Google Shape;141;p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g3d573131aa0_0_1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g3d573131aa0_0_17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1" name="Google Shape;151;p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6" name="Google Shape;156;p1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1" name="Google Shape;161;p1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6" name="Google Shape;166;p1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1" name="Google Shape;171;p1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6" name="Google Shape;176;p2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1" name="Google Shape;181;p2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6" name="Google Shape;186;p2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1" name="Google Shape;191;p2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96" name="Google Shape;196;p2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1" name="Google Shape;201;p2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06" name="Google Shape;206;p2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2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1" name="Google Shape;211;p2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6" name="Google Shape;216;p2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1" name="Google Shape;221;p2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6" name="Google Shape;226;p3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1" name="Google Shape;231;p3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6" name="Google Shape;236;p3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1" name="Google Shape;241;p3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3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6" name="Google Shape;246;p3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1" name="Google Shape;251;p3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56" name="Google Shape;256;p3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1" name="Google Shape;261;p3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66" name="Google Shape;266;p3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3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1" name="Google Shape;271;p3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6" name="Google Shape;276;p4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1" name="Google Shape;281;p4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6" name="Google Shape;286;p4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4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1" name="Google Shape;291;p4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96" name="Google Shape;296;p4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1" name="Google Shape;301;p4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4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06" name="Google Shape;306;p4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4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1" name="Google Shape;311;p4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16" name="Google Shape;316;p4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1" name="Google Shape;321;p4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26" name="Google Shape;326;p5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5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1" name="Google Shape;331;p5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36" name="Google Shape;336;p5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5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1" name="Google Shape;341;p5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5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6" name="Google Shape;346;p5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1" name="Google Shape;351;p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p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56" name="Google Shape;356;p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p5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1" name="Google Shape;361;p5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5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66" name="Google Shape;366;p5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1" name="Google Shape;371;p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p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76" name="Google Shape;376;p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p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1" name="Google Shape;381;p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86" name="Google Shape;386;p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1" name="Google Shape;391;p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96" name="Google Shape;396;p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1" name="Google Shape;401;p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6" name="Google Shape;406;p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p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1" name="Google Shape;411;p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p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16" name="Google Shape;416;p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1" name="Google Shape;421;p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26" name="Google Shape;426;p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1" name="Google Shape;431;p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p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36" name="Google Shape;436;p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1" name="Google Shape;441;p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46" name="Google Shape;446;p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1" name="Google Shape;451;p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p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56" name="Google Shape;456;p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1" name="Google Shape;461;p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66" name="Google Shape;466;p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7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1" name="Google Shape;471;p7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8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76" name="Google Shape;476;p8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1" name="Google Shape;481;p8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8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86" name="Google Shape;486;p8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8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1" name="Google Shape;491;p8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p8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96" name="Google Shape;496;p8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8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1" name="Google Shape;501;p8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8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06" name="Google Shape;506;p8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8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1" name="Google Shape;511;p8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8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16" name="Google Shape;516;p8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9" name="Shape 519"/>
        <p:cNvGrpSpPr/>
        <p:nvPr/>
      </p:nvGrpSpPr>
      <p:grpSpPr>
        <a:xfrm>
          <a:off x="0" y="0"/>
          <a:ext cx="0" cy="0"/>
          <a:chOff x="0" y="0"/>
          <a:chExt cx="0" cy="0"/>
        </a:xfrm>
      </p:grpSpPr>
      <p:sp>
        <p:nvSpPr>
          <p:cNvPr id="520" name="Google Shape;520;p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1" name="Google Shape;521;p8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26" name="Google Shape;526;p9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9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1" name="Google Shape;531;p9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p9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36" name="Google Shape;536;p9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p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1" name="Google Shape;541;p9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9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46" name="Google Shape;546;p9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1" name="Google Shape;551;p9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9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56" name="Google Shape;556;p9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p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1" name="Google Shape;561;p9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p9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66" name="Google Shape;566;p9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9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1" name="Google Shape;571;p9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p1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76" name="Google Shape;576;p10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1" name="Google Shape;581;p1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4" name="Shape 584"/>
        <p:cNvGrpSpPr/>
        <p:nvPr/>
      </p:nvGrpSpPr>
      <p:grpSpPr>
        <a:xfrm>
          <a:off x="0" y="0"/>
          <a:ext cx="0" cy="0"/>
          <a:chOff x="0" y="0"/>
          <a:chExt cx="0" cy="0"/>
        </a:xfrm>
      </p:grpSpPr>
      <p:sp>
        <p:nvSpPr>
          <p:cNvPr id="585" name="Google Shape;585;p1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86" name="Google Shape;586;p1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1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1" name="Google Shape;591;p1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p1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596" name="Google Shape;596;p1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9" name="Shape 599"/>
        <p:cNvGrpSpPr/>
        <p:nvPr/>
      </p:nvGrpSpPr>
      <p:grpSpPr>
        <a:xfrm>
          <a:off x="0" y="0"/>
          <a:ext cx="0" cy="0"/>
          <a:chOff x="0" y="0"/>
          <a:chExt cx="0" cy="0"/>
        </a:xfrm>
      </p:grpSpPr>
      <p:sp>
        <p:nvSpPr>
          <p:cNvPr id="600" name="Google Shape;600;p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1" name="Google Shape;601;p10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p10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06" name="Google Shape;606;p10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p1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1" name="Google Shape;611;p1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1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6" name="Google Shape;616;p1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1" name="Google Shape;621;p10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p1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26" name="Google Shape;626;p11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9" name="Shape 629"/>
        <p:cNvGrpSpPr/>
        <p:nvPr/>
      </p:nvGrpSpPr>
      <p:grpSpPr>
        <a:xfrm>
          <a:off x="0" y="0"/>
          <a:ext cx="0" cy="0"/>
          <a:chOff x="0" y="0"/>
          <a:chExt cx="0" cy="0"/>
        </a:xfrm>
      </p:grpSpPr>
      <p:sp>
        <p:nvSpPr>
          <p:cNvPr id="630" name="Google Shape;630;p1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1" name="Google Shape;631;p11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36" name="Google Shape;636;p11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1" name="Google Shape;641;p11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3d573131aa0_0_14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46" name="Google Shape;646;g3d573131aa0_0_14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9" name="Shape 649"/>
        <p:cNvGrpSpPr/>
        <p:nvPr/>
      </p:nvGrpSpPr>
      <p:grpSpPr>
        <a:xfrm>
          <a:off x="0" y="0"/>
          <a:ext cx="0" cy="0"/>
          <a:chOff x="0" y="0"/>
          <a:chExt cx="0" cy="0"/>
        </a:xfrm>
      </p:grpSpPr>
      <p:sp>
        <p:nvSpPr>
          <p:cNvPr id="650" name="Google Shape;650;g3b26357b4a1_0_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1" name="Google Shape;651;g3b26357b4a1_0_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g3b26357b4a1_0_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56" name="Google Shape;656;g3b26357b4a1_0_5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b5c728cec8_0_1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1" name="Google Shape;661;g3b5c728cec8_0_1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bbbf7d17f7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66" name="Google Shape;666;g3bbbf7d17f7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bbbf7d17f7_0_1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1" name="Google Shape;671;g3bbbf7d17f7_0_1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4" name="Shape 674"/>
        <p:cNvGrpSpPr/>
        <p:nvPr/>
      </p:nvGrpSpPr>
      <p:grpSpPr>
        <a:xfrm>
          <a:off x="0" y="0"/>
          <a:ext cx="0" cy="0"/>
          <a:chOff x="0" y="0"/>
          <a:chExt cx="0" cy="0"/>
        </a:xfrm>
      </p:grpSpPr>
      <p:sp>
        <p:nvSpPr>
          <p:cNvPr id="675" name="Google Shape;675;g3be9254b0cc_0_3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76" name="Google Shape;676;g3be9254b0cc_0_3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9" name="Shape 679"/>
        <p:cNvGrpSpPr/>
        <p:nvPr/>
      </p:nvGrpSpPr>
      <p:grpSpPr>
        <a:xfrm>
          <a:off x="0" y="0"/>
          <a:ext cx="0" cy="0"/>
          <a:chOff x="0" y="0"/>
          <a:chExt cx="0" cy="0"/>
        </a:xfrm>
      </p:grpSpPr>
      <p:sp>
        <p:nvSpPr>
          <p:cNvPr id="680" name="Google Shape;680;g3be9254b0cc_0_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1" name="Google Shape;681;g3be9254b0cc_0_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de4329e4d7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86" name="Google Shape;686;g3de4329e4d7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9" name="Shape 689"/>
        <p:cNvGrpSpPr/>
        <p:nvPr/>
      </p:nvGrpSpPr>
      <p:grpSpPr>
        <a:xfrm>
          <a:off x="0" y="0"/>
          <a:ext cx="0" cy="0"/>
          <a:chOff x="0" y="0"/>
          <a:chExt cx="0" cy="0"/>
        </a:xfrm>
      </p:grpSpPr>
      <p:sp>
        <p:nvSpPr>
          <p:cNvPr id="690" name="Google Shape;690;g3d573131aa0_0_1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1" name="Google Shape;691;g3d573131aa0_0_1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4" name="Shape 694"/>
        <p:cNvGrpSpPr/>
        <p:nvPr/>
      </p:nvGrpSpPr>
      <p:grpSpPr>
        <a:xfrm>
          <a:off x="0" y="0"/>
          <a:ext cx="0" cy="0"/>
          <a:chOff x="0" y="0"/>
          <a:chExt cx="0" cy="0"/>
        </a:xfrm>
      </p:grpSpPr>
      <p:sp>
        <p:nvSpPr>
          <p:cNvPr id="695" name="Google Shape;695;g3d48ab63a6f_0_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96" name="Google Shape;696;g3d48ab63a6f_0_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g3d48ab63a6f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1" name="Google Shape;701;g3d48ab63a6f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4" name="Shape 704"/>
        <p:cNvGrpSpPr/>
        <p:nvPr/>
      </p:nvGrpSpPr>
      <p:grpSpPr>
        <a:xfrm>
          <a:off x="0" y="0"/>
          <a:ext cx="0" cy="0"/>
          <a:chOff x="0" y="0"/>
          <a:chExt cx="0" cy="0"/>
        </a:xfrm>
      </p:grpSpPr>
      <p:sp>
        <p:nvSpPr>
          <p:cNvPr id="705" name="Google Shape;705;g3d48ab63a6f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06" name="Google Shape;706;g3d48ab63a6f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9" name="Shape 709"/>
        <p:cNvGrpSpPr/>
        <p:nvPr/>
      </p:nvGrpSpPr>
      <p:grpSpPr>
        <a:xfrm>
          <a:off x="0" y="0"/>
          <a:ext cx="0" cy="0"/>
          <a:chOff x="0" y="0"/>
          <a:chExt cx="0" cy="0"/>
        </a:xfrm>
      </p:grpSpPr>
      <p:sp>
        <p:nvSpPr>
          <p:cNvPr id="710" name="Google Shape;710;g3d48ab63a6f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1" name="Google Shape;711;g3d48ab63a6f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4" name="Shape 714"/>
        <p:cNvGrpSpPr/>
        <p:nvPr/>
      </p:nvGrpSpPr>
      <p:grpSpPr>
        <a:xfrm>
          <a:off x="0" y="0"/>
          <a:ext cx="0" cy="0"/>
          <a:chOff x="0" y="0"/>
          <a:chExt cx="0" cy="0"/>
        </a:xfrm>
      </p:grpSpPr>
      <p:sp>
        <p:nvSpPr>
          <p:cNvPr id="715" name="Google Shape;715;g3d48ab63a6f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16" name="Google Shape;716;g3d48ab63a6f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9" name="Shape 719"/>
        <p:cNvGrpSpPr/>
        <p:nvPr/>
      </p:nvGrpSpPr>
      <p:grpSpPr>
        <a:xfrm>
          <a:off x="0" y="0"/>
          <a:ext cx="0" cy="0"/>
          <a:chOff x="0" y="0"/>
          <a:chExt cx="0" cy="0"/>
        </a:xfrm>
      </p:grpSpPr>
      <p:sp>
        <p:nvSpPr>
          <p:cNvPr id="720" name="Google Shape;720;g3d48ab63a6f_0_14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1" name="Google Shape;721;g3d48ab63a6f_0_14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d573131aa0_0_1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26" name="Google Shape;726;g3d573131aa0_0_1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3ab13fdb44f_0_29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31" name="Google Shape;731;g3ab13fdb44f_0_29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ab13fdb44f_0_2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37" name="Google Shape;737;g3ab13fdb44f_0_2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38" name="Google Shape;738;g3ab13fdb44f_0_29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1" name="Shape 741"/>
        <p:cNvGrpSpPr/>
        <p:nvPr/>
      </p:nvGrpSpPr>
      <p:grpSpPr>
        <a:xfrm>
          <a:off x="0" y="0"/>
          <a:ext cx="0" cy="0"/>
          <a:chOff x="0" y="0"/>
          <a:chExt cx="0" cy="0"/>
        </a:xfrm>
      </p:grpSpPr>
      <p:sp>
        <p:nvSpPr>
          <p:cNvPr id="742" name="Google Shape;742;g3ab13fdb44f_0_30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3" name="Google Shape;743;g3ab13fdb44f_0_30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228600" lvl="0" marL="228600" rtl="0" algn="l">
              <a:lnSpc>
                <a:spcPct val="100000"/>
              </a:lnSpc>
              <a:spcBef>
                <a:spcPts val="0"/>
              </a:spcBef>
              <a:spcAft>
                <a:spcPts val="0"/>
              </a:spcAft>
              <a:buClr>
                <a:srgbClr val="FF0000"/>
              </a:buClr>
              <a:buSzPts val="1200"/>
              <a:buFont typeface="Arial"/>
              <a:buAutoNum type="arabicPeriod"/>
            </a:pPr>
            <a:r>
              <a:rPr b="0" i="0" lang="en-US">
                <a:solidFill>
                  <a:srgbClr val="FF0000"/>
                </a:solidFill>
                <a:latin typeface="Arial"/>
                <a:ea typeface="Arial"/>
                <a:cs typeface="Arial"/>
                <a:sym typeface="Arial"/>
              </a:rPr>
              <a:t>Khi Chúa đem những người Si-on bị bắt trở về, chúng tôi như người đang mơ, bấy giờ miệng chúng tôi vui cười, lưỡi chúng tôi thốt lên bao lời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ĐK: Chúa đã đối xử nhân từ với chúng con, nên chúng con mừng vui bao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2. Và bấy giờ thiên hạ nhỏ to nói với nhau rằng: Chúa thương đối xử khoan dung. Chúa đã xử rất ư nhân từ, nên chúng tôi xiết bao vui mừng hân hoan.  </a:t>
            </a:r>
            <a:endParaRPr b="0" i="0">
              <a:solidFill>
                <a:srgbClr val="FF0000"/>
              </a:solidFill>
              <a:latin typeface="Arial"/>
              <a:ea typeface="Arial"/>
              <a:cs typeface="Arial"/>
              <a:sym typeface="Arial"/>
            </a:endParaRPr>
          </a:p>
          <a:p>
            <a:pPr indent="0" lvl="0" marL="0" rtl="0" algn="l">
              <a:lnSpc>
                <a:spcPct val="100000"/>
              </a:lnSpc>
              <a:spcBef>
                <a:spcPts val="0"/>
              </a:spcBef>
              <a:spcAft>
                <a:spcPts val="0"/>
              </a:spcAft>
              <a:buClr>
                <a:srgbClr val="FF0000"/>
              </a:buClr>
              <a:buSzPts val="1200"/>
              <a:buFont typeface="Arial"/>
              <a:buNone/>
            </a:pPr>
            <a:r>
              <a:rPr b="0" i="0" lang="en-US">
                <a:solidFill>
                  <a:srgbClr val="FF0000"/>
                </a:solidFill>
                <a:latin typeface="Arial"/>
                <a:ea typeface="Arial"/>
                <a:cs typeface="Arial"/>
                <a:sym typeface="Arial"/>
              </a:rPr>
              <a:t>3. Lạy Chúa thương biến đổi phận con như suối phương Nam. Ai gieo trong lệ đau thương, sẽ được gặt hái trong vui mừng, những khúc ca biến tan trong niềm hân hoan.</a:t>
            </a:r>
            <a:endParaRPr/>
          </a:p>
        </p:txBody>
      </p:sp>
      <p:sp>
        <p:nvSpPr>
          <p:cNvPr id="744" name="Google Shape;744;g3ab13fdb44f_0_30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ab13fdb44f_0_3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9" name="Google Shape;749;g3ab13fdb44f_0_3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0" name="Google Shape;750;g3ab13fdb44f_0_30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g3ab13fdb44f_0_31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5" name="Google Shape;755;g3ab13fdb44f_0_31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56" name="Google Shape;756;g3ab13fdb44f_0_31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g3ab13fdb44f_0_3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1" name="Google Shape;761;g3ab13fdb44f_0_3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2" name="Google Shape;762;g3ab13fdb44f_0_31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3ab13fdb44f_0_3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7" name="Google Shape;767;g3ab13fdb44f_0_3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68" name="Google Shape;768;g3ab13fdb44f_0_32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1" name="Shape 771"/>
        <p:cNvGrpSpPr/>
        <p:nvPr/>
      </p:nvGrpSpPr>
      <p:grpSpPr>
        <a:xfrm>
          <a:off x="0" y="0"/>
          <a:ext cx="0" cy="0"/>
          <a:chOff x="0" y="0"/>
          <a:chExt cx="0" cy="0"/>
        </a:xfrm>
      </p:grpSpPr>
      <p:sp>
        <p:nvSpPr>
          <p:cNvPr id="772" name="Google Shape;772;g3ab13fdb44f_0_3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3" name="Google Shape;773;g3ab13fdb44f_0_3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74" name="Google Shape;774;g3ab13fdb44f_0_32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ab13fdb44f_0_33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9" name="Google Shape;779;g3ab13fdb44f_0_33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0" name="Google Shape;780;g3ab13fdb44f_0_33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g3ab13fdb44f_0_3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5" name="Google Shape;785;g3ab13fdb44f_0_3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86" name="Google Shape;786;g3ab13fdb44f_0_33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9" name="Shape 789"/>
        <p:cNvGrpSpPr/>
        <p:nvPr/>
      </p:nvGrpSpPr>
      <p:grpSpPr>
        <a:xfrm>
          <a:off x="0" y="0"/>
          <a:ext cx="0" cy="0"/>
          <a:chOff x="0" y="0"/>
          <a:chExt cx="0" cy="0"/>
        </a:xfrm>
      </p:grpSpPr>
      <p:sp>
        <p:nvSpPr>
          <p:cNvPr id="790" name="Google Shape;790;g3ab13fdb44f_0_34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1" name="Google Shape;791;g3ab13fdb44f_0_34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2" name="Google Shape;792;g3ab13fdb44f_0_34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3ab13fdb44f_0_3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7" name="Google Shape;797;g3ab13fdb44f_0_3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798" name="Google Shape;798;g3ab13fdb44f_0_34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1" name="Shape 801"/>
        <p:cNvGrpSpPr/>
        <p:nvPr/>
      </p:nvGrpSpPr>
      <p:grpSpPr>
        <a:xfrm>
          <a:off x="0" y="0"/>
          <a:ext cx="0" cy="0"/>
          <a:chOff x="0" y="0"/>
          <a:chExt cx="0" cy="0"/>
        </a:xfrm>
      </p:grpSpPr>
      <p:sp>
        <p:nvSpPr>
          <p:cNvPr id="802" name="Google Shape;802;g3ab13fdb44f_0_35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3" name="Google Shape;803;g3ab13fdb44f_0_35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04" name="Google Shape;804;g3ab13fdb44f_0_350: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3ab13fdb44f_0_35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9" name="Google Shape;809;g3ab13fdb44f_0_3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152400" lvl="0" marL="228600" rtl="0" algn="l">
              <a:lnSpc>
                <a:spcPct val="100000"/>
              </a:lnSpc>
              <a:spcBef>
                <a:spcPts val="0"/>
              </a:spcBef>
              <a:spcAft>
                <a:spcPts val="0"/>
              </a:spcAft>
              <a:buClr>
                <a:schemeClr val="dk1"/>
              </a:buClr>
              <a:buSzPts val="1200"/>
              <a:buFont typeface="Calibri"/>
              <a:buNone/>
            </a:pPr>
            <a:r>
              <a:t/>
            </a:r>
            <a:endParaRPr/>
          </a:p>
        </p:txBody>
      </p:sp>
      <p:sp>
        <p:nvSpPr>
          <p:cNvPr id="810" name="Google Shape;810;g3ab13fdb44f_0_355: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3" name="Shape 813"/>
        <p:cNvGrpSpPr/>
        <p:nvPr/>
      </p:nvGrpSpPr>
      <p:grpSpPr>
        <a:xfrm>
          <a:off x="0" y="0"/>
          <a:ext cx="0" cy="0"/>
          <a:chOff x="0" y="0"/>
          <a:chExt cx="0" cy="0"/>
        </a:xfrm>
      </p:grpSpPr>
      <p:sp>
        <p:nvSpPr>
          <p:cNvPr id="814" name="Google Shape;814;g3d573131aa0_0_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15" name="Google Shape;815;g3d573131aa0_0_1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8" name="Shape 818"/>
        <p:cNvGrpSpPr/>
        <p:nvPr/>
      </p:nvGrpSpPr>
      <p:grpSpPr>
        <a:xfrm>
          <a:off x="0" y="0"/>
          <a:ext cx="0" cy="0"/>
          <a:chOff x="0" y="0"/>
          <a:chExt cx="0" cy="0"/>
        </a:xfrm>
      </p:grpSpPr>
      <p:sp>
        <p:nvSpPr>
          <p:cNvPr id="819" name="Google Shape;819;g3d48ab63a6f_0_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0" name="Google Shape;820;g3d48ab63a6f_0_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a42a8b53c1_2_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26" name="Google Shape;826;g3a42a8b53c1_2_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9" name="Shape 829"/>
        <p:cNvGrpSpPr/>
        <p:nvPr/>
      </p:nvGrpSpPr>
      <p:grpSpPr>
        <a:xfrm>
          <a:off x="0" y="0"/>
          <a:ext cx="0" cy="0"/>
          <a:chOff x="0" y="0"/>
          <a:chExt cx="0" cy="0"/>
        </a:xfrm>
      </p:grpSpPr>
      <p:sp>
        <p:nvSpPr>
          <p:cNvPr id="830" name="Google Shape;830;g3dd33158570_0_5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1" name="Google Shape;831;g3dd33158570_0_50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dd33158570_0_51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6" name="Google Shape;836;g3dd33158570_0_51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g3de4329e4d7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1" name="Google Shape;841;g3de4329e4d7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4" name="Shape 844"/>
        <p:cNvGrpSpPr/>
        <p:nvPr/>
      </p:nvGrpSpPr>
      <p:grpSpPr>
        <a:xfrm>
          <a:off x="0" y="0"/>
          <a:ext cx="0" cy="0"/>
          <a:chOff x="0" y="0"/>
          <a:chExt cx="0" cy="0"/>
        </a:xfrm>
      </p:grpSpPr>
      <p:sp>
        <p:nvSpPr>
          <p:cNvPr id="845" name="Google Shape;845;g3dd33158570_0_51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46" name="Google Shape;846;g3dd33158570_0_51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dd33158570_0_51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1" name="Google Shape;851;g3dd33158570_0_51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4" name="Shape 854"/>
        <p:cNvGrpSpPr/>
        <p:nvPr/>
      </p:nvGrpSpPr>
      <p:grpSpPr>
        <a:xfrm>
          <a:off x="0" y="0"/>
          <a:ext cx="0" cy="0"/>
          <a:chOff x="0" y="0"/>
          <a:chExt cx="0" cy="0"/>
        </a:xfrm>
      </p:grpSpPr>
      <p:sp>
        <p:nvSpPr>
          <p:cNvPr id="855" name="Google Shape;855;g3dd33158570_0_52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6" name="Google Shape;856;g3dd33158570_0_52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g3de4329e4d7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1" name="Google Shape;861;g3de4329e4d7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de4329e4d7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66" name="Google Shape;866;g3de4329e4d7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9" name="Shape 869"/>
        <p:cNvGrpSpPr/>
        <p:nvPr/>
      </p:nvGrpSpPr>
      <p:grpSpPr>
        <a:xfrm>
          <a:off x="0" y="0"/>
          <a:ext cx="0" cy="0"/>
          <a:chOff x="0" y="0"/>
          <a:chExt cx="0" cy="0"/>
        </a:xfrm>
      </p:grpSpPr>
      <p:sp>
        <p:nvSpPr>
          <p:cNvPr id="870" name="Google Shape;870;g3dd33158570_0_53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1" name="Google Shape;871;g3dd33158570_0_53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4" name="Shape 874"/>
        <p:cNvGrpSpPr/>
        <p:nvPr/>
      </p:nvGrpSpPr>
      <p:grpSpPr>
        <a:xfrm>
          <a:off x="0" y="0"/>
          <a:ext cx="0" cy="0"/>
          <a:chOff x="0" y="0"/>
          <a:chExt cx="0" cy="0"/>
        </a:xfrm>
      </p:grpSpPr>
      <p:sp>
        <p:nvSpPr>
          <p:cNvPr id="875" name="Google Shape;875;g3dd33158570_0_53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6" name="Google Shape;876;g3dd33158570_0_53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9" name="Shape 879"/>
        <p:cNvGrpSpPr/>
        <p:nvPr/>
      </p:nvGrpSpPr>
      <p:grpSpPr>
        <a:xfrm>
          <a:off x="0" y="0"/>
          <a:ext cx="0" cy="0"/>
          <a:chOff x="0" y="0"/>
          <a:chExt cx="0" cy="0"/>
        </a:xfrm>
      </p:grpSpPr>
      <p:sp>
        <p:nvSpPr>
          <p:cNvPr id="880" name="Google Shape;880;g3de4329e4d7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1" name="Google Shape;881;g3de4329e4d7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d48ab63a6f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86" name="Google Shape;886;g3d48ab63a6f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9" name="Shape 889"/>
        <p:cNvGrpSpPr/>
        <p:nvPr/>
      </p:nvGrpSpPr>
      <p:grpSpPr>
        <a:xfrm>
          <a:off x="0" y="0"/>
          <a:ext cx="0" cy="0"/>
          <a:chOff x="0" y="0"/>
          <a:chExt cx="0" cy="0"/>
        </a:xfrm>
      </p:grpSpPr>
      <p:sp>
        <p:nvSpPr>
          <p:cNvPr id="890" name="Google Shape;890;p15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1" name="Google Shape;891;p15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p15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7" name="Google Shape;897;p1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8" name="Google Shape;898;p156:notes"/>
          <p:cNvSpPr txBox="1"/>
          <p:nvPr>
            <p:ph idx="12" type="sldNum"/>
          </p:nvPr>
        </p:nvSpPr>
        <p:spPr>
          <a:xfrm>
            <a:off x="5179484" y="6513910"/>
            <a:ext cx="3962400" cy="3429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b224b7d20a_0_9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4" name="Google Shape;904;g3b224b7d20a_0_9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7" name="Shape 907"/>
        <p:cNvGrpSpPr/>
        <p:nvPr/>
      </p:nvGrpSpPr>
      <p:grpSpPr>
        <a:xfrm>
          <a:off x="0" y="0"/>
          <a:ext cx="0" cy="0"/>
          <a:chOff x="0" y="0"/>
          <a:chExt cx="0" cy="0"/>
        </a:xfrm>
      </p:grpSpPr>
      <p:sp>
        <p:nvSpPr>
          <p:cNvPr id="908" name="Google Shape;908;g3baa6357486_0_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09" name="Google Shape;909;g3baa6357486_0_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2" name="Shape 912"/>
        <p:cNvGrpSpPr/>
        <p:nvPr/>
      </p:nvGrpSpPr>
      <p:grpSpPr>
        <a:xfrm>
          <a:off x="0" y="0"/>
          <a:ext cx="0" cy="0"/>
          <a:chOff x="0" y="0"/>
          <a:chExt cx="0" cy="0"/>
        </a:xfrm>
      </p:grpSpPr>
      <p:sp>
        <p:nvSpPr>
          <p:cNvPr id="913" name="Google Shape;913;g3d573131aa0_0_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4" name="Google Shape;914;g3d573131aa0_0_1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7" name="Shape 917"/>
        <p:cNvGrpSpPr/>
        <p:nvPr/>
      </p:nvGrpSpPr>
      <p:grpSpPr>
        <a:xfrm>
          <a:off x="0" y="0"/>
          <a:ext cx="0" cy="0"/>
          <a:chOff x="0" y="0"/>
          <a:chExt cx="0" cy="0"/>
        </a:xfrm>
      </p:grpSpPr>
      <p:sp>
        <p:nvSpPr>
          <p:cNvPr id="918" name="Google Shape;918;p15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9" name="Google Shape;919;p15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3" name="Shape 923"/>
        <p:cNvGrpSpPr/>
        <p:nvPr/>
      </p:nvGrpSpPr>
      <p:grpSpPr>
        <a:xfrm>
          <a:off x="0" y="0"/>
          <a:ext cx="0" cy="0"/>
          <a:chOff x="0" y="0"/>
          <a:chExt cx="0" cy="0"/>
        </a:xfrm>
      </p:grpSpPr>
      <p:sp>
        <p:nvSpPr>
          <p:cNvPr id="924" name="Google Shape;924;p1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25" name="Google Shape;925;p16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p16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p16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p16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5" name="Google Shape;935;p16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8" name="Shape 938"/>
        <p:cNvGrpSpPr/>
        <p:nvPr/>
      </p:nvGrpSpPr>
      <p:grpSpPr>
        <a:xfrm>
          <a:off x="0" y="0"/>
          <a:ext cx="0" cy="0"/>
          <a:chOff x="0" y="0"/>
          <a:chExt cx="0" cy="0"/>
        </a:xfrm>
      </p:grpSpPr>
      <p:sp>
        <p:nvSpPr>
          <p:cNvPr id="939" name="Google Shape;939;p16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0" name="Google Shape;940;p16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3" name="Shape 943"/>
        <p:cNvGrpSpPr/>
        <p:nvPr/>
      </p:nvGrpSpPr>
      <p:grpSpPr>
        <a:xfrm>
          <a:off x="0" y="0"/>
          <a:ext cx="0" cy="0"/>
          <a:chOff x="0" y="0"/>
          <a:chExt cx="0" cy="0"/>
        </a:xfrm>
      </p:grpSpPr>
      <p:sp>
        <p:nvSpPr>
          <p:cNvPr id="944" name="Google Shape;944;p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45" name="Google Shape;945;p16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8" name="Shape 948"/>
        <p:cNvGrpSpPr/>
        <p:nvPr/>
      </p:nvGrpSpPr>
      <p:grpSpPr>
        <a:xfrm>
          <a:off x="0" y="0"/>
          <a:ext cx="0" cy="0"/>
          <a:chOff x="0" y="0"/>
          <a:chExt cx="0" cy="0"/>
        </a:xfrm>
      </p:grpSpPr>
      <p:sp>
        <p:nvSpPr>
          <p:cNvPr id="949" name="Google Shape;949;p16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0" name="Google Shape;950;p16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3" name="Shape 953"/>
        <p:cNvGrpSpPr/>
        <p:nvPr/>
      </p:nvGrpSpPr>
      <p:grpSpPr>
        <a:xfrm>
          <a:off x="0" y="0"/>
          <a:ext cx="0" cy="0"/>
          <a:chOff x="0" y="0"/>
          <a:chExt cx="0" cy="0"/>
        </a:xfrm>
      </p:grpSpPr>
      <p:sp>
        <p:nvSpPr>
          <p:cNvPr id="954" name="Google Shape;954;p1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55" name="Google Shape;955;p16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8" name="Shape 958"/>
        <p:cNvGrpSpPr/>
        <p:nvPr/>
      </p:nvGrpSpPr>
      <p:grpSpPr>
        <a:xfrm>
          <a:off x="0" y="0"/>
          <a:ext cx="0" cy="0"/>
          <a:chOff x="0" y="0"/>
          <a:chExt cx="0" cy="0"/>
        </a:xfrm>
      </p:grpSpPr>
      <p:sp>
        <p:nvSpPr>
          <p:cNvPr id="959" name="Google Shape;959;p16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0" name="Google Shape;960;p16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3" name="Shape 963"/>
        <p:cNvGrpSpPr/>
        <p:nvPr/>
      </p:nvGrpSpPr>
      <p:grpSpPr>
        <a:xfrm>
          <a:off x="0" y="0"/>
          <a:ext cx="0" cy="0"/>
          <a:chOff x="0" y="0"/>
          <a:chExt cx="0" cy="0"/>
        </a:xfrm>
      </p:grpSpPr>
      <p:sp>
        <p:nvSpPr>
          <p:cNvPr id="964" name="Google Shape;964;p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65" name="Google Shape;965;p16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8" name="Shape 968"/>
        <p:cNvGrpSpPr/>
        <p:nvPr/>
      </p:nvGrpSpPr>
      <p:grpSpPr>
        <a:xfrm>
          <a:off x="0" y="0"/>
          <a:ext cx="0" cy="0"/>
          <a:chOff x="0" y="0"/>
          <a:chExt cx="0" cy="0"/>
        </a:xfrm>
      </p:grpSpPr>
      <p:sp>
        <p:nvSpPr>
          <p:cNvPr id="969" name="Google Shape;969;p16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0" name="Google Shape;970;p169: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1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5" name="Google Shape;975;p170: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8" name="Shape 978"/>
        <p:cNvGrpSpPr/>
        <p:nvPr/>
      </p:nvGrpSpPr>
      <p:grpSpPr>
        <a:xfrm>
          <a:off x="0" y="0"/>
          <a:ext cx="0" cy="0"/>
          <a:chOff x="0" y="0"/>
          <a:chExt cx="0" cy="0"/>
        </a:xfrm>
      </p:grpSpPr>
      <p:sp>
        <p:nvSpPr>
          <p:cNvPr id="979" name="Google Shape;979;p17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0" name="Google Shape;980;p17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85" name="Google Shape;985;p1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p17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0" name="Google Shape;990;p17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3" name="Shape 993"/>
        <p:cNvGrpSpPr/>
        <p:nvPr/>
      </p:nvGrpSpPr>
      <p:grpSpPr>
        <a:xfrm>
          <a:off x="0" y="0"/>
          <a:ext cx="0" cy="0"/>
          <a:chOff x="0" y="0"/>
          <a:chExt cx="0" cy="0"/>
        </a:xfrm>
      </p:grpSpPr>
      <p:sp>
        <p:nvSpPr>
          <p:cNvPr id="994" name="Google Shape;994;p1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95" name="Google Shape;995;p17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8" name="Shape 998"/>
        <p:cNvGrpSpPr/>
        <p:nvPr/>
      </p:nvGrpSpPr>
      <p:grpSpPr>
        <a:xfrm>
          <a:off x="0" y="0"/>
          <a:ext cx="0" cy="0"/>
          <a:chOff x="0" y="0"/>
          <a:chExt cx="0" cy="0"/>
        </a:xfrm>
      </p:grpSpPr>
      <p:sp>
        <p:nvSpPr>
          <p:cNvPr id="999" name="Google Shape;999;p17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0" name="Google Shape;1000;p175: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3" name="Shape 1003"/>
        <p:cNvGrpSpPr/>
        <p:nvPr/>
      </p:nvGrpSpPr>
      <p:grpSpPr>
        <a:xfrm>
          <a:off x="0" y="0"/>
          <a:ext cx="0" cy="0"/>
          <a:chOff x="0" y="0"/>
          <a:chExt cx="0" cy="0"/>
        </a:xfrm>
      </p:grpSpPr>
      <p:sp>
        <p:nvSpPr>
          <p:cNvPr id="1004" name="Google Shape;1004;p17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05" name="Google Shape;1005;p176: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p17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0" name="Google Shape;1010;p17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3" name="Shape 1013"/>
        <p:cNvGrpSpPr/>
        <p:nvPr/>
      </p:nvGrpSpPr>
      <p:grpSpPr>
        <a:xfrm>
          <a:off x="0" y="0"/>
          <a:ext cx="0" cy="0"/>
          <a:chOff x="0" y="0"/>
          <a:chExt cx="0" cy="0"/>
        </a:xfrm>
      </p:grpSpPr>
      <p:sp>
        <p:nvSpPr>
          <p:cNvPr id="1014" name="Google Shape;1014;p17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15" name="Google Shape;1015;p17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8" name="Shape 1018"/>
        <p:cNvGrpSpPr/>
        <p:nvPr/>
      </p:nvGrpSpPr>
      <p:grpSpPr>
        <a:xfrm>
          <a:off x="0" y="0"/>
          <a:ext cx="0" cy="0"/>
          <a:chOff x="0" y="0"/>
          <a:chExt cx="0" cy="0"/>
        </a:xfrm>
      </p:grpSpPr>
      <p:sp>
        <p:nvSpPr>
          <p:cNvPr id="1019" name="Google Shape;1019;g3d573131aa0_0_1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0" name="Google Shape;1020;g3d573131aa0_0_1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3" name="Shape 1023"/>
        <p:cNvGrpSpPr/>
        <p:nvPr/>
      </p:nvGrpSpPr>
      <p:grpSpPr>
        <a:xfrm>
          <a:off x="0" y="0"/>
          <a:ext cx="0" cy="0"/>
          <a:chOff x="0" y="0"/>
          <a:chExt cx="0" cy="0"/>
        </a:xfrm>
      </p:grpSpPr>
      <p:sp>
        <p:nvSpPr>
          <p:cNvPr id="1024" name="Google Shape;1024;g3dd33158570_0_3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5" name="Google Shape;1025;g3dd33158570_0_3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8" name="Shape 1028"/>
        <p:cNvGrpSpPr/>
        <p:nvPr/>
      </p:nvGrpSpPr>
      <p:grpSpPr>
        <a:xfrm>
          <a:off x="0" y="0"/>
          <a:ext cx="0" cy="0"/>
          <a:chOff x="0" y="0"/>
          <a:chExt cx="0" cy="0"/>
        </a:xfrm>
      </p:grpSpPr>
      <p:sp>
        <p:nvSpPr>
          <p:cNvPr id="1029" name="Google Shape;1029;g3dd33158570_0_3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0" name="Google Shape;1030;g3dd33158570_0_3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dd33158570_0_3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35" name="Google Shape;1035;g3dd33158570_0_3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8" name="Shape 1038"/>
        <p:cNvGrpSpPr/>
        <p:nvPr/>
      </p:nvGrpSpPr>
      <p:grpSpPr>
        <a:xfrm>
          <a:off x="0" y="0"/>
          <a:ext cx="0" cy="0"/>
          <a:chOff x="0" y="0"/>
          <a:chExt cx="0" cy="0"/>
        </a:xfrm>
      </p:grpSpPr>
      <p:sp>
        <p:nvSpPr>
          <p:cNvPr id="1039" name="Google Shape;1039;g3de4329e4d7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0" name="Google Shape;1040;g3de4329e4d7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3" name="Shape 1043"/>
        <p:cNvGrpSpPr/>
        <p:nvPr/>
      </p:nvGrpSpPr>
      <p:grpSpPr>
        <a:xfrm>
          <a:off x="0" y="0"/>
          <a:ext cx="0" cy="0"/>
          <a:chOff x="0" y="0"/>
          <a:chExt cx="0" cy="0"/>
        </a:xfrm>
      </p:grpSpPr>
      <p:sp>
        <p:nvSpPr>
          <p:cNvPr id="1044" name="Google Shape;1044;g3de4329e4d7_0_2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45" name="Google Shape;1045;g3de4329e4d7_0_2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3de4329e4d7_0_2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0" name="Google Shape;1050;g3de4329e4d7_0_2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3" name="Shape 1053"/>
        <p:cNvGrpSpPr/>
        <p:nvPr/>
      </p:nvGrpSpPr>
      <p:grpSpPr>
        <a:xfrm>
          <a:off x="0" y="0"/>
          <a:ext cx="0" cy="0"/>
          <a:chOff x="0" y="0"/>
          <a:chExt cx="0" cy="0"/>
        </a:xfrm>
      </p:grpSpPr>
      <p:sp>
        <p:nvSpPr>
          <p:cNvPr id="1054" name="Google Shape;1054;g3de4329e4d7_0_3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55" name="Google Shape;1055;g3de4329e4d7_0_3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3de4329e4d7_0_8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0" name="Google Shape;1060;g3de4329e4d7_0_8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3" name="Shape 1063"/>
        <p:cNvGrpSpPr/>
        <p:nvPr/>
      </p:nvGrpSpPr>
      <p:grpSpPr>
        <a:xfrm>
          <a:off x="0" y="0"/>
          <a:ext cx="0" cy="0"/>
          <a:chOff x="0" y="0"/>
          <a:chExt cx="0" cy="0"/>
        </a:xfrm>
      </p:grpSpPr>
      <p:sp>
        <p:nvSpPr>
          <p:cNvPr id="1064" name="Google Shape;1064;g3de4329e4d7_0_9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65" name="Google Shape;1065;g3de4329e4d7_0_9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8" name="Shape 1068"/>
        <p:cNvGrpSpPr/>
        <p:nvPr/>
      </p:nvGrpSpPr>
      <p:grpSpPr>
        <a:xfrm>
          <a:off x="0" y="0"/>
          <a:ext cx="0" cy="0"/>
          <a:chOff x="0" y="0"/>
          <a:chExt cx="0" cy="0"/>
        </a:xfrm>
      </p:grpSpPr>
      <p:sp>
        <p:nvSpPr>
          <p:cNvPr id="1069" name="Google Shape;1069;g3de4329e4d7_0_9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0" name="Google Shape;1070;g3de4329e4d7_0_9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3" name="Shape 1073"/>
        <p:cNvGrpSpPr/>
        <p:nvPr/>
      </p:nvGrpSpPr>
      <p:grpSpPr>
        <a:xfrm>
          <a:off x="0" y="0"/>
          <a:ext cx="0" cy="0"/>
          <a:chOff x="0" y="0"/>
          <a:chExt cx="0" cy="0"/>
        </a:xfrm>
      </p:grpSpPr>
      <p:sp>
        <p:nvSpPr>
          <p:cNvPr id="1074" name="Google Shape;1074;g3de4329e4d7_0_1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75" name="Google Shape;1075;g3de4329e4d7_0_10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de4329e4d7_0_10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0" name="Google Shape;1080;g3de4329e4d7_0_10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3" name="Shape 1083"/>
        <p:cNvGrpSpPr/>
        <p:nvPr/>
      </p:nvGrpSpPr>
      <p:grpSpPr>
        <a:xfrm>
          <a:off x="0" y="0"/>
          <a:ext cx="0" cy="0"/>
          <a:chOff x="0" y="0"/>
          <a:chExt cx="0" cy="0"/>
        </a:xfrm>
      </p:grpSpPr>
      <p:sp>
        <p:nvSpPr>
          <p:cNvPr id="1084" name="Google Shape;1084;g3de4329e4d7_0_10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5" name="Google Shape;1085;g3de4329e4d7_0_10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3de4329e4d7_0_11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0" name="Google Shape;1090;g3de4329e4d7_0_11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3" name="Shape 1093"/>
        <p:cNvGrpSpPr/>
        <p:nvPr/>
      </p:nvGrpSpPr>
      <p:grpSpPr>
        <a:xfrm>
          <a:off x="0" y="0"/>
          <a:ext cx="0" cy="0"/>
          <a:chOff x="0" y="0"/>
          <a:chExt cx="0" cy="0"/>
        </a:xfrm>
      </p:grpSpPr>
      <p:sp>
        <p:nvSpPr>
          <p:cNvPr id="1094" name="Google Shape;1094;g3de4329e4d7_0_11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95" name="Google Shape;1095;g3de4329e4d7_0_11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8" name="Shape 1098"/>
        <p:cNvGrpSpPr/>
        <p:nvPr/>
      </p:nvGrpSpPr>
      <p:grpSpPr>
        <a:xfrm>
          <a:off x="0" y="0"/>
          <a:ext cx="0" cy="0"/>
          <a:chOff x="0" y="0"/>
          <a:chExt cx="0" cy="0"/>
        </a:xfrm>
      </p:grpSpPr>
      <p:sp>
        <p:nvSpPr>
          <p:cNvPr id="1099" name="Google Shape;1099;g3de4329e4d7_0_12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0" name="Google Shape;1100;g3de4329e4d7_0_12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de4329e4d7_0_12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05" name="Google Shape;1105;g3de4329e4d7_0_12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8" name="Shape 1108"/>
        <p:cNvGrpSpPr/>
        <p:nvPr/>
      </p:nvGrpSpPr>
      <p:grpSpPr>
        <a:xfrm>
          <a:off x="0" y="0"/>
          <a:ext cx="0" cy="0"/>
          <a:chOff x="0" y="0"/>
          <a:chExt cx="0" cy="0"/>
        </a:xfrm>
      </p:grpSpPr>
      <p:sp>
        <p:nvSpPr>
          <p:cNvPr id="1109" name="Google Shape;1109;g3de4329e4d7_0_129: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0" name="Google Shape;1110;g3de4329e4d7_0_129: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3de4329e4d7_0_13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5" name="Google Shape;1115;g3de4329e4d7_0_133: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8" name="Shape 1118"/>
        <p:cNvGrpSpPr/>
        <p:nvPr/>
      </p:nvGrpSpPr>
      <p:grpSpPr>
        <a:xfrm>
          <a:off x="0" y="0"/>
          <a:ext cx="0" cy="0"/>
          <a:chOff x="0" y="0"/>
          <a:chExt cx="0" cy="0"/>
        </a:xfrm>
      </p:grpSpPr>
      <p:sp>
        <p:nvSpPr>
          <p:cNvPr id="1119" name="Google Shape;1119;g3de4329e4d7_0_13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0" name="Google Shape;1120;g3de4329e4d7_0_137: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3" name="Shape 1123"/>
        <p:cNvGrpSpPr/>
        <p:nvPr/>
      </p:nvGrpSpPr>
      <p:grpSpPr>
        <a:xfrm>
          <a:off x="0" y="0"/>
          <a:ext cx="0" cy="0"/>
          <a:chOff x="0" y="0"/>
          <a:chExt cx="0" cy="0"/>
        </a:xfrm>
      </p:grpSpPr>
      <p:sp>
        <p:nvSpPr>
          <p:cNvPr id="1124" name="Google Shape;1124;g3de4329e4d7_0_14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25" name="Google Shape;1125;g3de4329e4d7_0_141: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8" name="Shape 1128"/>
        <p:cNvGrpSpPr/>
        <p:nvPr/>
      </p:nvGrpSpPr>
      <p:grpSpPr>
        <a:xfrm>
          <a:off x="0" y="0"/>
          <a:ext cx="0" cy="0"/>
          <a:chOff x="0" y="0"/>
          <a:chExt cx="0" cy="0"/>
        </a:xfrm>
      </p:grpSpPr>
      <p:sp>
        <p:nvSpPr>
          <p:cNvPr id="1129" name="Google Shape;1129;g3de4329e4d7_0_145: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0" name="Google Shape;1130;g3de4329e4d7_0_145: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3" name="Shape 1133"/>
        <p:cNvGrpSpPr/>
        <p:nvPr/>
      </p:nvGrpSpPr>
      <p:grpSpPr>
        <a:xfrm>
          <a:off x="0" y="0"/>
          <a:ext cx="0" cy="0"/>
          <a:chOff x="0" y="0"/>
          <a:chExt cx="0" cy="0"/>
        </a:xfrm>
      </p:grpSpPr>
      <p:sp>
        <p:nvSpPr>
          <p:cNvPr id="1134" name="Google Shape;1134;p201: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5" name="Google Shape;1135;p201: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8" name="Shape 1138"/>
        <p:cNvGrpSpPr/>
        <p:nvPr/>
      </p:nvGrpSpPr>
      <p:grpSpPr>
        <a:xfrm>
          <a:off x="0" y="0"/>
          <a:ext cx="0" cy="0"/>
          <a:chOff x="0" y="0"/>
          <a:chExt cx="0" cy="0"/>
        </a:xfrm>
      </p:grpSpPr>
      <p:sp>
        <p:nvSpPr>
          <p:cNvPr id="1139" name="Google Shape;1139;p20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0" name="Google Shape;1140;p20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3" name="Shape 1143"/>
        <p:cNvGrpSpPr/>
        <p:nvPr/>
      </p:nvGrpSpPr>
      <p:grpSpPr>
        <a:xfrm>
          <a:off x="0" y="0"/>
          <a:ext cx="0" cy="0"/>
          <a:chOff x="0" y="0"/>
          <a:chExt cx="0" cy="0"/>
        </a:xfrm>
      </p:grpSpPr>
      <p:sp>
        <p:nvSpPr>
          <p:cNvPr id="1144" name="Google Shape;1144;p203: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45" name="Google Shape;1145;p203: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8" name="Shape 1148"/>
        <p:cNvGrpSpPr/>
        <p:nvPr/>
      </p:nvGrpSpPr>
      <p:grpSpPr>
        <a:xfrm>
          <a:off x="0" y="0"/>
          <a:ext cx="0" cy="0"/>
          <a:chOff x="0" y="0"/>
          <a:chExt cx="0" cy="0"/>
        </a:xfrm>
      </p:grpSpPr>
      <p:sp>
        <p:nvSpPr>
          <p:cNvPr id="1149" name="Google Shape;1149;p20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0" name="Google Shape;1150;p204: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3" name="Shape 1153"/>
        <p:cNvGrpSpPr/>
        <p:nvPr/>
      </p:nvGrpSpPr>
      <p:grpSpPr>
        <a:xfrm>
          <a:off x="0" y="0"/>
          <a:ext cx="0" cy="0"/>
          <a:chOff x="0" y="0"/>
          <a:chExt cx="0" cy="0"/>
        </a:xfrm>
      </p:grpSpPr>
      <p:sp>
        <p:nvSpPr>
          <p:cNvPr id="1154" name="Google Shape;1154;g3d48ab63a6f_0_26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55" name="Google Shape;1155;g3d48ab63a6f_0_26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8" name="Shape 1158"/>
        <p:cNvGrpSpPr/>
        <p:nvPr/>
      </p:nvGrpSpPr>
      <p:grpSpPr>
        <a:xfrm>
          <a:off x="0" y="0"/>
          <a:ext cx="0" cy="0"/>
          <a:chOff x="0" y="0"/>
          <a:chExt cx="0" cy="0"/>
        </a:xfrm>
      </p:grpSpPr>
      <p:sp>
        <p:nvSpPr>
          <p:cNvPr id="1159" name="Google Shape;1159;g3a42a8b53c1_2_2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0" name="Google Shape;1160;g3a42a8b53c1_2_2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3" name="Shape 1163"/>
        <p:cNvGrpSpPr/>
        <p:nvPr/>
      </p:nvGrpSpPr>
      <p:grpSpPr>
        <a:xfrm>
          <a:off x="0" y="0"/>
          <a:ext cx="0" cy="0"/>
          <a:chOff x="0" y="0"/>
          <a:chExt cx="0" cy="0"/>
        </a:xfrm>
      </p:grpSpPr>
      <p:sp>
        <p:nvSpPr>
          <p:cNvPr id="1164" name="Google Shape;1164;p207: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65" name="Google Shape;1165;p207: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8" name="Shape 1168"/>
        <p:cNvGrpSpPr/>
        <p:nvPr/>
      </p:nvGrpSpPr>
      <p:grpSpPr>
        <a:xfrm>
          <a:off x="0" y="0"/>
          <a:ext cx="0" cy="0"/>
          <a:chOff x="0" y="0"/>
          <a:chExt cx="0" cy="0"/>
        </a:xfrm>
      </p:grpSpPr>
      <p:sp>
        <p:nvSpPr>
          <p:cNvPr id="1169" name="Google Shape;1169;p20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0" name="Google Shape;1170;p208: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3" name="Shape 1173"/>
        <p:cNvGrpSpPr/>
        <p:nvPr/>
      </p:nvGrpSpPr>
      <p:grpSpPr>
        <a:xfrm>
          <a:off x="0" y="0"/>
          <a:ext cx="0" cy="0"/>
          <a:chOff x="0" y="0"/>
          <a:chExt cx="0" cy="0"/>
        </a:xfrm>
      </p:grpSpPr>
      <p:sp>
        <p:nvSpPr>
          <p:cNvPr id="1174" name="Google Shape;1174;g3d48ab63a6f_0_27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75" name="Google Shape;1175;g3d48ab63a6f_0_27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8" name="Shape 1178"/>
        <p:cNvGrpSpPr/>
        <p:nvPr/>
      </p:nvGrpSpPr>
      <p:grpSpPr>
        <a:xfrm>
          <a:off x="0" y="0"/>
          <a:ext cx="0" cy="0"/>
          <a:chOff x="0" y="0"/>
          <a:chExt cx="0" cy="0"/>
        </a:xfrm>
      </p:grpSpPr>
      <p:sp>
        <p:nvSpPr>
          <p:cNvPr id="1179" name="Google Shape;1179;g3a42a8b53c1_2_2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0" name="Google Shape;1180;g3a42a8b53c1_2_272:notes"/>
          <p:cNvSpPr/>
          <p:nvPr>
            <p:ph idx="2" type="sldImg"/>
          </p:nvPr>
        </p:nvSpPr>
        <p:spPr>
          <a:xfrm>
            <a:off x="2286000" y="514350"/>
            <a:ext cx="4572000" cy="25717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4" name="Shape 1184"/>
        <p:cNvGrpSpPr/>
        <p:nvPr/>
      </p:nvGrpSpPr>
      <p:grpSpPr>
        <a:xfrm>
          <a:off x="0" y="0"/>
          <a:ext cx="0" cy="0"/>
          <a:chOff x="0" y="0"/>
          <a:chExt cx="0" cy="0"/>
        </a:xfrm>
      </p:grpSpPr>
      <p:sp>
        <p:nvSpPr>
          <p:cNvPr id="1185" name="Google Shape;1185;g3bc6b650b34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86" name="Google Shape;1186;g3bc6b650b34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9" name="Shape 1189"/>
        <p:cNvGrpSpPr/>
        <p:nvPr/>
      </p:nvGrpSpPr>
      <p:grpSpPr>
        <a:xfrm>
          <a:off x="0" y="0"/>
          <a:ext cx="0" cy="0"/>
          <a:chOff x="0" y="0"/>
          <a:chExt cx="0" cy="0"/>
        </a:xfrm>
      </p:grpSpPr>
      <p:sp>
        <p:nvSpPr>
          <p:cNvPr id="1190" name="Google Shape;1190;g3d48ab63a6f_0_27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1" name="Google Shape;1191;g3d48ab63a6f_0_27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4" name="Shape 1194"/>
        <p:cNvGrpSpPr/>
        <p:nvPr/>
      </p:nvGrpSpPr>
      <p:grpSpPr>
        <a:xfrm>
          <a:off x="0" y="0"/>
          <a:ext cx="0" cy="0"/>
          <a:chOff x="0" y="0"/>
          <a:chExt cx="0" cy="0"/>
        </a:xfrm>
      </p:grpSpPr>
      <p:sp>
        <p:nvSpPr>
          <p:cNvPr id="1195" name="Google Shape;1195;g3dd33158570_0_11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96" name="Google Shape;1196;g3dd33158570_0_11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9" name="Shape 1199"/>
        <p:cNvGrpSpPr/>
        <p:nvPr/>
      </p:nvGrpSpPr>
      <p:grpSpPr>
        <a:xfrm>
          <a:off x="0" y="0"/>
          <a:ext cx="0" cy="0"/>
          <a:chOff x="0" y="0"/>
          <a:chExt cx="0" cy="0"/>
        </a:xfrm>
      </p:grpSpPr>
      <p:sp>
        <p:nvSpPr>
          <p:cNvPr id="1200" name="Google Shape;1200;g3dd33158570_0_12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1" name="Google Shape;1201;g3dd33158570_0_12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4" name="Shape 1204"/>
        <p:cNvGrpSpPr/>
        <p:nvPr/>
      </p:nvGrpSpPr>
      <p:grpSpPr>
        <a:xfrm>
          <a:off x="0" y="0"/>
          <a:ext cx="0" cy="0"/>
          <a:chOff x="0" y="0"/>
          <a:chExt cx="0" cy="0"/>
        </a:xfrm>
      </p:grpSpPr>
      <p:sp>
        <p:nvSpPr>
          <p:cNvPr id="1205" name="Google Shape;1205;g3dd33158570_0_12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06" name="Google Shape;1206;g3dd33158570_0_12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9" name="Shape 1209"/>
        <p:cNvGrpSpPr/>
        <p:nvPr/>
      </p:nvGrpSpPr>
      <p:grpSpPr>
        <a:xfrm>
          <a:off x="0" y="0"/>
          <a:ext cx="0" cy="0"/>
          <a:chOff x="0" y="0"/>
          <a:chExt cx="0" cy="0"/>
        </a:xfrm>
      </p:grpSpPr>
      <p:sp>
        <p:nvSpPr>
          <p:cNvPr id="1210" name="Google Shape;1210;g3dd33158570_0_13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1" name="Google Shape;1211;g3dd33158570_0_13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3dd33158570_0_14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16" name="Google Shape;1216;g3dd33158570_0_14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9" name="Shape 1219"/>
        <p:cNvGrpSpPr/>
        <p:nvPr/>
      </p:nvGrpSpPr>
      <p:grpSpPr>
        <a:xfrm>
          <a:off x="0" y="0"/>
          <a:ext cx="0" cy="0"/>
          <a:chOff x="0" y="0"/>
          <a:chExt cx="0" cy="0"/>
        </a:xfrm>
      </p:grpSpPr>
      <p:sp>
        <p:nvSpPr>
          <p:cNvPr id="1220" name="Google Shape;1220;g3d573131aa0_0_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1" name="Google Shape;1221;g3d573131aa0_0_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4" name="Shape 1224"/>
        <p:cNvGrpSpPr/>
        <p:nvPr/>
      </p:nvGrpSpPr>
      <p:grpSpPr>
        <a:xfrm>
          <a:off x="0" y="0"/>
          <a:ext cx="0" cy="0"/>
          <a:chOff x="0" y="0"/>
          <a:chExt cx="0" cy="0"/>
        </a:xfrm>
      </p:grpSpPr>
      <p:sp>
        <p:nvSpPr>
          <p:cNvPr id="1225" name="Google Shape;1225;g3d573131aa0_0_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26" name="Google Shape;1226;g3d573131aa0_0_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9" name="Shape 1229"/>
        <p:cNvGrpSpPr/>
        <p:nvPr/>
      </p:nvGrpSpPr>
      <p:grpSpPr>
        <a:xfrm>
          <a:off x="0" y="0"/>
          <a:ext cx="0" cy="0"/>
          <a:chOff x="0" y="0"/>
          <a:chExt cx="0" cy="0"/>
        </a:xfrm>
      </p:grpSpPr>
      <p:sp>
        <p:nvSpPr>
          <p:cNvPr id="1230" name="Google Shape;1230;g3d573131aa0_0_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1" name="Google Shape;1231;g3d573131aa0_0_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4" name="Shape 1234"/>
        <p:cNvGrpSpPr/>
        <p:nvPr/>
      </p:nvGrpSpPr>
      <p:grpSpPr>
        <a:xfrm>
          <a:off x="0" y="0"/>
          <a:ext cx="0" cy="0"/>
          <a:chOff x="0" y="0"/>
          <a:chExt cx="0" cy="0"/>
        </a:xfrm>
      </p:grpSpPr>
      <p:sp>
        <p:nvSpPr>
          <p:cNvPr id="1235" name="Google Shape;1235;g3d573131aa0_0_1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36" name="Google Shape;1236;g3d573131aa0_0_1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9" name="Shape 1239"/>
        <p:cNvGrpSpPr/>
        <p:nvPr/>
      </p:nvGrpSpPr>
      <p:grpSpPr>
        <a:xfrm>
          <a:off x="0" y="0"/>
          <a:ext cx="0" cy="0"/>
          <a:chOff x="0" y="0"/>
          <a:chExt cx="0" cy="0"/>
        </a:xfrm>
      </p:grpSpPr>
      <p:sp>
        <p:nvSpPr>
          <p:cNvPr id="1240" name="Google Shape;1240;g3d573131aa0_0_1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1" name="Google Shape;1241;g3d573131aa0_0_1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4" name="Shape 1244"/>
        <p:cNvGrpSpPr/>
        <p:nvPr/>
      </p:nvGrpSpPr>
      <p:grpSpPr>
        <a:xfrm>
          <a:off x="0" y="0"/>
          <a:ext cx="0" cy="0"/>
          <a:chOff x="0" y="0"/>
          <a:chExt cx="0" cy="0"/>
        </a:xfrm>
      </p:grpSpPr>
      <p:sp>
        <p:nvSpPr>
          <p:cNvPr id="1245" name="Google Shape;1245;g3d573131aa0_0_2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46" name="Google Shape;1246;g3d573131aa0_0_2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9" name="Shape 1249"/>
        <p:cNvGrpSpPr/>
        <p:nvPr/>
      </p:nvGrpSpPr>
      <p:grpSpPr>
        <a:xfrm>
          <a:off x="0" y="0"/>
          <a:ext cx="0" cy="0"/>
          <a:chOff x="0" y="0"/>
          <a:chExt cx="0" cy="0"/>
        </a:xfrm>
      </p:grpSpPr>
      <p:sp>
        <p:nvSpPr>
          <p:cNvPr id="1250" name="Google Shape;1250;g3d573131aa0_0_16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1" name="Google Shape;1251;g3d573131aa0_0_16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4" name="Shape 1254"/>
        <p:cNvGrpSpPr/>
        <p:nvPr/>
      </p:nvGrpSpPr>
      <p:grpSpPr>
        <a:xfrm>
          <a:off x="0" y="0"/>
          <a:ext cx="0" cy="0"/>
          <a:chOff x="0" y="0"/>
          <a:chExt cx="0" cy="0"/>
        </a:xfrm>
      </p:grpSpPr>
      <p:sp>
        <p:nvSpPr>
          <p:cNvPr id="1255" name="Google Shape;1255;g3d573131aa0_0_48: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6" name="Google Shape;1256;g3d573131aa0_0_48: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9" name="Shape 1259"/>
        <p:cNvGrpSpPr/>
        <p:nvPr/>
      </p:nvGrpSpPr>
      <p:grpSpPr>
        <a:xfrm>
          <a:off x="0" y="0"/>
          <a:ext cx="0" cy="0"/>
          <a:chOff x="0" y="0"/>
          <a:chExt cx="0" cy="0"/>
        </a:xfrm>
      </p:grpSpPr>
      <p:sp>
        <p:nvSpPr>
          <p:cNvPr id="1260" name="Google Shape;1260;g3d573131aa0_0_5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1" name="Google Shape;1261;g3d573131aa0_0_5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4" name="Shape 1264"/>
        <p:cNvGrpSpPr/>
        <p:nvPr/>
      </p:nvGrpSpPr>
      <p:grpSpPr>
        <a:xfrm>
          <a:off x="0" y="0"/>
          <a:ext cx="0" cy="0"/>
          <a:chOff x="0" y="0"/>
          <a:chExt cx="0" cy="0"/>
        </a:xfrm>
      </p:grpSpPr>
      <p:sp>
        <p:nvSpPr>
          <p:cNvPr id="1265" name="Google Shape;1265;g3d573131aa0_0_56: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66" name="Google Shape;1266;g3d573131aa0_0_56: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9" name="Shape 1269"/>
        <p:cNvGrpSpPr/>
        <p:nvPr/>
      </p:nvGrpSpPr>
      <p:grpSpPr>
        <a:xfrm>
          <a:off x="0" y="0"/>
          <a:ext cx="0" cy="0"/>
          <a:chOff x="0" y="0"/>
          <a:chExt cx="0" cy="0"/>
        </a:xfrm>
      </p:grpSpPr>
      <p:sp>
        <p:nvSpPr>
          <p:cNvPr id="1270" name="Google Shape;1270;g3d573131aa0_0_60: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1" name="Google Shape;1271;g3d573131aa0_0_60: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4" name="Shape 1274"/>
        <p:cNvGrpSpPr/>
        <p:nvPr/>
      </p:nvGrpSpPr>
      <p:grpSpPr>
        <a:xfrm>
          <a:off x="0" y="0"/>
          <a:ext cx="0" cy="0"/>
          <a:chOff x="0" y="0"/>
          <a:chExt cx="0" cy="0"/>
        </a:xfrm>
      </p:grpSpPr>
      <p:sp>
        <p:nvSpPr>
          <p:cNvPr id="1275" name="Google Shape;1275;g3d573131aa0_0_64: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76" name="Google Shape;1276;g3d573131aa0_0_64: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9" name="Shape 1279"/>
        <p:cNvGrpSpPr/>
        <p:nvPr/>
      </p:nvGrpSpPr>
      <p:grpSpPr>
        <a:xfrm>
          <a:off x="0" y="0"/>
          <a:ext cx="0" cy="0"/>
          <a:chOff x="0" y="0"/>
          <a:chExt cx="0" cy="0"/>
        </a:xfrm>
      </p:grpSpPr>
      <p:sp>
        <p:nvSpPr>
          <p:cNvPr id="1280" name="Google Shape;1280;g3d573131aa0_0_172:notes"/>
          <p:cNvSpPr txBox="1"/>
          <p:nvPr>
            <p:ph idx="1" type="body"/>
          </p:nvPr>
        </p:nvSpPr>
        <p:spPr>
          <a:xfrm>
            <a:off x="914400" y="3257550"/>
            <a:ext cx="7315200" cy="30861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81" name="Google Shape;1281;g3d573131aa0_0_172:notes"/>
          <p:cNvSpPr/>
          <p:nvPr>
            <p:ph idx="2" type="sldImg"/>
          </p:nvPr>
        </p:nvSpPr>
        <p:spPr>
          <a:xfrm>
            <a:off x="2286000" y="514350"/>
            <a:ext cx="4572000" cy="25719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 name="Shape 15"/>
        <p:cNvGrpSpPr/>
        <p:nvPr/>
      </p:nvGrpSpPr>
      <p:grpSpPr>
        <a:xfrm>
          <a:off x="0" y="0"/>
          <a:ext cx="0" cy="0"/>
          <a:chOff x="0" y="0"/>
          <a:chExt cx="0" cy="0"/>
        </a:xfrm>
      </p:grpSpPr>
      <p:sp>
        <p:nvSpPr>
          <p:cNvPr id="16" name="Google Shape;16;p246"/>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46"/>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8" name="Google Shape;18;p24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24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24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1" name="Shape 21"/>
        <p:cNvGrpSpPr/>
        <p:nvPr/>
      </p:nvGrpSpPr>
      <p:grpSpPr>
        <a:xfrm>
          <a:off x="0" y="0"/>
          <a:ext cx="0" cy="0"/>
          <a:chOff x="0" y="0"/>
          <a:chExt cx="0" cy="0"/>
        </a:xfrm>
      </p:grpSpPr>
      <p:sp>
        <p:nvSpPr>
          <p:cNvPr id="22" name="Google Shape;22;p247"/>
          <p:cNvSpPr txBox="1"/>
          <p:nvPr>
            <p:ph type="ctrTitle"/>
          </p:nvPr>
        </p:nvSpPr>
        <p:spPr>
          <a:xfrm>
            <a:off x="685800" y="1597822"/>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47"/>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4" name="Google Shape;24;p247"/>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47"/>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247"/>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48"/>
          <p:cNvSpPr txBox="1"/>
          <p:nvPr>
            <p:ph type="title"/>
          </p:nvPr>
        </p:nvSpPr>
        <p:spPr>
          <a:xfrm>
            <a:off x="722313" y="3305178"/>
            <a:ext cx="7772400" cy="1021557"/>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Arial"/>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4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248"/>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248"/>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248"/>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9"/>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49"/>
          <p:cNvSpPr txBox="1"/>
          <p:nvPr>
            <p:ph idx="1" type="body"/>
          </p:nvPr>
        </p:nvSpPr>
        <p:spPr>
          <a:xfrm>
            <a:off x="457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249"/>
          <p:cNvSpPr txBox="1"/>
          <p:nvPr>
            <p:ph idx="2" type="body"/>
          </p:nvPr>
        </p:nvSpPr>
        <p:spPr>
          <a:xfrm>
            <a:off x="4648200" y="1200150"/>
            <a:ext cx="4038600" cy="339447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249"/>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249"/>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49"/>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0"/>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Arial"/>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50"/>
          <p:cNvSpPr txBox="1"/>
          <p:nvPr>
            <p:ph idx="1" type="body"/>
          </p:nvPr>
        </p:nvSpPr>
        <p:spPr>
          <a:xfrm>
            <a:off x="457200" y="1151335"/>
            <a:ext cx="4040188"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250"/>
          <p:cNvSpPr txBox="1"/>
          <p:nvPr>
            <p:ph idx="2" type="body"/>
          </p:nvPr>
        </p:nvSpPr>
        <p:spPr>
          <a:xfrm>
            <a:off x="457200" y="1631156"/>
            <a:ext cx="4040188"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250"/>
          <p:cNvSpPr txBox="1"/>
          <p:nvPr>
            <p:ph idx="3" type="body"/>
          </p:nvPr>
        </p:nvSpPr>
        <p:spPr>
          <a:xfrm>
            <a:off x="4645031" y="1151335"/>
            <a:ext cx="4041775" cy="47982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250"/>
          <p:cNvSpPr txBox="1"/>
          <p:nvPr>
            <p:ph idx="4" type="body"/>
          </p:nvPr>
        </p:nvSpPr>
        <p:spPr>
          <a:xfrm>
            <a:off x="4645031" y="1631156"/>
            <a:ext cx="4041775" cy="2963466"/>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250"/>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50"/>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50"/>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1"/>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51"/>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51"/>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51"/>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252"/>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52"/>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52"/>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53"/>
          <p:cNvSpPr txBox="1"/>
          <p:nvPr>
            <p:ph type="title"/>
          </p:nvPr>
        </p:nvSpPr>
        <p:spPr>
          <a:xfrm>
            <a:off x="457206" y="204788"/>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53"/>
          <p:cNvSpPr txBox="1"/>
          <p:nvPr>
            <p:ph idx="1" type="body"/>
          </p:nvPr>
        </p:nvSpPr>
        <p:spPr>
          <a:xfrm>
            <a:off x="3575050" y="204789"/>
            <a:ext cx="5111750" cy="4389835"/>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53"/>
          <p:cNvSpPr txBox="1"/>
          <p:nvPr>
            <p:ph idx="2" type="body"/>
          </p:nvPr>
        </p:nvSpPr>
        <p:spPr>
          <a:xfrm>
            <a:off x="457206" y="1076328"/>
            <a:ext cx="3008313" cy="351829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53"/>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53"/>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53"/>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4"/>
          <p:cNvSpPr txBox="1"/>
          <p:nvPr>
            <p:ph type="title"/>
          </p:nvPr>
        </p:nvSpPr>
        <p:spPr>
          <a:xfrm>
            <a:off x="1792288" y="3600450"/>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4"/>
          <p:cNvSpPr/>
          <p:nvPr>
            <p:ph idx="2" type="pic"/>
          </p:nvPr>
        </p:nvSpPr>
        <p:spPr>
          <a:xfrm>
            <a:off x="1792288" y="459581"/>
            <a:ext cx="5486400" cy="3086100"/>
          </a:xfrm>
          <a:prstGeom prst="rect">
            <a:avLst/>
          </a:prstGeom>
          <a:noFill/>
          <a:ln>
            <a:noFill/>
          </a:ln>
        </p:spPr>
      </p:sp>
      <p:sp>
        <p:nvSpPr>
          <p:cNvPr id="68" name="Google Shape;68;p254"/>
          <p:cNvSpPr txBox="1"/>
          <p:nvPr>
            <p:ph idx="1" type="body"/>
          </p:nvPr>
        </p:nvSpPr>
        <p:spPr>
          <a:xfrm>
            <a:off x="1792288" y="4025504"/>
            <a:ext cx="5486400" cy="603646"/>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4"/>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4"/>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4"/>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5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55"/>
          <p:cNvSpPr txBox="1"/>
          <p:nvPr>
            <p:ph idx="1" type="body"/>
          </p:nvPr>
        </p:nvSpPr>
        <p:spPr>
          <a:xfrm rot="5400000">
            <a:off x="2874764" y="-1217414"/>
            <a:ext cx="3394472"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5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5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5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56"/>
          <p:cNvSpPr txBox="1"/>
          <p:nvPr>
            <p:ph type="title"/>
          </p:nvPr>
        </p:nvSpPr>
        <p:spPr>
          <a:xfrm rot="5400000">
            <a:off x="5463778" y="1371603"/>
            <a:ext cx="4388644"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56"/>
          <p:cNvSpPr txBox="1"/>
          <p:nvPr>
            <p:ph idx="1" type="body"/>
          </p:nvPr>
        </p:nvSpPr>
        <p:spPr>
          <a:xfrm rot="5400000">
            <a:off x="1272778" y="-609597"/>
            <a:ext cx="4388644"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56"/>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6"/>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6"/>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45"/>
          <p:cNvSpPr txBox="1"/>
          <p:nvPr>
            <p:ph type="title"/>
          </p:nvPr>
        </p:nvSpPr>
        <p:spPr>
          <a:xfrm>
            <a:off x="457200" y="205979"/>
            <a:ext cx="8229600" cy="85725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45"/>
          <p:cNvSpPr txBox="1"/>
          <p:nvPr>
            <p:ph idx="1" type="body"/>
          </p:nvPr>
        </p:nvSpPr>
        <p:spPr>
          <a:xfrm>
            <a:off x="457200" y="1200150"/>
            <a:ext cx="8229600" cy="3394472"/>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245"/>
          <p:cNvSpPr txBox="1"/>
          <p:nvPr>
            <p:ph idx="10" type="dt"/>
          </p:nvPr>
        </p:nvSpPr>
        <p:spPr>
          <a:xfrm>
            <a:off x="457200" y="4767264"/>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245"/>
          <p:cNvSpPr txBox="1"/>
          <p:nvPr>
            <p:ph idx="11" type="ftr"/>
          </p:nvPr>
        </p:nvSpPr>
        <p:spPr>
          <a:xfrm>
            <a:off x="3124200" y="4767264"/>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245"/>
          <p:cNvSpPr txBox="1"/>
          <p:nvPr>
            <p:ph idx="12" type="sldNum"/>
          </p:nvPr>
        </p:nvSpPr>
        <p:spPr>
          <a:xfrm>
            <a:off x="6553200" y="4767264"/>
            <a:ext cx="2133600" cy="273844"/>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 Id="rId3"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 Id="rId3"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9.xml"/><Relationship Id="rId3"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4.xml"/><Relationship Id="rId3" Type="http://schemas.openxmlformats.org/officeDocument/2006/relationships/image" Target="../media/image1.png"/></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 Id="rId3" Type="http://schemas.openxmlformats.org/officeDocument/2006/relationships/image" Target="../media/image5.png"/></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 Id="rId3" Type="http://schemas.openxmlformats.org/officeDocument/2006/relationships/image" Target="../media/image2.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2.xml"/><Relationship Id="rId3" Type="http://schemas.openxmlformats.org/officeDocument/2006/relationships/image" Target="../media/image4.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 Id="rId3" Type="http://schemas.openxmlformats.org/officeDocument/2006/relationships/image" Target="../media/image1.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4.xml"/><Relationship Id="rId3" Type="http://schemas.openxmlformats.org/officeDocument/2006/relationships/image" Target="../media/image1.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4.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5.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6.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8.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9.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1.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3.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5.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6.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7.xml"/><Relationship Id="rId3" Type="http://schemas.openxmlformats.org/officeDocument/2006/relationships/image" Target="../media/image3.jpg"/></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8.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9.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0.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1.xml"/><Relationship Id="rId3" Type="http://schemas.openxmlformats.org/officeDocument/2006/relationships/image" Target="../media/image3.jpg"/></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3.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4.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5.xml"/><Relationship Id="rId3" Type="http://schemas.openxmlformats.org/officeDocument/2006/relationships/image" Target="../media/image3.jp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6.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8.xml"/><Relationship Id="rId3" Type="http://schemas.openxmlformats.org/officeDocument/2006/relationships/image" Target="../media/image3.jpg"/></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0.xml"/><Relationship Id="rId3" Type="http://schemas.openxmlformats.org/officeDocument/2006/relationships/image" Target="../media/image1.png"/></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3.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4.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5.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6.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baa6357486_0_118"/>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rgbClr val="888888"/>
              </a:buClr>
              <a:buSzPts val="3200"/>
              <a:buNone/>
            </a:pPr>
            <a:r>
              <a:t/>
            </a:r>
            <a:endParaRPr b="1">
              <a:solidFill>
                <a:schemeClr val="dk1"/>
              </a:solidFill>
              <a:latin typeface="Times New Roman"/>
              <a:ea typeface="Times New Roman"/>
              <a:cs typeface="Times New Roman"/>
              <a:sym typeface="Times New Roman"/>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Nhân danh Cha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8000"/>
              <a:buNone/>
            </a:pPr>
            <a:r>
              <a:rPr b="1" lang="en-US" sz="8000">
                <a:solidFill>
                  <a:schemeClr val="lt1"/>
                </a:solidFill>
                <a:latin typeface="Times New Roman"/>
                <a:ea typeface="Times New Roman"/>
                <a:cs typeface="Times New Roman"/>
                <a:sym typeface="Times New Roman"/>
              </a:rPr>
              <a:t>và Con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và Thánh Thần </a:t>
            </a:r>
            <a:r>
              <a:rPr b="1" lang="en-US" sz="8000">
                <a:solidFill>
                  <a:srgbClr val="EE0000"/>
                </a:solidFill>
                <a:latin typeface="Times New Roman"/>
                <a:ea typeface="Times New Roman"/>
                <a:cs typeface="Times New Roman"/>
                <a:sym typeface="Times New Roman"/>
              </a:rPr>
              <a:t>†</a:t>
            </a:r>
            <a:r>
              <a:rPr b="1" lang="en-US" sz="80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3"/>
          <p:cNvSpPr txBox="1"/>
          <p:nvPr>
            <p:ph idx="1" type="subTitle"/>
          </p:nvPr>
        </p:nvSpPr>
        <p:spPr>
          <a:xfrm>
            <a:off x="0" y="0"/>
            <a:ext cx="9144000" cy="5143500"/>
          </a:xfrm>
          <a:prstGeom prst="rect">
            <a:avLst/>
          </a:prstGeom>
          <a:solidFill>
            <a:srgbClr val="002060"/>
          </a:solidFill>
          <a:ln cap="flat" cmpd="sng" w="9525">
            <a:solidFill>
              <a:srgbClr val="002060"/>
            </a:solidFill>
            <a:prstDash val="solid"/>
            <a:round/>
            <a:headEnd len="sm" w="sm" type="none"/>
            <a:tailEnd len="sm" w="sm" type="none"/>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000"/>
              <a:buNone/>
            </a:pPr>
            <a:r>
              <a:rPr b="1" lang="en-US" sz="4000">
                <a:solidFill>
                  <a:schemeClr val="accent4"/>
                </a:solidFill>
                <a:latin typeface="Times New Roman"/>
                <a:ea typeface="Times New Roman"/>
                <a:cs typeface="Times New Roman"/>
                <a:sym typeface="Times New Roman"/>
              </a:rPr>
              <a:t>KINH CHÚA THÁNH THẦN</a:t>
            </a:r>
            <a:endParaRPr b="1" sz="4000">
              <a:solidFill>
                <a:schemeClr val="accent4"/>
              </a:solidFill>
              <a:latin typeface="Times New Roman"/>
              <a:ea typeface="Times New Roman"/>
              <a:cs typeface="Times New Roman"/>
              <a:sym typeface="Times New Roman"/>
            </a:endParaRPr>
          </a:p>
          <a:p>
            <a:pPr indent="0" lvl="0" marL="0" rtl="0" algn="just">
              <a:lnSpc>
                <a:spcPct val="100000"/>
              </a:lnSpc>
              <a:spcBef>
                <a:spcPts val="60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lạy ơn Đức Chúa Thánh Thần, thiêng liêng sáng láng vô cùng.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Thánh Thần xuống đầy lòng chúng con, là kẻ tin cậy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đốt lửa kính mến Đức Chúa Trời trong lòng chúng con;</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xin Đức Chúa Trời cho Đức Chúa Thánh Thần xuống,</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sửa lại mọi sự trong ngoài chúng con. Chúng con cầu cùng Đức Chúa Trời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8287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xưa đã cho Đức Chúa Thánh Thần xuống soi lòng dạy dỗ các Thánh Tông Đồ,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rày chúng con cũng xin Đức Chúa Trời cho Đức Chúa Thánh Thần lại xuống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10"/>
          <p:cNvSpPr txBox="1"/>
          <p:nvPr>
            <p:ph idx="1" type="subTitle"/>
          </p:nvPr>
        </p:nvSpPr>
        <p:spPr>
          <a:xfrm>
            <a:off x="1" y="0"/>
            <a:ext cx="9144000" cy="5143499"/>
          </a:xfrm>
          <a:prstGeom prst="rect">
            <a:avLst/>
          </a:prstGeom>
          <a:solidFill>
            <a:srgbClr val="002060"/>
          </a:solidFill>
          <a:ln>
            <a:noFill/>
          </a:ln>
        </p:spPr>
        <p:txBody>
          <a:bodyPr anchorCtr="0" anchor="t" bIns="91425" lIns="91425" spcFirstLastPara="1" rIns="91425" wrap="square" tIns="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an ủi dạy dỗ chúng con làm những việc lành,</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1"/>
          <p:cNvSpPr txBox="1"/>
          <p:nvPr>
            <p:ph idx="1" type="subTitle"/>
          </p:nvPr>
        </p:nvSpPr>
        <p:spPr>
          <a:xfrm>
            <a:off x="0" y="0"/>
            <a:ext cx="9144000" cy="5143500"/>
          </a:xfrm>
          <a:prstGeom prst="rect">
            <a:avLst/>
          </a:prstGeom>
          <a:solidFill>
            <a:srgbClr val="002060"/>
          </a:solid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công nghiệp vô cùng Đức Chúa Giêsu Kitô là Chúa chúng con. Amen.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17600"/>
              <a:buNone/>
            </a:pPr>
            <a:r>
              <a:rPr b="1" lang="en-US" sz="10000">
                <a:solidFill>
                  <a:schemeClr val="accent4"/>
                </a:solidFill>
                <a:latin typeface="Times New Roman"/>
                <a:ea typeface="Times New Roman"/>
                <a:cs typeface="Times New Roman"/>
                <a:sym typeface="Times New Roman"/>
              </a:rPr>
              <a:t>XIN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MỜI </a:t>
            </a:r>
            <a:br>
              <a:rPr b="1" lang="en-US" sz="10000">
                <a:solidFill>
                  <a:schemeClr val="accent4"/>
                </a:solidFill>
                <a:latin typeface="Times New Roman"/>
                <a:ea typeface="Times New Roman"/>
                <a:cs typeface="Times New Roman"/>
                <a:sym typeface="Times New Roman"/>
              </a:rPr>
            </a:br>
            <a:r>
              <a:rPr b="1" lang="en-US" sz="10000">
                <a:solidFill>
                  <a:schemeClr val="accent4"/>
                </a:solidFill>
                <a:latin typeface="Times New Roman"/>
                <a:ea typeface="Times New Roman"/>
                <a:cs typeface="Times New Roman"/>
                <a:sym typeface="Times New Roman"/>
              </a:rPr>
              <a:t>ĐỨNG</a:t>
            </a:r>
            <a:endParaRPr sz="10000"/>
          </a:p>
          <a:p>
            <a:pPr indent="0" lvl="0" marL="0" rtl="0" algn="ctr">
              <a:lnSpc>
                <a:spcPct val="120000"/>
              </a:lnSpc>
              <a:spcBef>
                <a:spcPts val="64"/>
              </a:spcBef>
              <a:spcAft>
                <a:spcPts val="0"/>
              </a:spcAft>
              <a:buClr>
                <a:srgbClr val="888888"/>
              </a:buClr>
              <a:buSzPts val="1275"/>
              <a:buNone/>
            </a:pPr>
            <a:r>
              <a:t/>
            </a:r>
            <a:endParaRPr sz="10000">
              <a:solidFill>
                <a:schemeClr val="lt1"/>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g3d573131aa0_0_17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25000"/>
          </a:bodyPr>
          <a:lstStyle/>
          <a:p>
            <a:pPr indent="0" lvl="0" marL="0" rtl="0" algn="ctr">
              <a:lnSpc>
                <a:spcPct val="100000"/>
              </a:lnSpc>
              <a:spcBef>
                <a:spcPts val="0"/>
              </a:spcBef>
              <a:spcAft>
                <a:spcPts val="0"/>
              </a:spcAft>
              <a:buClr>
                <a:schemeClr val="accent4"/>
              </a:buClr>
              <a:buSzPct val="100000"/>
              <a:buNone/>
            </a:pPr>
            <a:r>
              <a:rPr b="1" lang="en-US" sz="17600">
                <a:solidFill>
                  <a:schemeClr val="accent4"/>
                </a:solidFill>
                <a:latin typeface="Times New Roman"/>
                <a:ea typeface="Times New Roman"/>
                <a:cs typeface="Times New Roman"/>
                <a:sym typeface="Times New Roman"/>
              </a:rPr>
              <a:t>LẠY NỮ VƯƠNG THIÊN ĐÀNG</a:t>
            </a:r>
            <a:endParaRPr/>
          </a:p>
          <a:p>
            <a:pPr indent="0" lvl="0" marL="0" rtl="0" algn="just">
              <a:lnSpc>
                <a:spcPct val="100000"/>
              </a:lnSpc>
              <a:spcBef>
                <a:spcPts val="1440"/>
              </a:spcBef>
              <a:spcAft>
                <a:spcPts val="0"/>
              </a:spcAft>
              <a:buClr>
                <a:schemeClr val="accent4"/>
              </a:buClr>
              <a:buSzPct val="100000"/>
              <a:buNone/>
            </a:pPr>
            <a:r>
              <a:rPr b="1" i="1" lang="en-US" sz="19200" u="sng">
                <a:solidFill>
                  <a:schemeClr val="accent4"/>
                </a:solidFill>
                <a:latin typeface="Times New Roman"/>
                <a:ea typeface="Times New Roman"/>
                <a:cs typeface="Times New Roman"/>
                <a:sym typeface="Times New Roman"/>
              </a:rPr>
              <a:t>Xướng:</a:t>
            </a:r>
            <a:r>
              <a:rPr b="1" lang="en-US" sz="26400">
                <a:solidFill>
                  <a:schemeClr val="accent4"/>
                </a:solidFill>
                <a:latin typeface="Times New Roman"/>
                <a:ea typeface="Times New Roman"/>
                <a:cs typeface="Times New Roman"/>
                <a:sym typeface="Times New Roman"/>
              </a:rPr>
              <a:t> </a:t>
            </a:r>
            <a:r>
              <a:rPr b="1" lang="en-US" sz="28800">
                <a:solidFill>
                  <a:schemeClr val="lt1"/>
                </a:solidFill>
                <a:latin typeface="Times New Roman"/>
                <a:ea typeface="Times New Roman"/>
                <a:cs typeface="Times New Roman"/>
                <a:sym typeface="Times New Roman"/>
              </a:rPr>
              <a:t>Lạy Nữ Vương Thiên Đàng hãy vui mừng – Alleluia</a:t>
            </a:r>
            <a:endParaRPr/>
          </a:p>
          <a:p>
            <a:pPr indent="0" lvl="0" marL="0" rtl="0" algn="ctr">
              <a:lnSpc>
                <a:spcPct val="120000"/>
              </a:lnSpc>
              <a:spcBef>
                <a:spcPts val="64"/>
              </a:spcBef>
              <a:spcAft>
                <a:spcPts val="0"/>
              </a:spcAft>
              <a:buClr>
                <a:srgbClr val="888888"/>
              </a:buClr>
              <a:buSzPct val="100000"/>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200">
                <a:solidFill>
                  <a:schemeClr val="lt1"/>
                </a:solidFill>
                <a:latin typeface="Times New Roman"/>
                <a:ea typeface="Times New Roman"/>
                <a:cs typeface="Times New Roman"/>
                <a:sym typeface="Times New Roman"/>
              </a:rPr>
              <a:t>Vì Đấng Mẹ đã đáng cưu mang trong lòng – Alleluia.</a:t>
            </a:r>
            <a:br>
              <a:rPr b="1" i="1" lang="en-US" sz="6000">
                <a:solidFill>
                  <a:schemeClr val="accent4"/>
                </a:solidFill>
                <a:latin typeface="Times New Roman"/>
                <a:ea typeface="Times New Roman"/>
                <a:cs typeface="Times New Roman"/>
                <a:sym typeface="Times New Roman"/>
              </a:rPr>
            </a:br>
            <a:endParaRPr b="1" i="1" sz="6000">
              <a:solidFill>
                <a:schemeClr val="accent4"/>
              </a:solidFill>
              <a:latin typeface="Times New Roman"/>
              <a:ea typeface="Times New Roman"/>
              <a:cs typeface="Times New Roman"/>
              <a:sym typeface="Times New Roman"/>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Xướng: </a:t>
            </a:r>
            <a:r>
              <a:rPr b="1" lang="en-US" sz="7200">
                <a:solidFill>
                  <a:schemeClr val="lt1"/>
                </a:solidFill>
                <a:latin typeface="Times New Roman"/>
                <a:ea typeface="Times New Roman"/>
                <a:cs typeface="Times New Roman"/>
                <a:sym typeface="Times New Roman"/>
              </a:rPr>
              <a:t>Người đã sống lại thật như lời đã phán hứa – Alleluia</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4800"/>
              <a:buNone/>
            </a:pPr>
            <a:r>
              <a:rPr b="1" i="1" lang="en-US" sz="4800">
                <a:solidFill>
                  <a:schemeClr val="accent4"/>
                </a:solidFill>
                <a:latin typeface="Times New Roman"/>
                <a:ea typeface="Times New Roman"/>
                <a:cs typeface="Times New Roman"/>
                <a:sym typeface="Times New Roman"/>
              </a:rPr>
              <a:t>Đáp: </a:t>
            </a:r>
            <a:r>
              <a:rPr b="1" lang="en-US" sz="7500">
                <a:solidFill>
                  <a:schemeClr val="lt1"/>
                </a:solidFill>
                <a:latin typeface="Times New Roman"/>
                <a:ea typeface="Times New Roman"/>
                <a:cs typeface="Times New Roman"/>
                <a:sym typeface="Times New Roman"/>
              </a:rPr>
              <a:t>Xin cầu cùng Chúa cho chúng con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1200"/>
              </a:spcBef>
              <a:spcAft>
                <a:spcPts val="0"/>
              </a:spcAft>
              <a:buClr>
                <a:schemeClr val="accent4"/>
              </a:buClr>
              <a:buSzPts val="4800"/>
              <a:buNone/>
            </a:pPr>
            <a:r>
              <a:rPr b="1" i="1" lang="en-US" sz="4800" u="sng">
                <a:solidFill>
                  <a:schemeClr val="accent4"/>
                </a:solidFill>
                <a:latin typeface="Times New Roman"/>
                <a:ea typeface="Times New Roman"/>
                <a:cs typeface="Times New Roman"/>
                <a:sym typeface="Times New Roman"/>
              </a:rPr>
              <a:t>Xướng:</a:t>
            </a:r>
            <a:r>
              <a:rPr b="1" lang="en-US" sz="7200">
                <a:solidFill>
                  <a:schemeClr val="accent4"/>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Lạy Thánh Nữ Đồng Trinh Maria hãy hỉ hoan khoái lạc – Alleluia.</a:t>
            </a:r>
            <a:endParaRPr b="1" sz="6000">
              <a:solidFill>
                <a:schemeClr val="lt1"/>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1"/>
              </a:buClr>
              <a:buSzPts val="4800"/>
              <a:buNone/>
            </a:pPr>
            <a:r>
              <a:rPr b="1" i="1" lang="en-US" sz="4800">
                <a:solidFill>
                  <a:schemeClr val="accent4"/>
                </a:solidFill>
                <a:latin typeface="Times New Roman"/>
                <a:ea typeface="Times New Roman"/>
                <a:cs typeface="Times New Roman"/>
                <a:sym typeface="Times New Roman"/>
              </a:rPr>
              <a:t>Đáp: </a:t>
            </a:r>
            <a:r>
              <a:rPr b="1" lang="en-US" sz="8000">
                <a:solidFill>
                  <a:schemeClr val="lt1"/>
                </a:solidFill>
                <a:latin typeface="Times New Roman"/>
                <a:ea typeface="Times New Roman"/>
                <a:cs typeface="Times New Roman"/>
                <a:sym typeface="Times New Roman"/>
              </a:rPr>
              <a:t>Vì Chúa đã sống lại thật – Alleluia</a:t>
            </a:r>
            <a:endParaRPr b="1" i="1" sz="4800">
              <a:solidFill>
                <a:schemeClr val="accent1"/>
              </a:solidFill>
              <a:latin typeface="Times New Roman"/>
              <a:ea typeface="Times New Roman"/>
              <a:cs typeface="Times New Roman"/>
              <a:sym typeface="Times New Roman"/>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800"/>
              <a:buNone/>
            </a:pPr>
            <a:r>
              <a:rPr b="1" lang="en-US" sz="4800">
                <a:solidFill>
                  <a:schemeClr val="accent4"/>
                </a:solidFill>
                <a:latin typeface="Times New Roman"/>
                <a:ea typeface="Times New Roman"/>
                <a:cs typeface="Times New Roman"/>
                <a:sym typeface="Times New Roman"/>
              </a:rPr>
              <a:t>LỜI NGUYỆN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572"/>
              </a:spcBef>
              <a:spcAft>
                <a:spcPts val="0"/>
              </a:spcAft>
              <a:buClr>
                <a:schemeClr val="lt1"/>
              </a:buClr>
              <a:buSzPts val="8500"/>
              <a:buNone/>
            </a:pPr>
            <a:r>
              <a:rPr b="1" lang="en-US" sz="7500">
                <a:solidFill>
                  <a:schemeClr val="lt1"/>
                </a:solidFill>
                <a:latin typeface="Times New Roman"/>
                <a:ea typeface="Times New Roman"/>
                <a:cs typeface="Times New Roman"/>
                <a:sym typeface="Times New Roman"/>
              </a:rPr>
              <a:t>Lạy Chúa, là Đấng đã làm cho thiên hạ đặng vui mừng quá bội</a:t>
            </a:r>
            <a:endParaRPr sz="2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bởi Đức Chúa Giêsu Kitô là Con Chúa cùng là Chúa chúng con đã sống lại;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400">
                <a:solidFill>
                  <a:schemeClr val="lt1"/>
                </a:solidFill>
                <a:latin typeface="Times New Roman"/>
                <a:ea typeface="Times New Roman"/>
                <a:cs typeface="Times New Roman"/>
                <a:sym typeface="Times New Roman"/>
              </a:rPr>
              <a:t>xin vì Đức Nữ Đồng Trinh Maria là Thánh Mẫu Người nguyện cầu </a:t>
            </a:r>
            <a:endParaRPr sz="7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500">
                <a:solidFill>
                  <a:schemeClr val="lt1"/>
                </a:solidFill>
                <a:latin typeface="Times New Roman"/>
                <a:ea typeface="Times New Roman"/>
                <a:cs typeface="Times New Roman"/>
                <a:sym typeface="Times New Roman"/>
              </a:rPr>
              <a:t>cho chúng con được hưởng phúc vui vẻ hằng sống đời đời.</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500">
                <a:solidFill>
                  <a:schemeClr val="lt1"/>
                </a:solidFill>
                <a:latin typeface="Times New Roman"/>
                <a:ea typeface="Times New Roman"/>
                <a:cs typeface="Times New Roman"/>
                <a:sym typeface="Times New Roman"/>
              </a:rPr>
              <a:t>Vì công nghiệp Chúa Kitô là Chúa chúng con. Amen.</a:t>
            </a:r>
            <a:endParaRPr sz="75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TIN</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tin thật có một Đức Chúa Trời là Đấng thưởng phạt vô cùng.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Con lại tin thật Đức Chúa Trời có Ba Ngôi, mà Ngôi Thứ Hai đã xuống thế làm người,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chịu nạn chịu chết mà chuộc tội cho thiên hạ.</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28"/>
          <p:cNvSpPr txBox="1"/>
          <p:nvPr>
            <p:ph idx="1" type="subTitle"/>
          </p:nvPr>
        </p:nvSpPr>
        <p:spPr>
          <a:xfrm>
            <a:off x="0" y="1"/>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Bấy nhiêu điều ấy cùng các điều Hội Thánh dạy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con tin vững vàng, vì Chúa là</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Đấng thông minh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0"/>
          <p:cNvSpPr txBox="1"/>
          <p:nvPr>
            <p:ph idx="1" type="subTitle"/>
          </p:nvPr>
        </p:nvSpPr>
        <p:spPr>
          <a:xfrm>
            <a:off x="0" y="-9"/>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chân thật vô cùng đã phán truyền cho Hội Thánh. Amen.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CẬY</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80"/>
              </a:spcBef>
              <a:spcAft>
                <a:spcPts val="0"/>
              </a:spcAft>
              <a:buClr>
                <a:schemeClr val="lt1"/>
              </a:buClr>
              <a:buSzPct val="100000"/>
              <a:buNone/>
            </a:pPr>
            <a:r>
              <a:rPr b="1" lang="en-US" sz="8000">
                <a:solidFill>
                  <a:schemeClr val="lt1"/>
                </a:solidFill>
                <a:latin typeface="Times New Roman"/>
                <a:ea typeface="Times New Roman"/>
                <a:cs typeface="Times New Roman"/>
                <a:sym typeface="Times New Roman"/>
              </a:rPr>
              <a:t>Lạy Chúa con, con trông cậy vững vàng, vì công nghiệp Đức Chúa Giêsu</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Chúa sẽ ban ơn cho con giữ đạo nên ở đời này,</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cho ngày sau được lên thiên đàng xem thấy mặt Đức Chúa Trời hưởng phước đời đời,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4"/>
          <p:cNvSpPr txBox="1"/>
          <p:nvPr>
            <p:ph idx="1" type="subTitle"/>
          </p:nvPr>
        </p:nvSpPr>
        <p:spPr>
          <a:xfrm>
            <a:off x="0" y="1"/>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vì Chúa là Đấng phép tắc và lòng lành vô cùng</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0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đã phán hứa sự ấy chẳng có lẽ nào sai đặng.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13715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MẾN</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Chúa con, con kính mến Chúa hết lòng hết sức trên hết mọi sự,</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vì Chúa là Đấng trọn tốt trọn lành vô cùng,</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lại vì Chúa thì con thương yêu người ta như mình con vậy.  Amen.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KINH SẤP MÌNH</a:t>
            </a:r>
            <a:endParaRPr b="1" sz="4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Chúa con, con sấp mình xuống trước mặt Chúa con. Con tin thật Chúa ở khắp mọi nơi,</a:t>
            </a:r>
            <a:endParaRPr b="1" sz="8800">
              <a:solidFill>
                <a:schemeClr val="lt1"/>
              </a:solidFill>
              <a:latin typeface="Times New Roman"/>
              <a:ea typeface="Times New Roman"/>
              <a:cs typeface="Times New Roman"/>
              <a:sym typeface="Times New Roman"/>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thông biết mọi sự, hằng xem thấy con, hằng nghe lời con cầu nguyện.</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Chúa rất nhân từ  hãy đoái xem sự nghèo ngặt con và nhậm lời con nguyện.</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xin hãy mở miệng lưỡi con ra, thì con sẽ cao rao những lời ngợi khen Chúa.</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Lạy Chúa chúng con! Vì dấu † Thánh giá, xin chữa † chúng con, cho khỏi † kẻ thù.</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4"/>
          <p:cNvSpPr txBox="1"/>
          <p:nvPr>
            <p:ph idx="1" type="subTitle"/>
          </p:nvPr>
        </p:nvSpPr>
        <p:spPr>
          <a:xfrm>
            <a:off x="0" y="1"/>
            <a:ext cx="9030984"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lt1"/>
              </a:buClr>
              <a:buSzPts val="7200"/>
              <a:buNone/>
            </a:pPr>
            <a:br>
              <a:rPr b="1" lang="en-US" sz="48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Nhân danh Cha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t>
            </a:r>
            <a:endParaRPr/>
          </a:p>
          <a:p>
            <a:pPr indent="0" lvl="0" marL="0" rtl="0" algn="ctr">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Con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và Thánh Thần </a:t>
            </a:r>
            <a:r>
              <a:rPr b="1" lang="en-US" sz="7200">
                <a:solidFill>
                  <a:srgbClr val="EE0000"/>
                </a:solidFill>
                <a:latin typeface="Times New Roman"/>
                <a:ea typeface="Times New Roman"/>
                <a:cs typeface="Times New Roman"/>
                <a:sym typeface="Times New Roman"/>
              </a:rPr>
              <a:t>†</a:t>
            </a:r>
            <a:r>
              <a:rPr b="1" lang="en-US" sz="7200">
                <a:solidFill>
                  <a:schemeClr val="lt1"/>
                </a:solidFill>
                <a:latin typeface="Times New Roman"/>
                <a:ea typeface="Times New Roman"/>
                <a:cs typeface="Times New Roman"/>
                <a:sym typeface="Times New Roman"/>
              </a:rPr>
              <a:t>. Amen.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LẠY NỮ VƯƠNG</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Lạy Nữ Vương, Mẹ nhân lành làm cho chúng con đặng sống, đặng vui, đặng cậy.</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4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Thân lạy Mẹ! chúng con, con cháu Evà ở chốn khách đày kêu đến cùng Bà,</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ở nơi khóc lóc than thở kêu khẩn Bà thương. Hỡi Ôi! Bà là chủ bầu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5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500"/>
              <a:buNone/>
            </a:pPr>
            <a:r>
              <a:rPr b="1" lang="en-US" sz="7500">
                <a:solidFill>
                  <a:schemeClr val="lt1"/>
                </a:solidFill>
                <a:latin typeface="Times New Roman"/>
                <a:ea typeface="Times New Roman"/>
                <a:cs typeface="Times New Roman"/>
                <a:sym typeface="Times New Roman"/>
              </a:rPr>
              <a:t>xin ghé mắt thương xem chúng con. Đến sau khỏi đày,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xin cho chúng con được thấy Đức Chúa Giêsu con lòng Bà gồm phúc lạ.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5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Ôi khoan thay! nhân thay! dịu thay! Thánh Maria trọn đời đồng trinh. Amen.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5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10000"/>
          </a:bodyPr>
          <a:lstStyle/>
          <a:p>
            <a:pPr indent="0" lvl="0" marL="0" rtl="0" algn="ctr">
              <a:lnSpc>
                <a:spcPct val="100000"/>
              </a:lnSpc>
              <a:spcBef>
                <a:spcPts val="0"/>
              </a:spcBef>
              <a:spcAft>
                <a:spcPts val="0"/>
              </a:spcAft>
              <a:buClr>
                <a:schemeClr val="accent4"/>
              </a:buClr>
              <a:buSzPct val="100000"/>
              <a:buNone/>
            </a:pPr>
            <a:r>
              <a:rPr b="1" lang="en-US" sz="4400">
                <a:solidFill>
                  <a:schemeClr val="accent4"/>
                </a:solidFill>
                <a:latin typeface="Times New Roman"/>
                <a:ea typeface="Times New Roman"/>
                <a:cs typeface="Times New Roman"/>
                <a:sym typeface="Times New Roman"/>
              </a:rPr>
              <a:t>KINH NGHĨA ĐỨC TIN</a:t>
            </a:r>
            <a:endParaRPr/>
          </a:p>
          <a:p>
            <a:pPr indent="0" lvl="0" marL="0" rtl="0" algn="just">
              <a:lnSpc>
                <a:spcPct val="100000"/>
              </a:lnSpc>
              <a:spcBef>
                <a:spcPts val="1443"/>
              </a:spcBef>
              <a:spcAft>
                <a:spcPts val="0"/>
              </a:spcAft>
              <a:buClr>
                <a:schemeClr val="lt1"/>
              </a:buClr>
              <a:buSzPct val="100000"/>
              <a:buNone/>
            </a:pPr>
            <a:r>
              <a:rPr b="1" lang="en-US" sz="7800">
                <a:solidFill>
                  <a:schemeClr val="lt1"/>
                </a:solidFill>
                <a:latin typeface="Times New Roman"/>
                <a:ea typeface="Times New Roman"/>
                <a:cs typeface="Times New Roman"/>
                <a:sym typeface="Times New Roman"/>
              </a:rPr>
              <a:t>Ngày Chúa Nhật hôm nay, chúng con hợp nhau kính lạy thờ phượng Chúa, </a:t>
            </a:r>
            <a:endParaRPr b="1" sz="7800">
              <a:solidFill>
                <a:schemeClr val="lt1"/>
              </a:solidFill>
              <a:latin typeface="Times New Roman"/>
              <a:ea typeface="Times New Roman"/>
              <a:cs typeface="Times New Roman"/>
              <a:sym typeface="Times New Roman"/>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khong khen cảm tạ ơn Chúa về mọi ơn lành Chúa đã ban cho chúng con,</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phạt tạ Chúa vì những tội lỗi chúng con đã phạm mất lòng Chúa:</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54"/>
          <p:cNvSpPr txBox="1"/>
          <p:nvPr>
            <p:ph idx="1" type="subTitle"/>
          </p:nvPr>
        </p:nvSpPr>
        <p:spPr>
          <a:xfrm>
            <a:off x="92467" y="-205483"/>
            <a:ext cx="9051533" cy="5348983"/>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thì chúng con dám xin Chúa hãy khứng ban những ơn cần kíp cho chúng con được rỗi linh hồn.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5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300"/>
              <a:buNone/>
            </a:pPr>
            <a:r>
              <a:rPr b="1" lang="en-US" sz="7300">
                <a:solidFill>
                  <a:schemeClr val="lt1"/>
                </a:solidFill>
                <a:latin typeface="Times New Roman"/>
                <a:ea typeface="Times New Roman"/>
                <a:cs typeface="Times New Roman"/>
                <a:sym typeface="Times New Roman"/>
              </a:rPr>
              <a:t>Nên chúng con cả lòng tin vững vàng mọi điều đạo thánh Chúa dạy, </a:t>
            </a:r>
            <a:endParaRPr b="1" sz="7300">
              <a:solidFill>
                <a:schemeClr val="lt1"/>
              </a:solidFill>
              <a:latin typeface="Times New Roman"/>
              <a:ea typeface="Times New Roman"/>
              <a:cs typeface="Times New Roman"/>
              <a:sym typeface="Times New Roman"/>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nhất là những điều cần kíp này là có một Đức Chúa Trời phép tắc vô cùng dựng nên trời đất,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57"/>
          <p:cNvSpPr txBox="1"/>
          <p:nvPr>
            <p:ph idx="1" type="subTitle"/>
          </p:nvPr>
        </p:nvSpPr>
        <p:spPr>
          <a:xfrm>
            <a:off x="0" y="-308225"/>
            <a:ext cx="9144000" cy="5451725"/>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mà Người có Ba Ngôi. Ngôi Thứ Nhất là Cha, Ngôi Thứ Hai là Con, Ngôi Thứ Ba là Thánh Thần; </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5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Ba Ngôi cũng một tính một phép, cho nên Ba Ngôi cũng một Chúa mà thôi.</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Chúng con tin Ngôi Thứ Hai ra đời làm người, sinh bởi Bà Maria Đồng Trinh,</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đặt tên là Giêsu, ở thế gian ba mươi ba năm, đoạn chịu chết trên cây Thánh giá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2" name="Shape 382"/>
        <p:cNvGrpSpPr/>
        <p:nvPr/>
      </p:nvGrpSpPr>
      <p:grpSpPr>
        <a:xfrm>
          <a:off x="0" y="0"/>
          <a:ext cx="0" cy="0"/>
          <a:chOff x="0" y="0"/>
          <a:chExt cx="0" cy="0"/>
        </a:xfrm>
      </p:grpSpPr>
      <p:sp>
        <p:nvSpPr>
          <p:cNvPr id="383" name="Google Shape;383;p6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t/>
            </a:r>
            <a:endParaRPr b="1" sz="44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chuộc tội cho thiên hạ, đến ngày thứ ba Người sống lại;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62"/>
          <p:cNvSpPr txBox="1"/>
          <p:nvPr>
            <p:ph idx="1" type="subTitle"/>
          </p:nvPr>
        </p:nvSpPr>
        <p:spPr>
          <a:xfrm>
            <a:off x="0" y="-164387"/>
            <a:ext cx="9144000" cy="5307887"/>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khỏi bốn mươi ngày lên trời; đủ mười ngày lại cho Đức Chúa Thánh Thần</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63"/>
          <p:cNvSpPr txBox="1"/>
          <p:nvPr>
            <p:ph idx="1" type="subTitle"/>
          </p:nvPr>
        </p:nvSpPr>
        <p:spPr>
          <a:xfrm>
            <a:off x="0" y="0"/>
            <a:ext cx="9226193"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xuống trên các thánh Tông đồ và Hội Thánh mới lập;</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ai chẳng thông công cùng Hội Thánh ấy thì chẳng đặng rỗi linh hồn;</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65"/>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linh hồn là giống thiêng liêng chẳng hề chết đặng; và đến ngày tận thế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p6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xác loài người ta sẽ sống lại mà chịu phán xét;</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6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kẻ lành lên thiên đàng hưởng phước đời đời; kẻ dữ sa hỏa ngục chịu phạt vô cùng.</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6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Mà chúng con tin các sự ấy mà thôi thì chưa đủ cho đặng lên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thiên đàng;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6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song phải giữ Mười điều răn Đức Chúa Trời cùng Năm luật điều Hội Thánh,</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7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làm những việc lành phước đức.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Nhân vì sự ấy, chúng con hằng phải sợ hãi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7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và trốn tránh các tội lỗi, nhất là bảy mối tội đầu, là căn nguyên mọi tội lỗi khác.</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72"/>
          <p:cNvSpPr txBox="1"/>
          <p:nvPr>
            <p:ph idx="1" type="subTitle"/>
          </p:nvPr>
        </p:nvSpPr>
        <p:spPr>
          <a:xfrm>
            <a:off x="0" y="-246580"/>
            <a:ext cx="9144000" cy="539008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6800"/>
              <a:buNone/>
            </a:pPr>
            <a:r>
              <a:rPr b="1" lang="en-US" sz="6800">
                <a:solidFill>
                  <a:schemeClr val="lt1"/>
                </a:solidFill>
                <a:latin typeface="Times New Roman"/>
                <a:ea typeface="Times New Roman"/>
                <a:cs typeface="Times New Roman"/>
                <a:sym typeface="Times New Roman"/>
              </a:rPr>
              <a:t>Vậy chúng con phải ân cần lo lắng mà năng chịu các phép bí tích Đức</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Chúa</a:t>
            </a:r>
            <a:r>
              <a:rPr b="1" lang="en-US" sz="6000">
                <a:solidFill>
                  <a:schemeClr val="lt1"/>
                </a:solidFill>
                <a:latin typeface="Times New Roman"/>
                <a:ea typeface="Times New Roman"/>
                <a:cs typeface="Times New Roman"/>
                <a:sym typeface="Times New Roman"/>
              </a:rPr>
              <a:t> </a:t>
            </a:r>
            <a:r>
              <a:rPr b="1" lang="en-US" sz="6800">
                <a:solidFill>
                  <a:schemeClr val="lt1"/>
                </a:solidFill>
                <a:latin typeface="Times New Roman"/>
                <a:ea typeface="Times New Roman"/>
                <a:cs typeface="Times New Roman"/>
                <a:sym typeface="Times New Roman"/>
              </a:rPr>
              <a:t>Giêsu đã truyền,</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sp>
        <p:nvSpPr>
          <p:cNvPr id="443" name="Google Shape;443;p7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là những phương linh nghiệm cho chúng con đặng nên thánh.</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sp>
        <p:nvSpPr>
          <p:cNvPr id="448" name="Google Shape;448;p7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Có bảy phép bí tích mà thôi, song phép Rửa tội, phép Mình Thánh Chúa,</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7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phép Giải tội, là ba phép cần kíp hơn cho chúng con đặng rỗi. </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7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Ấy vậy chúng con hằng phải ra sức lo lắng thể nào mà chịu các phép trọng ấy cho nên, </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7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cùng tin thật vững vàng mà giữ cẩn thận các điều trước này,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7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thì mới đặng hưởng  phúc thanh nhàn đời đời kiếp kiếp. Amen.</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79"/>
          <p:cNvSpPr txBox="1"/>
          <p:nvPr>
            <p:ph idx="1" type="subTitle"/>
          </p:nvPr>
        </p:nvSpPr>
        <p:spPr>
          <a:xfrm>
            <a:off x="0" y="-143838"/>
            <a:ext cx="9144000" cy="5287338"/>
          </a:xfrm>
          <a:prstGeom prst="rect">
            <a:avLst/>
          </a:prstGeom>
          <a:solidFill>
            <a:srgbClr val="002060"/>
          </a:solid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accent4"/>
              </a:buClr>
              <a:buSzPts val="4400"/>
              <a:buNone/>
            </a:pPr>
            <a:r>
              <a:rPr b="1" lang="en-US" sz="4400">
                <a:solidFill>
                  <a:schemeClr val="accent4"/>
                </a:solidFill>
                <a:latin typeface="Times New Roman"/>
                <a:ea typeface="Times New Roman"/>
                <a:cs typeface="Times New Roman"/>
                <a:sym typeface="Times New Roman"/>
              </a:rPr>
              <a:t>Đạo Đức Chúa Trời có 10 điều răn:</a:t>
            </a:r>
            <a:endParaRPr/>
          </a:p>
          <a:p>
            <a:pPr indent="0" lvl="0" marL="0" rtl="0" algn="just">
              <a:lnSpc>
                <a:spcPct val="100000"/>
              </a:lnSpc>
              <a:spcBef>
                <a:spcPts val="144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Thờ phượng một Đức Chúa Trời và kính mến người trên hết mọi sự.</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8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hai: </a:t>
            </a:r>
            <a:r>
              <a:rPr b="1" lang="en-US" sz="7200">
                <a:solidFill>
                  <a:schemeClr val="lt1"/>
                </a:solidFill>
                <a:latin typeface="Times New Roman"/>
                <a:ea typeface="Times New Roman"/>
                <a:cs typeface="Times New Roman"/>
                <a:sym typeface="Times New Roman"/>
              </a:rPr>
              <a:t>Chớ kêu tên Đức Chúa Trời vô cớ.</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Giữ ngày Chúa Nhật.</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8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Thảo kính cha mẹ.</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Chớ giết người.</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8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Chớ làm sự dâm dục.</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Chớ lấy của người.</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8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tám: </a:t>
            </a:r>
            <a:r>
              <a:rPr b="1" lang="en-US" sz="7200">
                <a:solidFill>
                  <a:schemeClr val="lt1"/>
                </a:solidFill>
                <a:latin typeface="Times New Roman"/>
                <a:ea typeface="Times New Roman"/>
                <a:cs typeface="Times New Roman"/>
                <a:sym typeface="Times New Roman"/>
              </a:rPr>
              <a:t>Chớ làm chứng dối.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chín: </a:t>
            </a:r>
            <a:r>
              <a:rPr b="1" lang="en-US" sz="7200">
                <a:solidFill>
                  <a:schemeClr val="lt1"/>
                </a:solidFill>
                <a:latin typeface="Times New Roman"/>
                <a:ea typeface="Times New Roman"/>
                <a:cs typeface="Times New Roman"/>
                <a:sym typeface="Times New Roman"/>
              </a:rPr>
              <a:t>Chớ muốn vợ chồng người.</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8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mười: </a:t>
            </a:r>
            <a:r>
              <a:rPr b="1" lang="en-US" sz="7200">
                <a:solidFill>
                  <a:schemeClr val="lt1"/>
                </a:solidFill>
                <a:latin typeface="Times New Roman"/>
                <a:ea typeface="Times New Roman"/>
                <a:cs typeface="Times New Roman"/>
                <a:sym typeface="Times New Roman"/>
              </a:rPr>
              <a:t>Chớ tham </a:t>
            </a:r>
            <a:br>
              <a:rPr b="1" lang="en-US" sz="7200">
                <a:solidFill>
                  <a:schemeClr val="lt1"/>
                </a:solidFill>
                <a:latin typeface="Times New Roman"/>
                <a:ea typeface="Times New Roman"/>
                <a:cs typeface="Times New Roman"/>
                <a:sym typeface="Times New Roman"/>
              </a:rPr>
            </a:br>
            <a:r>
              <a:rPr b="1" lang="en-US" sz="7200">
                <a:solidFill>
                  <a:schemeClr val="lt1"/>
                </a:solidFill>
                <a:latin typeface="Times New Roman"/>
                <a:ea typeface="Times New Roman"/>
                <a:cs typeface="Times New Roman"/>
                <a:sym typeface="Times New Roman"/>
              </a:rPr>
              <a:t>của người.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lt1"/>
              </a:buClr>
              <a:buSzPts val="7200"/>
              <a:buNone/>
            </a:pPr>
            <a:r>
              <a:rPr b="1" lang="en-US" sz="7200">
                <a:solidFill>
                  <a:schemeClr val="lt1"/>
                </a:solidFill>
                <a:latin typeface="Times New Roman"/>
                <a:ea typeface="Times New Roman"/>
                <a:cs typeface="Times New Roman"/>
                <a:sym typeface="Times New Roman"/>
              </a:rPr>
              <a:t>Mười điều răn ấy tóm về hai này mà chớ:</a:t>
            </a:r>
            <a:endParaRPr b="1" i="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85"/>
          <p:cNvSpPr txBox="1"/>
          <p:nvPr>
            <p:ph idx="1" type="subTitle"/>
          </p:nvPr>
        </p:nvSpPr>
        <p:spPr>
          <a:xfrm>
            <a:off x="0" y="-226031"/>
            <a:ext cx="9144000" cy="5369531"/>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lt1"/>
              </a:buClr>
              <a:buSzPts val="7000"/>
              <a:buNone/>
            </a:pPr>
            <a:r>
              <a:rPr b="1" lang="en-US" sz="7000">
                <a:solidFill>
                  <a:schemeClr val="lt1"/>
                </a:solidFill>
                <a:latin typeface="Times New Roman"/>
                <a:ea typeface="Times New Roman"/>
                <a:cs typeface="Times New Roman"/>
                <a:sym typeface="Times New Roman"/>
              </a:rPr>
              <a:t>trước kính mến một Đức Chúa Trời trên hết mọi sự; sau lại yêu người như mình ta vậy. </a:t>
            </a:r>
            <a:r>
              <a:rPr b="1" i="1" lang="en-US" sz="7000">
                <a:solidFill>
                  <a:schemeClr val="lt1"/>
                </a:solidFill>
                <a:latin typeface="Times New Roman"/>
                <a:ea typeface="Times New Roman"/>
                <a:cs typeface="Times New Roman"/>
                <a:sym typeface="Times New Roman"/>
              </a:rPr>
              <a:t>Amen.</a:t>
            </a:r>
            <a:endParaRPr/>
          </a:p>
          <a:p>
            <a:pPr indent="0" lvl="0" marL="0" rtl="0" algn="just">
              <a:lnSpc>
                <a:spcPct val="100000"/>
              </a:lnSpc>
              <a:spcBef>
                <a:spcPts val="0"/>
              </a:spcBef>
              <a:spcAft>
                <a:spcPts val="0"/>
              </a:spcAft>
              <a:buClr>
                <a:srgbClr val="888888"/>
              </a:buClr>
              <a:buSzPts val="7000"/>
              <a:buNone/>
            </a:pPr>
            <a:r>
              <a:t/>
            </a:r>
            <a:endParaRPr b="1" i="1" sz="7000">
              <a:solidFill>
                <a:schemeClr val="lt1"/>
              </a:solidFill>
              <a:latin typeface="Times New Roman"/>
              <a:ea typeface="Times New Roman"/>
              <a:cs typeface="Times New Roman"/>
              <a:sym typeface="Times New Roman"/>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8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ctr">
              <a:lnSpc>
                <a:spcPct val="100000"/>
              </a:lnSpc>
              <a:spcBef>
                <a:spcPts val="0"/>
              </a:spcBef>
              <a:spcAft>
                <a:spcPts val="0"/>
              </a:spcAft>
              <a:buClr>
                <a:schemeClr val="accent4"/>
              </a:buClr>
              <a:buSzPts val="4500"/>
              <a:buNone/>
            </a:pPr>
            <a:r>
              <a:rPr b="1" lang="en-US" sz="4500">
                <a:solidFill>
                  <a:schemeClr val="accent4"/>
                </a:solidFill>
                <a:latin typeface="Times New Roman"/>
                <a:ea typeface="Times New Roman"/>
                <a:cs typeface="Times New Roman"/>
                <a:sym typeface="Times New Roman"/>
              </a:rPr>
              <a:t>Hội Thánh có 5 điều răn: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nhất: </a:t>
            </a:r>
            <a:r>
              <a:rPr b="1" lang="en-US" sz="7200">
                <a:solidFill>
                  <a:schemeClr val="lt1"/>
                </a:solidFill>
                <a:latin typeface="Times New Roman"/>
                <a:ea typeface="Times New Roman"/>
                <a:cs typeface="Times New Roman"/>
                <a:sym typeface="Times New Roman"/>
              </a:rPr>
              <a:t>dự lễ và kiêng việc xác ngày Chúa Nhật cùng các ngày lễ buộc;</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87"/>
          <p:cNvSpPr txBox="1"/>
          <p:nvPr>
            <p:ph idx="1" type="subTitle"/>
          </p:nvPr>
        </p:nvSpPr>
        <p:spPr>
          <a:xfrm>
            <a:off x="0" y="-236306"/>
            <a:ext cx="9144000" cy="5379806"/>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hai: </a:t>
            </a:r>
            <a:r>
              <a:rPr b="1" lang="en-US" sz="6800">
                <a:solidFill>
                  <a:schemeClr val="lt1"/>
                </a:solidFill>
                <a:latin typeface="Times New Roman"/>
                <a:ea typeface="Times New Roman"/>
                <a:cs typeface="Times New Roman"/>
                <a:sym typeface="Times New Roman"/>
              </a:rPr>
              <a:t>xưng tội trong một năm ít là một lần;</a:t>
            </a:r>
            <a:endParaRPr b="1" sz="6800">
              <a:solidFill>
                <a:schemeClr val="lt1"/>
              </a:solidFill>
              <a:latin typeface="Times New Roman"/>
              <a:ea typeface="Times New Roman"/>
              <a:cs typeface="Times New Roman"/>
              <a:sym typeface="Times New Roman"/>
            </a:endParaRPr>
          </a:p>
          <a:p>
            <a:pPr indent="0" lvl="0" marL="0" rtl="0" algn="just">
              <a:lnSpc>
                <a:spcPct val="100000"/>
              </a:lnSpc>
              <a:spcBef>
                <a:spcPts val="1360"/>
              </a:spcBef>
              <a:spcAft>
                <a:spcPts val="0"/>
              </a:spcAft>
              <a:buClr>
                <a:schemeClr val="accent4"/>
              </a:buClr>
              <a:buSzPts val="6800"/>
              <a:buNone/>
            </a:pPr>
            <a:r>
              <a:rPr b="1" lang="en-US" sz="6800">
                <a:solidFill>
                  <a:schemeClr val="accent4"/>
                </a:solidFill>
                <a:latin typeface="Times New Roman"/>
                <a:ea typeface="Times New Roman"/>
                <a:cs typeface="Times New Roman"/>
                <a:sym typeface="Times New Roman"/>
              </a:rPr>
              <a:t>Thứ ba: </a:t>
            </a:r>
            <a:r>
              <a:rPr b="1" lang="en-US" sz="6800">
                <a:solidFill>
                  <a:schemeClr val="lt1"/>
                </a:solidFill>
                <a:latin typeface="Times New Roman"/>
                <a:ea typeface="Times New Roman"/>
                <a:cs typeface="Times New Roman"/>
                <a:sym typeface="Times New Roman"/>
              </a:rPr>
              <a:t>rước Mình Thánh Chúa trong mùa Phục Sinh;</a:t>
            </a:r>
            <a:endParaRPr sz="6800">
              <a:solidFill>
                <a:schemeClr val="lt1"/>
              </a:solidFill>
              <a:latin typeface="Times New Roman"/>
              <a:ea typeface="Times New Roman"/>
              <a:cs typeface="Times New Roman"/>
              <a:sym typeface="Times New Roman"/>
            </a:endParaRPr>
          </a:p>
        </p:txBody>
      </p:sp>
    </p:spTree>
  </p:cSld>
  <p:clrMapOvr>
    <a:masterClrMapping/>
  </p:clrMapOvr>
</p:sld>
</file>

<file path=ppt/slides/slide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88"/>
          <p:cNvSpPr txBox="1"/>
          <p:nvPr>
            <p:ph idx="1" type="subTitle"/>
          </p:nvPr>
        </p:nvSpPr>
        <p:spPr>
          <a:xfrm>
            <a:off x="0" y="0"/>
            <a:ext cx="9144000" cy="5143499"/>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giữ chay và kiêng thịt những ngày Hội Thánh buộc;</a:t>
            </a:r>
            <a:endParaRPr/>
          </a:p>
        </p:txBody>
      </p:sp>
    </p:spTree>
  </p:cSld>
  <p:clrMapOvr>
    <a:masterClrMapping/>
  </p:clrMapOvr>
</p:sld>
</file>

<file path=ppt/slides/slide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2" name="Shape 522"/>
        <p:cNvGrpSpPr/>
        <p:nvPr/>
      </p:nvGrpSpPr>
      <p:grpSpPr>
        <a:xfrm>
          <a:off x="0" y="0"/>
          <a:ext cx="0" cy="0"/>
          <a:chOff x="0" y="0"/>
          <a:chExt cx="0" cy="0"/>
        </a:xfrm>
      </p:grpSpPr>
      <p:sp>
        <p:nvSpPr>
          <p:cNvPr id="523" name="Google Shape;523;p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góp công góp của xây dựng Hội Thánh, tùy theo khả năng của mình.</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9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85000" lnSpcReduction="10000"/>
          </a:bodyPr>
          <a:lstStyle/>
          <a:p>
            <a:pPr indent="0" lvl="0" marL="0" rtl="0" algn="ctr">
              <a:lnSpc>
                <a:spcPct val="100000"/>
              </a:lnSpc>
              <a:spcBef>
                <a:spcPts val="0"/>
              </a:spcBef>
              <a:spcAft>
                <a:spcPts val="0"/>
              </a:spcAft>
              <a:buClr>
                <a:schemeClr val="accent4"/>
              </a:buClr>
              <a:buSzPct val="100000"/>
              <a:buNone/>
            </a:pPr>
            <a:r>
              <a:rPr b="1" lang="en-US" sz="4800">
                <a:solidFill>
                  <a:schemeClr val="accent4"/>
                </a:solidFill>
                <a:latin typeface="Times New Roman"/>
                <a:ea typeface="Times New Roman"/>
                <a:cs typeface="Times New Roman"/>
                <a:sym typeface="Times New Roman"/>
              </a:rPr>
              <a:t>Đạo Đức Chúa Trời có 7 phép Bí tích:</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nhất: </a:t>
            </a:r>
            <a:r>
              <a:rPr b="1" lang="en-US" sz="8500">
                <a:solidFill>
                  <a:schemeClr val="lt1"/>
                </a:solidFill>
                <a:latin typeface="Times New Roman"/>
                <a:ea typeface="Times New Roman"/>
                <a:cs typeface="Times New Roman"/>
                <a:sym typeface="Times New Roman"/>
              </a:rPr>
              <a:t>là phép Rửa tội.</a:t>
            </a:r>
            <a:endParaRPr/>
          </a:p>
          <a:p>
            <a:pPr indent="0" lvl="0" marL="0" rtl="0" algn="just">
              <a:lnSpc>
                <a:spcPct val="100000"/>
              </a:lnSpc>
              <a:spcBef>
                <a:spcPts val="1445"/>
              </a:spcBef>
              <a:spcAft>
                <a:spcPts val="0"/>
              </a:spcAft>
              <a:buClr>
                <a:schemeClr val="accent4"/>
              </a:buClr>
              <a:buSzPct val="100000"/>
              <a:buNone/>
            </a:pPr>
            <a:r>
              <a:rPr b="1" lang="en-US" sz="8500">
                <a:solidFill>
                  <a:schemeClr val="accent4"/>
                </a:solidFill>
                <a:latin typeface="Times New Roman"/>
                <a:ea typeface="Times New Roman"/>
                <a:cs typeface="Times New Roman"/>
                <a:sym typeface="Times New Roman"/>
              </a:rPr>
              <a:t>Thứ hai: </a:t>
            </a:r>
            <a:r>
              <a:rPr b="1" lang="en-US" sz="8500">
                <a:solidFill>
                  <a:schemeClr val="lt1"/>
                </a:solidFill>
                <a:latin typeface="Times New Roman"/>
                <a:ea typeface="Times New Roman"/>
                <a:cs typeface="Times New Roman"/>
                <a:sym typeface="Times New Roman"/>
              </a:rPr>
              <a:t>là phép Thêm sức.</a:t>
            </a:r>
            <a:endParaRPr/>
          </a:p>
        </p:txBody>
      </p:sp>
    </p:spTree>
  </p:cSld>
  <p:clrMapOvr>
    <a:masterClrMapping/>
  </p:clrMapOvr>
</p:sld>
</file>

<file path=ppt/slides/slide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9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ba: </a:t>
            </a:r>
            <a:r>
              <a:rPr b="1" lang="en-US" sz="7200">
                <a:solidFill>
                  <a:schemeClr val="lt1"/>
                </a:solidFill>
                <a:latin typeface="Times New Roman"/>
                <a:ea typeface="Times New Roman"/>
                <a:cs typeface="Times New Roman"/>
                <a:sym typeface="Times New Roman"/>
              </a:rPr>
              <a:t>là phép Mình Thánh Chúa.</a:t>
            </a:r>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bốn: </a:t>
            </a:r>
            <a:r>
              <a:rPr b="1" lang="en-US" sz="7200">
                <a:solidFill>
                  <a:schemeClr val="lt1"/>
                </a:solidFill>
                <a:latin typeface="Times New Roman"/>
                <a:ea typeface="Times New Roman"/>
                <a:cs typeface="Times New Roman"/>
                <a:sym typeface="Times New Roman"/>
              </a:rPr>
              <a:t>là phép Giải tội.</a:t>
            </a:r>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9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năm: </a:t>
            </a:r>
            <a:r>
              <a:rPr b="1" lang="en-US" sz="7200">
                <a:solidFill>
                  <a:schemeClr val="lt1"/>
                </a:solidFill>
                <a:latin typeface="Times New Roman"/>
                <a:ea typeface="Times New Roman"/>
                <a:cs typeface="Times New Roman"/>
                <a:sym typeface="Times New Roman"/>
              </a:rPr>
              <a:t>là phép Xức dầu thánh.</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sáu: </a:t>
            </a:r>
            <a:r>
              <a:rPr b="1" lang="en-US" sz="7200">
                <a:solidFill>
                  <a:schemeClr val="lt1"/>
                </a:solidFill>
                <a:latin typeface="Times New Roman"/>
                <a:ea typeface="Times New Roman"/>
                <a:cs typeface="Times New Roman"/>
                <a:sym typeface="Times New Roman"/>
              </a:rPr>
              <a:t>là phép Truyền chức thánh.</a:t>
            </a:r>
            <a:endParaRPr/>
          </a:p>
        </p:txBody>
      </p:sp>
    </p:spTree>
  </p:cSld>
  <p:clrMapOvr>
    <a:masterClrMapping/>
  </p:clrMapOvr>
</p:sld>
</file>

<file path=ppt/slides/slide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Thứ bảy: </a:t>
            </a:r>
            <a:r>
              <a:rPr b="1" lang="en-US" sz="7200">
                <a:solidFill>
                  <a:schemeClr val="lt1"/>
                </a:solidFill>
                <a:latin typeface="Times New Roman"/>
                <a:ea typeface="Times New Roman"/>
                <a:cs typeface="Times New Roman"/>
                <a:sym typeface="Times New Roman"/>
              </a:rPr>
              <a:t>là phép Hôn phối.</a:t>
            </a:r>
            <a:endParaRPr/>
          </a:p>
        </p:txBody>
      </p:sp>
    </p:spTree>
  </p:cSld>
  <p:clrMapOvr>
    <a:masterClrMapping/>
  </p:clrMapOvr>
</p:sld>
</file>

<file path=ppt/slides/slide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9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1200"/>
              <a:buNone/>
            </a:pPr>
            <a:r>
              <a:t/>
            </a:r>
            <a:endParaRPr b="1" sz="1200">
              <a:solidFill>
                <a:schemeClr val="lt1"/>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Thương người có mười bốn mối</a:t>
            </a:r>
            <a:endParaRPr b="1" sz="4950">
              <a:solidFill>
                <a:schemeClr val="accent4"/>
              </a:solidFill>
              <a:latin typeface="Times New Roman"/>
              <a:ea typeface="Times New Roman"/>
              <a:cs typeface="Times New Roman"/>
              <a:sym typeface="Times New Roman"/>
            </a:endParaRPr>
          </a:p>
          <a:p>
            <a:pPr indent="0" lvl="0" marL="0" rtl="0" algn="just">
              <a:lnSpc>
                <a:spcPct val="100000"/>
              </a:lnSpc>
              <a:spcBef>
                <a:spcPts val="990"/>
              </a:spcBef>
              <a:spcAft>
                <a:spcPts val="0"/>
              </a:spcAft>
              <a:buClr>
                <a:schemeClr val="accent4"/>
              </a:buClr>
              <a:buSzPts val="4950"/>
              <a:buNone/>
            </a:pPr>
            <a:r>
              <a:rPr b="1" i="1" lang="en-US" sz="4950">
                <a:solidFill>
                  <a:schemeClr val="accent4"/>
                </a:solidFill>
                <a:latin typeface="Times New Roman"/>
                <a:ea typeface="Times New Roman"/>
                <a:cs typeface="Times New Roman"/>
                <a:sym typeface="Times New Roman"/>
              </a:rPr>
              <a:t>Thương xác bảy mối:</a:t>
            </a:r>
            <a:endParaRPr b="1" i="1" sz="495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Cho kẻ đói ăn.</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9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Cho kẻ khát uống.</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Cho kẻ rách rưới ăn mặc.</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7" name="Shape 557"/>
        <p:cNvGrpSpPr/>
        <p:nvPr/>
      </p:nvGrpSpPr>
      <p:grpSpPr>
        <a:xfrm>
          <a:off x="0" y="0"/>
          <a:ext cx="0" cy="0"/>
          <a:chOff x="0" y="0"/>
          <a:chExt cx="0" cy="0"/>
        </a:xfrm>
      </p:grpSpPr>
      <p:sp>
        <p:nvSpPr>
          <p:cNvPr id="558" name="Google Shape;558;p9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Viếng kẻ liệt cùng kẻ tù rạc.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Cho khách đỗ nhà.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Chuộc kẻ làm tôi.</a:t>
            </a:r>
            <a:endParaRPr b="1" sz="7200">
              <a:solidFill>
                <a:schemeClr val="lt1"/>
              </a:solidFill>
              <a:latin typeface="Times New Roman"/>
              <a:ea typeface="Times New Roman"/>
              <a:cs typeface="Times New Roman"/>
              <a:sym typeface="Times New Roman"/>
            </a:endParaRPr>
          </a:p>
          <a:p>
            <a:pPr indent="0" lvl="0" marL="0" rtl="0" algn="l">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Chôn xác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sp>
        <p:nvSpPr>
          <p:cNvPr id="568" name="Google Shape;568;p9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rgbClr val="888888"/>
              </a:buClr>
              <a:buSzPts val="825"/>
              <a:buNone/>
            </a:pPr>
            <a:r>
              <a:t/>
            </a:r>
            <a:endParaRPr b="1" sz="825">
              <a:solidFill>
                <a:schemeClr val="lt1"/>
              </a:solidFill>
              <a:latin typeface="Times New Roman"/>
              <a:ea typeface="Times New Roman"/>
              <a:cs typeface="Times New Roman"/>
              <a:sym typeface="Times New Roman"/>
            </a:endParaRPr>
          </a:p>
          <a:p>
            <a:pPr indent="0" lvl="0" marL="0" rtl="0" algn="just">
              <a:lnSpc>
                <a:spcPct val="100000"/>
              </a:lnSpc>
              <a:spcBef>
                <a:spcPts val="1080"/>
              </a:spcBef>
              <a:spcAft>
                <a:spcPts val="0"/>
              </a:spcAft>
              <a:buClr>
                <a:schemeClr val="accent4"/>
              </a:buClr>
              <a:buSzPts val="5400"/>
              <a:buNone/>
            </a:pPr>
            <a:r>
              <a:rPr b="1" i="1" lang="en-US" sz="5400">
                <a:solidFill>
                  <a:schemeClr val="accent4"/>
                </a:solidFill>
                <a:latin typeface="Times New Roman"/>
                <a:ea typeface="Times New Roman"/>
                <a:cs typeface="Times New Roman"/>
                <a:sym typeface="Times New Roman"/>
              </a:rPr>
              <a:t>	Thương linh hồn bảy mối:</a:t>
            </a:r>
            <a:endParaRPr b="1" i="1" sz="5400">
              <a:solidFill>
                <a:schemeClr val="accent4"/>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Lấy lời lành khuyên người.</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9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Mở dạy kẻ mê muội.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 </a:t>
            </a:r>
            <a:r>
              <a:rPr b="1" lang="en-US" sz="7200">
                <a:solidFill>
                  <a:schemeClr val="lt1"/>
                </a:solidFill>
                <a:latin typeface="Times New Roman"/>
                <a:ea typeface="Times New Roman"/>
                <a:cs typeface="Times New Roman"/>
                <a:sym typeface="Times New Roman"/>
              </a:rPr>
              <a:t>An ủi kẻ âu lo.</a:t>
            </a:r>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10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Răn bảo kẻ có tội.</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Tha kẻ dể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 </a:t>
            </a:r>
            <a:r>
              <a:rPr b="1" lang="en-US" sz="7200">
                <a:solidFill>
                  <a:schemeClr val="lt1"/>
                </a:solidFill>
                <a:latin typeface="Times New Roman"/>
                <a:ea typeface="Times New Roman"/>
                <a:cs typeface="Times New Roman"/>
                <a:sym typeface="Times New Roman"/>
              </a:rPr>
              <a:t>Nhịn kẻ mất lòng ta.</a:t>
            </a:r>
            <a:endParaRPr b="1" sz="7200">
              <a:solidFill>
                <a:schemeClr val="lt1"/>
              </a:solidFill>
              <a:latin typeface="Times New Roman"/>
              <a:ea typeface="Times New Roman"/>
              <a:cs typeface="Times New Roman"/>
              <a:sym typeface="Times New Roman"/>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bảy: </a:t>
            </a:r>
            <a:r>
              <a:rPr b="1" lang="en-US" sz="7200">
                <a:solidFill>
                  <a:schemeClr val="lt1"/>
                </a:solidFill>
                <a:latin typeface="Times New Roman"/>
                <a:ea typeface="Times New Roman"/>
                <a:cs typeface="Times New Roman"/>
                <a:sym typeface="Times New Roman"/>
              </a:rPr>
              <a:t>Cầu cho kẻ sống và kẻ chết.</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7" name="Shape 587"/>
        <p:cNvGrpSpPr/>
        <p:nvPr/>
      </p:nvGrpSpPr>
      <p:grpSpPr>
        <a:xfrm>
          <a:off x="0" y="0"/>
          <a:ext cx="0" cy="0"/>
          <a:chOff x="0" y="0"/>
          <a:chExt cx="0" cy="0"/>
        </a:xfrm>
      </p:grpSpPr>
      <p:sp>
        <p:nvSpPr>
          <p:cNvPr id="588" name="Google Shape;588;p10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4950"/>
              <a:buNone/>
            </a:pPr>
            <a:r>
              <a:rPr b="1" lang="en-US" sz="4950">
                <a:solidFill>
                  <a:schemeClr val="accent4"/>
                </a:solidFill>
                <a:latin typeface="Times New Roman"/>
                <a:ea typeface="Times New Roman"/>
                <a:cs typeface="Times New Roman"/>
                <a:sym typeface="Times New Roman"/>
              </a:rPr>
              <a:t>	</a:t>
            </a:r>
            <a:r>
              <a:rPr b="1" lang="en-US" sz="4000">
                <a:solidFill>
                  <a:schemeClr val="accent4"/>
                </a:solidFill>
                <a:latin typeface="Times New Roman"/>
                <a:ea typeface="Times New Roman"/>
                <a:cs typeface="Times New Roman"/>
                <a:sym typeface="Times New Roman"/>
              </a:rPr>
              <a:t>CẢI TỘI BẢY MỐI CÓ BẢY ĐỨC</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nhất: </a:t>
            </a:r>
            <a:r>
              <a:rPr b="1" lang="en-US" sz="7200">
                <a:solidFill>
                  <a:schemeClr val="lt1"/>
                </a:solidFill>
                <a:latin typeface="Times New Roman"/>
                <a:ea typeface="Times New Roman"/>
                <a:cs typeface="Times New Roman"/>
                <a:sym typeface="Times New Roman"/>
              </a:rPr>
              <a:t>Khiêm nhượng, chớ kiêu ngạo.</a:t>
            </a:r>
            <a:endParaRPr b="1"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10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hai: </a:t>
            </a:r>
            <a:r>
              <a:rPr b="1" lang="en-US" sz="7000">
                <a:solidFill>
                  <a:schemeClr val="lt1"/>
                </a:solidFill>
                <a:latin typeface="Times New Roman"/>
                <a:ea typeface="Times New Roman"/>
                <a:cs typeface="Times New Roman"/>
                <a:sym typeface="Times New Roman"/>
              </a:rPr>
              <a:t>Rộng rãi, chớ hà tiện.</a:t>
            </a:r>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ba: </a:t>
            </a:r>
            <a:r>
              <a:rPr b="1" lang="en-US" sz="7000">
                <a:solidFill>
                  <a:schemeClr val="lt1"/>
                </a:solidFill>
                <a:latin typeface="Times New Roman"/>
                <a:ea typeface="Times New Roman"/>
                <a:cs typeface="Times New Roman"/>
                <a:sym typeface="Times New Roman"/>
              </a:rPr>
              <a:t>Giữ mình sạch sẽ, chớ mê dâm dục.</a:t>
            </a:r>
            <a:endParaRPr/>
          </a:p>
          <a:p>
            <a:pPr indent="0" lvl="0" marL="0" rtl="0" algn="just">
              <a:lnSpc>
                <a:spcPct val="100000"/>
              </a:lnSpc>
              <a:spcBef>
                <a:spcPts val="1400"/>
              </a:spcBef>
              <a:spcAft>
                <a:spcPts val="0"/>
              </a:spcAft>
              <a:buClr>
                <a:srgbClr val="888888"/>
              </a:buClr>
              <a:buSzPts val="7000"/>
              <a:buNone/>
            </a:pPr>
            <a:r>
              <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10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 </a:t>
            </a:r>
            <a:r>
              <a:rPr b="1" lang="en-US" sz="7200">
                <a:solidFill>
                  <a:schemeClr val="lt1"/>
                </a:solidFill>
                <a:latin typeface="Times New Roman"/>
                <a:ea typeface="Times New Roman"/>
                <a:cs typeface="Times New Roman"/>
                <a:sym typeface="Times New Roman"/>
              </a:rPr>
              <a:t>Hay nhịn, Chớ hờn giận.</a:t>
            </a:r>
            <a:endParaRPr/>
          </a:p>
          <a:p>
            <a:pPr indent="0" lvl="0" marL="0" rtl="0" algn="just">
              <a:lnSpc>
                <a:spcPct val="100000"/>
              </a:lnSpc>
              <a:spcBef>
                <a:spcPts val="144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năm: </a:t>
            </a:r>
            <a:r>
              <a:rPr b="1" lang="en-US" sz="7200">
                <a:solidFill>
                  <a:schemeClr val="lt1"/>
                </a:solidFill>
                <a:latin typeface="Times New Roman"/>
                <a:ea typeface="Times New Roman"/>
                <a:cs typeface="Times New Roman"/>
                <a:sym typeface="Times New Roman"/>
              </a:rPr>
              <a:t>Kiêng bớt, chớ mê ăn uống.</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b="1" sz="7200">
              <a:solidFill>
                <a:schemeClr val="lt1"/>
              </a:solidFill>
              <a:latin typeface="Times New Roman"/>
              <a:ea typeface="Times New Roman"/>
              <a:cs typeface="Times New Roman"/>
              <a:sym typeface="Times New Roman"/>
            </a:endParaRPr>
          </a:p>
          <a:p>
            <a:pPr indent="0" lvl="0" marL="0" rtl="0" algn="ctr">
              <a:lnSpc>
                <a:spcPct val="100000"/>
              </a:lnSpc>
              <a:spcBef>
                <a:spcPts val="1440"/>
              </a:spcBef>
              <a:spcAft>
                <a:spcPts val="0"/>
              </a:spcAft>
              <a:buClr>
                <a:srgbClr val="888888"/>
              </a:buClr>
              <a:buSzPts val="7200"/>
              <a:buNone/>
            </a:pPr>
            <a:r>
              <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2" name="Shape 602"/>
        <p:cNvGrpSpPr/>
        <p:nvPr/>
      </p:nvGrpSpPr>
      <p:grpSpPr>
        <a:xfrm>
          <a:off x="0" y="0"/>
          <a:ext cx="0" cy="0"/>
          <a:chOff x="0" y="0"/>
          <a:chExt cx="0" cy="0"/>
        </a:xfrm>
      </p:grpSpPr>
      <p:sp>
        <p:nvSpPr>
          <p:cNvPr id="603" name="Google Shape;603;p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sáu: </a:t>
            </a:r>
            <a:r>
              <a:rPr b="1" lang="en-US" sz="7000">
                <a:solidFill>
                  <a:schemeClr val="lt1"/>
                </a:solidFill>
                <a:latin typeface="Times New Roman"/>
                <a:ea typeface="Times New Roman"/>
                <a:cs typeface="Times New Roman"/>
                <a:sym typeface="Times New Roman"/>
              </a:rPr>
              <a:t>Yêu người, chớ ghen ghét.</a:t>
            </a:r>
            <a:endParaRPr b="1" sz="7000">
              <a:solidFill>
                <a:schemeClr val="lt1"/>
              </a:solidFill>
              <a:latin typeface="Times New Roman"/>
              <a:ea typeface="Times New Roman"/>
              <a:cs typeface="Times New Roman"/>
              <a:sym typeface="Times New Roman"/>
            </a:endParaRPr>
          </a:p>
          <a:p>
            <a:pPr indent="0" lvl="0" marL="0" rtl="0" algn="just">
              <a:lnSpc>
                <a:spcPct val="100000"/>
              </a:lnSpc>
              <a:spcBef>
                <a:spcPts val="1400"/>
              </a:spcBef>
              <a:spcAft>
                <a:spcPts val="0"/>
              </a:spcAft>
              <a:buClr>
                <a:schemeClr val="accent4"/>
              </a:buClr>
              <a:buSzPts val="7000"/>
              <a:buNone/>
            </a:pPr>
            <a:r>
              <a:rPr b="1" lang="en-US" sz="7000">
                <a:solidFill>
                  <a:schemeClr val="accent4"/>
                </a:solidFill>
                <a:latin typeface="Times New Roman"/>
                <a:ea typeface="Times New Roman"/>
                <a:cs typeface="Times New Roman"/>
                <a:sym typeface="Times New Roman"/>
              </a:rPr>
              <a:t>Thứ bảy: </a:t>
            </a:r>
            <a:r>
              <a:rPr b="1" lang="en-US" sz="7000">
                <a:solidFill>
                  <a:schemeClr val="lt1"/>
                </a:solidFill>
                <a:latin typeface="Times New Roman"/>
                <a:ea typeface="Times New Roman"/>
                <a:cs typeface="Times New Roman"/>
                <a:sym typeface="Times New Roman"/>
              </a:rPr>
              <a:t>Siêng năng việc Đức Chúa Trời, chớ làm biếng.</a:t>
            </a:r>
            <a:endParaRPr b="1" sz="7000">
              <a:solidFill>
                <a:schemeClr val="lt1"/>
              </a:solidFill>
              <a:latin typeface="Times New Roman"/>
              <a:ea typeface="Times New Roman"/>
              <a:cs typeface="Times New Roman"/>
              <a:sym typeface="Times New Roman"/>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10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a:bodyPr>
          <a:lstStyle/>
          <a:p>
            <a:pPr indent="0" lvl="0" marL="0" rtl="0" algn="just">
              <a:lnSpc>
                <a:spcPct val="100000"/>
              </a:lnSpc>
              <a:spcBef>
                <a:spcPts val="0"/>
              </a:spcBef>
              <a:spcAft>
                <a:spcPts val="0"/>
              </a:spcAft>
              <a:buClr>
                <a:schemeClr val="accent4"/>
              </a:buClr>
              <a:buSzPct val="100000"/>
              <a:buNone/>
            </a:pPr>
            <a:r>
              <a:rPr b="1" lang="en-US" sz="4950">
                <a:solidFill>
                  <a:schemeClr val="accent4"/>
                </a:solidFill>
                <a:latin typeface="Times New Roman"/>
                <a:ea typeface="Times New Roman"/>
                <a:cs typeface="Times New Roman"/>
                <a:sym typeface="Times New Roman"/>
              </a:rPr>
              <a:t>		</a:t>
            </a:r>
            <a:r>
              <a:rPr b="1" lang="en-US" sz="4400">
                <a:solidFill>
                  <a:schemeClr val="accent4"/>
                </a:solidFill>
                <a:latin typeface="Times New Roman"/>
                <a:ea typeface="Times New Roman"/>
                <a:cs typeface="Times New Roman"/>
                <a:sym typeface="Times New Roman"/>
              </a:rPr>
              <a:t>PHƯỚC THẬT TÁM MỐI</a:t>
            </a:r>
            <a:endParaRPr/>
          </a:p>
          <a:p>
            <a:pPr indent="0" lvl="0" marL="0" rtl="0" algn="just">
              <a:lnSpc>
                <a:spcPct val="100000"/>
              </a:lnSpc>
              <a:spcBef>
                <a:spcPts val="1295"/>
              </a:spcBef>
              <a:spcAft>
                <a:spcPts val="0"/>
              </a:spcAft>
              <a:buClr>
                <a:schemeClr val="accent4"/>
              </a:buClr>
              <a:buSzPct val="100000"/>
              <a:buNone/>
            </a:pPr>
            <a:r>
              <a:rPr b="1" lang="en-US" sz="7000">
                <a:solidFill>
                  <a:schemeClr val="accent4"/>
                </a:solidFill>
                <a:latin typeface="Times New Roman"/>
                <a:ea typeface="Times New Roman"/>
                <a:cs typeface="Times New Roman"/>
                <a:sym typeface="Times New Roman"/>
              </a:rPr>
              <a:t>Thứ nhất:</a:t>
            </a:r>
            <a:r>
              <a:rPr b="1" lang="en-US" sz="7000">
                <a:solidFill>
                  <a:schemeClr val="lt1"/>
                </a:solidFill>
                <a:latin typeface="Times New Roman"/>
                <a:ea typeface="Times New Roman"/>
                <a:cs typeface="Times New Roman"/>
                <a:sym typeface="Times New Roman"/>
              </a:rPr>
              <a:t>	Ai có lòng khó khăn, ấy là phước thật, vì chưng nước Đức Chúa Trời là của mình vậy.</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2" name="Shape 612"/>
        <p:cNvGrpSpPr/>
        <p:nvPr/>
      </p:nvGrpSpPr>
      <p:grpSpPr>
        <a:xfrm>
          <a:off x="0" y="0"/>
          <a:ext cx="0" cy="0"/>
          <a:chOff x="0" y="0"/>
          <a:chExt cx="0" cy="0"/>
        </a:xfrm>
      </p:grpSpPr>
      <p:sp>
        <p:nvSpPr>
          <p:cNvPr id="613" name="Google Shape;613;p1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hai: </a:t>
            </a:r>
            <a:r>
              <a:rPr b="1" lang="en-US" sz="7200">
                <a:solidFill>
                  <a:schemeClr val="lt1"/>
                </a:solidFill>
                <a:latin typeface="Times New Roman"/>
                <a:ea typeface="Times New Roman"/>
                <a:cs typeface="Times New Roman"/>
                <a:sym typeface="Times New Roman"/>
              </a:rPr>
              <a:t>Ai hiền lành, ấy là phước thật, vì chưng sẽ được đất Đức Chúa Trời làm của mình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10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ba:</a:t>
            </a:r>
            <a:r>
              <a:rPr b="1" lang="en-US" sz="7200">
                <a:solidFill>
                  <a:schemeClr val="lt1"/>
                </a:solidFill>
                <a:latin typeface="Times New Roman"/>
                <a:ea typeface="Times New Roman"/>
                <a:cs typeface="Times New Roman"/>
                <a:sym typeface="Times New Roman"/>
              </a:rPr>
              <a:t>	Ai khóc lóc, ấy là phước thật, vì chưng sẽ được an ủi vậy.</a:t>
            </a:r>
            <a:endParaRPr sz="7200">
              <a:solidFill>
                <a:schemeClr val="lt1"/>
              </a:solidFill>
              <a:latin typeface="Times New Roman"/>
              <a:ea typeface="Times New Roman"/>
              <a:cs typeface="Times New Roman"/>
              <a:sym typeface="Times New Roman"/>
            </a:endParaRPr>
          </a:p>
        </p:txBody>
      </p:sp>
    </p:spTree>
  </p:cSld>
  <p:clrMapOvr>
    <a:masterClrMapping/>
  </p:clrMapOvr>
</p:sld>
</file>

<file path=ppt/slides/slide1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bốn:</a:t>
            </a:r>
            <a:r>
              <a:rPr b="1" lang="en-US" sz="7200">
                <a:solidFill>
                  <a:schemeClr val="lt1"/>
                </a:solidFill>
                <a:latin typeface="Times New Roman"/>
                <a:ea typeface="Times New Roman"/>
                <a:cs typeface="Times New Roman"/>
                <a:sym typeface="Times New Roman"/>
              </a:rPr>
              <a:t>	Ai khao khát nhân đức trọn lành, ấy là phước thật, vì chưng sẽ được no đủ vậy.</a:t>
            </a:r>
            <a:endParaRPr sz="1600">
              <a:solidFill>
                <a:schemeClr val="lt1"/>
              </a:solidFill>
              <a:latin typeface="Times New Roman"/>
              <a:ea typeface="Times New Roman"/>
              <a:cs typeface="Times New Roman"/>
              <a:sym typeface="Times New Roman"/>
            </a:endParaRPr>
          </a:p>
        </p:txBody>
      </p:sp>
    </p:spTree>
  </p:cSld>
  <p:clrMapOvr>
    <a:masterClrMapping/>
  </p:clrMapOvr>
</p:sld>
</file>

<file path=ppt/slides/slide1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11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fontScale="92500" lnSpcReduction="20000"/>
          </a:bodyPr>
          <a:lstStyle/>
          <a:p>
            <a:pPr indent="0" lvl="0" marL="0" rtl="0" algn="just">
              <a:lnSpc>
                <a:spcPct val="100000"/>
              </a:lnSpc>
              <a:spcBef>
                <a:spcPts val="0"/>
              </a:spcBef>
              <a:spcAft>
                <a:spcPts val="0"/>
              </a:spcAft>
              <a:buClr>
                <a:schemeClr val="accent4"/>
              </a:buClr>
              <a:buSzPct val="100000"/>
              <a:buNone/>
            </a:pPr>
            <a:r>
              <a:rPr b="1" lang="en-US" sz="8000">
                <a:solidFill>
                  <a:schemeClr val="accent4"/>
                </a:solidFill>
                <a:latin typeface="Times New Roman"/>
                <a:ea typeface="Times New Roman"/>
                <a:cs typeface="Times New Roman"/>
                <a:sym typeface="Times New Roman"/>
              </a:rPr>
              <a:t>Thứ năm:</a:t>
            </a:r>
            <a:r>
              <a:rPr b="1" lang="en-US" sz="8000">
                <a:solidFill>
                  <a:schemeClr val="lt1"/>
                </a:solidFill>
                <a:latin typeface="Times New Roman"/>
                <a:ea typeface="Times New Roman"/>
                <a:cs typeface="Times New Roman"/>
                <a:sym typeface="Times New Roman"/>
              </a:rPr>
              <a:t>	Ai thương xót người, ấy là phước thật, vì chưng mình sẽ được thương xót vậy.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2" name="Shape 632"/>
        <p:cNvGrpSpPr/>
        <p:nvPr/>
      </p:nvGrpSpPr>
      <p:grpSpPr>
        <a:xfrm>
          <a:off x="0" y="0"/>
          <a:ext cx="0" cy="0"/>
          <a:chOff x="0" y="0"/>
          <a:chExt cx="0" cy="0"/>
        </a:xfrm>
      </p:grpSpPr>
      <p:sp>
        <p:nvSpPr>
          <p:cNvPr id="633" name="Google Shape;633;p1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lnSpcReduction="10000"/>
          </a:bodyPr>
          <a:lstStyle/>
          <a:p>
            <a:pPr indent="0" lvl="0" marL="0" rtl="0" algn="just">
              <a:lnSpc>
                <a:spcPct val="100000"/>
              </a:lnSpc>
              <a:spcBef>
                <a:spcPts val="0"/>
              </a:spcBef>
              <a:spcAft>
                <a:spcPts val="0"/>
              </a:spcAft>
              <a:buClr>
                <a:schemeClr val="accent4"/>
              </a:buClr>
              <a:buSzPts val="7200"/>
              <a:buNone/>
            </a:pPr>
            <a:r>
              <a:rPr b="1" lang="en-US" sz="7200">
                <a:solidFill>
                  <a:schemeClr val="accent4"/>
                </a:solidFill>
                <a:latin typeface="Times New Roman"/>
                <a:ea typeface="Times New Roman"/>
                <a:cs typeface="Times New Roman"/>
                <a:sym typeface="Times New Roman"/>
              </a:rPr>
              <a:t>Thứ sáu:</a:t>
            </a:r>
            <a:r>
              <a:rPr b="1" lang="en-US" sz="7200">
                <a:solidFill>
                  <a:schemeClr val="lt1"/>
                </a:solidFill>
                <a:latin typeface="Times New Roman"/>
                <a:ea typeface="Times New Roman"/>
                <a:cs typeface="Times New Roman"/>
                <a:sym typeface="Times New Roman"/>
              </a:rPr>
              <a:t>	Ai giữ lòng sạch sẽ, ấy là phước thật, vì chưng sẽ được thấy mặt Đức Chúa Trời vậy.</a:t>
            </a:r>
            <a:endParaRPr/>
          </a:p>
          <a:p>
            <a:pPr indent="0" lvl="0" marL="0" rtl="0" algn="ctr">
              <a:lnSpc>
                <a:spcPct val="100000"/>
              </a:lnSpc>
              <a:spcBef>
                <a:spcPts val="255"/>
              </a:spcBef>
              <a:spcAft>
                <a:spcPts val="0"/>
              </a:spcAft>
              <a:buClr>
                <a:srgbClr val="888888"/>
              </a:buClr>
              <a:buSzPts val="1275"/>
              <a:buNone/>
            </a:pPr>
            <a:r>
              <a:t/>
            </a:r>
            <a:endParaRPr sz="1275">
              <a:solidFill>
                <a:schemeClr val="lt1"/>
              </a:solidFill>
              <a:latin typeface="Times New Roman"/>
              <a:ea typeface="Times New Roman"/>
              <a:cs typeface="Times New Roman"/>
              <a:sym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1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bảy:</a:t>
            </a:r>
            <a:r>
              <a:rPr b="1" lang="en-US" sz="6600">
                <a:solidFill>
                  <a:schemeClr val="lt1"/>
                </a:solidFill>
                <a:latin typeface="Times New Roman"/>
                <a:ea typeface="Times New Roman"/>
                <a:cs typeface="Times New Roman"/>
                <a:sym typeface="Times New Roman"/>
              </a:rPr>
              <a:t>	Ai làm cho người hòa thuận, ấy là phước thật, vì chưng sẽ được gọi là con Đức Chúa Trời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rmAutofit/>
          </a:bodyPr>
          <a:lstStyle/>
          <a:p>
            <a:pPr indent="0" lvl="0" marL="0" rtl="0" algn="just">
              <a:lnSpc>
                <a:spcPct val="100000"/>
              </a:lnSpc>
              <a:spcBef>
                <a:spcPts val="0"/>
              </a:spcBef>
              <a:spcAft>
                <a:spcPts val="0"/>
              </a:spcAft>
              <a:buClr>
                <a:schemeClr val="accent4"/>
              </a:buClr>
              <a:buSzPts val="6600"/>
              <a:buNone/>
            </a:pPr>
            <a:r>
              <a:rPr b="1" lang="en-US" sz="6600">
                <a:solidFill>
                  <a:schemeClr val="accent4"/>
                </a:solidFill>
                <a:latin typeface="Times New Roman"/>
                <a:ea typeface="Times New Roman"/>
                <a:cs typeface="Times New Roman"/>
                <a:sym typeface="Times New Roman"/>
              </a:rPr>
              <a:t>Thứ tám:</a:t>
            </a:r>
            <a:r>
              <a:rPr b="1" lang="en-US" sz="6600">
                <a:solidFill>
                  <a:schemeClr val="lt1"/>
                </a:solidFill>
                <a:latin typeface="Times New Roman"/>
                <a:ea typeface="Times New Roman"/>
                <a:cs typeface="Times New Roman"/>
                <a:sym typeface="Times New Roman"/>
              </a:rPr>
              <a:t>	Ai chịu khốn nạn vì đạo ngay, ấy là phước thật, vì chưng nước Đức Chúa Trời là của mình vậy.</a:t>
            </a:r>
            <a:endParaRPr/>
          </a:p>
          <a:p>
            <a:pPr indent="0" lvl="0" marL="0" rtl="0" algn="ctr">
              <a:lnSpc>
                <a:spcPct val="100000"/>
              </a:lnSpc>
              <a:spcBef>
                <a:spcPts val="280"/>
              </a:spcBef>
              <a:spcAft>
                <a:spcPts val="0"/>
              </a:spcAft>
              <a:buClr>
                <a:srgbClr val="888888"/>
              </a:buClr>
              <a:buSzPts val="1400"/>
              <a:buNone/>
            </a:pPr>
            <a:r>
              <a:t/>
            </a:r>
            <a:endParaRPr sz="1400">
              <a:solidFill>
                <a:schemeClr val="lt1"/>
              </a:solidFill>
              <a:latin typeface="Times New Roman"/>
              <a:ea typeface="Times New Roman"/>
              <a:cs typeface="Times New Roman"/>
              <a:sym typeface="Times New Roman"/>
            </a:endParaRPr>
          </a:p>
        </p:txBody>
      </p:sp>
    </p:spTree>
  </p:cSld>
  <p:clrMapOvr>
    <a:masterClrMapping/>
  </p:clrMapOvr>
</p:sld>
</file>

<file path=ppt/slides/slide1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pic>
        <p:nvPicPr>
          <p:cNvPr id="648" name="Google Shape;648;g3d573131aa0_0_144"/>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2" name="Shape 652"/>
        <p:cNvGrpSpPr/>
        <p:nvPr/>
      </p:nvGrpSpPr>
      <p:grpSpPr>
        <a:xfrm>
          <a:off x="0" y="0"/>
          <a:ext cx="0" cy="0"/>
          <a:chOff x="0" y="0"/>
          <a:chExt cx="0" cy="0"/>
        </a:xfrm>
      </p:grpSpPr>
      <p:sp>
        <p:nvSpPr>
          <p:cNvPr id="653" name="Google Shape;653;g3b26357b4a1_0_5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NHẬP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VUI CA</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lang="en-US" sz="6700">
                <a:solidFill>
                  <a:srgbClr val="FFFF00"/>
                </a:solidFill>
                <a:latin typeface="Times New Roman"/>
                <a:ea typeface="Times New Roman"/>
                <a:cs typeface="Times New Roman"/>
                <a:sym typeface="Times New Roman"/>
              </a:rPr>
              <a:t>PHỤC SINH</a:t>
            </a:r>
            <a:br>
              <a:rPr b="1" i="0" lang="en-US" sz="4700">
                <a:latin typeface="Times New Roman"/>
                <a:ea typeface="Times New Roman"/>
                <a:cs typeface="Times New Roman"/>
                <a:sym typeface="Times New Roman"/>
              </a:rPr>
            </a:br>
            <a:r>
              <a:rPr b="1" i="1" lang="en-US" sz="3300">
                <a:solidFill>
                  <a:schemeClr val="accent4"/>
                </a:solidFill>
                <a:latin typeface="Times New Roman"/>
                <a:ea typeface="Times New Roman"/>
                <a:cs typeface="Times New Roman"/>
                <a:sym typeface="Times New Roman"/>
              </a:rPr>
              <a:t>(Hoài Bắc)</a:t>
            </a:r>
            <a:endParaRPr b="1" sz="3300">
              <a:solidFill>
                <a:schemeClr val="accent4"/>
              </a:solidFill>
              <a:latin typeface="Times New Roman"/>
              <a:ea typeface="Times New Roman"/>
              <a:cs typeface="Times New Roman"/>
              <a:sym typeface="Times New Roman"/>
            </a:endParaRPr>
          </a:p>
        </p:txBody>
      </p:sp>
    </p:spTree>
  </p:cSld>
  <p:clrMapOvr>
    <a:masterClrMapping/>
  </p:clrMapOvr>
</p:sld>
</file>

<file path=ppt/slides/slide1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sp>
        <p:nvSpPr>
          <p:cNvPr id="658" name="Google Shape;658;g3b26357b4a1_0_5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Này giờ Vượt Qua, sự sống chiến thắng tử thần. </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2" name="Shape 662"/>
        <p:cNvGrpSpPr/>
        <p:nvPr/>
      </p:nvGrpSpPr>
      <p:grpSpPr>
        <a:xfrm>
          <a:off x="0" y="0"/>
          <a:ext cx="0" cy="0"/>
          <a:chOff x="0" y="0"/>
          <a:chExt cx="0" cy="0"/>
        </a:xfrm>
      </p:grpSpPr>
      <p:sp>
        <p:nvSpPr>
          <p:cNvPr id="663" name="Google Shape;663;g3b5c728cec8_0_1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Qua bao tháng ngày đợi trông ơn Ngài cứu độ.</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bbbf7d17f7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Tội lụy nhân thế khiến thân Cha thảm hình.</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2" name="Shape 672"/>
        <p:cNvGrpSpPr/>
        <p:nvPr/>
      </p:nvGrpSpPr>
      <p:grpSpPr>
        <a:xfrm>
          <a:off x="0" y="0"/>
          <a:ext cx="0" cy="0"/>
          <a:chOff x="0" y="0"/>
          <a:chExt cx="0" cy="0"/>
        </a:xfrm>
      </p:grpSpPr>
      <p:sp>
        <p:nvSpPr>
          <p:cNvPr id="673" name="Google Shape;673;g3bbbf7d17f7_0_13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Thánh giá vinh quang Ngài nâng đỡ cho tội con.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7" name="Shape 677"/>
        <p:cNvGrpSpPr/>
        <p:nvPr/>
      </p:nvGrpSpPr>
      <p:grpSpPr>
        <a:xfrm>
          <a:off x="0" y="0"/>
          <a:ext cx="0" cy="0"/>
          <a:chOff x="0" y="0"/>
          <a:chExt cx="0" cy="0"/>
        </a:xfrm>
      </p:grpSpPr>
      <p:sp>
        <p:nvSpPr>
          <p:cNvPr id="678" name="Google Shape;678;g3be9254b0cc_0_3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a:t>
            </a:r>
            <a:r>
              <a:rPr b="1" lang="en-US" sz="7500">
                <a:solidFill>
                  <a:srgbClr val="FFFF00"/>
                </a:solidFill>
                <a:latin typeface="Times New Roman"/>
                <a:ea typeface="Times New Roman"/>
                <a:cs typeface="Times New Roman"/>
                <a:sym typeface="Times New Roman"/>
              </a:rPr>
              <a:t> </a:t>
            </a:r>
            <a:r>
              <a:rPr b="1" lang="en-US" sz="7500">
                <a:solidFill>
                  <a:schemeClr val="lt1"/>
                </a:solidFill>
                <a:latin typeface="Times New Roman"/>
                <a:ea typeface="Times New Roman"/>
                <a:cs typeface="Times New Roman"/>
                <a:sym typeface="Times New Roman"/>
              </a:rPr>
              <a:t>Chúa đã sống lại rồi người ơi vui ca reo mừng. Chúa chiến thắng tử thần,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2" name="Shape 682"/>
        <p:cNvGrpSpPr/>
        <p:nvPr/>
      </p:nvGrpSpPr>
      <p:grpSpPr>
        <a:xfrm>
          <a:off x="0" y="0"/>
          <a:ext cx="0" cy="0"/>
          <a:chOff x="0" y="0"/>
          <a:chExt cx="0" cy="0"/>
        </a:xfrm>
      </p:grpSpPr>
      <p:sp>
        <p:nvSpPr>
          <p:cNvPr id="683" name="Google Shape;683;g3be9254b0cc_0_4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hy vọng cứu thoát đã đến. Al-le-lu-ia! </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Hiển vinh chiếu sáng muôn dân.</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de4329e4d7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Al-le-lu-ia!</a:t>
            </a:r>
            <a:endParaRPr b="1" sz="7500">
              <a:solidFill>
                <a:schemeClr val="lt1"/>
              </a:solidFill>
              <a:latin typeface="Times New Roman"/>
              <a:ea typeface="Times New Roman"/>
              <a:cs typeface="Times New Roman"/>
              <a:sym typeface="Times New Roman"/>
            </a:endParaRPr>
          </a:p>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Ðem nguồn hạnh phúc khắp nơi.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2" name="Shape 692"/>
        <p:cNvGrpSpPr/>
        <p:nvPr/>
      </p:nvGrpSpPr>
      <p:grpSpPr>
        <a:xfrm>
          <a:off x="0" y="0"/>
          <a:ext cx="0" cy="0"/>
          <a:chOff x="0" y="0"/>
          <a:chExt cx="0" cy="0"/>
        </a:xfrm>
      </p:grpSpPr>
      <p:pic>
        <p:nvPicPr>
          <p:cNvPr id="693" name="Google Shape;693;g3d573131aa0_0_148"/>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7" name="Shape 697"/>
        <p:cNvGrpSpPr/>
        <p:nvPr/>
      </p:nvGrpSpPr>
      <p:grpSpPr>
        <a:xfrm>
          <a:off x="0" y="0"/>
          <a:ext cx="0" cy="0"/>
          <a:chOff x="0" y="0"/>
          <a:chExt cx="0" cy="0"/>
        </a:xfrm>
      </p:grpSpPr>
      <p:sp>
        <p:nvSpPr>
          <p:cNvPr id="698" name="Google Shape;698;g3d48ab63a6f_0_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RẢY NƯỚC THÁNH</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RẢY NƯỚC </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(2)</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(Nguyễn Văn Hoà)</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g3d48ab63a6f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Tôi đã thấy nước từ bên phải đền thờ chảy ra. Al-le-lu-ia!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7" name="Shape 707"/>
        <p:cNvGrpSpPr/>
        <p:nvPr/>
      </p:nvGrpSpPr>
      <p:grpSpPr>
        <a:xfrm>
          <a:off x="0" y="0"/>
          <a:ext cx="0" cy="0"/>
          <a:chOff x="0" y="0"/>
          <a:chExt cx="0" cy="0"/>
        </a:xfrm>
      </p:grpSpPr>
      <p:sp>
        <p:nvSpPr>
          <p:cNvPr id="708" name="Google Shape;708;g3d48ab63a6f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6800">
                <a:solidFill>
                  <a:schemeClr val="lt1"/>
                </a:solidFill>
                <a:latin typeface="Times New Roman"/>
                <a:ea typeface="Times New Roman"/>
                <a:cs typeface="Times New Roman"/>
                <a:sym typeface="Times New Roman"/>
              </a:rPr>
              <a:t>Và nước ấy chảy đến những ai thì tất cả đều được cứu rỗi và reo lên. Al-le-lu-ia! Al-le-lu-ia.</a:t>
            </a:r>
            <a:endParaRPr b="1" sz="6800">
              <a:solidFill>
                <a:schemeClr val="lt1"/>
              </a:solidFill>
              <a:latin typeface="Times New Roman"/>
              <a:ea typeface="Times New Roman"/>
              <a:cs typeface="Times New Roman"/>
              <a:sym typeface="Times New Roman"/>
            </a:endParaRPr>
          </a:p>
        </p:txBody>
      </p:sp>
    </p:spTree>
  </p:cSld>
  <p:clrMapOvr>
    <a:masterClrMapping/>
  </p:clrMapOvr>
</p:sld>
</file>

<file path=ppt/slides/slide1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2" name="Shape 712"/>
        <p:cNvGrpSpPr/>
        <p:nvPr/>
      </p:nvGrpSpPr>
      <p:grpSpPr>
        <a:xfrm>
          <a:off x="0" y="0"/>
          <a:ext cx="0" cy="0"/>
          <a:chOff x="0" y="0"/>
          <a:chExt cx="0" cy="0"/>
        </a:xfrm>
      </p:grpSpPr>
      <p:sp>
        <p:nvSpPr>
          <p:cNvPr id="713" name="Google Shape;713;g3d48ab63a6f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Lạy Chúa xin thương xót con theo lượng từ bi của Chúa.</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7" name="Shape 717"/>
        <p:cNvGrpSpPr/>
        <p:nvPr/>
      </p:nvGrpSpPr>
      <p:grpSpPr>
        <a:xfrm>
          <a:off x="0" y="0"/>
          <a:ext cx="0" cy="0"/>
          <a:chOff x="0" y="0"/>
          <a:chExt cx="0" cy="0"/>
        </a:xfrm>
      </p:grpSpPr>
      <p:sp>
        <p:nvSpPr>
          <p:cNvPr id="718" name="Google Shape;718;g3d48ab63a6f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Sáng danh Đức Chúa Cha và Đức Chúa Con và Đức Chúa Thánh Thần.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2" name="Shape 722"/>
        <p:cNvGrpSpPr/>
        <p:nvPr/>
      </p:nvGrpSpPr>
      <p:grpSpPr>
        <a:xfrm>
          <a:off x="0" y="0"/>
          <a:ext cx="0" cy="0"/>
          <a:chOff x="0" y="0"/>
          <a:chExt cx="0" cy="0"/>
        </a:xfrm>
      </p:grpSpPr>
      <p:sp>
        <p:nvSpPr>
          <p:cNvPr id="723" name="Google Shape;723;g3d48ab63a6f_0_14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chemeClr val="lt1"/>
                </a:solidFill>
                <a:latin typeface="Times New Roman"/>
                <a:ea typeface="Times New Roman"/>
                <a:cs typeface="Times New Roman"/>
                <a:sym typeface="Times New Roman"/>
              </a:rPr>
              <a:t>như đã có trước vô cùng và bây giờ và hằng có và đời đời chẳng cùng. A-men.</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pic>
        <p:nvPicPr>
          <p:cNvPr id="728" name="Google Shape;728;g3d573131aa0_0_152"/>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g3ab13fdb44f_0_290"/>
          <p:cNvSpPr txBox="1"/>
          <p:nvPr>
            <p:ph type="ctrTitle"/>
          </p:nvPr>
        </p:nvSpPr>
        <p:spPr>
          <a:xfrm>
            <a:off x="0" y="0"/>
            <a:ext cx="9144000" cy="595800"/>
          </a:xfrm>
          <a:prstGeom prst="rect">
            <a:avLst/>
          </a:prstGeom>
          <a:solidFill>
            <a:srgbClr val="002060"/>
          </a:solidFill>
          <a:ln>
            <a:noFill/>
          </a:ln>
        </p:spPr>
        <p:txBody>
          <a:bodyPr anchorCtr="0" anchor="b" bIns="0" lIns="91425" spcFirstLastPara="1" rIns="91425" wrap="square" tIns="0">
            <a:noAutofit/>
          </a:bodyPr>
          <a:lstStyle/>
          <a:p>
            <a:pPr indent="0" lvl="0" marL="0" rtl="0" algn="ctr">
              <a:lnSpc>
                <a:spcPct val="100000"/>
              </a:lnSpc>
              <a:spcBef>
                <a:spcPts val="0"/>
              </a:spcBef>
              <a:spcAft>
                <a:spcPts val="0"/>
              </a:spcAft>
              <a:buClr>
                <a:schemeClr val="accent4"/>
              </a:buClr>
              <a:buSzPts val="15840"/>
              <a:buFont typeface="Arial"/>
              <a:buNone/>
            </a:pPr>
            <a:r>
              <a:rPr b="1" lang="en-US" sz="4000">
                <a:solidFill>
                  <a:schemeClr val="accent4"/>
                </a:solidFill>
                <a:latin typeface="Times New Roman"/>
                <a:ea typeface="Times New Roman"/>
                <a:cs typeface="Times New Roman"/>
                <a:sym typeface="Times New Roman"/>
              </a:rPr>
              <a:t>KINH VINH DANH</a:t>
            </a:r>
            <a:endParaRPr b="1" sz="4000">
              <a:solidFill>
                <a:schemeClr val="accent2"/>
              </a:solidFill>
              <a:latin typeface="Times New Roman"/>
              <a:ea typeface="Times New Roman"/>
              <a:cs typeface="Times New Roman"/>
              <a:sym typeface="Times New Roman"/>
            </a:endParaRPr>
          </a:p>
        </p:txBody>
      </p:sp>
      <p:sp>
        <p:nvSpPr>
          <p:cNvPr id="734" name="Google Shape;734;g3ab13fdb44f_0_290"/>
          <p:cNvSpPr txBox="1"/>
          <p:nvPr/>
        </p:nvSpPr>
        <p:spPr>
          <a:xfrm>
            <a:off x="0" y="514350"/>
            <a:ext cx="9144000" cy="4629000"/>
          </a:xfrm>
          <a:prstGeom prst="rect">
            <a:avLst/>
          </a:prstGeom>
          <a:solidFill>
            <a:srgbClr val="002060"/>
          </a:solidFill>
          <a:ln>
            <a:noFill/>
          </a:ln>
        </p:spPr>
        <p:txBody>
          <a:bodyPr anchorCtr="0" anchor="ctr" bIns="0" lIns="91425" spcFirstLastPara="1" rIns="91425" wrap="square" tIns="0">
            <a:noAutofit/>
          </a:bodyPr>
          <a:lstStyle/>
          <a:p>
            <a:pPr indent="0" lvl="0" marL="0" marR="0" rtl="0" algn="just">
              <a:lnSpc>
                <a:spcPct val="100000"/>
              </a:lnSpc>
              <a:spcBef>
                <a:spcPts val="0"/>
              </a:spcBef>
              <a:spcAft>
                <a:spcPts val="0"/>
              </a:spcAft>
              <a:buClr>
                <a:srgbClr val="EE0000"/>
              </a:buClr>
              <a:buSzPts val="9600"/>
              <a:buFont typeface="Times"/>
              <a:buNone/>
            </a:pPr>
            <a:r>
              <a:rPr b="1" i="0" lang="en-US" sz="7600" u="none" cap="none" strike="noStrike">
                <a:solidFill>
                  <a:srgbClr val="FFFF00"/>
                </a:solidFill>
                <a:latin typeface="Times"/>
                <a:ea typeface="Times"/>
                <a:cs typeface="Times"/>
                <a:sym typeface="Times"/>
              </a:rPr>
              <a:t>CT:</a:t>
            </a:r>
            <a:r>
              <a:rPr b="1" i="1" lang="en-US" sz="7600" u="none" cap="none" strike="noStrike">
                <a:solidFill>
                  <a:srgbClr val="C00000"/>
                </a:solidFill>
                <a:latin typeface="Times"/>
                <a:ea typeface="Times"/>
                <a:cs typeface="Times"/>
                <a:sym typeface="Times"/>
              </a:rPr>
              <a:t> </a:t>
            </a:r>
            <a:r>
              <a:rPr b="1" i="0" lang="en-US" sz="7600" u="none" cap="none" strike="noStrike">
                <a:solidFill>
                  <a:schemeClr val="lt1"/>
                </a:solidFill>
                <a:latin typeface="Times"/>
                <a:ea typeface="Times"/>
                <a:cs typeface="Times"/>
                <a:sym typeface="Times"/>
              </a:rPr>
              <a:t>Vinh danh Thiên Chúa trên các tầng trời</a:t>
            </a:r>
            <a:endParaRPr b="1" i="0" sz="7600" u="none" cap="none" strike="noStrike">
              <a:solidFill>
                <a:schemeClr val="lt1"/>
              </a:solidFill>
              <a:latin typeface="Times"/>
              <a:ea typeface="Times"/>
              <a:cs typeface="Times"/>
              <a:sym typeface="Times"/>
            </a:endParaRPr>
          </a:p>
        </p:txBody>
      </p:sp>
    </p:spTree>
  </p:cSld>
  <p:clrMapOvr>
    <a:masterClrMapping/>
  </p:clrMapOvr>
</p:sld>
</file>

<file path=ppt/slides/slide1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g3ab13fdb44f_0_29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9600"/>
              <a:buFont typeface="Times"/>
              <a:buNone/>
            </a:pPr>
            <a:r>
              <a:rPr b="1" lang="en-US" sz="7600">
                <a:solidFill>
                  <a:srgbClr val="FF3399"/>
                </a:solidFill>
                <a:latin typeface="Times"/>
                <a:ea typeface="Times"/>
                <a:cs typeface="Times"/>
                <a:sym typeface="Times"/>
              </a:rPr>
              <a:t>A+B: </a:t>
            </a:r>
            <a:r>
              <a:rPr b="1" lang="en-US" sz="7600">
                <a:solidFill>
                  <a:schemeClr val="lt1"/>
                </a:solidFill>
                <a:latin typeface="Times"/>
                <a:ea typeface="Times"/>
                <a:cs typeface="Times"/>
                <a:sym typeface="Times"/>
              </a:rPr>
              <a:t>và bình an dưới thế cho người thiện tâm.</a:t>
            </a:r>
            <a:endParaRPr b="1" sz="7600">
              <a:solidFill>
                <a:schemeClr val="lt1"/>
              </a:solidFill>
              <a:latin typeface="Times"/>
              <a:ea typeface="Times"/>
              <a:cs typeface="Times"/>
              <a:sym typeface="Times"/>
            </a:endParaRPr>
          </a:p>
        </p:txBody>
      </p:sp>
    </p:spTree>
  </p:cSld>
  <p:clrMapOvr>
    <a:masterClrMapping/>
  </p:clrMapOvr>
</p:sld>
</file>

<file path=ppt/slides/slide1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5" name="Shape 745"/>
        <p:cNvGrpSpPr/>
        <p:nvPr/>
      </p:nvGrpSpPr>
      <p:grpSpPr>
        <a:xfrm>
          <a:off x="0" y="0"/>
          <a:ext cx="0" cy="0"/>
          <a:chOff x="0" y="0"/>
          <a:chExt cx="0" cy="0"/>
        </a:xfrm>
      </p:grpSpPr>
      <p:sp>
        <p:nvSpPr>
          <p:cNvPr id="746" name="Google Shape;746;g3ab13fdb44f_0_30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Chúng con ca ngợi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chúc tụng Chúa,</a:t>
            </a:r>
            <a:endParaRPr b="1" sz="7600">
              <a:solidFill>
                <a:schemeClr val="lt1"/>
              </a:solidFill>
              <a:latin typeface="Times"/>
              <a:ea typeface="Times"/>
              <a:cs typeface="Times"/>
              <a:sym typeface="Times"/>
            </a:endParaRPr>
          </a:p>
        </p:txBody>
      </p:sp>
    </p:spTree>
  </p:cSld>
  <p:clrMapOvr>
    <a:masterClrMapping/>
  </p:clrMapOvr>
</p:sld>
</file>

<file path=ppt/slides/slide1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1" name="Shape 751"/>
        <p:cNvGrpSpPr/>
        <p:nvPr/>
      </p:nvGrpSpPr>
      <p:grpSpPr>
        <a:xfrm>
          <a:off x="0" y="0"/>
          <a:ext cx="0" cy="0"/>
          <a:chOff x="0" y="0"/>
          <a:chExt cx="0" cy="0"/>
        </a:xfrm>
      </p:grpSpPr>
      <p:sp>
        <p:nvSpPr>
          <p:cNvPr id="752" name="Google Shape;752;g3ab13fdb44f_0_30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thờ lạy Chúa,</a:t>
            </a:r>
            <a:br>
              <a:rPr b="1" lang="en-US" sz="7600">
                <a:latin typeface="Times"/>
                <a:ea typeface="Times"/>
                <a:cs typeface="Times"/>
                <a:sym typeface="Times"/>
              </a:rPr>
            </a:b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chúng con tôn vinh Chúa,</a:t>
            </a:r>
            <a:endParaRPr b="1" sz="7600">
              <a:solidFill>
                <a:schemeClr val="lt1"/>
              </a:solidFill>
              <a:latin typeface="Times"/>
              <a:ea typeface="Times"/>
              <a:cs typeface="Times"/>
              <a:sym typeface="Times"/>
            </a:endParaRPr>
          </a:p>
        </p:txBody>
      </p:sp>
    </p:spTree>
  </p:cSld>
  <p:clrMapOvr>
    <a:masterClrMapping/>
  </p:clrMapOvr>
</p:sld>
</file>

<file path=ppt/slides/slide1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g3ab13fdb44f_0_31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800"/>
              <a:buFont typeface="Times"/>
              <a:buNone/>
            </a:pPr>
            <a:r>
              <a:rPr b="1" lang="en-US" sz="7600">
                <a:solidFill>
                  <a:srgbClr val="EE0000"/>
                </a:solidFill>
                <a:latin typeface="Times"/>
                <a:ea typeface="Times"/>
                <a:cs typeface="Times"/>
                <a:sym typeface="Times"/>
              </a:rPr>
              <a:t>A:</a:t>
            </a:r>
            <a:r>
              <a:rPr b="1" lang="en-US" sz="7600">
                <a:latin typeface="Times"/>
                <a:ea typeface="Times"/>
                <a:cs typeface="Times"/>
                <a:sym typeface="Times"/>
              </a:rPr>
              <a:t> </a:t>
            </a:r>
            <a:r>
              <a:rPr b="1" lang="en-US" sz="7600">
                <a:solidFill>
                  <a:schemeClr val="lt1"/>
                </a:solidFill>
                <a:latin typeface="Times"/>
                <a:ea typeface="Times"/>
                <a:cs typeface="Times"/>
                <a:sym typeface="Times"/>
              </a:rPr>
              <a:t>chúng con cảm tạ Chúa vì vinh quang cao cả Chúa.</a:t>
            </a:r>
            <a:endParaRPr sz="7600">
              <a:solidFill>
                <a:schemeClr val="lt1"/>
              </a:solidFill>
            </a:endParaRPr>
          </a:p>
        </p:txBody>
      </p:sp>
    </p:spTree>
  </p:cSld>
  <p:clrMapOvr>
    <a:masterClrMapping/>
  </p:clrMapOvr>
</p:sld>
</file>

<file path=ppt/slides/slide1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g3ab13fdb44f_0_31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200"/>
              <a:buFont typeface="Times"/>
              <a:buNone/>
            </a:pPr>
            <a:r>
              <a:rPr b="1" lang="en-US" sz="7600">
                <a:solidFill>
                  <a:srgbClr val="FFFF00"/>
                </a:solidFill>
                <a:latin typeface="Times"/>
                <a:ea typeface="Times"/>
                <a:cs typeface="Times"/>
                <a:sym typeface="Times"/>
              </a:rPr>
              <a:t>B:</a:t>
            </a:r>
            <a:r>
              <a:rPr b="1" lang="en-US" sz="7600">
                <a:latin typeface="Times"/>
                <a:ea typeface="Times"/>
                <a:cs typeface="Times"/>
                <a:sym typeface="Times"/>
              </a:rPr>
              <a:t> </a:t>
            </a:r>
            <a:r>
              <a:rPr b="1" lang="en-US" sz="7600">
                <a:solidFill>
                  <a:schemeClr val="lt1"/>
                </a:solidFill>
                <a:latin typeface="Times"/>
                <a:ea typeface="Times"/>
                <a:cs typeface="Times"/>
                <a:sym typeface="Times"/>
              </a:rPr>
              <a:t>Lạy Chúa là Thiên Chúa, là Vua trên trời, là Chúa Cha toàn năng.</a:t>
            </a:r>
            <a:endParaRPr b="1" sz="7600">
              <a:solidFill>
                <a:schemeClr val="lt1"/>
              </a:solidFill>
              <a:latin typeface="Times"/>
              <a:ea typeface="Times"/>
              <a:cs typeface="Times"/>
              <a:sym typeface="Times"/>
            </a:endParaRPr>
          </a:p>
        </p:txBody>
      </p:sp>
    </p:spTree>
  </p:cSld>
  <p:clrMapOvr>
    <a:masterClrMapping/>
  </p:clrMapOvr>
</p:sld>
</file>

<file path=ppt/slides/slide1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9" name="Shape 769"/>
        <p:cNvGrpSpPr/>
        <p:nvPr/>
      </p:nvGrpSpPr>
      <p:grpSpPr>
        <a:xfrm>
          <a:off x="0" y="0"/>
          <a:ext cx="0" cy="0"/>
          <a:chOff x="0" y="0"/>
          <a:chExt cx="0" cy="0"/>
        </a:xfrm>
      </p:grpSpPr>
      <p:sp>
        <p:nvSpPr>
          <p:cNvPr id="770" name="Google Shape;770;g3ab13fdb44f_0_32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80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Lạy Con một Thiên Chúa, Chúa Giêsu Kitô.</a:t>
            </a:r>
            <a:endParaRPr sz="7600">
              <a:solidFill>
                <a:schemeClr val="lt1"/>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g3ab13fdb44f_0_32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7200"/>
              <a:buFont typeface="Times"/>
              <a:buNone/>
            </a:pPr>
            <a:r>
              <a:rPr b="1" lang="en-US" sz="7600">
                <a:solidFill>
                  <a:srgbClr val="FFFF00"/>
                </a:solidFill>
                <a:latin typeface="Times"/>
                <a:ea typeface="Times"/>
                <a:cs typeface="Times"/>
                <a:sym typeface="Times"/>
              </a:rPr>
              <a:t>B:</a:t>
            </a:r>
            <a:r>
              <a:rPr b="1" lang="en-US" sz="7600">
                <a:solidFill>
                  <a:schemeClr val="lt1"/>
                </a:solidFill>
                <a:latin typeface="Times"/>
                <a:ea typeface="Times"/>
                <a:cs typeface="Times"/>
                <a:sym typeface="Times"/>
              </a:rPr>
              <a:t> Lạy Chúa là Thiên Chúa, là Chiên Thiên Chúa, là Con Ðức Chúa Cha,</a:t>
            </a:r>
            <a:endParaRPr sz="4800">
              <a:solidFill>
                <a:schemeClr val="lt1"/>
              </a:solidFill>
            </a:endParaRPr>
          </a:p>
        </p:txBody>
      </p:sp>
    </p:spTree>
  </p:cSld>
  <p:clrMapOvr>
    <a:masterClrMapping/>
  </p:clrMapOvr>
</p:sld>
</file>

<file path=ppt/slides/slide1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g3ab13fdb44f_0_33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xóa tội trần gian,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sp>
        <p:nvSpPr>
          <p:cNvPr id="788" name="Google Shape;788;g3ab13fdb44f_0_33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0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Chúa xóa tội trần gian, xin nhậm lời chúng con cầu khẩn.</a:t>
            </a:r>
            <a:endParaRPr sz="7600">
              <a:solidFill>
                <a:schemeClr val="lt1"/>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g3ab13fdb44f_0_34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EE0000"/>
              </a:buClr>
              <a:buSzPts val="8000"/>
              <a:buFont typeface="Times"/>
              <a:buNone/>
            </a:pPr>
            <a:r>
              <a:rPr b="1" lang="en-US" sz="7600">
                <a:solidFill>
                  <a:srgbClr val="EE0000"/>
                </a:solidFill>
                <a:latin typeface="Times"/>
                <a:ea typeface="Times"/>
                <a:cs typeface="Times"/>
                <a:sym typeface="Times"/>
              </a:rPr>
              <a:t>A: </a:t>
            </a:r>
            <a:r>
              <a:rPr b="1" lang="en-US" sz="7600">
                <a:solidFill>
                  <a:schemeClr val="lt1"/>
                </a:solidFill>
                <a:latin typeface="Times"/>
                <a:ea typeface="Times"/>
                <a:cs typeface="Times"/>
                <a:sym typeface="Times"/>
              </a:rPr>
              <a:t>Chúa ngự bên hữu Ðức Chúa Cha, xin thương xót chúng con.</a:t>
            </a:r>
            <a:endParaRPr b="1" sz="7600">
              <a:solidFill>
                <a:schemeClr val="lt1"/>
              </a:solidFill>
              <a:latin typeface="Times"/>
              <a:ea typeface="Times"/>
              <a:cs typeface="Times"/>
              <a:sym typeface="Times"/>
            </a:endParaRPr>
          </a:p>
        </p:txBody>
      </p:sp>
    </p:spTree>
  </p:cSld>
  <p:clrMapOvr>
    <a:masterClrMapping/>
  </p:clrMapOvr>
</p:sld>
</file>

<file path=ppt/slides/slide1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g3ab13fdb44f_0_34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accent1"/>
              </a:buClr>
              <a:buSzPts val="8800"/>
              <a:buFont typeface="Times"/>
              <a:buNone/>
            </a:pPr>
            <a:r>
              <a:rPr b="1" lang="en-US" sz="7600">
                <a:solidFill>
                  <a:srgbClr val="FFFF00"/>
                </a:solidFill>
                <a:latin typeface="Times"/>
                <a:ea typeface="Times"/>
                <a:cs typeface="Times"/>
                <a:sym typeface="Times"/>
              </a:rPr>
              <a:t>B:</a:t>
            </a:r>
            <a:r>
              <a:rPr b="1" lang="en-US" sz="7600">
                <a:solidFill>
                  <a:schemeClr val="accent1"/>
                </a:solidFill>
                <a:latin typeface="Times"/>
                <a:ea typeface="Times"/>
                <a:cs typeface="Times"/>
                <a:sym typeface="Times"/>
              </a:rPr>
              <a:t> </a:t>
            </a:r>
            <a:r>
              <a:rPr b="1" lang="en-US" sz="7600">
                <a:solidFill>
                  <a:schemeClr val="lt1"/>
                </a:solidFill>
                <a:latin typeface="Times"/>
                <a:ea typeface="Times"/>
                <a:cs typeface="Times"/>
                <a:sym typeface="Times"/>
              </a:rPr>
              <a:t>Vì lạy Chúa Giêsu Kitô, chỉ có Chúa là Ðấng Thánh,</a:t>
            </a:r>
            <a:endParaRPr sz="7600">
              <a:solidFill>
                <a:schemeClr val="lt1"/>
              </a:solidFill>
            </a:endParaRPr>
          </a:p>
        </p:txBody>
      </p:sp>
    </p:spTree>
  </p:cSld>
  <p:clrMapOvr>
    <a:masterClrMapping/>
  </p:clrMapOvr>
</p:sld>
</file>

<file path=ppt/slides/slide1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sp>
        <p:nvSpPr>
          <p:cNvPr id="806" name="Google Shape;806;g3ab13fdb44f_0_350"/>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dk1"/>
              </a:buClr>
              <a:buSzPts val="8000"/>
              <a:buFont typeface="Times"/>
              <a:buNone/>
            </a:pPr>
            <a:r>
              <a:rPr b="1" lang="en-US" sz="7600">
                <a:solidFill>
                  <a:schemeClr val="lt1"/>
                </a:solidFill>
                <a:latin typeface="Times"/>
                <a:ea typeface="Times"/>
                <a:cs typeface="Times"/>
                <a:sym typeface="Times"/>
              </a:rPr>
              <a:t>chỉ có Chúa là Chúa, chỉ có Chúa là Ðấng Tối Cao,</a:t>
            </a:r>
            <a:endParaRPr sz="7600">
              <a:solidFill>
                <a:schemeClr val="lt1"/>
              </a:solidFill>
            </a:endParaRPr>
          </a:p>
        </p:txBody>
      </p:sp>
    </p:spTree>
  </p:cSld>
  <p:clrMapOvr>
    <a:masterClrMapping/>
  </p:clrMapOvr>
</p:sld>
</file>

<file path=ppt/slides/slide1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1" name="Shape 811"/>
        <p:cNvGrpSpPr/>
        <p:nvPr/>
      </p:nvGrpSpPr>
      <p:grpSpPr>
        <a:xfrm>
          <a:off x="0" y="0"/>
          <a:ext cx="0" cy="0"/>
          <a:chOff x="0" y="0"/>
          <a:chExt cx="0" cy="0"/>
        </a:xfrm>
      </p:grpSpPr>
      <p:sp>
        <p:nvSpPr>
          <p:cNvPr id="812" name="Google Shape;812;g3ab13fdb44f_0_355"/>
          <p:cNvSpPr txBox="1"/>
          <p:nvPr>
            <p:ph type="ctrTitle"/>
          </p:nvPr>
        </p:nvSpPr>
        <p:spPr>
          <a:xfrm>
            <a:off x="0" y="0"/>
            <a:ext cx="9144000" cy="5143500"/>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rgbClr val="FF3399"/>
              </a:buClr>
              <a:buSzPts val="7200"/>
              <a:buFont typeface="Times"/>
              <a:buNone/>
            </a:pPr>
            <a:r>
              <a:rPr b="1" lang="en-US" sz="7200">
                <a:solidFill>
                  <a:srgbClr val="FF3399"/>
                </a:solidFill>
                <a:latin typeface="Times"/>
                <a:ea typeface="Times"/>
                <a:cs typeface="Times"/>
                <a:sym typeface="Times"/>
              </a:rPr>
              <a:t>A+B: </a:t>
            </a:r>
            <a:r>
              <a:rPr b="1" lang="en-US" sz="7200">
                <a:solidFill>
                  <a:schemeClr val="lt1"/>
                </a:solidFill>
                <a:latin typeface="Times"/>
                <a:ea typeface="Times"/>
                <a:cs typeface="Times"/>
                <a:sym typeface="Times"/>
              </a:rPr>
              <a:t>Cùng Ðức Chúa Thánh Thần trong vinh quang Ðức Chúa Cha.</a:t>
            </a:r>
            <a:r>
              <a:rPr b="1" lang="en-US" sz="7200">
                <a:latin typeface="Times"/>
                <a:ea typeface="Times"/>
                <a:cs typeface="Times"/>
                <a:sym typeface="Times"/>
              </a:rPr>
              <a:t> </a:t>
            </a:r>
            <a:r>
              <a:rPr b="1" lang="en-US" sz="7200">
                <a:solidFill>
                  <a:schemeClr val="lt1"/>
                </a:solidFill>
                <a:latin typeface="Times"/>
                <a:ea typeface="Times"/>
                <a:cs typeface="Times"/>
                <a:sym typeface="Times"/>
              </a:rPr>
              <a:t>Amen.</a:t>
            </a:r>
            <a:endParaRPr sz="7200">
              <a:solidFill>
                <a:schemeClr val="lt1"/>
              </a:solidFill>
            </a:endParaRPr>
          </a:p>
        </p:txBody>
      </p:sp>
    </p:spTree>
  </p:cSld>
  <p:clrMapOvr>
    <a:masterClrMapping/>
  </p:clrMapOvr>
</p:sld>
</file>

<file path=ppt/slides/slide1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id="817" name="Google Shape;817;g3d573131aa0_0_156"/>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21" name="Shape 821"/>
        <p:cNvGrpSpPr/>
        <p:nvPr/>
      </p:nvGrpSpPr>
      <p:grpSpPr>
        <a:xfrm>
          <a:off x="0" y="0"/>
          <a:ext cx="0" cy="0"/>
          <a:chOff x="0" y="0"/>
          <a:chExt cx="0" cy="0"/>
        </a:xfrm>
      </p:grpSpPr>
      <p:sp>
        <p:nvSpPr>
          <p:cNvPr id="822" name="Google Shape;822;g3d48ab63a6f_0_9"/>
          <p:cNvSpPr/>
          <p:nvPr/>
        </p:nvSpPr>
        <p:spPr>
          <a:xfrm>
            <a:off x="1143" y="0"/>
            <a:ext cx="9141600"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23" name="Google Shape;823;g3d48ab63a6f_0_9"/>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7" name="Shape 827"/>
        <p:cNvGrpSpPr/>
        <p:nvPr/>
      </p:nvGrpSpPr>
      <p:grpSpPr>
        <a:xfrm>
          <a:off x="0" y="0"/>
          <a:ext cx="0" cy="0"/>
          <a:chOff x="0" y="0"/>
          <a:chExt cx="0" cy="0"/>
        </a:xfrm>
      </p:grpSpPr>
      <p:sp>
        <p:nvSpPr>
          <p:cNvPr id="828" name="Google Shape;828;g3a42a8b53c1_2_73"/>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ĐÁP CA</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THÁNH VỊNH 117</a:t>
            </a:r>
            <a:br>
              <a:rPr b="1" i="0" lang="en-US" sz="4700">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(Lm. Thái Nguyên)</a:t>
            </a:r>
            <a:br>
              <a:rPr b="1" i="1" lang="en-US" sz="4700">
                <a:solidFill>
                  <a:schemeClr val="accent4"/>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(03 câu)</a:t>
            </a:r>
            <a:endParaRPr b="1" sz="4700">
              <a:solidFill>
                <a:schemeClr val="accent4"/>
              </a:solidFill>
              <a:latin typeface="Times New Roman"/>
              <a:ea typeface="Times New Roman"/>
              <a:cs typeface="Times New Roman"/>
              <a:sym typeface="Times New Roman"/>
            </a:endParaRPr>
          </a:p>
        </p:txBody>
      </p:sp>
    </p:spTree>
  </p:cSld>
  <p:clrMapOvr>
    <a:masterClrMapping/>
  </p:clrMapOvr>
</p:sld>
</file>

<file path=ppt/slides/slide1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2" name="Shape 832"/>
        <p:cNvGrpSpPr/>
        <p:nvPr/>
      </p:nvGrpSpPr>
      <p:grpSpPr>
        <a:xfrm>
          <a:off x="0" y="0"/>
          <a:ext cx="0" cy="0"/>
          <a:chOff x="0" y="0"/>
          <a:chExt cx="0" cy="0"/>
        </a:xfrm>
      </p:grpSpPr>
      <p:sp>
        <p:nvSpPr>
          <p:cNvPr id="833" name="Google Shape;833;g3dd33158570_0_50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1. </a:t>
            </a:r>
            <a:r>
              <a:rPr b="1" lang="en-US" sz="7500">
                <a:solidFill>
                  <a:schemeClr val="lt1"/>
                </a:solidFill>
                <a:latin typeface="Times New Roman"/>
                <a:ea typeface="Times New Roman"/>
                <a:cs typeface="Times New Roman"/>
                <a:sym typeface="Times New Roman"/>
              </a:rPr>
              <a:t>Nhà Israel hãy xướng lên: ngàn đời Chúa vẫn trọn tình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dd33158570_0_51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Nhà Aaron hãy xướng lên: ngàn đời Chúa vẫn trọn tình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2" name="Shape 842"/>
        <p:cNvGrpSpPr/>
        <p:nvPr/>
      </p:nvGrpSpPr>
      <p:grpSpPr>
        <a:xfrm>
          <a:off x="0" y="0"/>
          <a:ext cx="0" cy="0"/>
          <a:chOff x="0" y="0"/>
          <a:chExt cx="0" cy="0"/>
        </a:xfrm>
      </p:grpSpPr>
      <p:sp>
        <p:nvSpPr>
          <p:cNvPr id="843" name="Google Shape;843;g3de4329e4d7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Người tôn sợ Chúa hãy nói lên: ngàn đời Chúa vẫn trọn tình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7" name="Shape 847"/>
        <p:cNvGrpSpPr/>
        <p:nvPr/>
      </p:nvGrpSpPr>
      <p:grpSpPr>
        <a:xfrm>
          <a:off x="0" y="0"/>
          <a:ext cx="0" cy="0"/>
          <a:chOff x="0" y="0"/>
          <a:chExt cx="0" cy="0"/>
        </a:xfrm>
      </p:grpSpPr>
      <p:sp>
        <p:nvSpPr>
          <p:cNvPr id="848" name="Google Shape;848;g3dd33158570_0_51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tạ ơn Chúa vì Chúa nhân từ, ngàn đời Chúa vẫn trọn tình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dd33158570_0_51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2. </a:t>
            </a:r>
            <a:r>
              <a:rPr b="1" lang="en-US" sz="7500">
                <a:solidFill>
                  <a:schemeClr val="lt1"/>
                </a:solidFill>
                <a:latin typeface="Times New Roman"/>
                <a:ea typeface="Times New Roman"/>
                <a:cs typeface="Times New Roman"/>
                <a:sym typeface="Times New Roman"/>
              </a:rPr>
              <a:t>Ngài vẫn chở che phù giúp tôi, dù đời giăng mắc đầy hiểm nguy.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sp>
        <p:nvSpPr>
          <p:cNvPr id="858" name="Google Shape;858;g3dd33158570_0_52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Ngài trở nên Đấng giải thoát tôi vì Ngài là dũng lực đời tôi.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2" name="Shape 862"/>
        <p:cNvGrpSpPr/>
        <p:nvPr/>
      </p:nvGrpSpPr>
      <p:grpSpPr>
        <a:xfrm>
          <a:off x="0" y="0"/>
          <a:ext cx="0" cy="0"/>
          <a:chOff x="0" y="0"/>
          <a:chExt cx="0" cy="0"/>
        </a:xfrm>
      </p:grpSpPr>
      <p:sp>
        <p:nvSpPr>
          <p:cNvPr id="863" name="Google Shape;863;g3de4329e4d7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Mừng vui chiến thắng lời hát vang: kìa này tay Chúa kì diệu thay.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sp>
        <p:nvSpPr>
          <p:cNvPr id="868" name="Google Shape;868;g3de4329e4d7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Hãy tạ ơn Chúa vì Chúa nhân từ, ngàn đời Chúa vẫn trọn tình thương.</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2" name="Shape 872"/>
        <p:cNvGrpSpPr/>
        <p:nvPr/>
      </p:nvGrpSpPr>
      <p:grpSpPr>
        <a:xfrm>
          <a:off x="0" y="0"/>
          <a:ext cx="0" cy="0"/>
          <a:chOff x="0" y="0"/>
          <a:chExt cx="0" cy="0"/>
        </a:xfrm>
      </p:grpSpPr>
      <p:sp>
        <p:nvSpPr>
          <p:cNvPr id="873" name="Google Shape;873;g3dd33158570_0_53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3. </a:t>
            </a:r>
            <a:r>
              <a:rPr b="1" lang="en-US" sz="7500">
                <a:solidFill>
                  <a:schemeClr val="lt1"/>
                </a:solidFill>
                <a:latin typeface="Times New Roman"/>
                <a:ea typeface="Times New Roman"/>
                <a:cs typeface="Times New Roman"/>
                <a:sym typeface="Times New Roman"/>
              </a:rPr>
              <a:t>Là đá thợ nề loại bỏ ra, đã trở nên đá nền tường xây.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7" name="Shape 877"/>
        <p:cNvGrpSpPr/>
        <p:nvPr/>
      </p:nvGrpSpPr>
      <p:grpSpPr>
        <a:xfrm>
          <a:off x="0" y="0"/>
          <a:ext cx="0" cy="0"/>
          <a:chOff x="0" y="0"/>
          <a:chExt cx="0" cy="0"/>
        </a:xfrm>
      </p:grpSpPr>
      <p:sp>
        <p:nvSpPr>
          <p:cNvPr id="878" name="Google Shape;878;g3dd33158570_0_53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Việc do tay Chúa làm lớn lao, thật là cao quý kì diệu thay!</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sp>
        <p:nvSpPr>
          <p:cNvPr id="883" name="Google Shape;883;g3de4329e4d7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500">
                <a:solidFill>
                  <a:schemeClr val="lt1"/>
                </a:solidFill>
                <a:latin typeface="Times New Roman"/>
                <a:ea typeface="Times New Roman"/>
                <a:cs typeface="Times New Roman"/>
                <a:sym typeface="Times New Roman"/>
              </a:rPr>
              <a:t>Và đây ngày Chúa đã tác nên, mọi người ca hát và mừng vui.</a:t>
            </a:r>
            <a:endParaRPr b="1" sz="7500">
              <a:solidFill>
                <a:schemeClr val="lt1"/>
              </a:solidFill>
              <a:latin typeface="Times New Roman"/>
              <a:ea typeface="Times New Roman"/>
              <a:cs typeface="Times New Roman"/>
              <a:sym typeface="Times New Roman"/>
            </a:endParaRPr>
          </a:p>
        </p:txBody>
      </p:sp>
    </p:spTree>
  </p:cSld>
  <p:clrMapOvr>
    <a:masterClrMapping/>
  </p:clrMapOvr>
</p:sld>
</file>

<file path=ppt/slides/slide1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sp>
        <p:nvSpPr>
          <p:cNvPr id="888" name="Google Shape;888;g3d48ab63a6f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7000">
                <a:solidFill>
                  <a:srgbClr val="FFFF00"/>
                </a:solidFill>
                <a:latin typeface="Times New Roman"/>
                <a:ea typeface="Times New Roman"/>
                <a:cs typeface="Times New Roman"/>
                <a:sym typeface="Times New Roman"/>
              </a:rPr>
              <a:t>ĐK: </a:t>
            </a:r>
            <a:r>
              <a:rPr b="1" lang="en-US" sz="7000">
                <a:solidFill>
                  <a:schemeClr val="lt1"/>
                </a:solidFill>
                <a:latin typeface="Times New Roman"/>
                <a:ea typeface="Times New Roman"/>
                <a:cs typeface="Times New Roman"/>
                <a:sym typeface="Times New Roman"/>
              </a:rPr>
              <a:t>Hãy tạ ơn Chúa vì Chúa nhân từ, ngàn đời Chúa vẫn trọn tình thương.</a:t>
            </a:r>
            <a:endParaRPr b="1" sz="7000">
              <a:solidFill>
                <a:schemeClr val="lt1"/>
              </a:solidFill>
              <a:latin typeface="Times New Roman"/>
              <a:ea typeface="Times New Roman"/>
              <a:cs typeface="Times New Roman"/>
              <a:sym typeface="Times New Roman"/>
            </a:endParaRPr>
          </a:p>
        </p:txBody>
      </p:sp>
    </p:spTree>
  </p:cSld>
  <p:clrMapOvr>
    <a:masterClrMapping/>
  </p:clrMapOvr>
</p:sld>
</file>

<file path=ppt/slides/slide1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2" name="Shape 892"/>
        <p:cNvGrpSpPr/>
        <p:nvPr/>
      </p:nvGrpSpPr>
      <p:grpSpPr>
        <a:xfrm>
          <a:off x="0" y="0"/>
          <a:ext cx="0" cy="0"/>
          <a:chOff x="0" y="0"/>
          <a:chExt cx="0" cy="0"/>
        </a:xfrm>
      </p:grpSpPr>
      <p:sp>
        <p:nvSpPr>
          <p:cNvPr id="893" name="Google Shape;893;p155"/>
          <p:cNvSpPr/>
          <p:nvPr/>
        </p:nvSpPr>
        <p:spPr>
          <a:xfrm>
            <a:off x="1143" y="0"/>
            <a:ext cx="9141714" cy="51435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pic>
        <p:nvPicPr>
          <p:cNvPr id="894" name="Google Shape;894;p155"/>
          <p:cNvPicPr preferRelativeResize="0"/>
          <p:nvPr/>
        </p:nvPicPr>
        <p:blipFill>
          <a:blip r:embed="rId3">
            <a:alphaModFix/>
          </a:blip>
          <a:stretch>
            <a:fillRect/>
          </a:stretch>
        </p:blipFill>
        <p:spPr>
          <a:xfrm>
            <a:off x="0" y="0"/>
            <a:ext cx="9144000" cy="5143500"/>
          </a:xfrm>
          <a:prstGeom prst="rect">
            <a:avLst/>
          </a:prstGeom>
          <a:noFill/>
          <a:ln>
            <a:noFill/>
          </a:ln>
        </p:spPr>
      </p:pic>
    </p:spTree>
  </p:cSld>
  <p:clrMapOvr>
    <a:masterClrMapping/>
  </p:clrMapOvr>
</p:sld>
</file>

<file path=ppt/slides/slide1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156"/>
          <p:cNvSpPr txBox="1"/>
          <p:nvPr>
            <p:ph type="ctrTitle"/>
          </p:nvPr>
        </p:nvSpPr>
        <p:spPr>
          <a:xfrm>
            <a:off x="0" y="497175"/>
            <a:ext cx="9144000" cy="46461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rgbClr val="EE0000"/>
              </a:buClr>
              <a:buSzPts val="8000"/>
              <a:buFont typeface="Times"/>
              <a:buNone/>
            </a:pPr>
            <a:r>
              <a:rPr b="1" i="1" lang="en-US" sz="6000">
                <a:solidFill>
                  <a:srgbClr val="FFFF00"/>
                </a:solidFill>
                <a:latin typeface="Times"/>
                <a:ea typeface="Times"/>
                <a:cs typeface="Times"/>
                <a:sym typeface="Times"/>
              </a:rPr>
              <a:t>All… All…</a:t>
            </a:r>
            <a:r>
              <a:rPr b="1" i="1" lang="en-US" sz="7000">
                <a:solidFill>
                  <a:srgbClr val="EE0000"/>
                </a:solidFill>
                <a:latin typeface="Times"/>
                <a:ea typeface="Times"/>
                <a:cs typeface="Times"/>
                <a:sym typeface="Times"/>
              </a:rPr>
              <a:t> </a:t>
            </a:r>
            <a:br>
              <a:rPr b="1" i="1" lang="en-US" sz="7200">
                <a:solidFill>
                  <a:srgbClr val="EE0000"/>
                </a:solidFill>
                <a:latin typeface="Times"/>
                <a:ea typeface="Times"/>
                <a:cs typeface="Times"/>
                <a:sym typeface="Times"/>
              </a:rPr>
            </a:br>
            <a:r>
              <a:rPr b="1" lang="en-US" sz="8000">
                <a:solidFill>
                  <a:schemeClr val="lt1"/>
                </a:solidFill>
                <a:latin typeface="Times"/>
                <a:ea typeface="Times"/>
                <a:cs typeface="Times"/>
                <a:sym typeface="Times"/>
              </a:rPr>
              <a:t>Tô-ma vì con thấy Thầy nên con đã tin.</a:t>
            </a:r>
            <a:endParaRPr b="1" sz="8000">
              <a:solidFill>
                <a:schemeClr val="lt1"/>
              </a:solidFill>
              <a:latin typeface="Times"/>
              <a:ea typeface="Times"/>
              <a:cs typeface="Times"/>
              <a:sym typeface="Times"/>
            </a:endParaRPr>
          </a:p>
        </p:txBody>
      </p:sp>
      <p:sp>
        <p:nvSpPr>
          <p:cNvPr id="901" name="Google Shape;901;p156"/>
          <p:cNvSpPr txBox="1"/>
          <p:nvPr/>
        </p:nvSpPr>
        <p:spPr>
          <a:xfrm>
            <a:off x="0" y="-50800"/>
            <a:ext cx="9144000" cy="635000"/>
          </a:xfrm>
          <a:prstGeom prst="rect">
            <a:avLst/>
          </a:prstGeom>
          <a:solidFill>
            <a:srgbClr val="002060"/>
          </a:solidFill>
          <a:ln>
            <a:noFill/>
          </a:ln>
        </p:spPr>
        <p:txBody>
          <a:bodyPr anchorCtr="0" anchor="ctr" bIns="45700" lIns="91425" spcFirstLastPara="1" rIns="91425" wrap="square" tIns="45700">
            <a:normAutofit/>
          </a:bodyPr>
          <a:lstStyle/>
          <a:p>
            <a:pPr indent="0" lvl="0" marL="0" marR="0" rtl="0" algn="ctr">
              <a:lnSpc>
                <a:spcPct val="100000"/>
              </a:lnSpc>
              <a:spcBef>
                <a:spcPts val="0"/>
              </a:spcBef>
              <a:spcAft>
                <a:spcPts val="0"/>
              </a:spcAft>
              <a:buClr>
                <a:srgbClr val="FF0000"/>
              </a:buClr>
              <a:buSzPts val="3200"/>
              <a:buFont typeface="Times New Roman"/>
              <a:buNone/>
            </a:pPr>
            <a:r>
              <a:rPr b="1" i="0" lang="en-US" sz="3200" u="none" cap="none" strike="noStrike">
                <a:solidFill>
                  <a:schemeClr val="accent2"/>
                </a:solidFill>
                <a:latin typeface="Times New Roman"/>
                <a:ea typeface="Times New Roman"/>
                <a:cs typeface="Times New Roman"/>
                <a:sym typeface="Times New Roman"/>
              </a:rPr>
              <a:t>TUNG HÔ TIN MỪNG</a:t>
            </a:r>
            <a:endParaRPr b="1" i="0" sz="3200" u="none" cap="none" strike="noStrike">
              <a:solidFill>
                <a:schemeClr val="accent2"/>
              </a:solidFill>
              <a:latin typeface="Times New Roman"/>
              <a:ea typeface="Times New Roman"/>
              <a:cs typeface="Times New Roman"/>
              <a:sym typeface="Times New Roman"/>
            </a:endParaRPr>
          </a:p>
        </p:txBody>
      </p:sp>
    </p:spTree>
  </p:cSld>
  <p:clrMapOvr>
    <a:masterClrMapping/>
  </p:clrMapOvr>
</p:sld>
</file>

<file path=ppt/slides/slide1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g3b224b7d20a_0_95"/>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dk1"/>
              </a:buClr>
              <a:buSzPts val="8000"/>
              <a:buFont typeface="Times"/>
              <a:buNone/>
            </a:pPr>
            <a:r>
              <a:rPr b="1" lang="en-US" sz="8000">
                <a:solidFill>
                  <a:schemeClr val="lt1"/>
                </a:solidFill>
                <a:latin typeface="Times"/>
                <a:ea typeface="Times"/>
                <a:cs typeface="Times"/>
                <a:sym typeface="Times"/>
              </a:rPr>
              <a:t>Phúc cho những người đã không thấy mà tin.</a:t>
            </a:r>
            <a:br>
              <a:rPr b="1" i="1" lang="en-US" sz="8000">
                <a:latin typeface="Times"/>
                <a:ea typeface="Times"/>
                <a:cs typeface="Times"/>
                <a:sym typeface="Times"/>
              </a:rPr>
            </a:br>
            <a:r>
              <a:rPr b="1" i="1" lang="en-US" sz="7000">
                <a:solidFill>
                  <a:srgbClr val="FFFF00"/>
                </a:solidFill>
                <a:latin typeface="Times"/>
                <a:ea typeface="Times"/>
                <a:cs typeface="Times"/>
                <a:sym typeface="Times"/>
              </a:rPr>
              <a:t>All..</a:t>
            </a:r>
            <a:endParaRPr b="1" sz="7000">
              <a:solidFill>
                <a:srgbClr val="FFFF00"/>
              </a:solidFill>
              <a:latin typeface="Times"/>
              <a:ea typeface="Times"/>
              <a:cs typeface="Times"/>
              <a:sym typeface="Times"/>
            </a:endParaRPr>
          </a:p>
        </p:txBody>
      </p:sp>
    </p:spTree>
  </p:cSld>
  <p:clrMapOvr>
    <a:masterClrMapping/>
  </p:clrMapOvr>
</p:sld>
</file>

<file path=ppt/slides/slide1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0" name="Shape 910"/>
        <p:cNvGrpSpPr/>
        <p:nvPr/>
      </p:nvGrpSpPr>
      <p:grpSpPr>
        <a:xfrm>
          <a:off x="0" y="0"/>
          <a:ext cx="0" cy="0"/>
          <a:chOff x="0" y="0"/>
          <a:chExt cx="0" cy="0"/>
        </a:xfrm>
      </p:grpSpPr>
      <p:pic>
        <p:nvPicPr>
          <p:cNvPr id="911" name="Google Shape;911;g3baa6357486_0_13"/>
          <p:cNvPicPr preferRelativeResize="0"/>
          <p:nvPr/>
        </p:nvPicPr>
        <p:blipFill>
          <a:blip r:embed="rId3">
            <a:alphaModFix/>
          </a:blip>
          <a:stretch>
            <a:fillRect/>
          </a:stretch>
        </p:blipFill>
        <p:spPr>
          <a:xfrm>
            <a:off x="0" y="0"/>
            <a:ext cx="9144000" cy="5143505"/>
          </a:xfrm>
          <a:prstGeom prst="rect">
            <a:avLst/>
          </a:prstGeom>
          <a:noFill/>
          <a:ln>
            <a:noFill/>
          </a:ln>
        </p:spPr>
      </p:pic>
    </p:spTree>
  </p:cSld>
  <p:clrMapOvr>
    <a:masterClrMapping/>
  </p:clrMapOvr>
</p:sld>
</file>

<file path=ppt/slides/slide1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5" name="Shape 915"/>
        <p:cNvGrpSpPr/>
        <p:nvPr/>
      </p:nvGrpSpPr>
      <p:grpSpPr>
        <a:xfrm>
          <a:off x="0" y="0"/>
          <a:ext cx="0" cy="0"/>
          <a:chOff x="0" y="0"/>
          <a:chExt cx="0" cy="0"/>
        </a:xfrm>
      </p:grpSpPr>
      <p:pic>
        <p:nvPicPr>
          <p:cNvPr id="916" name="Google Shape;916;g3d573131aa0_0_160"/>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sp>
        <p:nvSpPr>
          <p:cNvPr id="921" name="Google Shape;921;p159"/>
          <p:cNvSpPr txBox="1"/>
          <p:nvPr>
            <p:ph type="ctrTitle"/>
          </p:nvPr>
        </p:nvSpPr>
        <p:spPr>
          <a:xfrm>
            <a:off x="0" y="514351"/>
            <a:ext cx="9144000" cy="4629148"/>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7200"/>
              <a:buFont typeface="Times"/>
              <a:buNone/>
            </a:pPr>
            <a:r>
              <a:rPr b="1" lang="en-US" sz="7200">
                <a:solidFill>
                  <a:schemeClr val="accent4"/>
                </a:solidFill>
                <a:latin typeface="Times"/>
                <a:ea typeface="Times"/>
                <a:cs typeface="Times"/>
                <a:sym typeface="Times"/>
              </a:rPr>
              <a:t>CT: </a:t>
            </a:r>
            <a:r>
              <a:rPr b="1" lang="en-US" sz="7200">
                <a:solidFill>
                  <a:schemeClr val="lt1"/>
                </a:solidFill>
                <a:latin typeface="Times"/>
                <a:ea typeface="Times"/>
                <a:cs typeface="Times"/>
                <a:sym typeface="Times"/>
              </a:rPr>
              <a:t>Tôi tin kính một Thiên Chúa là Cha toàn năng.</a:t>
            </a:r>
            <a:endParaRPr/>
          </a:p>
        </p:txBody>
      </p:sp>
      <p:sp>
        <p:nvSpPr>
          <p:cNvPr id="922" name="Google Shape;922;p159"/>
          <p:cNvSpPr txBox="1"/>
          <p:nvPr/>
        </p:nvSpPr>
        <p:spPr>
          <a:xfrm>
            <a:off x="0" y="0"/>
            <a:ext cx="9144000" cy="738100"/>
          </a:xfrm>
          <a:prstGeom prst="rect">
            <a:avLst/>
          </a:prstGeom>
          <a:solidFill>
            <a:srgbClr val="00206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accent4"/>
              </a:buClr>
              <a:buSzPts val="3600"/>
              <a:buFont typeface="Times New Roman"/>
              <a:buNone/>
            </a:pPr>
            <a:r>
              <a:rPr b="1" i="0" lang="en-US" sz="3600" u="none" cap="none" strike="noStrike">
                <a:solidFill>
                  <a:schemeClr val="accent4"/>
                </a:solidFill>
                <a:latin typeface="Times New Roman"/>
                <a:ea typeface="Times New Roman"/>
                <a:cs typeface="Times New Roman"/>
                <a:sym typeface="Times New Roman"/>
              </a:rPr>
              <a:t>KINH TIN KÍNH</a:t>
            </a:r>
            <a:endParaRPr b="1" i="0" sz="3600" u="none" cap="none" strike="noStrike">
              <a:solidFill>
                <a:schemeClr val="accent4"/>
              </a:solidFill>
              <a:latin typeface="Times New Roman"/>
              <a:ea typeface="Times New Roman"/>
              <a:cs typeface="Times New Roman"/>
              <a:sym typeface="Times New Roman"/>
            </a:endParaRPr>
          </a:p>
        </p:txBody>
      </p:sp>
    </p:spTree>
  </p:cSld>
  <p:clrMapOvr>
    <a:masterClrMapping/>
  </p:clrMapOvr>
</p:sld>
</file>

<file path=ppt/slides/slide1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6" name="Shape 926"/>
        <p:cNvGrpSpPr/>
        <p:nvPr/>
      </p:nvGrpSpPr>
      <p:grpSpPr>
        <a:xfrm>
          <a:off x="0" y="0"/>
          <a:ext cx="0" cy="0"/>
          <a:chOff x="0" y="0"/>
          <a:chExt cx="0" cy="0"/>
        </a:xfrm>
      </p:grpSpPr>
      <p:sp>
        <p:nvSpPr>
          <p:cNvPr id="927" name="Google Shape;927;p16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Đấng tạo thành trời đất muôn vật hữu hình và vô hình.</a:t>
            </a:r>
            <a:endParaRPr/>
          </a:p>
        </p:txBody>
      </p:sp>
    </p:spTree>
  </p:cSld>
  <p:clrMapOvr>
    <a:masterClrMapping/>
  </p:clrMapOvr>
</p:sld>
</file>

<file path=ppt/slides/slide1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16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kính một Chúa Giê-su Ki-tô Con Một Thiên Chúa,</a:t>
            </a:r>
            <a:endParaRPr/>
          </a:p>
        </p:txBody>
      </p:sp>
    </p:spTree>
  </p:cSld>
  <p:clrMapOvr>
    <a:masterClrMapping/>
  </p:clrMapOvr>
</p:sld>
</file>

<file path=ppt/slides/slide1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6" name="Shape 936"/>
        <p:cNvGrpSpPr/>
        <p:nvPr/>
      </p:nvGrpSpPr>
      <p:grpSpPr>
        <a:xfrm>
          <a:off x="0" y="0"/>
          <a:ext cx="0" cy="0"/>
          <a:chOff x="0" y="0"/>
          <a:chExt cx="0" cy="0"/>
        </a:xfrm>
      </p:grpSpPr>
      <p:sp>
        <p:nvSpPr>
          <p:cNvPr id="937" name="Google Shape;937;p16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sinh bởi Đức Chúa Cha từ trước muôn đời.</a:t>
            </a:r>
            <a:endParaRPr b="1" sz="7200">
              <a:solidFill>
                <a:schemeClr val="lt1"/>
              </a:solidFill>
              <a:latin typeface="Times"/>
              <a:ea typeface="Times"/>
              <a:cs typeface="Times"/>
              <a:sym typeface="Times"/>
            </a:endParaRPr>
          </a:p>
        </p:txBody>
      </p:sp>
    </p:spTree>
  </p:cSld>
  <p:clrMapOvr>
    <a:masterClrMapping/>
  </p:clrMapOvr>
</p:sld>
</file>

<file path=ppt/slides/slide1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1" name="Shape 941"/>
        <p:cNvGrpSpPr/>
        <p:nvPr/>
      </p:nvGrpSpPr>
      <p:grpSpPr>
        <a:xfrm>
          <a:off x="0" y="0"/>
          <a:ext cx="0" cy="0"/>
          <a:chOff x="0" y="0"/>
          <a:chExt cx="0" cy="0"/>
        </a:xfrm>
      </p:grpSpPr>
      <p:sp>
        <p:nvSpPr>
          <p:cNvPr id="942" name="Google Shape;942;p16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là Thiên Chúa bởi Thiên Chúa, Ánh Sáng bởi Ánh Sáng,</a:t>
            </a:r>
            <a:endParaRPr b="1" sz="7200">
              <a:solidFill>
                <a:schemeClr val="lt1"/>
              </a:solidFill>
              <a:latin typeface="Times"/>
              <a:ea typeface="Times"/>
              <a:cs typeface="Times"/>
              <a:sym typeface="Times"/>
            </a:endParaRPr>
          </a:p>
        </p:txBody>
      </p:sp>
    </p:spTree>
  </p:cSld>
  <p:clrMapOvr>
    <a:masterClrMapping/>
  </p:clrMapOvr>
</p:sld>
</file>

<file path=ppt/slides/slide1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6" name="Shape 946"/>
        <p:cNvGrpSpPr/>
        <p:nvPr/>
      </p:nvGrpSpPr>
      <p:grpSpPr>
        <a:xfrm>
          <a:off x="0" y="0"/>
          <a:ext cx="0" cy="0"/>
          <a:chOff x="0" y="0"/>
          <a:chExt cx="0" cy="0"/>
        </a:xfrm>
      </p:grpSpPr>
      <p:sp>
        <p:nvSpPr>
          <p:cNvPr id="947" name="Google Shape;947;p16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Thiên Chúa thật bởi Thiên Chúa Thật Được sinh ra mà không phải được tạo thành, </a:t>
            </a:r>
            <a:endParaRPr b="1" sz="7200">
              <a:solidFill>
                <a:schemeClr val="lt1"/>
              </a:solidFill>
              <a:latin typeface="Times"/>
              <a:ea typeface="Times"/>
              <a:cs typeface="Times"/>
              <a:sym typeface="Times"/>
            </a:endParaRPr>
          </a:p>
        </p:txBody>
      </p:sp>
    </p:spTree>
  </p:cSld>
  <p:clrMapOvr>
    <a:masterClrMapping/>
  </p:clrMapOvr>
</p:sld>
</file>

<file path=ppt/slides/slide1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1" name="Shape 951"/>
        <p:cNvGrpSpPr/>
        <p:nvPr/>
      </p:nvGrpSpPr>
      <p:grpSpPr>
        <a:xfrm>
          <a:off x="0" y="0"/>
          <a:ext cx="0" cy="0"/>
          <a:chOff x="0" y="0"/>
          <a:chExt cx="0" cy="0"/>
        </a:xfrm>
      </p:grpSpPr>
      <p:sp>
        <p:nvSpPr>
          <p:cNvPr id="952" name="Google Shape;952;p16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đồng bản thể với Đức Chúa Cha:nhờ Người mà muôn vật được tạo thành.</a:t>
            </a:r>
            <a:endParaRPr b="1" sz="7200">
              <a:solidFill>
                <a:schemeClr val="lt1"/>
              </a:solidFill>
              <a:latin typeface="Times"/>
              <a:ea typeface="Times"/>
              <a:cs typeface="Times"/>
              <a:sym typeface="Times"/>
            </a:endParaRPr>
          </a:p>
        </p:txBody>
      </p:sp>
    </p:spTree>
  </p:cSld>
  <p:clrMapOvr>
    <a:masterClrMapping/>
  </p:clrMapOvr>
</p:sld>
</file>

<file path=ppt/slides/slide1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6" name="Shape 956"/>
        <p:cNvGrpSpPr/>
        <p:nvPr/>
      </p:nvGrpSpPr>
      <p:grpSpPr>
        <a:xfrm>
          <a:off x="0" y="0"/>
          <a:ext cx="0" cy="0"/>
          <a:chOff x="0" y="0"/>
          <a:chExt cx="0" cy="0"/>
        </a:xfrm>
      </p:grpSpPr>
      <p:sp>
        <p:nvSpPr>
          <p:cNvPr id="957" name="Google Shape;957;p16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Vì loài người chúng ta và để cứu độ chúng ta, Người đã từ trời xuống thế.</a:t>
            </a:r>
            <a:endParaRPr b="1" sz="7200">
              <a:solidFill>
                <a:schemeClr val="lt1"/>
              </a:solidFill>
              <a:latin typeface="Times"/>
              <a:ea typeface="Times"/>
              <a:cs typeface="Times"/>
              <a:sym typeface="Times"/>
            </a:endParaRPr>
          </a:p>
        </p:txBody>
      </p:sp>
    </p:spTree>
  </p:cSld>
  <p:clrMapOvr>
    <a:masterClrMapping/>
  </p:clrMapOvr>
</p:sld>
</file>

<file path=ppt/slides/slide1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1" name="Shape 961"/>
        <p:cNvGrpSpPr/>
        <p:nvPr/>
      </p:nvGrpSpPr>
      <p:grpSpPr>
        <a:xfrm>
          <a:off x="0" y="0"/>
          <a:ext cx="0" cy="0"/>
          <a:chOff x="0" y="0"/>
          <a:chExt cx="0" cy="0"/>
        </a:xfrm>
      </p:grpSpPr>
      <p:sp>
        <p:nvSpPr>
          <p:cNvPr id="962" name="Google Shape;962;p16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6800">
                <a:solidFill>
                  <a:schemeClr val="lt1"/>
                </a:solidFill>
                <a:latin typeface="Times"/>
                <a:ea typeface="Times"/>
                <a:cs typeface="Times"/>
                <a:sym typeface="Times"/>
              </a:rPr>
              <a:t>Bởi phép Đức Chúa Thánh Thần Người đã nhập thể trong lòng Trinh Nữ Maria, và đã làm người.</a:t>
            </a:r>
            <a:endParaRPr b="1" sz="6800">
              <a:solidFill>
                <a:schemeClr val="lt1"/>
              </a:solidFill>
              <a:latin typeface="Times"/>
              <a:ea typeface="Times"/>
              <a:cs typeface="Times"/>
              <a:sym typeface="Times"/>
            </a:endParaRPr>
          </a:p>
        </p:txBody>
      </p:sp>
    </p:spTree>
  </p:cSld>
  <p:clrMapOvr>
    <a:masterClrMapping/>
  </p:clrMapOvr>
</p:sld>
</file>

<file path=ppt/slides/slide1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6" name="Shape 966"/>
        <p:cNvGrpSpPr/>
        <p:nvPr/>
      </p:nvGrpSpPr>
      <p:grpSpPr>
        <a:xfrm>
          <a:off x="0" y="0"/>
          <a:ext cx="0" cy="0"/>
          <a:chOff x="0" y="0"/>
          <a:chExt cx="0" cy="0"/>
        </a:xfrm>
      </p:grpSpPr>
      <p:sp>
        <p:nvSpPr>
          <p:cNvPr id="967" name="Google Shape;967;p16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đóng đinh vào thập giá vì chúng ta, Thời quan Phong-xi-ô Phi-la-tô; </a:t>
            </a:r>
            <a:endParaRPr b="1" sz="7200">
              <a:solidFill>
                <a:schemeClr val="lt1"/>
              </a:solidFill>
              <a:latin typeface="Times"/>
              <a:ea typeface="Times"/>
              <a:cs typeface="Times"/>
              <a:sym typeface="Times"/>
            </a:endParaRPr>
          </a:p>
        </p:txBody>
      </p:sp>
    </p:spTree>
  </p:cSld>
  <p:clrMapOvr>
    <a:masterClrMapping/>
  </p:clrMapOvr>
</p:sld>
</file>

<file path=ppt/slides/slide1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1" name="Shape 971"/>
        <p:cNvGrpSpPr/>
        <p:nvPr/>
      </p:nvGrpSpPr>
      <p:grpSpPr>
        <a:xfrm>
          <a:off x="0" y="0"/>
          <a:ext cx="0" cy="0"/>
          <a:chOff x="0" y="0"/>
          <a:chExt cx="0" cy="0"/>
        </a:xfrm>
      </p:grpSpPr>
      <p:sp>
        <p:nvSpPr>
          <p:cNvPr id="972" name="Google Shape;972;p169"/>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chịu khổ hình và mai táng, ngày thứ ba Người sống lại như lời Thánh Kinh.</a:t>
            </a:r>
            <a:endParaRPr b="1" sz="7200">
              <a:solidFill>
                <a:schemeClr val="lt1"/>
              </a:solidFill>
              <a:latin typeface="Times"/>
              <a:ea typeface="Times"/>
              <a:cs typeface="Times"/>
              <a:sym typeface="Times"/>
            </a:endParaRPr>
          </a:p>
        </p:txBody>
      </p:sp>
    </p:spTree>
  </p:cSld>
  <p:clrMapOvr>
    <a:masterClrMapping/>
  </p:clrMapOvr>
</p:sld>
</file>

<file path=ppt/slides/slide1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170"/>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Người lên trời, ngự bên hữu Đức Chúa Cha, và Người sẽ lại đến trong vinh quang</a:t>
            </a:r>
            <a:endParaRPr b="1" sz="7000">
              <a:solidFill>
                <a:schemeClr val="lt1"/>
              </a:solidFill>
              <a:latin typeface="Times"/>
              <a:ea typeface="Times"/>
              <a:cs typeface="Times"/>
              <a:sym typeface="Times"/>
            </a:endParaRPr>
          </a:p>
        </p:txBody>
      </p:sp>
    </p:spTree>
  </p:cSld>
  <p:clrMapOvr>
    <a:masterClrMapping/>
  </p:clrMapOvr>
</p:sld>
</file>

<file path=ppt/slides/slide1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1" name="Shape 981"/>
        <p:cNvGrpSpPr/>
        <p:nvPr/>
      </p:nvGrpSpPr>
      <p:grpSpPr>
        <a:xfrm>
          <a:off x="0" y="0"/>
          <a:ext cx="0" cy="0"/>
          <a:chOff x="0" y="0"/>
          <a:chExt cx="0" cy="0"/>
        </a:xfrm>
      </p:grpSpPr>
      <p:sp>
        <p:nvSpPr>
          <p:cNvPr id="982" name="Google Shape;982;p171"/>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để phán xét kẻ sống và kẻ chết, Nước Người sẽ không bao giờ cùng.</a:t>
            </a:r>
            <a:endParaRPr b="1" sz="7200">
              <a:solidFill>
                <a:schemeClr val="lt1"/>
              </a:solidFill>
              <a:latin typeface="Times"/>
              <a:ea typeface="Times"/>
              <a:cs typeface="Times"/>
              <a:sym typeface="Times"/>
            </a:endParaRPr>
          </a:p>
        </p:txBody>
      </p:sp>
    </p:spTree>
  </p:cSld>
  <p:clrMapOvr>
    <a:masterClrMapping/>
  </p:clrMapOvr>
</p:sld>
</file>

<file path=ppt/slides/slide1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sp>
        <p:nvSpPr>
          <p:cNvPr id="987" name="Google Shape;987;p172"/>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tinh kính Đức Chúa Thánh Thần là Thiên Chúa, và là Đấng ban sự sống,</a:t>
            </a:r>
            <a:endParaRPr b="1" sz="7200">
              <a:solidFill>
                <a:schemeClr val="lt1"/>
              </a:solidFill>
              <a:latin typeface="Times"/>
              <a:ea typeface="Times"/>
              <a:cs typeface="Times"/>
              <a:sym typeface="Times"/>
            </a:endParaRPr>
          </a:p>
        </p:txBody>
      </p:sp>
    </p:spTree>
  </p:cSld>
  <p:clrMapOvr>
    <a:masterClrMapping/>
  </p:clrMapOvr>
</p:sld>
</file>

<file path=ppt/slides/slide1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sp>
        <p:nvSpPr>
          <p:cNvPr id="992" name="Google Shape;992;p173"/>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bởi Đức Chúa Cha và Đức Chúa Con mà ra.</a:t>
            </a:r>
            <a:endParaRPr b="1" sz="7200">
              <a:solidFill>
                <a:schemeClr val="lt1"/>
              </a:solidFill>
              <a:latin typeface="Times"/>
              <a:ea typeface="Times"/>
              <a:cs typeface="Times"/>
              <a:sym typeface="Times"/>
            </a:endParaRPr>
          </a:p>
        </p:txBody>
      </p:sp>
    </p:spTree>
  </p:cSld>
  <p:clrMapOvr>
    <a:masterClrMapping/>
  </p:clrMapOvr>
</p:sld>
</file>

<file path=ppt/slides/slide1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sp>
        <p:nvSpPr>
          <p:cNvPr id="997" name="Google Shape;997;p174"/>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được phụng thờ và tôn vinh cùng với Đức Chúa Cha và Đức Chúa Con.</a:t>
            </a:r>
            <a:endParaRPr b="1" sz="7200">
              <a:solidFill>
                <a:schemeClr val="lt1"/>
              </a:solidFill>
              <a:latin typeface="Times"/>
              <a:ea typeface="Times"/>
              <a:cs typeface="Times"/>
              <a:sym typeface="Times"/>
            </a:endParaRPr>
          </a:p>
        </p:txBody>
      </p:sp>
    </p:spTree>
  </p:cSld>
  <p:clrMapOvr>
    <a:masterClrMapping/>
  </p:clrMapOvr>
</p:sld>
</file>

<file path=ppt/slides/slide1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1" name="Shape 1001"/>
        <p:cNvGrpSpPr/>
        <p:nvPr/>
      </p:nvGrpSpPr>
      <p:grpSpPr>
        <a:xfrm>
          <a:off x="0" y="0"/>
          <a:ext cx="0" cy="0"/>
          <a:chOff x="0" y="0"/>
          <a:chExt cx="0" cy="0"/>
        </a:xfrm>
      </p:grpSpPr>
      <p:sp>
        <p:nvSpPr>
          <p:cNvPr id="1002" name="Google Shape;1002;p175"/>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Người đã dùng các Tiên tri mà phán dạy.</a:t>
            </a:r>
            <a:endParaRPr b="1" sz="7200">
              <a:solidFill>
                <a:schemeClr val="lt1"/>
              </a:solidFill>
              <a:latin typeface="Times"/>
              <a:ea typeface="Times"/>
              <a:cs typeface="Times"/>
              <a:sym typeface="Times"/>
            </a:endParaRPr>
          </a:p>
        </p:txBody>
      </p:sp>
    </p:spTree>
  </p:cSld>
  <p:clrMapOvr>
    <a:masterClrMapping/>
  </p:clrMapOvr>
</p:sld>
</file>

<file path=ppt/slides/slide1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6" name="Shape 1006"/>
        <p:cNvGrpSpPr/>
        <p:nvPr/>
      </p:nvGrpSpPr>
      <p:grpSpPr>
        <a:xfrm>
          <a:off x="0" y="0"/>
          <a:ext cx="0" cy="0"/>
          <a:chOff x="0" y="0"/>
          <a:chExt cx="0" cy="0"/>
        </a:xfrm>
      </p:grpSpPr>
      <p:sp>
        <p:nvSpPr>
          <p:cNvPr id="1007" name="Google Shape;1007;p176"/>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tin Hội Thánh duy nhất, thánh thiện, công giáo và tông truyền.</a:t>
            </a:r>
            <a:endParaRPr b="1" sz="7200">
              <a:solidFill>
                <a:schemeClr val="lt1"/>
              </a:solidFill>
              <a:latin typeface="Times"/>
              <a:ea typeface="Times"/>
              <a:cs typeface="Times"/>
              <a:sym typeface="Times"/>
            </a:endParaRPr>
          </a:p>
        </p:txBody>
      </p:sp>
    </p:spTree>
  </p:cSld>
  <p:clrMapOvr>
    <a:masterClrMapping/>
  </p:clrMapOvr>
</p:sld>
</file>

<file path=ppt/slides/slide1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177"/>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tuyên xưng có một Phép Rửa để tha tội.</a:t>
            </a:r>
            <a:endParaRPr b="1" sz="7200">
              <a:solidFill>
                <a:schemeClr val="lt1"/>
              </a:solidFill>
              <a:latin typeface="Times"/>
              <a:ea typeface="Times"/>
              <a:cs typeface="Times"/>
              <a:sym typeface="Times"/>
            </a:endParaRPr>
          </a:p>
        </p:txBody>
      </p:sp>
    </p:spTree>
  </p:cSld>
  <p:clrMapOvr>
    <a:masterClrMapping/>
  </p:clrMapOvr>
</p:sld>
</file>

<file path=ppt/slides/slide1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6" name="Shape 1016"/>
        <p:cNvGrpSpPr/>
        <p:nvPr/>
      </p:nvGrpSpPr>
      <p:grpSpPr>
        <a:xfrm>
          <a:off x="0" y="0"/>
          <a:ext cx="0" cy="0"/>
          <a:chOff x="0" y="0"/>
          <a:chExt cx="0" cy="0"/>
        </a:xfrm>
      </p:grpSpPr>
      <p:sp>
        <p:nvSpPr>
          <p:cNvPr id="1017" name="Google Shape;1017;p178"/>
          <p:cNvSpPr txBox="1"/>
          <p:nvPr>
            <p:ph type="ctrTitle"/>
          </p:nvPr>
        </p:nvSpPr>
        <p:spPr>
          <a:xfrm>
            <a:off x="0" y="0"/>
            <a:ext cx="9144000" cy="5143499"/>
          </a:xfrm>
          <a:prstGeom prst="rect">
            <a:avLst/>
          </a:prstGeom>
          <a:solidFill>
            <a:srgbClr val="002060"/>
          </a:solidFill>
          <a:ln>
            <a:noFill/>
          </a:ln>
        </p:spPr>
        <p:txBody>
          <a:bodyPr anchorCtr="0" anchor="t"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Tôi trông đợi kẻ chết sống lại và sự sống đời sau. Amen.</a:t>
            </a:r>
            <a:endParaRPr b="1" sz="7200">
              <a:solidFill>
                <a:schemeClr val="lt1"/>
              </a:solidFill>
              <a:latin typeface="Times"/>
              <a:ea typeface="Times"/>
              <a:cs typeface="Times"/>
              <a:sym typeface="Times"/>
            </a:endParaRPr>
          </a:p>
        </p:txBody>
      </p:sp>
    </p:spTree>
  </p:cSld>
  <p:clrMapOvr>
    <a:masterClrMapping/>
  </p:clrMapOvr>
</p:sld>
</file>

<file path=ppt/slides/slide1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1" name="Shape 1021"/>
        <p:cNvGrpSpPr/>
        <p:nvPr/>
      </p:nvGrpSpPr>
      <p:grpSpPr>
        <a:xfrm>
          <a:off x="0" y="0"/>
          <a:ext cx="0" cy="0"/>
          <a:chOff x="0" y="0"/>
          <a:chExt cx="0" cy="0"/>
        </a:xfrm>
      </p:grpSpPr>
      <p:pic>
        <p:nvPicPr>
          <p:cNvPr id="1022" name="Google Shape;1022;g3d573131aa0_0_164"/>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6" name="Shape 1026"/>
        <p:cNvGrpSpPr/>
        <p:nvPr/>
      </p:nvGrpSpPr>
      <p:grpSpPr>
        <a:xfrm>
          <a:off x="0" y="0"/>
          <a:ext cx="0" cy="0"/>
          <a:chOff x="0" y="0"/>
          <a:chExt cx="0" cy="0"/>
        </a:xfrm>
      </p:grpSpPr>
      <p:sp>
        <p:nvSpPr>
          <p:cNvPr id="1027" name="Google Shape;1027;g3dd33158570_0_35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DÂNG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TỰA LÀN</a:t>
            </a:r>
            <a:br>
              <a:rPr b="1" lang="en-US" sz="6700">
                <a:solidFill>
                  <a:srgbClr val="FFFF00"/>
                </a:solidFill>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TRẦM HƯƠNG</a:t>
            </a:r>
            <a:endParaRPr b="1" sz="6700">
              <a:solidFill>
                <a:srgbClr val="FFFF00"/>
              </a:solidFill>
              <a:latin typeface="Times New Roman"/>
              <a:ea typeface="Times New Roman"/>
              <a:cs typeface="Times New Roman"/>
              <a:sym typeface="Times New Roman"/>
            </a:endParaRPr>
          </a:p>
          <a:p>
            <a:pPr indent="0" lvl="0" marL="0" rtl="0" algn="ctr">
              <a:lnSpc>
                <a:spcPct val="90000"/>
              </a:lnSpc>
              <a:spcBef>
                <a:spcPts val="0"/>
              </a:spcBef>
              <a:spcAft>
                <a:spcPts val="0"/>
              </a:spcAft>
              <a:buClr>
                <a:schemeClr val="dk1"/>
              </a:buClr>
              <a:buSzPts val="4700"/>
              <a:buFont typeface="Times New Roman"/>
              <a:buNone/>
            </a:pP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Đỗ Vy Hạ</a:t>
            </a:r>
            <a:r>
              <a:rPr b="1" i="1" lang="en-US" sz="4700">
                <a:solidFill>
                  <a:schemeClr val="accent4"/>
                </a:solidFill>
                <a:latin typeface="Times New Roman"/>
                <a:ea typeface="Times New Roman"/>
                <a:cs typeface="Times New Roman"/>
                <a:sym typeface="Times New Roman"/>
              </a:rPr>
              <a:t>)</a:t>
            </a:r>
            <a:endParaRPr b="1" sz="6700">
              <a:solidFill>
                <a:srgbClr val="FFFF00"/>
              </a:solidFill>
              <a:latin typeface="Times New Roman"/>
              <a:ea typeface="Times New Roman"/>
              <a:cs typeface="Times New Roman"/>
              <a:sym typeface="Times New Roman"/>
            </a:endParaRPr>
          </a:p>
        </p:txBody>
      </p:sp>
    </p:spTree>
  </p:cSld>
  <p:clrMapOvr>
    <a:masterClrMapping/>
  </p:clrMapOvr>
</p:sld>
</file>

<file path=ppt/slides/slide1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1" name="Shape 1031"/>
        <p:cNvGrpSpPr/>
        <p:nvPr/>
      </p:nvGrpSpPr>
      <p:grpSpPr>
        <a:xfrm>
          <a:off x="0" y="0"/>
          <a:ext cx="0" cy="0"/>
          <a:chOff x="0" y="0"/>
          <a:chExt cx="0" cy="0"/>
        </a:xfrm>
      </p:grpSpPr>
      <p:sp>
        <p:nvSpPr>
          <p:cNvPr id="1032" name="Google Shape;1032;g3dd33158570_0_3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Tựa làn trầm hương thơm bay về Thiên Đường.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sp>
        <p:nvSpPr>
          <p:cNvPr id="1037" name="Google Shape;1037;g3dd33158570_0_3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tình yêu Chúa thánh hóa cho lễ dâng.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1" name="Shape 1041"/>
        <p:cNvGrpSpPr/>
        <p:nvPr/>
      </p:nvGrpSpPr>
      <p:grpSpPr>
        <a:xfrm>
          <a:off x="0" y="0"/>
          <a:ext cx="0" cy="0"/>
          <a:chOff x="0" y="0"/>
          <a:chExt cx="0" cy="0"/>
        </a:xfrm>
      </p:grpSpPr>
      <p:sp>
        <p:nvSpPr>
          <p:cNvPr id="1042" name="Google Shape;1042;g3de4329e4d7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Đây bánh thơm nồng, đây chén rượu hồng.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8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6" name="Shape 1046"/>
        <p:cNvGrpSpPr/>
        <p:nvPr/>
      </p:nvGrpSpPr>
      <p:grpSpPr>
        <a:xfrm>
          <a:off x="0" y="0"/>
          <a:ext cx="0" cy="0"/>
          <a:chOff x="0" y="0"/>
          <a:chExt cx="0" cy="0"/>
        </a:xfrm>
      </p:grpSpPr>
      <p:sp>
        <p:nvSpPr>
          <p:cNvPr id="1047" name="Google Shape;1047;g3de4329e4d7_0_2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Làm thành lễ vật dâng về Cha chí nhân.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g3de4329e4d7_0_2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Chúc tụng Ngài là Chúa tể càn khôn, đã rộng tình nuôi sống con từng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6" name="Shape 1056"/>
        <p:cNvGrpSpPr/>
        <p:nvPr/>
      </p:nvGrpSpPr>
      <p:grpSpPr>
        <a:xfrm>
          <a:off x="0" y="0"/>
          <a:ext cx="0" cy="0"/>
          <a:chOff x="0" y="0"/>
          <a:chExt cx="0" cy="0"/>
        </a:xfrm>
      </p:grpSpPr>
      <p:sp>
        <p:nvSpPr>
          <p:cNvPr id="1057" name="Google Shape;1057;g3de4329e4d7_0_3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Chúc tụng Ngài là Chúa khắp mọi nơi,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g3de4329e4d7_0_8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Chúc tụng Ngài mãi đến muôn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6" name="Shape 1066"/>
        <p:cNvGrpSpPr/>
        <p:nvPr/>
      </p:nvGrpSpPr>
      <p:grpSpPr>
        <a:xfrm>
          <a:off x="0" y="0"/>
          <a:ext cx="0" cy="0"/>
          <a:chOff x="0" y="0"/>
          <a:chExt cx="0" cy="0"/>
        </a:xfrm>
      </p:grpSpPr>
      <p:sp>
        <p:nvSpPr>
          <p:cNvPr id="1067" name="Google Shape;1067;g3de4329e4d7_0_9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Một niềm thành tâm, xin dâng trọn xác hồn.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1" name="Shape 1071"/>
        <p:cNvGrpSpPr/>
        <p:nvPr/>
      </p:nvGrpSpPr>
      <p:grpSpPr>
        <a:xfrm>
          <a:off x="0" y="0"/>
          <a:ext cx="0" cy="0"/>
          <a:chOff x="0" y="0"/>
          <a:chExt cx="0" cy="0"/>
        </a:xfrm>
      </p:grpSpPr>
      <p:sp>
        <p:nvSpPr>
          <p:cNvPr id="1072" name="Google Shape;1072;g3de4329e4d7_0_9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tình yêu Chúa thánh hóa cho lễ dâng.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6" name="Shape 1076"/>
        <p:cNvGrpSpPr/>
        <p:nvPr/>
      </p:nvGrpSpPr>
      <p:grpSpPr>
        <a:xfrm>
          <a:off x="0" y="0"/>
          <a:ext cx="0" cy="0"/>
          <a:chOff x="0" y="0"/>
          <a:chExt cx="0" cy="0"/>
        </a:xfrm>
      </p:grpSpPr>
      <p:sp>
        <p:nvSpPr>
          <p:cNvPr id="1077" name="Google Shape;1077;g3de4329e4d7_0_10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Bao ước mơ hồng, đẹp lứa tuổi xuân.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sp>
        <p:nvSpPr>
          <p:cNvPr id="1082" name="Google Shape;1082;g3de4329e4d7_0_10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Làm thành lễ vật dâng về Cha chí nhân.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sp>
        <p:nvSpPr>
          <p:cNvPr id="1087" name="Google Shape;1087;g3de4329e4d7_0_10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Chúc tụng Ngài là Chúa tể càn khôn, đã rộng tình nuôi sống con từng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g3de4329e4d7_0_11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Chúc tụng Ngài là Chúa khắp mọi nơi,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19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6" name="Shape 1096"/>
        <p:cNvGrpSpPr/>
        <p:nvPr/>
      </p:nvGrpSpPr>
      <p:grpSpPr>
        <a:xfrm>
          <a:off x="0" y="0"/>
          <a:ext cx="0" cy="0"/>
          <a:chOff x="0" y="0"/>
          <a:chExt cx="0" cy="0"/>
        </a:xfrm>
      </p:grpSpPr>
      <p:sp>
        <p:nvSpPr>
          <p:cNvPr id="1097" name="Google Shape;1097;g3de4329e4d7_0_11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Chúc tụng Ngài mãi đến muôn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1" name="Shape 1101"/>
        <p:cNvGrpSpPr/>
        <p:nvPr/>
      </p:nvGrpSpPr>
      <p:grpSpPr>
        <a:xfrm>
          <a:off x="0" y="0"/>
          <a:ext cx="0" cy="0"/>
          <a:chOff x="0" y="0"/>
          <a:chExt cx="0" cy="0"/>
        </a:xfrm>
      </p:grpSpPr>
      <p:sp>
        <p:nvSpPr>
          <p:cNvPr id="1102" name="Google Shape;1102;g3de4329e4d7_0_12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3</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Hòa lời trầm ca, cao bay về chín tầng.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sp>
        <p:nvSpPr>
          <p:cNvPr id="1107" name="Google Shape;1107;g3de4329e4d7_0_12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Nguyện tình yêu Chúa thánh hóa cho lễ dâng.</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1" name="Shape 1111"/>
        <p:cNvGrpSpPr/>
        <p:nvPr/>
      </p:nvGrpSpPr>
      <p:grpSpPr>
        <a:xfrm>
          <a:off x="0" y="0"/>
          <a:ext cx="0" cy="0"/>
          <a:chOff x="0" y="0"/>
          <a:chExt cx="0" cy="0"/>
        </a:xfrm>
      </p:grpSpPr>
      <p:sp>
        <p:nvSpPr>
          <p:cNvPr id="1112" name="Google Shape;1112;g3de4329e4d7_0_129"/>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Muôn tiếng tơ đàn, giọng hát nhịp nhàng,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sp>
        <p:nvSpPr>
          <p:cNvPr id="1117" name="Google Shape;1117;g3de4329e4d7_0_133"/>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làm thành lễ vật dâng về Cha Chí Nhân.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1" name="Shape 1121"/>
        <p:cNvGrpSpPr/>
        <p:nvPr/>
      </p:nvGrpSpPr>
      <p:grpSpPr>
        <a:xfrm>
          <a:off x="0" y="0"/>
          <a:ext cx="0" cy="0"/>
          <a:chOff x="0" y="0"/>
          <a:chExt cx="0" cy="0"/>
        </a:xfrm>
      </p:grpSpPr>
      <p:sp>
        <p:nvSpPr>
          <p:cNvPr id="1122" name="Google Shape;1122;g3de4329e4d7_0_137"/>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chemeClr val="lt1"/>
                </a:solidFill>
                <a:latin typeface="Times New Roman"/>
                <a:ea typeface="Times New Roman"/>
                <a:cs typeface="Times New Roman"/>
                <a:sym typeface="Times New Roman"/>
              </a:rPr>
              <a:t> Chúc tụng Ngài là Chúa tể càn khôn, đã rộng tình nuôi sống con từng ngày.</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6" name="Shape 1126"/>
        <p:cNvGrpSpPr/>
        <p:nvPr/>
      </p:nvGrpSpPr>
      <p:grpSpPr>
        <a:xfrm>
          <a:off x="0" y="0"/>
          <a:ext cx="0" cy="0"/>
          <a:chOff x="0" y="0"/>
          <a:chExt cx="0" cy="0"/>
        </a:xfrm>
      </p:grpSpPr>
      <p:sp>
        <p:nvSpPr>
          <p:cNvPr id="1127" name="Google Shape;1127;g3de4329e4d7_0_141"/>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Chúc tụng Ngài là Chúa khắp mọi nơi,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1" name="Shape 1131"/>
        <p:cNvGrpSpPr/>
        <p:nvPr/>
      </p:nvGrpSpPr>
      <p:grpSpPr>
        <a:xfrm>
          <a:off x="0" y="0"/>
          <a:ext cx="0" cy="0"/>
          <a:chOff x="0" y="0"/>
          <a:chExt cx="0" cy="0"/>
        </a:xfrm>
      </p:grpSpPr>
      <p:sp>
        <p:nvSpPr>
          <p:cNvPr id="1132" name="Google Shape;1132;g3de4329e4d7_0_145"/>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Chúc tụng Ngài mãi đến muôn muôn đời.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0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6" name="Shape 1136"/>
        <p:cNvGrpSpPr/>
        <p:nvPr/>
      </p:nvGrpSpPr>
      <p:grpSpPr>
        <a:xfrm>
          <a:off x="0" y="0"/>
          <a:ext cx="0" cy="0"/>
          <a:chOff x="0" y="0"/>
          <a:chExt cx="0" cy="0"/>
        </a:xfrm>
      </p:grpSpPr>
      <p:pic>
        <p:nvPicPr>
          <p:cNvPr id="1137" name="Google Shape;1137;p201"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0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1" name="Shape 1141"/>
        <p:cNvGrpSpPr/>
        <p:nvPr/>
      </p:nvGrpSpPr>
      <p:grpSpPr>
        <a:xfrm>
          <a:off x="0" y="0"/>
          <a:ext cx="0" cy="0"/>
          <a:chOff x="0" y="0"/>
          <a:chExt cx="0" cy="0"/>
        </a:xfrm>
      </p:grpSpPr>
      <p:sp>
        <p:nvSpPr>
          <p:cNvPr id="1142" name="Google Shape;1142;p202"/>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KINH THÁNH, THÁNH</a:t>
            </a:r>
            <a:br>
              <a:rPr b="1" lang="en-US" sz="4000">
                <a:solidFill>
                  <a:schemeClr val="accent4"/>
                </a:solidFill>
                <a:latin typeface="Times"/>
                <a:ea typeface="Times"/>
                <a:cs typeface="Times"/>
                <a:sym typeface="Times"/>
              </a:rPr>
            </a:br>
            <a:r>
              <a:rPr b="1" lang="en-US" sz="7200">
                <a:solidFill>
                  <a:schemeClr val="lt1"/>
                </a:solidFill>
                <a:latin typeface="Times"/>
                <a:ea typeface="Times"/>
                <a:cs typeface="Times"/>
                <a:sym typeface="Times"/>
              </a:rPr>
              <a:t>Thánh, Thánh, Thánh. Chúa là Thiên Chúa các đạo binh</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0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6" name="Shape 1146"/>
        <p:cNvGrpSpPr/>
        <p:nvPr/>
      </p:nvGrpSpPr>
      <p:grpSpPr>
        <a:xfrm>
          <a:off x="0" y="0"/>
          <a:ext cx="0" cy="0"/>
          <a:chOff x="0" y="0"/>
          <a:chExt cx="0" cy="0"/>
        </a:xfrm>
      </p:grpSpPr>
      <p:sp>
        <p:nvSpPr>
          <p:cNvPr id="1147" name="Google Shape;1147;p203"/>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Trời đất đầy vinh quang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1" name="Shape 1151"/>
        <p:cNvGrpSpPr/>
        <p:nvPr/>
      </p:nvGrpSpPr>
      <p:grpSpPr>
        <a:xfrm>
          <a:off x="0" y="0"/>
          <a:ext cx="0" cy="0"/>
          <a:chOff x="0" y="0"/>
          <a:chExt cx="0" cy="0"/>
        </a:xfrm>
      </p:grpSpPr>
      <p:sp>
        <p:nvSpPr>
          <p:cNvPr id="1152" name="Google Shape;1152;p204"/>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200"/>
              <a:buFont typeface="Times"/>
              <a:buNone/>
            </a:pPr>
            <a:r>
              <a:rPr b="1" lang="en-US" sz="7200">
                <a:solidFill>
                  <a:schemeClr val="lt1"/>
                </a:solidFill>
                <a:latin typeface="Times"/>
                <a:ea typeface="Times"/>
                <a:cs typeface="Times"/>
                <a:sym typeface="Times"/>
              </a:rPr>
              <a:t>Chúc tụng Đấng ngự đến nhân danh Chúa. Hoan hô Chúa trên các tầng trời.</a:t>
            </a:r>
            <a:endParaRPr b="1" sz="7200">
              <a:solidFill>
                <a:schemeClr val="lt1"/>
              </a:solidFill>
              <a:latin typeface="Times"/>
              <a:ea typeface="Times"/>
              <a:cs typeface="Times"/>
              <a:sym typeface="Times"/>
            </a:endParaRPr>
          </a:p>
        </p:txBody>
      </p:sp>
    </p:spTree>
  </p:cSld>
  <p:clrMapOvr>
    <a:masterClrMapping/>
  </p:clrMapOvr>
</p:sld>
</file>

<file path=ppt/slides/slide2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6" name="Shape 1156"/>
        <p:cNvGrpSpPr/>
        <p:nvPr/>
      </p:nvGrpSpPr>
      <p:grpSpPr>
        <a:xfrm>
          <a:off x="0" y="0"/>
          <a:ext cx="0" cy="0"/>
          <a:chOff x="0" y="0"/>
          <a:chExt cx="0" cy="0"/>
        </a:xfrm>
      </p:grpSpPr>
      <p:pic>
        <p:nvPicPr>
          <p:cNvPr id="1157" name="Google Shape;1157;g3d48ab63a6f_0_266"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1" name="Shape 1161"/>
        <p:cNvGrpSpPr/>
        <p:nvPr/>
      </p:nvGrpSpPr>
      <p:grpSpPr>
        <a:xfrm>
          <a:off x="0" y="0"/>
          <a:ext cx="0" cy="0"/>
          <a:chOff x="0" y="0"/>
          <a:chExt cx="0" cy="0"/>
        </a:xfrm>
      </p:grpSpPr>
      <p:sp>
        <p:nvSpPr>
          <p:cNvPr id="1162" name="Google Shape;1162;g3a42a8b53c1_2_26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ctr">
              <a:lnSpc>
                <a:spcPct val="100000"/>
              </a:lnSpc>
              <a:spcBef>
                <a:spcPts val="0"/>
              </a:spcBef>
              <a:spcAft>
                <a:spcPts val="0"/>
              </a:spcAft>
              <a:buClr>
                <a:schemeClr val="accent4"/>
              </a:buClr>
              <a:buSzPts val="4000"/>
              <a:buFont typeface="Times"/>
              <a:buNone/>
            </a:pPr>
            <a:br>
              <a:rPr b="1" lang="en-US" sz="4000">
                <a:solidFill>
                  <a:schemeClr val="accent4"/>
                </a:solidFill>
                <a:latin typeface="Times"/>
                <a:ea typeface="Times"/>
                <a:cs typeface="Times"/>
                <a:sym typeface="Times"/>
              </a:rPr>
            </a:br>
            <a:r>
              <a:rPr b="1" lang="en-US" sz="4000">
                <a:solidFill>
                  <a:schemeClr val="accent4"/>
                </a:solidFill>
                <a:latin typeface="Times"/>
                <a:ea typeface="Times"/>
                <a:cs typeface="Times"/>
                <a:sym typeface="Times"/>
              </a:rPr>
              <a:t>CHIÊN THIÊN CHÚA</a:t>
            </a:r>
            <a:endParaRPr b="1" sz="4000">
              <a:solidFill>
                <a:schemeClr val="accent4"/>
              </a:solidFill>
              <a:latin typeface="Times"/>
              <a:ea typeface="Times"/>
              <a:cs typeface="Times"/>
              <a:sym typeface="Times"/>
            </a:endParaRPr>
          </a:p>
          <a:p>
            <a:pPr indent="0" lvl="0" marL="0" rtl="0" algn="just">
              <a:lnSpc>
                <a:spcPct val="100000"/>
              </a:lnSpc>
              <a:spcBef>
                <a:spcPts val="0"/>
              </a:spcBef>
              <a:spcAft>
                <a:spcPts val="0"/>
              </a:spcAft>
              <a:buClr>
                <a:schemeClr val="accent4"/>
              </a:buClr>
              <a:buSzPts val="4000"/>
              <a:buFont typeface="Times"/>
              <a:buNone/>
            </a:pPr>
            <a:r>
              <a:rPr b="1" lang="en-US" sz="6600">
                <a:solidFill>
                  <a:schemeClr val="lt1"/>
                </a:solidFill>
                <a:latin typeface="Times"/>
                <a:ea typeface="Times"/>
                <a:cs typeface="Times"/>
                <a:sym typeface="Times"/>
              </a:rPr>
              <a:t>Lạy Chiên Thiên Chúa, Đấng xóa tội trần gian, xin thương xót chúng con.</a:t>
            </a:r>
            <a:br>
              <a:rPr b="1" lang="en-US" sz="7200">
                <a:solidFill>
                  <a:schemeClr val="lt1"/>
                </a:solidFill>
                <a:latin typeface="Times"/>
                <a:ea typeface="Times"/>
                <a:cs typeface="Times"/>
                <a:sym typeface="Times"/>
              </a:rPr>
            </a:br>
            <a:endParaRPr b="1" sz="7200">
              <a:solidFill>
                <a:schemeClr val="lt1"/>
              </a:solidFill>
              <a:latin typeface="Times"/>
              <a:ea typeface="Times"/>
              <a:cs typeface="Times"/>
              <a:sym typeface="Times"/>
            </a:endParaRPr>
          </a:p>
        </p:txBody>
      </p:sp>
    </p:spTree>
  </p:cSld>
  <p:clrMapOvr>
    <a:masterClrMapping/>
  </p:clrMapOvr>
</p:sld>
</file>

<file path=ppt/slides/slide2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6" name="Shape 1166"/>
        <p:cNvGrpSpPr/>
        <p:nvPr/>
      </p:nvGrpSpPr>
      <p:grpSpPr>
        <a:xfrm>
          <a:off x="0" y="0"/>
          <a:ext cx="0" cy="0"/>
          <a:chOff x="0" y="0"/>
          <a:chExt cx="0" cy="0"/>
        </a:xfrm>
      </p:grpSpPr>
      <p:sp>
        <p:nvSpPr>
          <p:cNvPr id="1167" name="Google Shape;1167;p207"/>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thương xót chúng con.</a:t>
            </a:r>
            <a:endParaRPr b="1" sz="7000">
              <a:solidFill>
                <a:schemeClr val="lt1"/>
              </a:solidFill>
              <a:latin typeface="Times"/>
              <a:ea typeface="Times"/>
              <a:cs typeface="Times"/>
              <a:sym typeface="Times"/>
            </a:endParaRPr>
          </a:p>
        </p:txBody>
      </p:sp>
    </p:spTree>
  </p:cSld>
  <p:clrMapOvr>
    <a:masterClrMapping/>
  </p:clrMapOvr>
</p:sld>
</file>

<file path=ppt/slides/slide2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1" name="Shape 1171"/>
        <p:cNvGrpSpPr/>
        <p:nvPr/>
      </p:nvGrpSpPr>
      <p:grpSpPr>
        <a:xfrm>
          <a:off x="0" y="0"/>
          <a:ext cx="0" cy="0"/>
          <a:chOff x="0" y="0"/>
          <a:chExt cx="0" cy="0"/>
        </a:xfrm>
      </p:grpSpPr>
      <p:sp>
        <p:nvSpPr>
          <p:cNvPr id="1172" name="Google Shape;1172;p208"/>
          <p:cNvSpPr txBox="1"/>
          <p:nvPr>
            <p:ph type="ctrTitle"/>
          </p:nvPr>
        </p:nvSpPr>
        <p:spPr>
          <a:xfrm>
            <a:off x="0" y="0"/>
            <a:ext cx="9144000" cy="5143499"/>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lt1"/>
              </a:buClr>
              <a:buSzPts val="7000"/>
              <a:buFont typeface="Times"/>
              <a:buNone/>
            </a:pPr>
            <a:r>
              <a:rPr b="1" lang="en-US" sz="7000">
                <a:solidFill>
                  <a:schemeClr val="lt1"/>
                </a:solidFill>
                <a:latin typeface="Times"/>
                <a:ea typeface="Times"/>
                <a:cs typeface="Times"/>
                <a:sym typeface="Times"/>
              </a:rPr>
              <a:t>Lạy Chiên Thiên Chúa, Đấng xóa tội trần gian: xin ban bình an cho chúng con.</a:t>
            </a:r>
            <a:endParaRPr b="1" sz="7000">
              <a:solidFill>
                <a:schemeClr val="lt1"/>
              </a:solidFill>
              <a:latin typeface="Times"/>
              <a:ea typeface="Times"/>
              <a:cs typeface="Times"/>
              <a:sym typeface="Times"/>
            </a:endParaRPr>
          </a:p>
        </p:txBody>
      </p:sp>
    </p:spTree>
  </p:cSld>
  <p:clrMapOvr>
    <a:masterClrMapping/>
  </p:clrMapOvr>
</p:sld>
</file>

<file path=ppt/slides/slide2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6" name="Shape 1176"/>
        <p:cNvGrpSpPr/>
        <p:nvPr/>
      </p:nvGrpSpPr>
      <p:grpSpPr>
        <a:xfrm>
          <a:off x="0" y="0"/>
          <a:ext cx="0" cy="0"/>
          <a:chOff x="0" y="0"/>
          <a:chExt cx="0" cy="0"/>
        </a:xfrm>
      </p:grpSpPr>
      <p:pic>
        <p:nvPicPr>
          <p:cNvPr id="1177" name="Google Shape;1177;g3d48ab63a6f_0_270"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1" name="Shape 1181"/>
        <p:cNvGrpSpPr/>
        <p:nvPr/>
      </p:nvGrpSpPr>
      <p:grpSpPr>
        <a:xfrm>
          <a:off x="0" y="0"/>
          <a:ext cx="0" cy="0"/>
          <a:chOff x="0" y="0"/>
          <a:chExt cx="0" cy="0"/>
        </a:xfrm>
      </p:grpSpPr>
      <p:sp>
        <p:nvSpPr>
          <p:cNvPr id="1182" name="Google Shape;1182;g3a42a8b53c1_2_272"/>
          <p:cNvSpPr txBox="1"/>
          <p:nvPr>
            <p:ph type="ctrTitle"/>
          </p:nvPr>
        </p:nvSpPr>
        <p:spPr>
          <a:xfrm>
            <a:off x="0" y="680400"/>
            <a:ext cx="9144000" cy="44631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300">
                <a:solidFill>
                  <a:schemeClr val="lt1"/>
                </a:solidFill>
                <a:latin typeface="Times"/>
                <a:ea typeface="Times"/>
                <a:cs typeface="Times"/>
                <a:sym typeface="Times"/>
              </a:rPr>
              <a:t>Con hãy xỏ ngón tay vào đây, hãy nhìn xem những vết đinh,</a:t>
            </a:r>
            <a:endParaRPr b="1" sz="7300">
              <a:solidFill>
                <a:schemeClr val="lt1"/>
              </a:solidFill>
              <a:latin typeface="Times"/>
              <a:ea typeface="Times"/>
              <a:cs typeface="Times"/>
              <a:sym typeface="Times"/>
            </a:endParaRPr>
          </a:p>
        </p:txBody>
      </p:sp>
      <p:sp>
        <p:nvSpPr>
          <p:cNvPr id="1183" name="Google Shape;1183;g3a42a8b53c1_2_272"/>
          <p:cNvSpPr txBox="1"/>
          <p:nvPr/>
        </p:nvSpPr>
        <p:spPr>
          <a:xfrm>
            <a:off x="0" y="0"/>
            <a:ext cx="9144000" cy="800400"/>
          </a:xfrm>
          <a:prstGeom prst="rect">
            <a:avLst/>
          </a:prstGeom>
          <a:solidFill>
            <a:srgbClr val="002060"/>
          </a:solid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accent4"/>
                </a:solidFill>
                <a:latin typeface="Times"/>
                <a:ea typeface="Times"/>
                <a:cs typeface="Times"/>
                <a:sym typeface="Times"/>
              </a:rPr>
              <a:t>CA HIỆP LỄ</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7" name="Shape 1187"/>
        <p:cNvGrpSpPr/>
        <p:nvPr/>
      </p:nvGrpSpPr>
      <p:grpSpPr>
        <a:xfrm>
          <a:off x="0" y="0"/>
          <a:ext cx="0" cy="0"/>
          <a:chOff x="0" y="0"/>
          <a:chExt cx="0" cy="0"/>
        </a:xfrm>
      </p:grpSpPr>
      <p:sp>
        <p:nvSpPr>
          <p:cNvPr id="1188" name="Google Shape;1188;g3bc6b650b34_0_56"/>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Autofit/>
          </a:bodyPr>
          <a:lstStyle/>
          <a:p>
            <a:pPr indent="0" lvl="0" marL="0" rtl="0" algn="just">
              <a:lnSpc>
                <a:spcPct val="100000"/>
              </a:lnSpc>
              <a:spcBef>
                <a:spcPts val="0"/>
              </a:spcBef>
              <a:spcAft>
                <a:spcPts val="0"/>
              </a:spcAft>
              <a:buClr>
                <a:schemeClr val="accent4"/>
              </a:buClr>
              <a:buSzPts val="4000"/>
              <a:buFont typeface="Times"/>
              <a:buNone/>
            </a:pPr>
            <a:r>
              <a:rPr b="1" lang="en-US" sz="7800">
                <a:solidFill>
                  <a:schemeClr val="lt1"/>
                </a:solidFill>
                <a:latin typeface="Times"/>
                <a:ea typeface="Times"/>
                <a:cs typeface="Times"/>
                <a:sym typeface="Times"/>
              </a:rPr>
              <a:t>và đừng cứng lòng nữa, nhưng hãy tin. Al-lê-lu-ia.</a:t>
            </a:r>
            <a:endParaRPr b="1" sz="7800">
              <a:solidFill>
                <a:schemeClr val="lt1"/>
              </a:solidFill>
              <a:latin typeface="Times"/>
              <a:ea typeface="Times"/>
              <a:cs typeface="Times"/>
              <a:sym typeface="Times"/>
            </a:endParaRPr>
          </a:p>
        </p:txBody>
      </p:sp>
    </p:spTree>
  </p:cSld>
  <p:clrMapOvr>
    <a:masterClrMapping/>
  </p:clrMapOvr>
</p:sld>
</file>

<file path=ppt/slides/slide2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2" name="Shape 1192"/>
        <p:cNvGrpSpPr/>
        <p:nvPr/>
      </p:nvGrpSpPr>
      <p:grpSpPr>
        <a:xfrm>
          <a:off x="0" y="0"/>
          <a:ext cx="0" cy="0"/>
          <a:chOff x="0" y="0"/>
          <a:chExt cx="0" cy="0"/>
        </a:xfrm>
      </p:grpSpPr>
      <p:pic>
        <p:nvPicPr>
          <p:cNvPr id="1193" name="Google Shape;1193;g3d48ab63a6f_0_274" title="chen thanh.jpg"/>
          <p:cNvPicPr preferRelativeResize="0"/>
          <p:nvPr/>
        </p:nvPicPr>
        <p:blipFill rotWithShape="1">
          <a:blip r:embed="rId3">
            <a:alphaModFix/>
          </a:blip>
          <a:srcRect b="0" l="784" r="0" t="1816"/>
          <a:stretch/>
        </p:blipFill>
        <p:spPr>
          <a:xfrm>
            <a:off x="-97300" y="0"/>
            <a:ext cx="9313300" cy="5143500"/>
          </a:xfrm>
          <a:prstGeom prst="rect">
            <a:avLst/>
          </a:prstGeom>
          <a:noFill/>
          <a:ln>
            <a:noFill/>
          </a:ln>
        </p:spPr>
      </p:pic>
    </p:spTree>
  </p:cSld>
  <p:clrMapOvr>
    <a:masterClrMapping/>
  </p:clrMapOvr>
</p:sld>
</file>

<file path=ppt/slides/slide2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7" name="Shape 1197"/>
        <p:cNvGrpSpPr/>
        <p:nvPr/>
      </p:nvGrpSpPr>
      <p:grpSpPr>
        <a:xfrm>
          <a:off x="0" y="0"/>
          <a:ext cx="0" cy="0"/>
          <a:chOff x="0" y="0"/>
          <a:chExt cx="0" cy="0"/>
        </a:xfrm>
      </p:grpSpPr>
      <p:sp>
        <p:nvSpPr>
          <p:cNvPr id="1198" name="Google Shape;1198;g3dd33158570_0_11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HIỆP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CON XIN TIN</a:t>
            </a:r>
            <a:br>
              <a:rPr b="1" lang="en-US" sz="6700">
                <a:solidFill>
                  <a:srgbClr val="FFFF00"/>
                </a:solidFill>
                <a:latin typeface="Times New Roman"/>
                <a:ea typeface="Times New Roman"/>
                <a:cs typeface="Times New Roman"/>
                <a:sym typeface="Times New Roman"/>
              </a:rPr>
            </a:br>
            <a:r>
              <a:rPr b="1" i="1" lang="en-US" sz="4700">
                <a:solidFill>
                  <a:schemeClr val="accent4"/>
                </a:solidFill>
                <a:latin typeface="Times New Roman"/>
                <a:ea typeface="Times New Roman"/>
                <a:cs typeface="Times New Roman"/>
                <a:sym typeface="Times New Roman"/>
              </a:rPr>
              <a:t>(</a:t>
            </a:r>
            <a:r>
              <a:rPr b="1" i="1" lang="en-US" sz="4700">
                <a:solidFill>
                  <a:schemeClr val="accent4"/>
                </a:solidFill>
                <a:latin typeface="Times New Roman"/>
                <a:ea typeface="Times New Roman"/>
                <a:cs typeface="Times New Roman"/>
                <a:sym typeface="Times New Roman"/>
              </a:rPr>
              <a:t>Hùng Lân</a:t>
            </a:r>
            <a:r>
              <a:rPr b="1" i="1" lang="en-US" sz="4700">
                <a:solidFill>
                  <a:schemeClr val="accent4"/>
                </a:solidFill>
                <a:latin typeface="Times New Roman"/>
                <a:ea typeface="Times New Roman"/>
                <a:cs typeface="Times New Roman"/>
                <a:sym typeface="Times New Roman"/>
              </a:rPr>
              <a:t>)</a:t>
            </a:r>
            <a:endParaRPr b="1" sz="6700">
              <a:solidFill>
                <a:schemeClr val="accent4"/>
              </a:solidFill>
              <a:latin typeface="Times New Roman"/>
              <a:ea typeface="Times New Roman"/>
              <a:cs typeface="Times New Roman"/>
              <a:sym typeface="Times New Roman"/>
            </a:endParaRPr>
          </a:p>
        </p:txBody>
      </p:sp>
    </p:spTree>
  </p:cSld>
  <p:clrMapOvr>
    <a:masterClrMapping/>
  </p:clrMapOvr>
</p:sld>
</file>

<file path=ppt/slides/slide2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2" name="Shape 1202"/>
        <p:cNvGrpSpPr/>
        <p:nvPr/>
      </p:nvGrpSpPr>
      <p:grpSpPr>
        <a:xfrm>
          <a:off x="0" y="0"/>
          <a:ext cx="0" cy="0"/>
          <a:chOff x="0" y="0"/>
          <a:chExt cx="0" cy="0"/>
        </a:xfrm>
      </p:grpSpPr>
      <p:sp>
        <p:nvSpPr>
          <p:cNvPr id="1203" name="Google Shape;1203;g3dd33158570_0_12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Con hãy xỏ ngón tay con vào đây, hãy nhìn xem những vết đinh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7" name="Shape 1207"/>
        <p:cNvGrpSpPr/>
        <p:nvPr/>
      </p:nvGrpSpPr>
      <p:grpSpPr>
        <a:xfrm>
          <a:off x="0" y="0"/>
          <a:ext cx="0" cy="0"/>
          <a:chOff x="0" y="0"/>
          <a:chExt cx="0" cy="0"/>
        </a:xfrm>
      </p:grpSpPr>
      <p:sp>
        <p:nvSpPr>
          <p:cNvPr id="1208" name="Google Shape;1208;g3dd33158570_0_12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đừng cứng lòng nữa. Nhưng hãy tin, nhưng hãy tin. Al-le-lu-ia! 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2" name="Shape 1212"/>
        <p:cNvGrpSpPr/>
        <p:nvPr/>
      </p:nvGrpSpPr>
      <p:grpSpPr>
        <a:xfrm>
          <a:off x="0" y="0"/>
          <a:ext cx="0" cy="0"/>
          <a:chOff x="0" y="0"/>
          <a:chExt cx="0" cy="0"/>
        </a:xfrm>
      </p:grpSpPr>
      <p:sp>
        <p:nvSpPr>
          <p:cNvPr id="1213" name="Google Shape;1213;g3dd33158570_0_13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Lạy Chúa! Con xin tin Chúa từ cõi chết đã sống lại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sp>
        <p:nvSpPr>
          <p:cNvPr id="1218" name="Google Shape;1218;g3dd33158570_0_14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ban bình an cho chúng con, ban bình an cho chúng con.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2" name="Shape 1222"/>
        <p:cNvGrpSpPr/>
        <p:nvPr/>
      </p:nvGrpSpPr>
      <p:grpSpPr>
        <a:xfrm>
          <a:off x="0" y="0"/>
          <a:ext cx="0" cy="0"/>
          <a:chOff x="0" y="0"/>
          <a:chExt cx="0" cy="0"/>
        </a:xfrm>
      </p:grpSpPr>
      <p:sp>
        <p:nvSpPr>
          <p:cNvPr id="1223" name="Google Shape;1223;g3d573131aa0_0_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hãy xỏ ngón tay con vào đây, hãy nhìn xem những vết đinh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Google Shape;1228;g3d573131aa0_0_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đừng cứng lòng nữa. Nhưng hãy tin, nhưng hãy tin. Al-le-lu-ia! 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2" name="Shape 1232"/>
        <p:cNvGrpSpPr/>
        <p:nvPr/>
      </p:nvGrpSpPr>
      <p:grpSpPr>
        <a:xfrm>
          <a:off x="0" y="0"/>
          <a:ext cx="0" cy="0"/>
          <a:chOff x="0" y="0"/>
          <a:chExt cx="0" cy="0"/>
        </a:xfrm>
      </p:grpSpPr>
      <p:sp>
        <p:nvSpPr>
          <p:cNvPr id="1233" name="Google Shape;1233;g3d573131aa0_0_8"/>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2</a:t>
            </a:r>
            <a:r>
              <a:rPr b="1" lang="en-US" sz="8000">
                <a:solidFill>
                  <a:srgbClr val="FFFF00"/>
                </a:solidFill>
                <a:latin typeface="Times New Roman"/>
                <a:ea typeface="Times New Roman"/>
                <a:cs typeface="Times New Roman"/>
                <a:sym typeface="Times New Roman"/>
              </a:rPr>
              <a:t>. </a:t>
            </a:r>
            <a:r>
              <a:rPr b="1" lang="en-US" sz="8000">
                <a:solidFill>
                  <a:schemeClr val="lt1"/>
                </a:solidFill>
                <a:latin typeface="Times New Roman"/>
                <a:ea typeface="Times New Roman"/>
                <a:cs typeface="Times New Roman"/>
                <a:sym typeface="Times New Roman"/>
              </a:rPr>
              <a:t>Lạy Chúa! Con xin tin Chúa từ cõi chết đã sống lại.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7" name="Shape 1237"/>
        <p:cNvGrpSpPr/>
        <p:nvPr/>
      </p:nvGrpSpPr>
      <p:grpSpPr>
        <a:xfrm>
          <a:off x="0" y="0"/>
          <a:ext cx="0" cy="0"/>
          <a:chOff x="0" y="0"/>
          <a:chExt cx="0" cy="0"/>
        </a:xfrm>
      </p:grpSpPr>
      <p:sp>
        <p:nvSpPr>
          <p:cNvPr id="1238" name="Google Shape;1238;g3d573131aa0_0_1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Nhưng con đã thấy mà tin, phúc thay kẻ nào không thấy mà tin.</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2" name="Shape 1242"/>
        <p:cNvGrpSpPr/>
        <p:nvPr/>
      </p:nvGrpSpPr>
      <p:grpSpPr>
        <a:xfrm>
          <a:off x="0" y="0"/>
          <a:ext cx="0" cy="0"/>
          <a:chOff x="0" y="0"/>
          <a:chExt cx="0" cy="0"/>
        </a:xfrm>
      </p:grpSpPr>
      <p:sp>
        <p:nvSpPr>
          <p:cNvPr id="1243" name="Google Shape;1243;g3d573131aa0_0_1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ĐK: </a:t>
            </a:r>
            <a:r>
              <a:rPr b="1" lang="en-US" sz="8000">
                <a:solidFill>
                  <a:schemeClr val="lt1"/>
                </a:solidFill>
                <a:latin typeface="Times New Roman"/>
                <a:ea typeface="Times New Roman"/>
                <a:cs typeface="Times New Roman"/>
                <a:sym typeface="Times New Roman"/>
              </a:rPr>
              <a:t>Con hãy xỏ ngón tay con vào đây, hãy nhìn xem những vết đinh</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7" name="Shape 1247"/>
        <p:cNvGrpSpPr/>
        <p:nvPr/>
      </p:nvGrpSpPr>
      <p:grpSpPr>
        <a:xfrm>
          <a:off x="0" y="0"/>
          <a:ext cx="0" cy="0"/>
          <a:chOff x="0" y="0"/>
          <a:chExt cx="0" cy="0"/>
        </a:xfrm>
      </p:grpSpPr>
      <p:sp>
        <p:nvSpPr>
          <p:cNvPr id="1248" name="Google Shape;1248;g3d573131aa0_0_2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đừng cứng lòng nữa. Nhưng hãy tin, nhưng hãy tin. Al-le-lu-ia! ia!</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2" name="Shape 1252"/>
        <p:cNvGrpSpPr/>
        <p:nvPr/>
      </p:nvGrpSpPr>
      <p:grpSpPr>
        <a:xfrm>
          <a:off x="0" y="0"/>
          <a:ext cx="0" cy="0"/>
          <a:chOff x="0" y="0"/>
          <a:chExt cx="0" cy="0"/>
        </a:xfrm>
      </p:grpSpPr>
      <p:pic>
        <p:nvPicPr>
          <p:cNvPr id="1253" name="Google Shape;1253;g3d573131aa0_0_168"/>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slides/slide2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7" name="Shape 1257"/>
        <p:cNvGrpSpPr/>
        <p:nvPr/>
      </p:nvGrpSpPr>
      <p:grpSpPr>
        <a:xfrm>
          <a:off x="0" y="0"/>
          <a:ext cx="0" cy="0"/>
          <a:chOff x="0" y="0"/>
          <a:chExt cx="0" cy="0"/>
        </a:xfrm>
      </p:grpSpPr>
      <p:sp>
        <p:nvSpPr>
          <p:cNvPr id="1258" name="Google Shape;1258;g3d573131aa0_0_48"/>
          <p:cNvSpPr txBox="1"/>
          <p:nvPr>
            <p:ph type="ctrTitle"/>
          </p:nvPr>
        </p:nvSpPr>
        <p:spPr>
          <a:xfrm>
            <a:off x="0" y="0"/>
            <a:ext cx="9144000" cy="5143500"/>
          </a:xfrm>
          <a:prstGeom prst="rect">
            <a:avLst/>
          </a:prstGeom>
          <a:solidFill>
            <a:srgbClr val="002060"/>
          </a:solidFill>
          <a:ln>
            <a:noFill/>
          </a:ln>
        </p:spPr>
        <p:txBody>
          <a:bodyPr anchorCtr="0" anchor="ctr" bIns="0" lIns="91425" spcFirstLastPara="1" rIns="91425" wrap="square" tIns="0">
            <a:normAutofit/>
          </a:bodyPr>
          <a:lstStyle/>
          <a:p>
            <a:pPr indent="0" lvl="0" marL="0" rtl="0" algn="ctr">
              <a:lnSpc>
                <a:spcPct val="90000"/>
              </a:lnSpc>
              <a:spcBef>
                <a:spcPts val="0"/>
              </a:spcBef>
              <a:spcAft>
                <a:spcPts val="0"/>
              </a:spcAft>
              <a:buClr>
                <a:schemeClr val="dk1"/>
              </a:buClr>
              <a:buSzPts val="4700"/>
              <a:buFont typeface="Times New Roman"/>
              <a:buNone/>
            </a:pPr>
            <a:r>
              <a:rPr b="1" lang="en-US" sz="4700">
                <a:solidFill>
                  <a:schemeClr val="accent4"/>
                </a:solidFill>
                <a:latin typeface="Times New Roman"/>
                <a:ea typeface="Times New Roman"/>
                <a:cs typeface="Times New Roman"/>
                <a:sym typeface="Times New Roman"/>
              </a:rPr>
              <a:t>KẾT LỄ</a:t>
            </a:r>
            <a:br>
              <a:rPr b="1" lang="en-US" sz="4700">
                <a:latin typeface="Times New Roman"/>
                <a:ea typeface="Times New Roman"/>
                <a:cs typeface="Times New Roman"/>
                <a:sym typeface="Times New Roman"/>
              </a:rPr>
            </a:br>
            <a:r>
              <a:rPr b="1" lang="en-US" sz="6700">
                <a:solidFill>
                  <a:srgbClr val="FFFF00"/>
                </a:solidFill>
                <a:latin typeface="Times New Roman"/>
                <a:ea typeface="Times New Roman"/>
                <a:cs typeface="Times New Roman"/>
                <a:sym typeface="Times New Roman"/>
              </a:rPr>
              <a:t>CHÚA PHỤC SINH</a:t>
            </a:r>
            <a:br>
              <a:rPr b="1" lang="en-US" sz="6700">
                <a:solidFill>
                  <a:srgbClr val="FFFF00"/>
                </a:solidFill>
                <a:latin typeface="Times New Roman"/>
                <a:ea typeface="Times New Roman"/>
                <a:cs typeface="Times New Roman"/>
                <a:sym typeface="Times New Roman"/>
              </a:rPr>
            </a:br>
            <a:r>
              <a:rPr b="1" i="1" lang="en-US" sz="4700">
                <a:solidFill>
                  <a:srgbClr val="FFD966"/>
                </a:solidFill>
                <a:latin typeface="Times New Roman"/>
                <a:ea typeface="Times New Roman"/>
                <a:cs typeface="Times New Roman"/>
                <a:sym typeface="Times New Roman"/>
              </a:rPr>
              <a:t>(Lm. Kim Long)</a:t>
            </a:r>
            <a:endParaRPr b="1" sz="4700">
              <a:solidFill>
                <a:srgbClr val="FFD966"/>
              </a:solidFill>
              <a:latin typeface="Times New Roman"/>
              <a:ea typeface="Times New Roman"/>
              <a:cs typeface="Times New Roman"/>
              <a:sym typeface="Times New Roman"/>
            </a:endParaRPr>
          </a:p>
        </p:txBody>
      </p:sp>
    </p:spTree>
  </p:cSld>
  <p:clrMapOvr>
    <a:masterClrMapping/>
  </p:clrMapOvr>
</p:sld>
</file>

<file path=ppt/slides/slide2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2" name="Shape 1262"/>
        <p:cNvGrpSpPr/>
        <p:nvPr/>
      </p:nvGrpSpPr>
      <p:grpSpPr>
        <a:xfrm>
          <a:off x="0" y="0"/>
          <a:ext cx="0" cy="0"/>
          <a:chOff x="0" y="0"/>
          <a:chExt cx="0" cy="0"/>
        </a:xfrm>
      </p:grpSpPr>
      <p:sp>
        <p:nvSpPr>
          <p:cNvPr id="1263" name="Google Shape;1263;g3d573131aa0_0_52"/>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nay thực đã phục sinh. </a:t>
            </a:r>
            <a:r>
              <a:rPr b="1" lang="en-US" sz="7400">
                <a:solidFill>
                  <a:schemeClr val="lt1"/>
                </a:solidFill>
                <a:latin typeface="Times New Roman"/>
                <a:ea typeface="Times New Roman"/>
                <a:cs typeface="Times New Roman"/>
                <a:sym typeface="Times New Roman"/>
              </a:rPr>
              <a:t>Al-lê-lu-ia. </a:t>
            </a:r>
            <a:endParaRPr b="1" sz="7400">
              <a:solidFill>
                <a:schemeClr val="lt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Al-lê-lu-ia.</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7" name="Shape 1267"/>
        <p:cNvGrpSpPr/>
        <p:nvPr/>
      </p:nvGrpSpPr>
      <p:grpSpPr>
        <a:xfrm>
          <a:off x="0" y="0"/>
          <a:ext cx="0" cy="0"/>
          <a:chOff x="0" y="0"/>
          <a:chExt cx="0" cy="0"/>
        </a:xfrm>
      </p:grpSpPr>
      <p:sp>
        <p:nvSpPr>
          <p:cNvPr id="1268" name="Google Shape;1268;g3d573131aa0_0_56"/>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None/>
            </a:pPr>
            <a:r>
              <a:rPr b="1" lang="en-US" sz="8000">
                <a:solidFill>
                  <a:srgbClr val="FFFF00"/>
                </a:solidFill>
                <a:latin typeface="Times New Roman"/>
                <a:ea typeface="Times New Roman"/>
                <a:cs typeface="Times New Roman"/>
                <a:sym typeface="Times New Roman"/>
              </a:rPr>
              <a:t>1. </a:t>
            </a:r>
            <a:r>
              <a:rPr b="1" lang="en-US" sz="8000">
                <a:solidFill>
                  <a:schemeClr val="lt1"/>
                </a:solidFill>
                <a:latin typeface="Times New Roman"/>
                <a:ea typeface="Times New Roman"/>
                <a:cs typeface="Times New Roman"/>
                <a:sym typeface="Times New Roman"/>
              </a:rPr>
              <a:t>Người từ trong </a:t>
            </a:r>
            <a:br>
              <a:rPr b="1" lang="en-US" sz="8000">
                <a:solidFill>
                  <a:schemeClr val="lt1"/>
                </a:solidFill>
                <a:latin typeface="Times New Roman"/>
                <a:ea typeface="Times New Roman"/>
                <a:cs typeface="Times New Roman"/>
                <a:sym typeface="Times New Roman"/>
              </a:rPr>
            </a:br>
            <a:r>
              <a:rPr b="1" lang="en-US" sz="8000">
                <a:solidFill>
                  <a:schemeClr val="lt1"/>
                </a:solidFill>
                <a:latin typeface="Times New Roman"/>
                <a:ea typeface="Times New Roman"/>
                <a:cs typeface="Times New Roman"/>
                <a:sym typeface="Times New Roman"/>
              </a:rPr>
              <a:t>kẻ chết sống lại. Al-lê-lu-ia, Al-lê-lu-ia. </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2" name="Shape 1272"/>
        <p:cNvGrpSpPr/>
        <p:nvPr/>
      </p:nvGrpSpPr>
      <p:grpSpPr>
        <a:xfrm>
          <a:off x="0" y="0"/>
          <a:ext cx="0" cy="0"/>
          <a:chOff x="0" y="0"/>
          <a:chExt cx="0" cy="0"/>
        </a:xfrm>
      </p:grpSpPr>
      <p:sp>
        <p:nvSpPr>
          <p:cNvPr id="1273" name="Google Shape;1273;g3d573131aa0_0_60"/>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just">
              <a:lnSpc>
                <a:spcPct val="100000"/>
              </a:lnSpc>
              <a:spcBef>
                <a:spcPts val="0"/>
              </a:spcBef>
              <a:spcAft>
                <a:spcPts val="0"/>
              </a:spcAft>
              <a:buClr>
                <a:schemeClr val="dk1"/>
              </a:buClr>
              <a:buSzPts val="1100"/>
              <a:buNone/>
            </a:pPr>
            <a:r>
              <a:rPr b="1" lang="en-US" sz="8000">
                <a:solidFill>
                  <a:schemeClr val="lt1"/>
                </a:solidFill>
                <a:latin typeface="Times New Roman"/>
                <a:ea typeface="Times New Roman"/>
                <a:cs typeface="Times New Roman"/>
                <a:sym typeface="Times New Roman"/>
              </a:rPr>
              <a:t>Và niềm vui tràn lan nơi nơi.</a:t>
            </a:r>
            <a:endParaRPr b="1" sz="8000">
              <a:solidFill>
                <a:schemeClr val="lt1"/>
              </a:solidFill>
              <a:latin typeface="Times New Roman"/>
              <a:ea typeface="Times New Roman"/>
              <a:cs typeface="Times New Roman"/>
              <a:sym typeface="Times New Roman"/>
            </a:endParaRPr>
          </a:p>
        </p:txBody>
      </p:sp>
    </p:spTree>
  </p:cSld>
  <p:clrMapOvr>
    <a:masterClrMapping/>
  </p:clrMapOvr>
</p:sld>
</file>

<file path=ppt/slides/slide2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7" name="Shape 1277"/>
        <p:cNvGrpSpPr/>
        <p:nvPr/>
      </p:nvGrpSpPr>
      <p:grpSpPr>
        <a:xfrm>
          <a:off x="0" y="0"/>
          <a:ext cx="0" cy="0"/>
          <a:chOff x="0" y="0"/>
          <a:chExt cx="0" cy="0"/>
        </a:xfrm>
      </p:grpSpPr>
      <p:sp>
        <p:nvSpPr>
          <p:cNvPr id="1278" name="Google Shape;1278;g3d573131aa0_0_64"/>
          <p:cNvSpPr txBox="1"/>
          <p:nvPr>
            <p:ph idx="1" type="subTitle"/>
          </p:nvPr>
        </p:nvSpPr>
        <p:spPr>
          <a:xfrm>
            <a:off x="0" y="0"/>
            <a:ext cx="9144000" cy="5143500"/>
          </a:xfrm>
          <a:prstGeom prst="rect">
            <a:avLst/>
          </a:prstGeom>
          <a:solidFill>
            <a:srgbClr val="002060"/>
          </a:solid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100"/>
              <a:buNone/>
            </a:pPr>
            <a:r>
              <a:rPr b="1" lang="en-US" sz="7500">
                <a:solidFill>
                  <a:srgbClr val="FFFF00"/>
                </a:solidFill>
                <a:latin typeface="Times New Roman"/>
                <a:ea typeface="Times New Roman"/>
                <a:cs typeface="Times New Roman"/>
                <a:sym typeface="Times New Roman"/>
              </a:rPr>
              <a:t>ĐK: </a:t>
            </a:r>
            <a:r>
              <a:rPr b="1" lang="en-US" sz="7500">
                <a:solidFill>
                  <a:schemeClr val="lt1"/>
                </a:solidFill>
                <a:latin typeface="Times New Roman"/>
                <a:ea typeface="Times New Roman"/>
                <a:cs typeface="Times New Roman"/>
                <a:sym typeface="Times New Roman"/>
              </a:rPr>
              <a:t>Chúa nay thực đã phục sinh. </a:t>
            </a:r>
            <a:r>
              <a:rPr b="1" lang="en-US" sz="7400">
                <a:solidFill>
                  <a:schemeClr val="lt1"/>
                </a:solidFill>
                <a:latin typeface="Times New Roman"/>
                <a:ea typeface="Times New Roman"/>
                <a:cs typeface="Times New Roman"/>
                <a:sym typeface="Times New Roman"/>
              </a:rPr>
              <a:t>Al-lê-lu-ia. </a:t>
            </a:r>
            <a:endParaRPr b="1" sz="7400">
              <a:solidFill>
                <a:schemeClr val="lt1"/>
              </a:solidFill>
              <a:latin typeface="Times New Roman"/>
              <a:ea typeface="Times New Roman"/>
              <a:cs typeface="Times New Roman"/>
              <a:sym typeface="Times New Roman"/>
            </a:endParaRPr>
          </a:p>
          <a:p>
            <a:pPr indent="0" lvl="0" marL="0" rtl="0" algn="l">
              <a:lnSpc>
                <a:spcPct val="100000"/>
              </a:lnSpc>
              <a:spcBef>
                <a:spcPts val="0"/>
              </a:spcBef>
              <a:spcAft>
                <a:spcPts val="0"/>
              </a:spcAft>
              <a:buClr>
                <a:schemeClr val="dk1"/>
              </a:buClr>
              <a:buSzPts val="1100"/>
              <a:buNone/>
            </a:pPr>
            <a:r>
              <a:rPr b="1" lang="en-US" sz="7400">
                <a:solidFill>
                  <a:schemeClr val="lt1"/>
                </a:solidFill>
                <a:latin typeface="Times New Roman"/>
                <a:ea typeface="Times New Roman"/>
                <a:cs typeface="Times New Roman"/>
                <a:sym typeface="Times New Roman"/>
              </a:rPr>
              <a:t>Al-lê-lu-ia.</a:t>
            </a:r>
            <a:endParaRPr b="1" sz="7400">
              <a:solidFill>
                <a:schemeClr val="lt1"/>
              </a:solidFill>
              <a:latin typeface="Times New Roman"/>
              <a:ea typeface="Times New Roman"/>
              <a:cs typeface="Times New Roman"/>
              <a:sym typeface="Times New Roman"/>
            </a:endParaRPr>
          </a:p>
        </p:txBody>
      </p:sp>
    </p:spTree>
  </p:cSld>
  <p:clrMapOvr>
    <a:masterClrMapping/>
  </p:clrMapOvr>
</p:sld>
</file>

<file path=ppt/slides/slide2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2" name="Shape 1282"/>
        <p:cNvGrpSpPr/>
        <p:nvPr/>
      </p:nvGrpSpPr>
      <p:grpSpPr>
        <a:xfrm>
          <a:off x="0" y="0"/>
          <a:ext cx="0" cy="0"/>
          <a:chOff x="0" y="0"/>
          <a:chExt cx="0" cy="0"/>
        </a:xfrm>
      </p:grpSpPr>
      <p:pic>
        <p:nvPicPr>
          <p:cNvPr id="1283" name="Google Shape;1283;g3d573131aa0_0_172"/>
          <p:cNvPicPr preferRelativeResize="0"/>
          <p:nvPr/>
        </p:nvPicPr>
        <p:blipFill>
          <a:blip r:embed="rId3">
            <a:alphaModFix/>
          </a:blip>
          <a:stretch>
            <a:fillRect/>
          </a:stretch>
        </p:blipFill>
        <p:spPr>
          <a:xfrm>
            <a:off x="0" y="0"/>
            <a:ext cx="9144018" cy="51435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2013 - 202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2023-01-29T22:00:16Z</dcterms:created>
</cp:coreProperties>
</file>