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5"/>
  </p:notesMasterIdLst>
  <p:sldIdLst>
    <p:sldId id="11058"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1057" r:id="rId119"/>
    <p:sldId id="10283" r:id="rId120"/>
    <p:sldId id="10284" r:id="rId121"/>
    <p:sldId id="10790" r:id="rId122"/>
    <p:sldId id="10417" r:id="rId123"/>
    <p:sldId id="10791" r:id="rId124"/>
    <p:sldId id="10903" r:id="rId125"/>
    <p:sldId id="10904" r:id="rId126"/>
    <p:sldId id="10905" r:id="rId127"/>
    <p:sldId id="11013" r:id="rId128"/>
    <p:sldId id="11056" r:id="rId129"/>
    <p:sldId id="10180" r:id="rId130"/>
    <p:sldId id="10181" r:id="rId131"/>
    <p:sldId id="10258" r:id="rId132"/>
    <p:sldId id="10259" r:id="rId133"/>
    <p:sldId id="10260" r:id="rId134"/>
    <p:sldId id="10261" r:id="rId135"/>
    <p:sldId id="10262" r:id="rId136"/>
    <p:sldId id="10264" r:id="rId137"/>
    <p:sldId id="10265" r:id="rId138"/>
    <p:sldId id="10266" r:id="rId139"/>
    <p:sldId id="10267" r:id="rId140"/>
    <p:sldId id="10268" r:id="rId141"/>
    <p:sldId id="10269" r:id="rId142"/>
    <p:sldId id="10270" r:id="rId143"/>
    <p:sldId id="10271" r:id="rId144"/>
    <p:sldId id="10272" r:id="rId145"/>
    <p:sldId id="11055" r:id="rId146"/>
    <p:sldId id="10980" r:id="rId147"/>
    <p:sldId id="10256" r:id="rId148"/>
    <p:sldId id="10142" r:id="rId149"/>
    <p:sldId id="10501" r:id="rId150"/>
    <p:sldId id="10982" r:id="rId151"/>
    <p:sldId id="11014" r:id="rId152"/>
    <p:sldId id="10143" r:id="rId153"/>
    <p:sldId id="10733" r:id="rId154"/>
    <p:sldId id="10910" r:id="rId155"/>
    <p:sldId id="10911" r:id="rId156"/>
    <p:sldId id="10983" r:id="rId157"/>
    <p:sldId id="10984" r:id="rId158"/>
    <p:sldId id="11015" r:id="rId159"/>
    <p:sldId id="11016" r:id="rId160"/>
    <p:sldId id="11017" r:id="rId161"/>
    <p:sldId id="11018" r:id="rId162"/>
    <p:sldId id="11019" r:id="rId163"/>
    <p:sldId id="11020" r:id="rId164"/>
    <p:sldId id="11021" r:id="rId165"/>
    <p:sldId id="11022" r:id="rId166"/>
    <p:sldId id="10981" r:id="rId167"/>
    <p:sldId id="11054" r:id="rId168"/>
    <p:sldId id="10280" r:id="rId169"/>
    <p:sldId id="10107" r:id="rId170"/>
    <p:sldId id="10975" r:id="rId171"/>
    <p:sldId id="9864" r:id="rId172"/>
    <p:sldId id="10316" r:id="rId173"/>
    <p:sldId id="10317" r:id="rId174"/>
    <p:sldId id="10318" r:id="rId175"/>
    <p:sldId id="10319" r:id="rId176"/>
    <p:sldId id="10320" r:id="rId177"/>
    <p:sldId id="10321" r:id="rId178"/>
    <p:sldId id="10322" r:id="rId179"/>
    <p:sldId id="10323" r:id="rId180"/>
    <p:sldId id="10324" r:id="rId181"/>
    <p:sldId id="10325" r:id="rId182"/>
    <p:sldId id="10337" r:id="rId183"/>
    <p:sldId id="10326" r:id="rId184"/>
    <p:sldId id="10327" r:id="rId185"/>
    <p:sldId id="10328" r:id="rId186"/>
    <p:sldId id="10336" r:id="rId187"/>
    <p:sldId id="10329" r:id="rId188"/>
    <p:sldId id="10330" r:id="rId189"/>
    <p:sldId id="10331" r:id="rId190"/>
    <p:sldId id="10332" r:id="rId191"/>
    <p:sldId id="10333" r:id="rId192"/>
    <p:sldId id="10334" r:id="rId193"/>
    <p:sldId id="10335" r:id="rId194"/>
    <p:sldId id="11053" r:id="rId195"/>
    <p:sldId id="10651" r:id="rId196"/>
    <p:sldId id="10652" r:id="rId197"/>
    <p:sldId id="10653" r:id="rId198"/>
    <p:sldId id="10918" r:id="rId199"/>
    <p:sldId id="10919" r:id="rId200"/>
    <p:sldId id="10991" r:id="rId201"/>
    <p:sldId id="10992" r:id="rId202"/>
    <p:sldId id="10993" r:id="rId203"/>
    <p:sldId id="10994" r:id="rId204"/>
    <p:sldId id="10861" r:id="rId205"/>
    <p:sldId id="10862" r:id="rId206"/>
    <p:sldId id="11023" r:id="rId207"/>
    <p:sldId id="11024" r:id="rId208"/>
    <p:sldId id="11025" r:id="rId209"/>
    <p:sldId id="11026" r:id="rId210"/>
    <p:sldId id="11027" r:id="rId211"/>
    <p:sldId id="11028" r:id="rId212"/>
    <p:sldId id="11029" r:id="rId213"/>
    <p:sldId id="11030" r:id="rId214"/>
    <p:sldId id="11031" r:id="rId215"/>
    <p:sldId id="11032" r:id="rId216"/>
    <p:sldId id="11052" r:id="rId217"/>
    <p:sldId id="10252" r:id="rId218"/>
    <p:sldId id="10770" r:id="rId219"/>
    <p:sldId id="10212" r:id="rId220"/>
    <p:sldId id="10823" r:id="rId221"/>
    <p:sldId id="10931" r:id="rId222"/>
    <p:sldId id="10932" r:id="rId223"/>
    <p:sldId id="10824" r:id="rId224"/>
    <p:sldId id="10933" r:id="rId225"/>
    <p:sldId id="10995" r:id="rId226"/>
    <p:sldId id="10996" r:id="rId227"/>
    <p:sldId id="10997" r:id="rId228"/>
    <p:sldId id="10998" r:id="rId229"/>
    <p:sldId id="11033" r:id="rId230"/>
    <p:sldId id="11034" r:id="rId231"/>
    <p:sldId id="11035" r:id="rId232"/>
    <p:sldId id="11036" r:id="rId233"/>
    <p:sldId id="11037" r:id="rId234"/>
    <p:sldId id="11038" r:id="rId235"/>
    <p:sldId id="11039" r:id="rId236"/>
    <p:sldId id="11040" r:id="rId237"/>
    <p:sldId id="11041" r:id="rId238"/>
    <p:sldId id="11042" r:id="rId239"/>
    <p:sldId id="11043" r:id="rId240"/>
    <p:sldId id="11044" r:id="rId241"/>
    <p:sldId id="11045" r:id="rId242"/>
    <p:sldId id="11046" r:id="rId243"/>
    <p:sldId id="11047" r:id="rId244"/>
    <p:sldId id="11048" r:id="rId245"/>
    <p:sldId id="11049" r:id="rId246"/>
    <p:sldId id="11050" r:id="rId247"/>
    <p:sldId id="11051" r:id="rId248"/>
    <p:sldId id="10769" r:id="rId249"/>
    <p:sldId id="10253" r:id="rId250"/>
    <p:sldId id="11006" r:id="rId251"/>
    <p:sldId id="11007" r:id="rId252"/>
    <p:sldId id="11059" r:id="rId253"/>
    <p:sldId id="10971" r:id="rId25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4660"/>
  </p:normalViewPr>
  <p:slideViewPr>
    <p:cSldViewPr snapToGrid="0">
      <p:cViewPr>
        <p:scale>
          <a:sx n="100" d="100"/>
          <a:sy n="100" d="100"/>
        </p:scale>
        <p:origin x="2028" y="726"/>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42564"/>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tableStyles" Target="tableStyles.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microsoft.com/office/2016/11/relationships/changesInfo" Target="changesInfos/changesInfo1.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microsoft.com/office/2015/10/relationships/revisionInfo" Target="revisionInfo.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notesMaster" Target="notesMasters/notesMaster1.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presProps" Target="presProps.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viewProps" Target="viewProps.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8/1/2025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46A3-7E98-A19A-71B6-47E25B7E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489AB-0363-49DD-7B93-D912B73CA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05F3F-247A-0C2B-2E4B-A1AA6E78B59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B8C7DF2-3A82-8A05-3887-FD430974DA98}"/>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3850568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C4D35-77EA-B61C-33F7-EC618517E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C2D49-0E01-F065-8C1A-AA38A700A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8F00CC-EFC7-10FC-CE82-5104E62EDD0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4F87F7A-4EF7-9B1A-6AF8-072BE38AAC34}"/>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2876499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81FC7-EF9B-D177-EB2F-1D6BE546D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E302E-BF27-67AD-5884-F8D03F9D9A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3AD709-142A-6C04-FC81-BBC0E33C437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6373450-DD8A-EC98-66F1-9B02A6979C31}"/>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3316125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93DC-577E-FD56-FD1E-9BB9AF28C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D0BA6-43AC-CA75-3674-161077417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8839D-FD92-4770-E939-FB55C4C466D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08F63C5-BDE4-7147-AB8F-D373C4941625}"/>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1902889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029F1-0258-B7D3-D757-EC93C1ACD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B003B-93F9-EBBA-F59D-04C98AD027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F2703-16B6-ECC8-1BAE-F458181DB46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ED85BF8-8853-DECA-92B5-D0A1E1329373}"/>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3821260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FE01F-E87F-AB06-5E50-94986DC94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932F8-74F3-14AA-BFA7-1A9B66AF3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CBF14-2834-3461-7F6C-5C2A3219C74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8330128-9058-72CC-313A-5D0997F2AB33}"/>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31840728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B1255-D02D-5DF2-9CBC-0B1F6610E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AF54A-55F6-6174-9637-3C097194A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BEABC6-5E34-9C3B-CFE4-DFFE4EB6542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95EC1E0-C717-2DE1-26A3-9DCADC8A19AF}"/>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13836602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6C2B-54C6-4373-169B-E27D6EFFC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295C5-C0E7-61B4-AA7B-2C40ACBA1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52E08-7E83-8E78-C46C-B619F36F638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1C11906-5B42-4D1D-063B-F722B77435C2}"/>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28373540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C023-F5A4-97A8-D511-E7CEA2E22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8E561-EB68-5AFD-5C72-C3FFC8CC6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AD22C4-5BEE-1D14-1D48-7ACC4B2F350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540BD3A-E8E8-5C2E-1EB0-2B503513362B}"/>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34197091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49DD-97D8-5271-6A57-D98E85C70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B5668-C8C4-5B73-B064-0C65367CB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48046-B594-A068-D796-13A50FF92C8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0971231-26A5-7A19-DBF2-5AFC251F0656}"/>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36615722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DB03-B332-797B-B326-C070D0039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C34C0-307A-536D-C42B-2EDEAAD45A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597DEB-75CB-9F56-4ACD-97B2AEDC068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28F0BCB-EEA8-FA51-670D-B9C5B00A3E47}"/>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30289480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D968E-9F56-B509-BC7E-EC610A68B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D2BEF-F0F3-0C84-2975-472C4728B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3B4FF-E456-C001-0822-5149EA98E53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6058C53-517B-1C9E-32C1-B287C7FAE84F}"/>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906975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4C889-0BB8-6DE8-C8C1-204BE5495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F3FCD-B88B-91F0-36EC-F950647E44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CFEA07-083B-89E0-DBB6-EE3718BB751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1B600FA-250F-2A21-CE27-C2015B8B372A}"/>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1840176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57642-80F9-7FD9-BAEE-BC31D2308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00FC-0877-B961-21DD-06BB9C77CF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D7550-0DEE-53E4-A977-D77D8C8E436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219B97-9230-FCD2-699B-2815B43A957B}"/>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7695025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9F5C6-0C03-C33C-17FD-3A52392CF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F7D8E-268B-02B3-46EB-7B4389821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3F97A3-71E2-012E-BA7F-D8A6A9B9482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6614A0-5CB7-A323-D738-CDAB171B7197}"/>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34103009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B6817-0889-99FC-D2D0-7906C3458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B5D4F-7390-E58D-0B5F-83C9EB252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A771C-69AE-4748-2532-DE15621E11B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7C0704F-1569-3B81-DDF8-9F8C692FA30D}"/>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25498151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D0D11-DCD5-262F-859C-591F16BE31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F6851-72F4-9FD6-FBA4-7F54CAD21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20AE6-7BC5-18C6-B21F-AE2E48F671F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A6CC9C6-158C-4369-D8E5-1D4459113989}"/>
              </a:ext>
            </a:extLst>
          </p:cNvPr>
          <p:cNvSpPr>
            <a:spLocks noGrp="1"/>
          </p:cNvSpPr>
          <p:nvPr>
            <p:ph type="sldNum" sz="quarter" idx="5"/>
          </p:nvPr>
        </p:nvSpPr>
        <p:spPr/>
        <p:txBody>
          <a:bodyPr/>
          <a:lstStyle/>
          <a:p>
            <a:fld id="{648246CF-7178-41AD-B6F8-BACEEA28FBE0}" type="slidenum">
              <a:rPr lang="en-US" smtClean="0"/>
              <a:t>162</a:t>
            </a:fld>
            <a:endParaRPr lang="en-US"/>
          </a:p>
        </p:txBody>
      </p:sp>
    </p:spTree>
    <p:extLst>
      <p:ext uri="{BB962C8B-B14F-4D97-AF65-F5344CB8AC3E}">
        <p14:creationId xmlns:p14="http://schemas.microsoft.com/office/powerpoint/2010/main" val="23038607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36292-8F43-50E7-B601-2D55DE692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C89DC-EB87-EBFD-D7E4-88745EEBAF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20FAAC-768C-B641-8A90-9DF9E1FAF1D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8AC7BA-1CBD-DAE8-2521-0ED941310341}"/>
              </a:ext>
            </a:extLst>
          </p:cNvPr>
          <p:cNvSpPr>
            <a:spLocks noGrp="1"/>
          </p:cNvSpPr>
          <p:nvPr>
            <p:ph type="sldNum" sz="quarter" idx="5"/>
          </p:nvPr>
        </p:nvSpPr>
        <p:spPr/>
        <p:txBody>
          <a:bodyPr/>
          <a:lstStyle/>
          <a:p>
            <a:fld id="{648246CF-7178-41AD-B6F8-BACEEA28FBE0}" type="slidenum">
              <a:rPr lang="en-US" smtClean="0"/>
              <a:t>163</a:t>
            </a:fld>
            <a:endParaRPr lang="en-US"/>
          </a:p>
        </p:txBody>
      </p:sp>
    </p:spTree>
    <p:extLst>
      <p:ext uri="{BB962C8B-B14F-4D97-AF65-F5344CB8AC3E}">
        <p14:creationId xmlns:p14="http://schemas.microsoft.com/office/powerpoint/2010/main" val="7689790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FA81B-6901-21CA-4DEE-B9FC672FF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1F197-61D3-271B-2C84-3A51967CDD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2CF0FC-6EAA-56BC-9771-5A5D406584A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8128B9A-4657-4494-8D56-5EF9B8C7C3EA}"/>
              </a:ext>
            </a:extLst>
          </p:cNvPr>
          <p:cNvSpPr>
            <a:spLocks noGrp="1"/>
          </p:cNvSpPr>
          <p:nvPr>
            <p:ph type="sldNum" sz="quarter" idx="5"/>
          </p:nvPr>
        </p:nvSpPr>
        <p:spPr/>
        <p:txBody>
          <a:bodyPr/>
          <a:lstStyle/>
          <a:p>
            <a:fld id="{648246CF-7178-41AD-B6F8-BACEEA28FBE0}" type="slidenum">
              <a:rPr lang="en-US" smtClean="0"/>
              <a:t>164</a:t>
            </a:fld>
            <a:endParaRPr lang="en-US"/>
          </a:p>
        </p:txBody>
      </p:sp>
    </p:spTree>
    <p:extLst>
      <p:ext uri="{BB962C8B-B14F-4D97-AF65-F5344CB8AC3E}">
        <p14:creationId xmlns:p14="http://schemas.microsoft.com/office/powerpoint/2010/main" val="29464173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5D600-2D4A-C300-2CE7-97E9693A8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E9626-108C-18E7-B2B3-AF663D197E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993152-5A0E-B2C1-5C2A-9B7C2AA850D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20983C0-0553-BF61-F375-C91C79FABBF6}"/>
              </a:ext>
            </a:extLst>
          </p:cNvPr>
          <p:cNvSpPr>
            <a:spLocks noGrp="1"/>
          </p:cNvSpPr>
          <p:nvPr>
            <p:ph type="sldNum" sz="quarter" idx="5"/>
          </p:nvPr>
        </p:nvSpPr>
        <p:spPr/>
        <p:txBody>
          <a:bodyPr/>
          <a:lstStyle/>
          <a:p>
            <a:fld id="{648246CF-7178-41AD-B6F8-BACEEA28FBE0}" type="slidenum">
              <a:rPr lang="en-US" smtClean="0"/>
              <a:t>165</a:t>
            </a:fld>
            <a:endParaRPr lang="en-US"/>
          </a:p>
        </p:txBody>
      </p:sp>
    </p:spTree>
    <p:extLst>
      <p:ext uri="{BB962C8B-B14F-4D97-AF65-F5344CB8AC3E}">
        <p14:creationId xmlns:p14="http://schemas.microsoft.com/office/powerpoint/2010/main" val="29652504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94134-465E-40FE-CDBB-CD4A4B17F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2BF66-791D-57DB-AC10-6AE881C2F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ECCE4-A970-9A7D-E0C2-55DB0E7C40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44A3820-EC9C-43D2-B136-6CCA99DAA194}"/>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41594582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7F8D7-3D32-06E3-4F10-FCAC081EB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44F15-8C4D-3C99-9A1F-26FC01273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9D86D6-BB42-1489-B817-B5C22DEE1AC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A2407CE-5E8F-A400-7200-B02C185DC5A7}"/>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20550183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C6470-E6F6-F323-0614-7B510982D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77AEB-95F6-B82C-19D5-55DF186EB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6F847-64A9-2DC5-7F17-30565C4E485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7CC6429-F482-0ECB-F5CB-B6803A556BFA}"/>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6902101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AD773-E929-0987-643C-1C72EFC0F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4FCC8-7684-9ECF-4F66-CF890F7015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EDE17-C3E8-527E-6214-580E2BC88B0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70EE923-1E8C-C69B-F107-6D1ED4AA4B4A}"/>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27201250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84DE9-F78C-8A1A-5487-146F0537F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8FCE4-6BBF-16CA-06DE-FF60DAF8E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055DA-4D88-8845-FCA6-0A6AC5F4FD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B1F202D-230A-E8E7-F4CB-84D2AEAD2E85}"/>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18330779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234-0870-2803-9C85-7F028A089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3CFD8-AC77-8419-4B54-FD39D94ED3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9F6E8-1CC3-0943-85C9-32530B1B341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15AD7DA-1086-014F-1C4F-19271FB65CE3}"/>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5444559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39D78-FE5C-4DF7-A9D1-345A44338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AB66A-7572-4C6A-0441-F5C6B286F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C637F-C953-C3DB-B667-AB519324906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2420C27-00DD-9610-DFC3-0CD6FBB67962}"/>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38752863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65474-6CAB-C382-ECA4-9DA84588F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6FBBA-D895-DF29-D3F9-06170648F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24280A-3EA9-2B4E-7A7F-7D83C51345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810FAA6-139F-3088-8CAF-E0C8A4E428EF}"/>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22091172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FD024-2EF2-329C-6AFD-1AF299C52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DE044-10E9-D67B-47E8-F53D14202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5E0E98-ABFC-941F-98F2-415DB1B01A0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B199EC8-9501-8328-7505-0C9ED18C7D82}"/>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41647075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E2B3E-49B6-DD23-0231-3E1340A04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326D4-D475-CB7B-6E51-C10DC7CE51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EABCB5-FAA1-ADBD-6BA7-75C89E0A35A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8C6F201-5E9A-3EE9-4E73-41B7F35CD98C}"/>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20583308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89612-8886-AF0B-97DB-66A4543CF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AB36F-3AA9-655E-AD23-6D6895CDFE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66B248-2F6A-C328-7934-C3C2AD58CC7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811DF8B-FD2D-2C19-0B2B-97CE42B4817F}"/>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38375412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6D0F2-51B3-FD04-EF5D-83B48B8D0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CD14A-BE4F-C6D0-2700-44A40790C4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549B8A-19F1-D3D5-1A98-D6523D5572B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518CFAB-042D-5BF4-0618-A8771F430EEA}"/>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8861496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FE3B6-A566-EE46-8DE1-E84019CDF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83E53-766E-D537-E20B-531637AEE4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7BB910-FEAF-5F89-168F-7AF2770D02A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434646-A40E-3017-5778-89EDE549C93A}"/>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16329881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557A6-6B48-69EB-FA72-A15BB405F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F5A937-F779-1C1E-CFA6-351BBF355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A4536-FF17-2E5A-AC23-B091B047605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E18FC2-78A4-B2CC-DB1C-4E12260DFE6D}"/>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241683005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F22D8-583A-BBA0-B459-EEEAF76052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7B3CF-58FC-5325-0275-1522DFF67F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8B85D-2E63-56CD-6E78-DC06BA0983F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3868D4B-C0D6-4AB5-8BF5-802D574DB3FA}"/>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28441836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F7303-0B84-E451-6334-97AB04D9C0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621CC-943F-6E5A-E6E6-69C39C3AC8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3CAEA-02D0-7C7D-6448-B8D28244189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EC6C0E8-7D7C-B4A2-5C74-A0563D32130B}"/>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18024072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82609-C75D-D9B5-7B29-7F31B12705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4FD18-8972-136D-4AF3-178765491A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0FB6F-A42D-FB29-18CA-90A2C32455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FC75E2D-8B7E-9E24-83AD-E4E87F2FF0C4}"/>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28467550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7F511-5B26-AFA3-032B-29C61755A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1C2E7-8DF1-FF7E-0613-97E610229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C59CC-F05F-32FC-F940-00717297192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98C23BF-E5B9-D379-7D09-4BCEDBE7D1C4}"/>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39676086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BD22-FE34-959C-3E32-666F9973D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0AC0F-CCC3-C486-6EC8-CE6167D5D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40C7D-4E8F-0196-72F6-C9A382F288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334D948-C34F-1FEF-714C-AFE92CAB0F79}"/>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285146008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16D3-3E86-97E0-E26A-78524E985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0F229-020C-67D4-EA5A-50560063C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70951-4AF8-02C6-8CCB-1D18B451FD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8EF2192-B782-6A3B-3472-F261256A8570}"/>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309643073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56733-8F78-9704-343F-A1B1CE24E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D42DE-23D0-E09C-CBD4-24A537B52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67691-D4BC-371A-D4C9-5807F67F7AE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0125C09-A38F-8EF5-645E-1D57E1EC2F68}"/>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18517866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4D863-06C7-85DF-0AF3-375B0F192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4FF5D-0F0A-C501-EAD2-2B5B37904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EB591-18AF-DD1E-FD0C-DEEDC6B1AA6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9D9C4DE-F5A8-E060-B76D-C7E94EA2AD49}"/>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34060777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1C58F-7BD8-A2D9-9516-0F6EA4DF8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FD245-9080-37E3-6480-407B947C43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F0F82-9B32-A8E5-DE85-95E83B26666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8B7AF88-659B-3C11-E2D7-E9CABC057A94}"/>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398513987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D11C5-18CA-AB2F-79CC-1062913DCE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EC4E1-56C5-0AFC-8446-73FDE2A62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62CB1A-3058-5757-34BB-D15723B7618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F3709F7-96A5-D17F-1959-38921E21799C}"/>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106178678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9E580-EB5E-C84F-8147-7D118F5952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31905-CD2A-F7DB-31D3-D3413C2E72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FE352-8715-21F0-E8F0-C792F837F77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0A0F7AB-D641-BECF-AD54-954BAC75B4AB}"/>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17830266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2086C-373F-FB9E-772A-79E9ED011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4D5C9-72E5-4A4E-C546-074587DCC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FBDACC-C461-B151-9270-52C4698CE4C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39EFD0A-794F-CE26-2285-7ACDE14D0A63}"/>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414099594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72DFA-FFF4-BC8B-DCC0-08904EA9F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0CF37-B131-67B8-2B19-F6FA8611F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30EF88-14C0-1E54-D439-93AC80C42E1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6017255-EB2D-A602-0F43-18BC65E8C613}"/>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163938287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8F774-DCCE-B21F-9167-9353C0924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B63B92-FFF4-4E83-8335-7A574AD50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4E89D-EF03-DDED-5CDD-77E00F95FE6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A2B9F95-EE39-6A58-C6DB-DF1F15BDA1EF}"/>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45718953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90DB6-A79D-D087-644E-B2E7438AE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464643-1630-185E-9427-D8C607C70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A27B0C-8923-CCB9-6CF2-0B9A503EF1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D24E644-127B-FE19-9B0E-58EA723EA6D3}"/>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422418159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870DC-1FD1-7B8A-75B4-87CA9E7E3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56EDB-F633-4906-AA72-A46C7203C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0351E-F58A-FB33-4149-B8D9230C58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CE6B722-6588-E776-6323-B502D5636C00}"/>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58999853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054CC-F05D-19A2-6D5E-2D3381E7D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D0DCD-F566-A3BD-D6A7-24829CAEF7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D7422-0D87-4152-A5B3-6CFD76622AE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6C34B9F-9D01-BA75-0703-ACA5FC17DB12}"/>
              </a:ext>
            </a:extLst>
          </p:cNvPr>
          <p:cNvSpPr>
            <a:spLocks noGrp="1"/>
          </p:cNvSpPr>
          <p:nvPr>
            <p:ph type="sldNum" sz="quarter" idx="5"/>
          </p:nvPr>
        </p:nvSpPr>
        <p:spPr/>
        <p:txBody>
          <a:bodyPr/>
          <a:lstStyle/>
          <a:p>
            <a:fld id="{648246CF-7178-41AD-B6F8-BACEEA28FBE0}" type="slidenum">
              <a:rPr lang="en-US" smtClean="0"/>
              <a:t>235</a:t>
            </a:fld>
            <a:endParaRPr lang="en-US"/>
          </a:p>
        </p:txBody>
      </p:sp>
    </p:spTree>
    <p:extLst>
      <p:ext uri="{BB962C8B-B14F-4D97-AF65-F5344CB8AC3E}">
        <p14:creationId xmlns:p14="http://schemas.microsoft.com/office/powerpoint/2010/main" val="10050135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661E1-0390-2084-0FF6-EDC189A742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1D9F8-30A1-B60B-8198-F9FC0180D7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647C4-695B-CF07-0F6F-A579C6F28F6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9C1CA29-A011-72E0-A693-DDC1F517F434}"/>
              </a:ext>
            </a:extLst>
          </p:cNvPr>
          <p:cNvSpPr>
            <a:spLocks noGrp="1"/>
          </p:cNvSpPr>
          <p:nvPr>
            <p:ph type="sldNum" sz="quarter" idx="5"/>
          </p:nvPr>
        </p:nvSpPr>
        <p:spPr/>
        <p:txBody>
          <a:bodyPr/>
          <a:lstStyle/>
          <a:p>
            <a:fld id="{648246CF-7178-41AD-B6F8-BACEEA28FBE0}" type="slidenum">
              <a:rPr lang="en-US" smtClean="0"/>
              <a:t>236</a:t>
            </a:fld>
            <a:endParaRPr lang="en-US"/>
          </a:p>
        </p:txBody>
      </p:sp>
    </p:spTree>
    <p:extLst>
      <p:ext uri="{BB962C8B-B14F-4D97-AF65-F5344CB8AC3E}">
        <p14:creationId xmlns:p14="http://schemas.microsoft.com/office/powerpoint/2010/main" val="219189073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A8BB4-49B2-0B23-D239-4D6667E07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6C17E7-A84C-0E79-DF5F-615F1C4C3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24B2C-ED9B-7E41-B978-A8C97E6E03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77FC6AF-F9BC-1A77-0064-1CA2EB0B1F9A}"/>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178699469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8D19F-2D9E-4C5E-8403-58231B600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3035C-7675-E2C2-DA77-B553E1794C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498C4-8FAB-9E85-D558-26AB740DD5F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E001CF6-5E44-9AE7-B992-9FCDE5C141BD}"/>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379377415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EC07B-F359-E407-7E20-31960A35C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9945D-D92A-E753-A1C3-069A61F8AF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79B743-ACC1-AFA7-A27A-75DFB54B9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02CCF32-C8B3-3B43-B6D2-4484A94C63E3}"/>
              </a:ext>
            </a:extLst>
          </p:cNvPr>
          <p:cNvSpPr>
            <a:spLocks noGrp="1"/>
          </p:cNvSpPr>
          <p:nvPr>
            <p:ph type="sldNum" sz="quarter" idx="5"/>
          </p:nvPr>
        </p:nvSpPr>
        <p:spPr/>
        <p:txBody>
          <a:bodyPr/>
          <a:lstStyle/>
          <a:p>
            <a:fld id="{648246CF-7178-41AD-B6F8-BACEEA28FBE0}" type="slidenum">
              <a:rPr lang="en-US" smtClean="0"/>
              <a:t>239</a:t>
            </a:fld>
            <a:endParaRPr lang="en-US"/>
          </a:p>
        </p:txBody>
      </p:sp>
    </p:spTree>
    <p:extLst>
      <p:ext uri="{BB962C8B-B14F-4D97-AF65-F5344CB8AC3E}">
        <p14:creationId xmlns:p14="http://schemas.microsoft.com/office/powerpoint/2010/main" val="155408902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DE049-7AD7-AA7C-771D-8F084411B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613709-29A9-4109-B862-C3B6E4278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6EF05E-7E51-E55F-0FFD-5316AAFA5EA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2B1B45B-C575-C42A-5F7B-66572A19FD61}"/>
              </a:ext>
            </a:extLst>
          </p:cNvPr>
          <p:cNvSpPr>
            <a:spLocks noGrp="1"/>
          </p:cNvSpPr>
          <p:nvPr>
            <p:ph type="sldNum" sz="quarter" idx="5"/>
          </p:nvPr>
        </p:nvSpPr>
        <p:spPr/>
        <p:txBody>
          <a:bodyPr/>
          <a:lstStyle/>
          <a:p>
            <a:fld id="{648246CF-7178-41AD-B6F8-BACEEA28FBE0}" type="slidenum">
              <a:rPr lang="en-US" smtClean="0"/>
              <a:t>240</a:t>
            </a:fld>
            <a:endParaRPr lang="en-US"/>
          </a:p>
        </p:txBody>
      </p:sp>
    </p:spTree>
    <p:extLst>
      <p:ext uri="{BB962C8B-B14F-4D97-AF65-F5344CB8AC3E}">
        <p14:creationId xmlns:p14="http://schemas.microsoft.com/office/powerpoint/2010/main" val="122003541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B1FFE-22FC-E914-402F-1C71B54C9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F7A4B8-5AB1-51D5-340D-48FCFDA61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0038F-6730-370C-FD61-ED78A19C18E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516CEA7-EF5D-9872-09F9-E0543882E071}"/>
              </a:ext>
            </a:extLst>
          </p:cNvPr>
          <p:cNvSpPr>
            <a:spLocks noGrp="1"/>
          </p:cNvSpPr>
          <p:nvPr>
            <p:ph type="sldNum" sz="quarter" idx="5"/>
          </p:nvPr>
        </p:nvSpPr>
        <p:spPr/>
        <p:txBody>
          <a:bodyPr/>
          <a:lstStyle/>
          <a:p>
            <a:fld id="{648246CF-7178-41AD-B6F8-BACEEA28FBE0}" type="slidenum">
              <a:rPr lang="en-US" smtClean="0"/>
              <a:t>241</a:t>
            </a:fld>
            <a:endParaRPr lang="en-US"/>
          </a:p>
        </p:txBody>
      </p:sp>
    </p:spTree>
    <p:extLst>
      <p:ext uri="{BB962C8B-B14F-4D97-AF65-F5344CB8AC3E}">
        <p14:creationId xmlns:p14="http://schemas.microsoft.com/office/powerpoint/2010/main" val="346088347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FEFF4-7423-7BE5-9EAC-EDBE8838B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AD8DE-D4E7-973C-20CC-F48E6E022B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59077-770D-AE99-6563-5C20CD34D60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0EEE270-19CC-36B3-45A0-87261F1C1A97}"/>
              </a:ext>
            </a:extLst>
          </p:cNvPr>
          <p:cNvSpPr>
            <a:spLocks noGrp="1"/>
          </p:cNvSpPr>
          <p:nvPr>
            <p:ph type="sldNum" sz="quarter" idx="5"/>
          </p:nvPr>
        </p:nvSpPr>
        <p:spPr/>
        <p:txBody>
          <a:bodyPr/>
          <a:lstStyle/>
          <a:p>
            <a:fld id="{648246CF-7178-41AD-B6F8-BACEEA28FBE0}" type="slidenum">
              <a:rPr lang="en-US" smtClean="0"/>
              <a:t>242</a:t>
            </a:fld>
            <a:endParaRPr lang="en-US"/>
          </a:p>
        </p:txBody>
      </p:sp>
    </p:spTree>
    <p:extLst>
      <p:ext uri="{BB962C8B-B14F-4D97-AF65-F5344CB8AC3E}">
        <p14:creationId xmlns:p14="http://schemas.microsoft.com/office/powerpoint/2010/main" val="389122601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1745D-85B2-7F87-10C1-FCA8B2490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87A0D-A5EE-EE8B-C5FF-2658E36446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9D065D-AA7C-FBA1-ED7B-CA886177B11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B7826B2-C299-020F-A98C-8F816CF46550}"/>
              </a:ext>
            </a:extLst>
          </p:cNvPr>
          <p:cNvSpPr>
            <a:spLocks noGrp="1"/>
          </p:cNvSpPr>
          <p:nvPr>
            <p:ph type="sldNum" sz="quarter" idx="5"/>
          </p:nvPr>
        </p:nvSpPr>
        <p:spPr/>
        <p:txBody>
          <a:bodyPr/>
          <a:lstStyle/>
          <a:p>
            <a:fld id="{648246CF-7178-41AD-B6F8-BACEEA28FBE0}" type="slidenum">
              <a:rPr lang="en-US" smtClean="0"/>
              <a:t>243</a:t>
            </a:fld>
            <a:endParaRPr lang="en-US"/>
          </a:p>
        </p:txBody>
      </p:sp>
    </p:spTree>
    <p:extLst>
      <p:ext uri="{BB962C8B-B14F-4D97-AF65-F5344CB8AC3E}">
        <p14:creationId xmlns:p14="http://schemas.microsoft.com/office/powerpoint/2010/main" val="272809283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CC889-6517-5889-A633-D13FF24195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4E55C-0EF1-3DA0-39B5-CC0DEAF11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7FD8E-F0BE-E6B4-33E9-90E8AEF14CE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5982D01-CF70-955A-257C-6DE98347E274}"/>
              </a:ext>
            </a:extLst>
          </p:cNvPr>
          <p:cNvSpPr>
            <a:spLocks noGrp="1"/>
          </p:cNvSpPr>
          <p:nvPr>
            <p:ph type="sldNum" sz="quarter" idx="5"/>
          </p:nvPr>
        </p:nvSpPr>
        <p:spPr/>
        <p:txBody>
          <a:bodyPr/>
          <a:lstStyle/>
          <a:p>
            <a:fld id="{648246CF-7178-41AD-B6F8-BACEEA28FBE0}" type="slidenum">
              <a:rPr lang="en-US" smtClean="0"/>
              <a:t>244</a:t>
            </a:fld>
            <a:endParaRPr lang="en-US"/>
          </a:p>
        </p:txBody>
      </p:sp>
    </p:spTree>
    <p:extLst>
      <p:ext uri="{BB962C8B-B14F-4D97-AF65-F5344CB8AC3E}">
        <p14:creationId xmlns:p14="http://schemas.microsoft.com/office/powerpoint/2010/main" val="415927562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67A45-F9E8-A779-BF32-38E94B98C4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6F451-309C-19E2-156F-9BC8D90D5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FDE37C-1154-8044-0D47-9E99C6BE93C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4DF28A8-D175-4666-D08A-1E5A98D40E43}"/>
              </a:ext>
            </a:extLst>
          </p:cNvPr>
          <p:cNvSpPr>
            <a:spLocks noGrp="1"/>
          </p:cNvSpPr>
          <p:nvPr>
            <p:ph type="sldNum" sz="quarter" idx="5"/>
          </p:nvPr>
        </p:nvSpPr>
        <p:spPr/>
        <p:txBody>
          <a:bodyPr/>
          <a:lstStyle/>
          <a:p>
            <a:fld id="{648246CF-7178-41AD-B6F8-BACEEA28FBE0}" type="slidenum">
              <a:rPr lang="en-US" smtClean="0"/>
              <a:t>245</a:t>
            </a:fld>
            <a:endParaRPr lang="en-US"/>
          </a:p>
        </p:txBody>
      </p:sp>
    </p:spTree>
    <p:extLst>
      <p:ext uri="{BB962C8B-B14F-4D97-AF65-F5344CB8AC3E}">
        <p14:creationId xmlns:p14="http://schemas.microsoft.com/office/powerpoint/2010/main" val="14233728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3665F-8F68-9997-F8FD-2E705C692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C7F37-CDB5-ADE8-1C35-5E0BC822E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F77A2D-35C3-0C17-2C91-4A48BFCD059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6E8307E-766F-5DB6-F890-92E0D597CF71}"/>
              </a:ext>
            </a:extLst>
          </p:cNvPr>
          <p:cNvSpPr>
            <a:spLocks noGrp="1"/>
          </p:cNvSpPr>
          <p:nvPr>
            <p:ph type="sldNum" sz="quarter" idx="5"/>
          </p:nvPr>
        </p:nvSpPr>
        <p:spPr/>
        <p:txBody>
          <a:bodyPr/>
          <a:lstStyle/>
          <a:p>
            <a:fld id="{648246CF-7178-41AD-B6F8-BACEEA28FBE0}" type="slidenum">
              <a:rPr lang="en-US" smtClean="0"/>
              <a:t>246</a:t>
            </a:fld>
            <a:endParaRPr lang="en-US"/>
          </a:p>
        </p:txBody>
      </p:sp>
    </p:spTree>
    <p:extLst>
      <p:ext uri="{BB962C8B-B14F-4D97-AF65-F5344CB8AC3E}">
        <p14:creationId xmlns:p14="http://schemas.microsoft.com/office/powerpoint/2010/main" val="332755589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249</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250</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157A-0E6F-889B-30E3-4CB8E2C8E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92985-38EB-A813-D2A8-5A46317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7ADC-7D39-029D-ED1A-BA573655499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4EF5ED2-3C7C-872A-75D0-E2B200746DFF}"/>
              </a:ext>
            </a:extLst>
          </p:cNvPr>
          <p:cNvSpPr>
            <a:spLocks noGrp="1"/>
          </p:cNvSpPr>
          <p:nvPr>
            <p:ph type="sldNum" sz="quarter" idx="5"/>
          </p:nvPr>
        </p:nvSpPr>
        <p:spPr/>
        <p:txBody>
          <a:bodyPr/>
          <a:lstStyle/>
          <a:p>
            <a:fld id="{648246CF-7178-41AD-B6F8-BACEEA28FBE0}" type="slidenum">
              <a:rPr lang="en-US" smtClean="0"/>
              <a:t>251</a:t>
            </a:fld>
            <a:endParaRPr lang="en-US"/>
          </a:p>
        </p:txBody>
      </p:sp>
    </p:spTree>
    <p:extLst>
      <p:ext uri="{BB962C8B-B14F-4D97-AF65-F5344CB8AC3E}">
        <p14:creationId xmlns:p14="http://schemas.microsoft.com/office/powerpoint/2010/main" val="317915993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4FAD-1234-304E-FFED-31E184D68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EA092-D1C8-16D8-BF8A-8172D5F48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C0762-0740-5872-520B-AF82588AB04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E0040F3-5876-89C8-EA61-6CDE8EA37C1B}"/>
              </a:ext>
            </a:extLst>
          </p:cNvPr>
          <p:cNvSpPr>
            <a:spLocks noGrp="1"/>
          </p:cNvSpPr>
          <p:nvPr>
            <p:ph type="sldNum" sz="quarter" idx="5"/>
          </p:nvPr>
        </p:nvSpPr>
        <p:spPr/>
        <p:txBody>
          <a:bodyPr/>
          <a:lstStyle/>
          <a:p>
            <a:fld id="{648246CF-7178-41AD-B6F8-BACEEA28FBE0}" type="slidenum">
              <a:rPr lang="en-US" smtClean="0"/>
              <a:t>252</a:t>
            </a:fld>
            <a:endParaRPr lang="en-US"/>
          </a:p>
        </p:txBody>
      </p:sp>
    </p:spTree>
    <p:extLst>
      <p:ext uri="{BB962C8B-B14F-4D97-AF65-F5344CB8AC3E}">
        <p14:creationId xmlns:p14="http://schemas.microsoft.com/office/powerpoint/2010/main" val="1793274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8/1/2025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8/1/2025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8/1/2025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8/1/2025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734AF-D405-8538-F93C-FDB6574EA9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A76AEC-25C3-0FA4-700C-2F1C60CEEFA2}"/>
              </a:ext>
            </a:extLst>
          </p:cNvPr>
          <p:cNvSpPr>
            <a:spLocks noGrp="1"/>
          </p:cNvSpPr>
          <p:nvPr>
            <p:ph idx="1"/>
          </p:nvPr>
        </p:nvSpPr>
        <p:spPr/>
        <p:txBody>
          <a:bodyPr/>
          <a:lstStyle/>
          <a:p>
            <a:endParaRPr lang="en-US"/>
          </a:p>
        </p:txBody>
      </p:sp>
      <p:pic>
        <p:nvPicPr>
          <p:cNvPr id="1026" name="Picture 2" descr="Có thể là hình ảnh về 1 người và văn bản cho biết 'CHUA NHẬT XVIII THƯỜNG NIÊN NĂM C Đùng thu tích... CỦA CÁI THẾ GIAN &quot;Nội NÔi đêm nay, người ta sẽ đoi lại mạng ngươi, thì những gì ngươi sấm sãn đó sẽ vễ tay ai? (Lc12,1321] [Lc12 12, 1321]'">
            <a:extLst>
              <a:ext uri="{FF2B5EF4-FFF2-40B4-BE49-F238E27FC236}">
                <a16:creationId xmlns:a16="http://schemas.microsoft.com/office/drawing/2014/main" id="{89FAFD1D-F85B-F5CC-487D-6A65866142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746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FEC03-5700-AADD-F249-36431B6E38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CACDD0-946B-2FDB-695C-16CF4230CC60}"/>
              </a:ext>
            </a:extLst>
          </p:cNvPr>
          <p:cNvSpPr>
            <a:spLocks noGrp="1"/>
          </p:cNvSpPr>
          <p:nvPr>
            <p:ph idx="1"/>
          </p:nvPr>
        </p:nvSpPr>
        <p:spPr/>
        <p:txBody>
          <a:bodyPr/>
          <a:lstStyle/>
          <a:p>
            <a:endParaRPr lang="en-US"/>
          </a:p>
        </p:txBody>
      </p:sp>
      <p:pic>
        <p:nvPicPr>
          <p:cNvPr id="1026" name="Picture 2" descr="Có thể là hình ảnh về 1 người và văn bản cho biết 'CHUA NHẬT XVIII THƯỜNG NIÊN NĂM C Đùng thu tích... CỦA CÁI THẾ GIAN &quot;Nội NÔi đêm nay, người ta sẽ đoi lại mạng ngươi, thì những gì ngươi sấm sãn đó sẽ vễ tay ai? (Lc12,1321] [Lc12 12, 1321]'">
            <a:extLst>
              <a:ext uri="{FF2B5EF4-FFF2-40B4-BE49-F238E27FC236}">
                <a16:creationId xmlns:a16="http://schemas.microsoft.com/office/drawing/2014/main" id="{B98E9BB4-5628-06ED-6D74-15F27C466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818024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LÊN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ĐỀN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THÁNH</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200" b="1" dirty="0">
                <a:effectLst/>
                <a:latin typeface="Times New Roman" panose="02020603050405020304" pitchFamily="18" charset="0"/>
                <a:cs typeface="Times New Roman" panose="02020603050405020304" pitchFamily="18" charset="0"/>
              </a:rPr>
              <a:t>1. Nhịp nhàng vui bước đi lên Đền Thánh Ngày.</a:t>
            </a:r>
            <a:endParaRPr lang="en-US" sz="92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200" b="1" dirty="0">
                <a:effectLst/>
                <a:latin typeface="Times New Roman (Headings)"/>
                <a:cs typeface="Arial" panose="020B0604020202020204" pitchFamily="34" charset="0"/>
              </a:rPr>
              <a:t>Dâng câu ca ngợi tình thương Chúa chan </a:t>
            </a:r>
            <a:r>
              <a:rPr lang="vi-VN" sz="9200" b="1" dirty="0" err="1">
                <a:effectLst/>
                <a:latin typeface="Times New Roman (Headings)"/>
                <a:cs typeface="Arial" panose="020B0604020202020204" pitchFamily="34" charset="0"/>
              </a:rPr>
              <a:t>hoà</a:t>
            </a:r>
            <a:r>
              <a:rPr lang="vi-VN" sz="9200" b="1" dirty="0">
                <a:effectLst/>
                <a:latin typeface="Times New Roman (Headings)"/>
                <a:cs typeface="Arial" panose="020B0604020202020204" pitchFamily="34" charset="0"/>
              </a:rPr>
              <a:t>.</a:t>
            </a:r>
            <a:endParaRPr lang="en-US" sz="9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90676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200" b="1" dirty="0" err="1">
                <a:effectLst/>
                <a:latin typeface="Times New Roman (Headings)"/>
                <a:cs typeface="Arial" panose="020B0604020202020204" pitchFamily="34" charset="0"/>
              </a:rPr>
              <a:t>Đây</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dâng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Ngài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lòng</a:t>
            </a:r>
            <a:r>
              <a:rPr lang="en-US" sz="9200" b="1" dirty="0">
                <a:effectLst/>
                <a:latin typeface="Times New Roman (Headings)"/>
                <a:cs typeface="Arial" panose="020B0604020202020204" pitchFamily="34" charset="0"/>
              </a:rPr>
              <a:t> tin </a:t>
            </a:r>
            <a:r>
              <a:rPr lang="en-US" sz="9200" b="1" dirty="0" err="1">
                <a:effectLst/>
                <a:latin typeface="Times New Roman (Headings)"/>
                <a:cs typeface="Arial" panose="020B0604020202020204" pitchFamily="34" charset="0"/>
              </a:rPr>
              <a:t>mến</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thiết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tha</a:t>
            </a:r>
            <a:r>
              <a:rPr lang="en-US" sz="9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28852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44FC-4D23-242A-FFDF-FBF661EC6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AC3ED-4CD9-AD73-FF1D-77BA032B1B1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000" b="1" dirty="0">
                <a:effectLst/>
                <a:latin typeface="Times New Roman (Headings)"/>
                <a:cs typeface="Arial" panose="020B0604020202020204" pitchFamily="34" charset="0"/>
              </a:rPr>
              <a:t>Thu qua Đông </a:t>
            </a:r>
            <a:r>
              <a:rPr lang="en-US" sz="9000" b="1" dirty="0" err="1">
                <a:effectLst/>
                <a:latin typeface="Times New Roman (Headings)"/>
                <a:cs typeface="Arial" panose="020B0604020202020204" pitchFamily="34" charset="0"/>
              </a:rPr>
              <a:t>tàn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lòng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thành</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quyết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không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phai</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nhoà</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0125814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82313-D4FA-B440-F823-128A96205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9C988-4150-095E-E6E8-0634C18120C8}"/>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000" b="1" dirty="0" err="1">
                <a:effectLst/>
                <a:latin typeface="Times New Roman (Headings)"/>
                <a:cs typeface="Arial" panose="020B0604020202020204" pitchFamily="34" charset="0"/>
              </a:rPr>
              <a:t>ĐK</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Về</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nhà</a:t>
            </a:r>
            <a:r>
              <a:rPr lang="en-US" sz="9000" b="1" dirty="0">
                <a:effectLst/>
                <a:latin typeface="Times New Roman (Headings)"/>
                <a:cs typeface="Arial" panose="020B0604020202020204" pitchFamily="34" charset="0"/>
              </a:rPr>
              <a:t> Chúa </a:t>
            </a:r>
            <a:r>
              <a:rPr lang="en-US" sz="9000" b="1" dirty="0" err="1">
                <a:effectLst/>
                <a:latin typeface="Times New Roman (Headings)"/>
                <a:cs typeface="Arial" panose="020B0604020202020204" pitchFamily="34" charset="0"/>
              </a:rPr>
              <a:t>ôi</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lòng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đầy</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rộn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rã</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46022317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605DC-98AF-5913-746D-C07D4B7A2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EAABE-FD30-1F70-2170-71D85D7596BC}"/>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600" b="1" dirty="0" err="1">
                <a:effectLst/>
                <a:latin typeface="Times New Roman (Headings)"/>
                <a:cs typeface="Arial" panose="020B0604020202020204" pitchFamily="34" charset="0"/>
              </a:rPr>
              <a:t>Cất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câu</a:t>
            </a:r>
            <a:r>
              <a:rPr lang="en-US" sz="9600" b="1" dirty="0">
                <a:effectLst/>
                <a:latin typeface="Times New Roman (Headings)"/>
                <a:cs typeface="Arial" panose="020B0604020202020204" pitchFamily="34" charset="0"/>
              </a:rPr>
              <a:t> ca con </a:t>
            </a:r>
            <a:r>
              <a:rPr lang="en-US" sz="9600" b="1" dirty="0" err="1">
                <a:effectLst/>
                <a:latin typeface="Times New Roman (Headings)"/>
                <a:cs typeface="Arial" panose="020B0604020202020204" pitchFamily="34" charset="0"/>
              </a:rPr>
              <a:t>thấy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an </a:t>
            </a:r>
            <a:r>
              <a:rPr lang="en-US" sz="9600" b="1" dirty="0" err="1">
                <a:effectLst/>
                <a:latin typeface="Times New Roman (Headings)"/>
                <a:cs typeface="Arial" panose="020B0604020202020204" pitchFamily="34" charset="0"/>
              </a:rPr>
              <a:t>hoà</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2101357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A64EE-D44F-12CE-5CDD-B6E1E37E6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B4BA9-895B-899C-DA26-B4E997961331}"/>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600" b="1" dirty="0">
                <a:effectLst/>
                <a:latin typeface="Times New Roman (Headings)"/>
                <a:cs typeface="Arial" panose="020B0604020202020204" pitchFamily="34" charset="0"/>
              </a:rPr>
              <a:t>Trong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yêu</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của</a:t>
            </a:r>
            <a:r>
              <a:rPr lang="en-US" sz="9600" b="1" dirty="0">
                <a:effectLst/>
                <a:latin typeface="Times New Roman (Headings)"/>
                <a:cs typeface="Arial" panose="020B0604020202020204" pitchFamily="34" charset="0"/>
              </a:rPr>
              <a:t> Thiên Chúa </a:t>
            </a:r>
            <a:r>
              <a:rPr lang="en-US" sz="9600" b="1" dirty="0" err="1">
                <a:effectLst/>
                <a:latin typeface="Times New Roman (Headings)"/>
                <a:cs typeface="Arial" panose="020B0604020202020204" pitchFamily="34" charset="0"/>
              </a:rPr>
              <a:t>là</a:t>
            </a:r>
            <a:r>
              <a:rPr lang="en-US" sz="9600" b="1" dirty="0">
                <a:effectLst/>
                <a:latin typeface="Times New Roman (Headings)"/>
                <a:cs typeface="Arial" panose="020B0604020202020204" pitchFamily="34" charset="0"/>
              </a:rPr>
              <a:t> Cha,</a:t>
            </a:r>
          </a:p>
        </p:txBody>
      </p:sp>
    </p:spTree>
    <p:extLst>
      <p:ext uri="{BB962C8B-B14F-4D97-AF65-F5344CB8AC3E}">
        <p14:creationId xmlns:p14="http://schemas.microsoft.com/office/powerpoint/2010/main" val="270540647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BB668-0123-3508-463A-A02A413E5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FB4091-9678-921F-25B0-D8C0F476D10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600" b="1" dirty="0">
                <a:effectLst/>
                <a:latin typeface="Times New Roman (Headings)"/>
                <a:cs typeface="Arial" panose="020B0604020202020204" pitchFamily="34" charset="0"/>
              </a:rPr>
              <a:t>con </a:t>
            </a:r>
            <a:r>
              <a:rPr lang="en-US" sz="9600" b="1" dirty="0" err="1">
                <a:effectLst/>
                <a:latin typeface="Times New Roman (Headings)"/>
                <a:cs typeface="Arial" panose="020B0604020202020204" pitchFamily="34" charset="0"/>
              </a:rPr>
              <a:t>cảm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tạ</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ôi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Cha </a:t>
            </a:r>
            <a:r>
              <a:rPr lang="en-US" sz="9600" b="1" dirty="0" err="1">
                <a:effectLst/>
                <a:latin typeface="Times New Roman (Headings)"/>
                <a:cs typeface="Arial" panose="020B0604020202020204" pitchFamily="34" charset="0"/>
              </a:rPr>
              <a:t>muôn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vàn</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267549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DA454-3601-F9AE-1BCE-914B0C74AA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1C272E-D8A4-5DA8-ED8E-8E3AF06725EA}"/>
              </a:ext>
            </a:extLst>
          </p:cNvPr>
          <p:cNvSpPr>
            <a:spLocks noGrp="1"/>
          </p:cNvSpPr>
          <p:nvPr>
            <p:ph idx="1"/>
          </p:nvPr>
        </p:nvSpPr>
        <p:spPr/>
        <p:txBody>
          <a:bodyPr/>
          <a:lstStyle/>
          <a:p>
            <a:endParaRPr lang="en-US"/>
          </a:p>
        </p:txBody>
      </p:sp>
      <p:pic>
        <p:nvPicPr>
          <p:cNvPr id="1026" name="Picture 2" descr="Có thể là hình ảnh về 1 người và văn bản cho biết 'CHUA NHẬT XVIII THƯỜNG NIÊN NĂM C Đùng thu tích... CỦA CÁI THẾ GIAN &quot;Nội NÔi đêm nay, người ta sẽ đoi lại mạng ngươi, thì những gì ngươi sấm sãn đó sẽ vễ tay ai? (Lc12,1321] [Lc12 12, 1321]'">
            <a:extLst>
              <a:ext uri="{FF2B5EF4-FFF2-40B4-BE49-F238E27FC236}">
                <a16:creationId xmlns:a16="http://schemas.microsoft.com/office/drawing/2014/main" id="{CF9589B7-A2C0-605A-5F22-C3DFDCD037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930291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vi-VN" sz="10000" b="1" dirty="0">
                <a:effectLst/>
                <a:latin typeface="Times New Roman (Headings)"/>
                <a:cs typeface="Arial" panose="020B0604020202020204" pitchFamily="34" charset="0"/>
              </a:rPr>
              <a:t>và bình an dưới thế cho người thiện tâm.</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it-IT" sz="11500" b="1" dirty="0">
                <a:effectLst/>
                <a:latin typeface="Times New Roman (Headings)"/>
                <a:cs typeface="Arial" panose="020B0604020202020204" pitchFamily="34" charset="0"/>
              </a:rPr>
              <a:t>Chúng con ca ngợi Chúa,</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0000" b="1" dirty="0" err="1">
                <a:effectLst/>
                <a:latin typeface="Times New Roman (Headings)"/>
                <a:cs typeface="Arial" panose="020B0604020202020204" pitchFamily="34" charset="0"/>
              </a:rPr>
              <a:t>chúng</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chúc</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tụng</a:t>
            </a:r>
            <a:r>
              <a:rPr lang="en-US" sz="10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a:t>
            </a:r>
            <a:r>
              <a:rPr lang="en-US" sz="5400" b="1" dirty="0">
                <a:effectLst/>
                <a:latin typeface="Times New Roman (Headings)"/>
                <a:cs typeface="Arial" panose="020B0604020202020204" pitchFamily="34" charset="0"/>
              </a:rPr>
              <a:t> </a:t>
            </a:r>
            <a:r>
              <a:rPr lang="en-US" sz="1600" b="1" dirty="0">
                <a:effectLst/>
                <a:latin typeface="Times New Roman (Headings)"/>
                <a:cs typeface="Arial" panose="020B0604020202020204" pitchFamily="34" charset="0"/>
              </a:rPr>
              <a:t> </a:t>
            </a:r>
            <a:r>
              <a:rPr lang="en-US" sz="11500" b="1" dirty="0">
                <a:effectLst/>
                <a:latin typeface="Times New Roman (Headings)"/>
                <a:cs typeface="Arial" panose="020B0604020202020204" pitchFamily="34" charset="0"/>
              </a:rPr>
              <a:t>con </a:t>
            </a:r>
            <a:br>
              <a:rPr lang="en-US" sz="11500" b="1" dirty="0">
                <a:effectLst/>
                <a:latin typeface="Times New Roman (Headings)"/>
                <a:cs typeface="Arial" panose="020B0604020202020204" pitchFamily="34" charset="0"/>
              </a:rPr>
            </a:br>
            <a:r>
              <a:rPr lang="en-US" sz="11500" b="1" dirty="0" err="1">
                <a:effectLst/>
                <a:latin typeface="Times New Roman (Headings)"/>
                <a:cs typeface="Arial" panose="020B0604020202020204" pitchFamily="34" charset="0"/>
              </a:rPr>
              <a:t>thờ</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lạy</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tôn</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vinh</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pPr algn="l"/>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sz="8800"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63F8F-B87D-92A2-6211-50D02FD525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B4BAE9-CA08-2D14-03C2-2C3B2F0383CF}"/>
              </a:ext>
            </a:extLst>
          </p:cNvPr>
          <p:cNvSpPr>
            <a:spLocks noGrp="1"/>
          </p:cNvSpPr>
          <p:nvPr>
            <p:ph idx="1"/>
          </p:nvPr>
        </p:nvSpPr>
        <p:spPr/>
        <p:txBody>
          <a:bodyPr/>
          <a:lstStyle/>
          <a:p>
            <a:endParaRPr lang="en-US"/>
          </a:p>
        </p:txBody>
      </p:sp>
      <p:pic>
        <p:nvPicPr>
          <p:cNvPr id="1026" name="Picture 2" descr="Có thể là hình ảnh về 1 người và văn bản cho biết 'CHUA NHẬT XVIII THƯỜNG NIÊN NĂM C Đùng thu tích... CỦA CÁI THẾ GIAN &quot;Nội NÔi đêm nay, người ta sẽ đoi lại mạng ngươi, thì những gì ngươi sấm sãn đó sẽ vễ tay ai? (Lc12,1321] [Lc12 12, 1321]'">
            <a:extLst>
              <a:ext uri="{FF2B5EF4-FFF2-40B4-BE49-F238E27FC236}">
                <a16:creationId xmlns:a16="http://schemas.microsoft.com/office/drawing/2014/main" id="{73CD558F-C8B6-1F41-57E5-59EEA4737B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30460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21BCA-5D2B-E7EA-6E63-43A06F90D6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AD85E-0645-EF3E-E980-2E664985656F}"/>
              </a:ext>
            </a:extLst>
          </p:cNvPr>
          <p:cNvSpPr>
            <a:spLocks noGrp="1"/>
          </p:cNvSpPr>
          <p:nvPr>
            <p:ph idx="1"/>
          </p:nvPr>
        </p:nvSpPr>
        <p:spPr/>
        <p:txBody>
          <a:bodyPr/>
          <a:lstStyle/>
          <a:p>
            <a:endParaRPr lang="en-US"/>
          </a:p>
        </p:txBody>
      </p:sp>
      <p:pic>
        <p:nvPicPr>
          <p:cNvPr id="2" name="Picture 2" descr="Có thể là hình ảnh về ‎1 người và ‎văn bản cho biết '‎BÀI ĐỌC 1 Bài itrichsách GIẢNG VIÊN &quot;Chuyện gì xảy ra cho con người sau bao mói bạn tâm và bao gian lao vật vả nő phải chịu dưới ãnh mặt trời &quot;ך [GV1,2:2,2123] 2,2123]‎'‎‎">
            <a:extLst>
              <a:ext uri="{FF2B5EF4-FFF2-40B4-BE49-F238E27FC236}">
                <a16:creationId xmlns:a16="http://schemas.microsoft.com/office/drawing/2014/main" id="{1C831AF0-A972-5B84-C1DA-175FEB7FC9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20328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94</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1. </a:t>
            </a:r>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đến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đây</a:t>
            </a:r>
            <a:r>
              <a:rPr lang="en-US" sz="9600" b="1" dirty="0">
                <a:effectLst/>
                <a:latin typeface="Times New Roman (Headings)"/>
                <a:cs typeface="Arial" panose="020B0604020202020204" pitchFamily="34" charset="0"/>
              </a:rPr>
              <a:t> ta </a:t>
            </a:r>
            <a:r>
              <a:rPr lang="en-US" sz="9600" b="1" dirty="0" err="1">
                <a:effectLst/>
                <a:latin typeface="Times New Roman (Headings)"/>
                <a:cs typeface="Arial" panose="020B0604020202020204" pitchFamily="34" charset="0"/>
              </a:rPr>
              <a:t>reo</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hò</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mừng</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2500400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tung </a:t>
            </a:r>
            <a:r>
              <a:rPr lang="en-US" sz="9600" b="1" dirty="0" err="1">
                <a:effectLst/>
                <a:latin typeface="Times New Roman (Headings)"/>
                <a:cs typeface="Arial" panose="020B0604020202020204" pitchFamily="34" charset="0"/>
              </a:rPr>
              <a:t>hô</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Núi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Đá</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độ</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trì</a:t>
            </a:r>
            <a:r>
              <a:rPr lang="en-US" sz="9600" b="1" dirty="0">
                <a:effectLst/>
                <a:latin typeface="Times New Roman (Headings)"/>
                <a:cs typeface="Arial" panose="020B0604020202020204" pitchFamily="34" charset="0"/>
              </a:rPr>
              <a:t> ta.</a:t>
            </a:r>
          </a:p>
        </p:txBody>
      </p:sp>
    </p:spTree>
    <p:extLst>
      <p:ext uri="{BB962C8B-B14F-4D97-AF65-F5344CB8AC3E}">
        <p14:creationId xmlns:p14="http://schemas.microsoft.com/office/powerpoint/2010/main" val="208114624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E4792-1866-7ECA-ECC3-37E4FE9A3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8D8B3-40A3-DFA9-C73F-AAA7CC53F888}"/>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Vào trước Thiên Nhan ta dâng lời cảm mến,</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7999392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E6F70-7810-8DFC-109C-BB387682B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DD41A-711E-355A-D7F4-FDE62BF21446}"/>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cùng</a:t>
            </a:r>
            <a:r>
              <a:rPr lang="en-US" sz="9600" b="1" dirty="0">
                <a:effectLst/>
                <a:latin typeface="Times New Roman (Headings)"/>
                <a:cs typeface="Arial" panose="020B0604020202020204" pitchFamily="34" charset="0"/>
              </a:rPr>
              <a:t> tung </a:t>
            </a:r>
            <a:r>
              <a:rPr lang="en-US" sz="9600" b="1" dirty="0" err="1">
                <a:effectLst/>
                <a:latin typeface="Times New Roman (Headings)"/>
                <a:cs typeface="Arial" panose="020B0604020202020204" pitchFamily="34" charset="0"/>
              </a:rPr>
              <a:t>hô</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theo</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muôn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tiếng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đàn</a:t>
            </a:r>
            <a:r>
              <a:rPr lang="en-US" sz="9600" b="1" dirty="0">
                <a:effectLst/>
                <a:latin typeface="Times New Roman (Headings)"/>
                <a:cs typeface="Arial" panose="020B0604020202020204" pitchFamily="34" charset="0"/>
              </a:rPr>
              <a:t> ca.</a:t>
            </a:r>
          </a:p>
        </p:txBody>
      </p:sp>
    </p:spTree>
    <p:extLst>
      <p:ext uri="{BB962C8B-B14F-4D97-AF65-F5344CB8AC3E}">
        <p14:creationId xmlns:p14="http://schemas.microsoft.com/office/powerpoint/2010/main" val="400809778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err="1">
                <a:effectLst/>
                <a:latin typeface="Times New Roman (Headings)"/>
                <a:cs typeface="Arial" panose="020B0604020202020204" pitchFamily="34" charset="0"/>
              </a:rPr>
              <a:t>ĐK</a:t>
            </a:r>
            <a:r>
              <a:rPr lang="vi-VN" sz="9600" b="1" dirty="0">
                <a:effectLst/>
                <a:latin typeface="Times New Roman (Headings)"/>
                <a:cs typeface="Arial" panose="020B0604020202020204" pitchFamily="34" charset="0"/>
              </a:rPr>
              <a:t>: Hôm nay ước gì anh em nghe tiếng Chúa.</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6982357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0B97-5A5E-E01D-7F77-E3FF8C576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552A9-68B7-99D4-D06F-501F9D3256B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Ngài phán: "</a:t>
            </a:r>
            <a:r>
              <a:rPr lang="vi-VN" sz="9600" b="1" i="1" dirty="0">
                <a:effectLst/>
                <a:latin typeface="Times New Roman (Headings)"/>
                <a:cs typeface="Arial" panose="020B0604020202020204" pitchFamily="34" charset="0"/>
              </a:rPr>
              <a:t>Các ngươi đừng cứng lòng</a:t>
            </a:r>
            <a:r>
              <a:rPr lang="vi-VN" sz="9600" b="1" dirty="0">
                <a:effectLst/>
                <a:latin typeface="Times New Roman (Headings)"/>
                <a:cs typeface="Arial" panose="020B0604020202020204" pitchFamily="34" charset="0"/>
              </a:rPr>
              <a:t>".</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210051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AC84C-6D30-4103-DA6E-7E5F2466E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62D37-57D1-76E9-02D1-F1E683ACD004}"/>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2. </a:t>
            </a:r>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tiến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lên</a:t>
            </a:r>
            <a:r>
              <a:rPr lang="en-US" sz="9600" b="1" dirty="0">
                <a:effectLst/>
                <a:latin typeface="Times New Roman (Headings)"/>
                <a:cs typeface="Arial" panose="020B0604020202020204" pitchFamily="34" charset="0"/>
              </a:rPr>
              <a:t> ta </a:t>
            </a:r>
            <a:r>
              <a:rPr lang="en-US" sz="9600" b="1" dirty="0" err="1">
                <a:effectLst/>
                <a:latin typeface="Times New Roman (Headings)"/>
                <a:cs typeface="Arial" panose="020B0604020202020204" pitchFamily="34" charset="0"/>
              </a:rPr>
              <a:t>chung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thờ</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lạy</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410787641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A47B0-BC70-B94C-FEA5-4243465EA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87657-897B-626B-922A-6F639D1531FC}"/>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hãy bái quì trước Đấng tạo thành ta.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8418418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F2571-A19B-BB6C-CC1B-FD72B8B92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AF86C-5A9A-83C4-9D0F-C9777296CA47}"/>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Là</a:t>
            </a:r>
            <a:r>
              <a:rPr lang="en-US" sz="9600" b="1" dirty="0">
                <a:effectLst/>
                <a:latin typeface="Times New Roman (Headings)"/>
                <a:cs typeface="Arial" panose="020B0604020202020204" pitchFamily="34" charset="0"/>
              </a:rPr>
              <a:t> Đức Chúa ta, ta nay </a:t>
            </a:r>
            <a:r>
              <a:rPr lang="en-US" sz="9600" b="1" dirty="0" err="1">
                <a:effectLst/>
                <a:latin typeface="Times New Roman (Headings)"/>
                <a:cs typeface="Arial" panose="020B0604020202020204" pitchFamily="34" charset="0"/>
              </a:rPr>
              <a:t>thuộc</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dân</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97249169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A268B-0488-BE70-B676-9AF9F5598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18D86-A951-BE4C-0AF1-87FA7A1A3F9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Ngài trông coi như chăm sóc đoàn chiên. </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3888663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B8753-7076-3D06-B554-37A43E5C8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50841-2DFF-A979-55CA-F96E7A57643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err="1">
                <a:effectLst/>
                <a:latin typeface="Times New Roman (Headings)"/>
                <a:cs typeface="Arial" panose="020B0604020202020204" pitchFamily="34" charset="0"/>
              </a:rPr>
              <a:t>ĐK</a:t>
            </a:r>
            <a:r>
              <a:rPr lang="vi-VN" sz="9600" b="1" dirty="0">
                <a:effectLst/>
                <a:latin typeface="Times New Roman (Headings)"/>
                <a:cs typeface="Arial" panose="020B0604020202020204" pitchFamily="34" charset="0"/>
              </a:rPr>
              <a:t>: Hôm nay ước gì anh em nghe tiếng Chúa.</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3618727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CF5DC-E476-3D0D-27FD-B606D4CAB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CF9340-73DB-99DD-2A1C-E09C640922C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Ngài phán: "</a:t>
            </a:r>
            <a:r>
              <a:rPr lang="vi-VN" sz="9600" b="1" i="1" dirty="0">
                <a:effectLst/>
                <a:latin typeface="Times New Roman (Headings)"/>
                <a:cs typeface="Arial" panose="020B0604020202020204" pitchFamily="34" charset="0"/>
              </a:rPr>
              <a:t>Các ngươi đừng cứng lòng</a:t>
            </a:r>
            <a:r>
              <a:rPr lang="vi-VN" sz="9600" b="1" dirty="0">
                <a:effectLst/>
                <a:latin typeface="Times New Roman (Headings)"/>
                <a:cs typeface="Arial" panose="020B0604020202020204" pitchFamily="34" charset="0"/>
              </a:rPr>
              <a:t>".</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8107015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3C5DB-606E-487A-B653-38A880D22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7554D-0BFF-42BE-10A0-0E01F30D53EE}"/>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000" b="1" dirty="0">
                <a:effectLst/>
                <a:latin typeface="Times New Roman (Headings)"/>
                <a:cs typeface="Arial" panose="020B0604020202020204" pitchFamily="34" charset="0"/>
              </a:rPr>
              <a:t>3. </a:t>
            </a:r>
            <a:r>
              <a:rPr lang="en-US" sz="9000" b="1" dirty="0" err="1">
                <a:effectLst/>
                <a:latin typeface="Times New Roman (Headings)"/>
                <a:cs typeface="Arial" panose="020B0604020202020204" pitchFamily="34" charset="0"/>
              </a:rPr>
              <a:t>Hãy</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chú</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tâm</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hôm</a:t>
            </a:r>
            <a:r>
              <a:rPr lang="en-US" sz="9000" b="1" dirty="0">
                <a:effectLst/>
                <a:latin typeface="Times New Roman (Headings)"/>
                <a:cs typeface="Arial" panose="020B0604020202020204" pitchFamily="34" charset="0"/>
              </a:rPr>
              <a:t> nay </a:t>
            </a:r>
            <a:r>
              <a:rPr lang="en-US" sz="9000" b="1" dirty="0" err="1">
                <a:effectLst/>
                <a:latin typeface="Times New Roman (Headings)"/>
                <a:cs typeface="Arial" panose="020B0604020202020204" pitchFamily="34" charset="0"/>
              </a:rPr>
              <a:t>lời</a:t>
            </a:r>
            <a:r>
              <a:rPr lang="en-US" sz="9000" b="1" dirty="0">
                <a:effectLst/>
                <a:latin typeface="Times New Roman (Headings)"/>
                <a:cs typeface="Arial" panose="020B0604020202020204" pitchFamily="34" charset="0"/>
              </a:rPr>
              <a:t> Chúa </a:t>
            </a:r>
            <a:r>
              <a:rPr lang="en-US" sz="9000" b="1" dirty="0" err="1">
                <a:effectLst/>
                <a:latin typeface="Times New Roman (Headings)"/>
                <a:cs typeface="Arial" panose="020B0604020202020204" pitchFamily="34" charset="0"/>
              </a:rPr>
              <a:t>phán</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9784232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1642D-05E8-A7E5-EDC5-80865DCA2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AFB1A-7730-C22E-FBDD-6BC9CAA35A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sv-SE" sz="9600" b="1" dirty="0">
                <a:effectLst/>
                <a:latin typeface="Times New Roman (Headings)"/>
                <a:cs typeface="Arial" panose="020B0604020202020204" pitchFamily="34" charset="0"/>
              </a:rPr>
              <a:t>chớ cứng lòng giống ở rừng Mas-sa.</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187212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34BA9-6752-3A3D-2ED9-3076D4F4F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0C003-7670-9D11-E025-BF4FFE265EA1}"/>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Tại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Mê-ri-ba</a:t>
            </a:r>
            <a:r>
              <a:rPr lang="en-US" sz="9600" b="1" dirty="0">
                <a:effectLst/>
                <a:latin typeface="Times New Roman (Headings)"/>
                <a:cs typeface="Arial" panose="020B0604020202020204" pitchFamily="34" charset="0"/>
              </a:rPr>
              <a:t> cha </a:t>
            </a:r>
            <a:r>
              <a:rPr lang="en-US" sz="9600" b="1" dirty="0" err="1">
                <a:effectLst/>
                <a:latin typeface="Times New Roman (Headings)"/>
                <a:cs typeface="Arial" panose="020B0604020202020204" pitchFamily="34" charset="0"/>
              </a:rPr>
              <a:t>ông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đã</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thử</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thách</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74479184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E4292-5F3D-10C3-A31A-EEE2B8B61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D6770-A4E5-05DD-B4EB-0BE2EE8210C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dù</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xem</a:t>
            </a:r>
            <a:r>
              <a:rPr lang="en-US" sz="9600" b="1" dirty="0">
                <a:effectLst/>
                <a:latin typeface="Times New Roman (Headings)"/>
                <a:cs typeface="Arial" panose="020B0604020202020204" pitchFamily="34" charset="0"/>
              </a:rPr>
              <a:t> Ta qua bao </a:t>
            </a:r>
            <a:r>
              <a:rPr lang="en-US" sz="9600" b="1" dirty="0" err="1">
                <a:effectLst/>
                <a:latin typeface="Times New Roman (Headings)"/>
                <a:cs typeface="Arial" panose="020B0604020202020204" pitchFamily="34" charset="0"/>
              </a:rPr>
              <a:t>những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kỳ</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công</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28465771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10585-C66C-2A23-095C-D2EC1F0016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FA5EE-8559-C730-3EFA-104DD56E34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err="1">
                <a:effectLst/>
                <a:latin typeface="Times New Roman (Headings)"/>
                <a:cs typeface="Arial" panose="020B0604020202020204" pitchFamily="34" charset="0"/>
              </a:rPr>
              <a:t>ĐK</a:t>
            </a:r>
            <a:r>
              <a:rPr lang="vi-VN" sz="9600" b="1" dirty="0">
                <a:effectLst/>
                <a:latin typeface="Times New Roman (Headings)"/>
                <a:cs typeface="Arial" panose="020B0604020202020204" pitchFamily="34" charset="0"/>
              </a:rPr>
              <a:t>: Hôm nay ước gì anh em nghe tiếng Chúa.</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2191242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74000-7F9C-1D73-87A0-3C80C329B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E52FF-9900-ED45-B107-E54CB529517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Ngài phán: "</a:t>
            </a:r>
            <a:r>
              <a:rPr lang="vi-VN" sz="9600" b="1" i="1" dirty="0">
                <a:effectLst/>
                <a:latin typeface="Times New Roman (Headings)"/>
                <a:cs typeface="Arial" panose="020B0604020202020204" pitchFamily="34" charset="0"/>
              </a:rPr>
              <a:t>Các ngươi đừng cứng lòng</a:t>
            </a:r>
            <a:r>
              <a:rPr lang="vi-VN" sz="9600" b="1" dirty="0">
                <a:effectLst/>
                <a:latin typeface="Times New Roman (Headings)"/>
                <a:cs typeface="Arial" panose="020B0604020202020204" pitchFamily="34" charset="0"/>
              </a:rPr>
              <a:t>".</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4164313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EDFE-4645-D337-A652-0105B0D63D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C1BF6-73D6-D3D1-4F2D-0B87EEB32BAF}"/>
              </a:ext>
            </a:extLst>
          </p:cNvPr>
          <p:cNvSpPr>
            <a:spLocks noGrp="1"/>
          </p:cNvSpPr>
          <p:nvPr>
            <p:ph idx="1"/>
          </p:nvPr>
        </p:nvSpPr>
        <p:spPr/>
        <p:txBody>
          <a:bodyPr/>
          <a:lstStyle/>
          <a:p>
            <a:endParaRPr lang="en-US"/>
          </a:p>
        </p:txBody>
      </p:sp>
      <p:pic>
        <p:nvPicPr>
          <p:cNvPr id="11266" name="Picture 2" descr="Có thể là hình ảnh về 6 người và văn bản cho biết 'BÀI ĐỌC BÀIĐỌC2 2 Bàitricht thư của thãnh Phaolo tông đồ gửi tín hữu Côloxê Anh &quot;Anh em hãy tìm kiếm những gì thuộc thượng giỡi, nơi ĐỨC Kito dang ngu.' [Cl3,15,9-11) -5,911) 9-11) (C3, 15,'">
            <a:extLst>
              <a:ext uri="{FF2B5EF4-FFF2-40B4-BE49-F238E27FC236}">
                <a16:creationId xmlns:a16="http://schemas.microsoft.com/office/drawing/2014/main" id="{5710F5AF-54D8-4B3B-DE9E-BE7756CC7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24564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641E3-20E9-626E-5484-83315847EA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5F8029-3C92-7C23-F034-2B9D19F4ED30}"/>
              </a:ext>
            </a:extLst>
          </p:cNvPr>
          <p:cNvSpPr>
            <a:spLocks noGrp="1"/>
          </p:cNvSpPr>
          <p:nvPr>
            <p:ph idx="1"/>
          </p:nvPr>
        </p:nvSpPr>
        <p:spPr/>
        <p:txBody>
          <a:bodyPr/>
          <a:lstStyle/>
          <a:p>
            <a:endParaRPr lang="en-US"/>
          </a:p>
        </p:txBody>
      </p:sp>
      <p:pic>
        <p:nvPicPr>
          <p:cNvPr id="1026" name="Picture 2" descr="Có thể là hình ảnh về 1 người và văn bản cho biết 'CHUA NHẬT XVIII THƯỜNG NIÊN NĂM C Đùng thu tích... CỦA CÁI THẾ GIAN &quot;Nội NÔi đêm nay, người ta sẽ đoi lại mạng ngươi, thì những gì ngươi sấm sãn đó sẽ vễ tay ai? (Lc12,1321] [Lc12 12, 1321]'">
            <a:extLst>
              <a:ext uri="{FF2B5EF4-FFF2-40B4-BE49-F238E27FC236}">
                <a16:creationId xmlns:a16="http://schemas.microsoft.com/office/drawing/2014/main" id="{0C00A5AA-204C-92F7-8A7E-5B86AE96CA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794552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409575"/>
            <a:ext cx="9144000" cy="4733925"/>
          </a:xfrm>
          <a:solidFill>
            <a:schemeClr val="bg1"/>
          </a:solidFill>
        </p:spPr>
        <p:txBody>
          <a:bodyPr lIns="91440" tIns="0" rIns="91440" bIns="0">
            <a:noAutofit/>
          </a:bodyPr>
          <a:lstStyle/>
          <a:p>
            <a:r>
              <a:rPr lang="en-US" sz="8000" b="1" i="1" dirty="0">
                <a:effectLst/>
                <a:latin typeface="Times New Roman (Headings)"/>
                <a:cs typeface="Arial" panose="020B0604020202020204" pitchFamily="34" charset="0"/>
              </a:rPr>
              <a:t>All… All...</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Người ta sống không nguyên chỉ bằng cơm bánh,</a:t>
            </a:r>
            <a:endParaRPr lang="en-US" sz="8000" b="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409575"/>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u="sng" dirty="0">
                <a:solidFill>
                  <a:srgbClr val="FF0000"/>
                </a:solidFill>
                <a:latin typeface="Arial" panose="020B0604020202020204" pitchFamily="34" charset="0"/>
                <a:cs typeface="Arial" panose="020B0604020202020204" pitchFamily="34" charset="0"/>
              </a:rPr>
              <a:t>TUNG </a:t>
            </a:r>
            <a:r>
              <a:rPr lang="en-US" sz="2000" b="1" u="sng" dirty="0" err="1">
                <a:solidFill>
                  <a:srgbClr val="FF0000"/>
                </a:solidFill>
                <a:latin typeface="Arial" panose="020B0604020202020204" pitchFamily="34" charset="0"/>
                <a:cs typeface="Arial" panose="020B0604020202020204" pitchFamily="34" charset="0"/>
              </a:rPr>
              <a:t>HÔ</a:t>
            </a:r>
            <a:r>
              <a:rPr lang="en-US" sz="2000" b="1" u="sng" dirty="0">
                <a:solidFill>
                  <a:srgbClr val="FF0000"/>
                </a:solidFill>
                <a:latin typeface="Arial" panose="020B0604020202020204" pitchFamily="34" charset="0"/>
                <a:cs typeface="Arial" panose="020B0604020202020204" pitchFamily="34" charset="0"/>
              </a:rPr>
              <a:t> TIN </a:t>
            </a:r>
            <a:r>
              <a:rPr lang="en-US" sz="2000" b="1" u="sng" dirty="0" err="1">
                <a:solidFill>
                  <a:srgbClr val="FF0000"/>
                </a:solidFill>
                <a:latin typeface="Arial" panose="020B0604020202020204" pitchFamily="34" charset="0"/>
                <a:cs typeface="Arial" panose="020B0604020202020204" pitchFamily="34" charset="0"/>
              </a:rPr>
              <a:t>MỪNG</a:t>
            </a:r>
            <a:endParaRPr lang="vi-VN" sz="20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latin typeface="Times New Roman (Headings)"/>
                <a:cs typeface="Arial" panose="020B0604020202020204" pitchFamily="34" charset="0"/>
              </a:rPr>
              <a:t>nhưng bởi mọi lời do miệng Thiên Chúa phán ra.</a:t>
            </a:r>
            <a:br>
              <a:rPr lang="en-US" sz="8800" b="1" i="1" dirty="0">
                <a:latin typeface="Times New Roman (Headings)"/>
                <a:cs typeface="Arial" panose="020B0604020202020204" pitchFamily="34" charset="0"/>
              </a:rPr>
            </a:br>
            <a:r>
              <a:rPr lang="en-US" sz="8800" b="1" i="1" dirty="0">
                <a:latin typeface="Times New Roman (Headings)"/>
                <a:cs typeface="Arial" panose="020B0604020202020204" pitchFamily="34" charset="0"/>
              </a:rPr>
              <a:t>All…All…</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6D669-D657-B150-AE51-C51811950B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F77A6D-5B95-F7C1-AE41-40C9AE6CD0DF}"/>
              </a:ext>
            </a:extLst>
          </p:cNvPr>
          <p:cNvSpPr>
            <a:spLocks noGrp="1"/>
          </p:cNvSpPr>
          <p:nvPr>
            <p:ph idx="1"/>
          </p:nvPr>
        </p:nvSpPr>
        <p:spPr/>
        <p:txBody>
          <a:bodyPr/>
          <a:lstStyle/>
          <a:p>
            <a:endParaRPr lang="en-US"/>
          </a:p>
        </p:txBody>
      </p:sp>
      <p:pic>
        <p:nvPicPr>
          <p:cNvPr id="12290" name="Picture 2" descr="Có thể là hình ảnh về văn bản cho biết 'I Il DAas TIN MỪNG CHÚA GIÊSU KITÔ Theo Thánh Luca ン &quot;Những gì ngươi săm sẵn đó sẽ về tay ai ?&quot; (LC 12, (LC12,13-21) 13-21)'">
            <a:extLst>
              <a:ext uri="{FF2B5EF4-FFF2-40B4-BE49-F238E27FC236}">
                <a16:creationId xmlns:a16="http://schemas.microsoft.com/office/drawing/2014/main" id="{74E58F75-7AA1-C415-6026-413F3101CF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96358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E16DA-ECB0-3E3B-5207-542BB0C3D7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B3BD8C-0F9D-2FA2-9F6E-7C20A68DE863}"/>
              </a:ext>
            </a:extLst>
          </p:cNvPr>
          <p:cNvSpPr>
            <a:spLocks noGrp="1"/>
          </p:cNvSpPr>
          <p:nvPr>
            <p:ph idx="1"/>
          </p:nvPr>
        </p:nvSpPr>
        <p:spPr/>
        <p:txBody>
          <a:bodyPr/>
          <a:lstStyle/>
          <a:p>
            <a:endParaRPr lang="en-US"/>
          </a:p>
        </p:txBody>
      </p:sp>
      <p:pic>
        <p:nvPicPr>
          <p:cNvPr id="1026" name="Picture 2" descr="Có thể là hình ảnh về 1 người và văn bản cho biết 'CHUA NHẬT XVIII THƯỜNG NIÊN NĂM C Đùng thu tích... CỦA CÁI THẾ GIAN &quot;Nội NÔi đêm nay, người ta sẽ đoi lại mạng ngươi, thì những gì ngươi sấm sãn đó sẽ vễ tay ai? (Lc12,1321] [Lc12 12, 1321]'">
            <a:extLst>
              <a:ext uri="{FF2B5EF4-FFF2-40B4-BE49-F238E27FC236}">
                <a16:creationId xmlns:a16="http://schemas.microsoft.com/office/drawing/2014/main" id="{B8103E6F-F2D6-E7E7-45EC-909A086C99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661531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HIẾN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ĐỜI</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CON</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1. Tiến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Cha </a:t>
            </a:r>
            <a:r>
              <a:rPr lang="en-US" sz="9600" b="1" dirty="0" err="1">
                <a:effectLst/>
                <a:latin typeface="Times New Roman (Headings)"/>
                <a:cs typeface="Arial" panose="020B0604020202020204" pitchFamily="34" charset="0"/>
              </a:rPr>
              <a:t>đây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hiến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lễ</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đời</a:t>
            </a:r>
            <a:r>
              <a:rPr lang="en-US" sz="96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56042738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bánh thơm ngon tình chung ly rượu nồng,</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76059-E4E8-83D3-8690-F158BF154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CAC94-C693-78AF-320E-3B9BF2DF34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cả tấm lòng dệt bài thơ ước mong.</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630447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FE5F6-5BCA-A68B-D3E3-8A4FC1F1D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5AC9D-B545-81F6-9238-38022E87867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Ước mong sao được nên như lòng Cha,</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8270157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B8850-82ED-DAC8-6401-A7359A628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4568B-10F0-C888-093E-5C1D2D36BC1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giữa</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phong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ba</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yêu</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không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nhạt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nhòa</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897542"/>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FEBE-2431-9E16-5930-3FE73D7BB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2917F-FAC5-9CBC-FC00-27A36009E4B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để con là cánh hoa ươm hương tình Cha.</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1093943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A08A8-7CFD-F0FB-5812-83DAEA909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6FA84-FE68-9384-2AD9-805FEEE6E69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000" b="1" dirty="0" err="1">
                <a:effectLst/>
                <a:latin typeface="Times New Roman (Headings)"/>
                <a:cs typeface="Arial" panose="020B0604020202020204" pitchFamily="34" charset="0"/>
              </a:rPr>
              <a:t>ĐK</a:t>
            </a:r>
            <a:r>
              <a:rPr lang="vi-VN" sz="9000" b="1" dirty="0">
                <a:effectLst/>
                <a:latin typeface="Times New Roman (Headings)"/>
                <a:cs typeface="Arial" panose="020B0604020202020204" pitchFamily="34" charset="0"/>
              </a:rPr>
              <a:t>. Cùng hòa lên khúc yêu thương ngày mới,</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469259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56144-74B2-634A-298D-B5AC2C027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73B81-2AA5-97E8-F2CB-4EA907D03E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ngời sáng trong ân tình Chúa ngàn nơi.</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8400252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575B-A5D8-EFD7-82EC-4CB11DB84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183CC-41B9-05A9-8381-F3E9BBD2557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Nguyện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liên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cuộc</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đời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khối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này</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93580317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36D68-70F3-1896-06C8-97958CF5E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5DE1A-FCD5-454E-4145-B7F3CB307BC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để</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nên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lễ</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từng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ngày</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22949839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ADDCB-A597-D533-1F8E-61625BDEE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AAD5D5-B72C-8D08-16CB-F9B0B020CBD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2. Tiến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Cha </a:t>
            </a:r>
            <a:r>
              <a:rPr lang="en-US" sz="9600" b="1" dirty="0" err="1">
                <a:effectLst/>
                <a:latin typeface="Times New Roman (Headings)"/>
                <a:cs typeface="Arial" panose="020B0604020202020204" pitchFamily="34" charset="0"/>
              </a:rPr>
              <a:t>đây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tiếng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hát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lời</a:t>
            </a:r>
            <a:r>
              <a:rPr lang="en-US" sz="9600" b="1" dirty="0">
                <a:effectLst/>
                <a:latin typeface="Times New Roman (Headings)"/>
                <a:cs typeface="Arial" panose="020B0604020202020204" pitchFamily="34" charset="0"/>
              </a:rPr>
              <a:t> ca,</a:t>
            </a:r>
          </a:p>
        </p:txBody>
      </p:sp>
    </p:spTree>
    <p:extLst>
      <p:ext uri="{BB962C8B-B14F-4D97-AF65-F5344CB8AC3E}">
        <p14:creationId xmlns:p14="http://schemas.microsoft.com/office/powerpoint/2010/main" val="92692429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E5541-CEB4-FB82-24F3-295BEE477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9E6B1-028E-8630-65E7-8EB236E59C0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với hương hoa tỏa lan trên bàn thờ,</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8173591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37225-2A96-252D-E3E3-AE9DB33E9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417F2-4CC7-30F8-AC29-299D90D5303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xin gói trọn lòng con trong tiếng thơ.</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6776681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7BA6-E814-D798-BCCB-2DC97185A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19E9B-BA9E-33EE-84C4-0B17DFF5B7A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Khấn xin Cha tỏa ánh sáng trời mơ,</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8057927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A55FE-EC69-1052-95F3-4E7AC3D01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E62A5-C9ED-4343-03FC-72BF0666B43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dẫn con thơ vượt qua trên nẻo về,</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7820916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D61E3-F62B-E7B2-039B-47277879A0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0E759-8946-F9CF-27B7-A7602649665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vẹn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câu</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thề</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sáng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tấm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thủy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chung</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0053835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0A46C-F4AC-4A82-C40B-93D7D25B8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2F20F-D260-4760-2415-7166AA35F3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000" b="1" dirty="0" err="1">
                <a:effectLst/>
                <a:latin typeface="Times New Roman (Headings)"/>
                <a:cs typeface="Arial" panose="020B0604020202020204" pitchFamily="34" charset="0"/>
              </a:rPr>
              <a:t>ĐK</a:t>
            </a:r>
            <a:r>
              <a:rPr lang="vi-VN" sz="9000" b="1" dirty="0">
                <a:effectLst/>
                <a:latin typeface="Times New Roman (Headings)"/>
                <a:cs typeface="Arial" panose="020B0604020202020204" pitchFamily="34" charset="0"/>
              </a:rPr>
              <a:t>. Cùng hòa lên khúc yêu thương ngày mới,</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9976215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FECBC-6E7C-ED95-9D05-847C6A446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BC105-79EB-A818-B143-80564831093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ngời sáng trong ân tình Chúa ngàn nơi.</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05728473"/>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4E816-25F5-A7ED-6EA4-0AD96A80C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CAB2D-4B1E-8E11-5BA8-E561E82BB87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Nguyện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liên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cuộc</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đời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khối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này</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83462166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2E676-7137-E991-1C23-37A34CBEA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64B793-C1AB-780A-924D-BED0C169D3D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để</a:t>
            </a:r>
            <a:r>
              <a:rPr lang="en-US" sz="9600" b="1" dirty="0">
                <a:effectLst/>
                <a:latin typeface="Times New Roman (Headings)"/>
                <a:cs typeface="Arial" panose="020B0604020202020204" pitchFamily="34" charset="0"/>
              </a:rPr>
              <a:t> con </a:t>
            </a:r>
            <a:r>
              <a:rPr lang="en-US" sz="9600" b="1" dirty="0" err="1">
                <a:effectLst/>
                <a:latin typeface="Times New Roman (Headings)"/>
                <a:cs typeface="Arial" panose="020B0604020202020204" pitchFamily="34" charset="0"/>
              </a:rPr>
              <a:t>nên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lễ</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từng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ngày</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37440076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3F3CF-BF88-9F0C-9CD1-7DEA41B22C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D4134B-7AB2-B2A1-F422-86E4F298BA1A}"/>
              </a:ext>
            </a:extLst>
          </p:cNvPr>
          <p:cNvSpPr>
            <a:spLocks noGrp="1"/>
          </p:cNvSpPr>
          <p:nvPr>
            <p:ph idx="1"/>
          </p:nvPr>
        </p:nvSpPr>
        <p:spPr/>
        <p:txBody>
          <a:bodyPr/>
          <a:lstStyle/>
          <a:p>
            <a:endParaRPr lang="en-US"/>
          </a:p>
        </p:txBody>
      </p:sp>
      <p:pic>
        <p:nvPicPr>
          <p:cNvPr id="1026" name="Picture 2" descr="Có thể là hình ảnh về 1 người và văn bản cho biết 'CHUA NHẬT XVIII THƯỜNG NIÊN NĂM C Đùng thu tích... CỦA CÁI THẾ GIAN &quot;Nội NÔi đêm nay, người ta sẽ đoi lại mạng ngươi, thì những gì ngươi sấm sãn đó sẽ vễ tay ai? (Lc12,1321] [Lc12 12, 1321]'">
            <a:extLst>
              <a:ext uri="{FF2B5EF4-FFF2-40B4-BE49-F238E27FC236}">
                <a16:creationId xmlns:a16="http://schemas.microsoft.com/office/drawing/2014/main" id="{CD65F4AC-7555-68D6-EA99-5E30D54BDF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0554329"/>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736600" y="12700"/>
            <a:ext cx="7670800" cy="457761"/>
          </a:xfrm>
        </p:spPr>
        <p:txBody>
          <a:bodyPr lIns="91440" tIns="0" rIns="91440" bIns="0" anchor="b">
            <a:normAutofit/>
          </a:bodyPr>
          <a:lstStyle/>
          <a:p>
            <a:pPr>
              <a:lnSpc>
                <a:spcPct val="90000"/>
              </a:lnSpc>
            </a:pP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u="sng"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vi-VN" sz="9600" b="1" dirty="0">
                <a:latin typeface="Times New Roman (Headings)"/>
                <a:cs typeface="Arial" panose="020B0604020202020204" pitchFamily="34" charset="0"/>
              </a:rPr>
              <a:t>Lạy Chúa, xin ban cho chúng tôi bánh bởi trời,</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215767542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2FB68-8CB8-968E-BDDB-3D465166A44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C0EEAE3-85E2-F4D6-28FA-EE752037D9C6}"/>
              </a:ext>
            </a:extLst>
          </p:cNvPr>
          <p:cNvSpPr txBox="1">
            <a:spLocks/>
          </p:cNvSpPr>
          <p:nvPr/>
        </p:nvSpPr>
        <p:spPr>
          <a:xfrm>
            <a:off x="0" y="0"/>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vi-VN" sz="8800" b="1" dirty="0">
                <a:latin typeface="Times New Roman (Headings)"/>
                <a:cs typeface="Arial" panose="020B0604020202020204" pitchFamily="34" charset="0"/>
              </a:rPr>
              <a:t>có đủ mọi mùi thơm ngon và mọi hương vị ngọt ngào.</a:t>
            </a:r>
            <a:endParaRPr lang="en-US" sz="8800" b="1" dirty="0">
              <a:latin typeface="Times New Roman (Headings)"/>
              <a:cs typeface="Arial" panose="020B0604020202020204" pitchFamily="34" charset="0"/>
            </a:endParaRPr>
          </a:p>
        </p:txBody>
      </p:sp>
    </p:spTree>
    <p:extLst>
      <p:ext uri="{BB962C8B-B14F-4D97-AF65-F5344CB8AC3E}">
        <p14:creationId xmlns:p14="http://schemas.microsoft.com/office/powerpoint/2010/main" val="122283334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CHẲNG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CÒN</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LẠI</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GÌ</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1. Như người phú hộ tưởng mình toan tính khôn ngoan,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153937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tưởng mình sẽ sống cao sang trong nhung lụa gấm vóc,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trong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tiền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danh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vọng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64124727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85B6-E2BD-648B-179B-895C1F67C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A26F9-B316-7B2A-47B9-4B324E79B26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Ai </a:t>
            </a:r>
            <a:r>
              <a:rPr lang="en-US" sz="8800" b="1" dirty="0" err="1">
                <a:effectLst/>
                <a:latin typeface="Times New Roman (Headings)"/>
                <a:cs typeface="Arial" panose="020B0604020202020204" pitchFamily="34" charset="0"/>
              </a:rPr>
              <a:t>ngờ</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hóa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ra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khờ</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giờ</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bên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782993134"/>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B1215-13FE-50C1-7250-456C5BBF2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F2C78-1E22-2631-2CE3-B447D9B9039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Đời chỉ thế thôi cho ai lo hưởng thụ và thu tích cho mình.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8855503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87F25-F31A-4D7B-3684-BC6FCA65F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311B3-53AD-4806-1ECD-5C412461B73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ĐK</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Lạy</a:t>
            </a:r>
            <a:r>
              <a:rPr lang="en-US" sz="9200" b="1" dirty="0">
                <a:effectLst/>
                <a:latin typeface="Times New Roman (Headings)"/>
                <a:cs typeface="Arial" panose="020B0604020202020204" pitchFamily="34" charset="0"/>
              </a:rPr>
              <a:t> Chúa, </a:t>
            </a:r>
            <a:r>
              <a:rPr lang="en-US" sz="9200" b="1" dirty="0" err="1">
                <a:effectLst/>
                <a:latin typeface="Times New Roman (Headings)"/>
                <a:cs typeface="Arial" panose="020B0604020202020204" pitchFamily="34" charset="0"/>
              </a:rPr>
              <a:t>cho</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biết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rằng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mọi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sự</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đều</a:t>
            </a:r>
            <a:r>
              <a:rPr lang="en-US" sz="9200" b="1" dirty="0">
                <a:effectLst/>
                <a:latin typeface="Times New Roman (Headings)"/>
                <a:cs typeface="Arial" panose="020B0604020202020204" pitchFamily="34" charset="0"/>
              </a:rPr>
              <a:t> qua </a:t>
            </a:r>
            <a:r>
              <a:rPr lang="en-US" sz="9200" b="1" dirty="0" err="1">
                <a:effectLst/>
                <a:latin typeface="Times New Roman (Headings)"/>
                <a:cs typeface="Arial" panose="020B0604020202020204" pitchFamily="34" charset="0"/>
              </a:rPr>
              <a:t>đi</a:t>
            </a:r>
            <a:endParaRPr lang="en-US" sz="9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903776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69DA6-A5DC-CC0B-3891-2333DD9DC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86142-098B-BB13-B06F-47AED973D2B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chẳng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còn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gì</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đời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ngoài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một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mình</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906253749"/>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15263-0064-8FB4-1A58-18B8EB26A7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21F8B-3B86-0043-9DBC-C84C33CE29E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Cho con lo </a:t>
            </a:r>
            <a:r>
              <a:rPr lang="en-US" sz="9600" b="1" dirty="0" err="1">
                <a:effectLst/>
                <a:latin typeface="Times New Roman (Headings)"/>
                <a:cs typeface="Arial" panose="020B0604020202020204" pitchFamily="34" charset="0"/>
              </a:rPr>
              <a:t>tìm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kiếm</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hết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chia </a:t>
            </a:r>
            <a:r>
              <a:rPr lang="en-US" sz="9600" b="1" dirty="0" err="1">
                <a:effectLst/>
                <a:latin typeface="Times New Roman (Headings)"/>
                <a:cs typeface="Arial" panose="020B0604020202020204" pitchFamily="34" charset="0"/>
              </a:rPr>
              <a:t>sẻ</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433195937"/>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86D8-318B-ADBF-8BC0-A77169ACA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A0200-3FF2-DEEA-D281-5ECADFB860D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hết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cho</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những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gì</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trao</a:t>
            </a:r>
            <a:r>
              <a:rPr lang="en-US" sz="9600" b="1" dirty="0">
                <a:effectLst/>
                <a:latin typeface="Times New Roman (Headings)"/>
                <a:cs typeface="Arial" panose="020B0604020202020204" pitchFamily="34" charset="0"/>
              </a:rPr>
              <a:t> ban.</a:t>
            </a:r>
          </a:p>
        </p:txBody>
      </p:sp>
    </p:spTree>
    <p:extLst>
      <p:ext uri="{BB962C8B-B14F-4D97-AF65-F5344CB8AC3E}">
        <p14:creationId xmlns:p14="http://schemas.microsoft.com/office/powerpoint/2010/main" val="340022428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E677F-99C2-0A6C-FB57-AA9D16423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6C717-CAB2-232F-5E75-77DBA9D684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2. Ai người vẫn còn ôm mộng say Giấc Nam Kha,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9557443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41062-B91C-8333-8314-A2BB4D3E7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749FA-A9E3-FA9B-7372-0B7BC4DEBB7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để</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rồi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sau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những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ra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trắng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còn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mình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52083859"/>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8D567-4B53-8A07-639F-45041AEBE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7161EF-289E-0AD0-F2E6-B30DFA06677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Cõi đời thế gian tạm bợ hỡi người hãy nhớ</a:t>
            </a:r>
            <a:r>
              <a:rPr lang="en-US" sz="8800" b="1" dirty="0">
                <a:effectLst/>
                <a:latin typeface="Times New Roman (Headings)"/>
                <a:cs typeface="Arial" panose="020B0604020202020204" pitchFamily="34" charset="0"/>
              </a:rPr>
              <a:t> </a:t>
            </a:r>
            <a:r>
              <a:rPr lang="vi-VN" sz="8800" b="1" dirty="0">
                <a:effectLst/>
                <a:latin typeface="Times New Roman (Headings)"/>
                <a:cs typeface="Arial" panose="020B0604020202020204" pitchFamily="34" charset="0"/>
              </a:rPr>
              <a:t>luôn biết sống yêu thương.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7052412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68F06-8D31-FE7C-72E9-F27C13D652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45360-0E96-EA8F-71A3-2E328BBD0DC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Tình thương sớt chia cho đi hết</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79220477"/>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3E377-0A20-7584-FE21-88532A23B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47F41-DBCA-7D21-7115-35004506883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latin typeface="Times New Roman (Headings)"/>
                <a:cs typeface="Arial" panose="020B0604020202020204" pitchFamily="34" charset="0"/>
              </a:rPr>
              <a:t>những gì được ban phát cho mình.</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3103349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BA517-8CCB-9773-F622-1286DEED4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C871F-A4B4-42FA-4696-6973A6FBC68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ĐK</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Lạy</a:t>
            </a:r>
            <a:r>
              <a:rPr lang="en-US" sz="9200" b="1" dirty="0">
                <a:effectLst/>
                <a:latin typeface="Times New Roman (Headings)"/>
                <a:cs typeface="Arial" panose="020B0604020202020204" pitchFamily="34" charset="0"/>
              </a:rPr>
              <a:t> Chúa, </a:t>
            </a:r>
            <a:r>
              <a:rPr lang="en-US" sz="9200" b="1" dirty="0" err="1">
                <a:effectLst/>
                <a:latin typeface="Times New Roman (Headings)"/>
                <a:cs typeface="Arial" panose="020B0604020202020204" pitchFamily="34" charset="0"/>
              </a:rPr>
              <a:t>cho</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biết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rằng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mọi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sự</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đều</a:t>
            </a:r>
            <a:r>
              <a:rPr lang="en-US" sz="9200" b="1" dirty="0">
                <a:effectLst/>
                <a:latin typeface="Times New Roman (Headings)"/>
                <a:cs typeface="Arial" panose="020B0604020202020204" pitchFamily="34" charset="0"/>
              </a:rPr>
              <a:t> qua </a:t>
            </a:r>
            <a:r>
              <a:rPr lang="en-US" sz="9200" b="1" dirty="0" err="1">
                <a:effectLst/>
                <a:latin typeface="Times New Roman (Headings)"/>
                <a:cs typeface="Arial" panose="020B0604020202020204" pitchFamily="34" charset="0"/>
              </a:rPr>
              <a:t>đi</a:t>
            </a:r>
            <a:endParaRPr lang="en-US" sz="9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081590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57028-AF33-846F-AAD9-E6406446D1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A2AEB3-5EEE-17DE-0E5E-66086998838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chẳng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còn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gì</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đời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ngoài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một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mình</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2667106553"/>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D8D96-1404-BD1A-3D56-94FB8CB88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8FCDE-E0BD-AA1C-1741-AFAC144AF7C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Cho con lo </a:t>
            </a:r>
            <a:r>
              <a:rPr lang="en-US" sz="9600" b="1" dirty="0" err="1">
                <a:effectLst/>
                <a:latin typeface="Times New Roman (Headings)"/>
                <a:cs typeface="Arial" panose="020B0604020202020204" pitchFamily="34" charset="0"/>
              </a:rPr>
              <a:t>tìm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kiếm</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hết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chia </a:t>
            </a:r>
            <a:r>
              <a:rPr lang="en-US" sz="9600" b="1" dirty="0" err="1">
                <a:effectLst/>
                <a:latin typeface="Times New Roman (Headings)"/>
                <a:cs typeface="Arial" panose="020B0604020202020204" pitchFamily="34" charset="0"/>
              </a:rPr>
              <a:t>sẻ</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900614322"/>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6A88A-CD6E-CCF9-9646-62FF35F2E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89996-B5F3-AE0F-3F2D-6EF29CDE4F5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hết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cho</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những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gì</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trao</a:t>
            </a:r>
            <a:r>
              <a:rPr lang="en-US" sz="9600" b="1" dirty="0">
                <a:effectLst/>
                <a:latin typeface="Times New Roman (Headings)"/>
                <a:cs typeface="Arial" panose="020B0604020202020204" pitchFamily="34" charset="0"/>
              </a:rPr>
              <a:t> ban.</a:t>
            </a:r>
          </a:p>
        </p:txBody>
      </p:sp>
    </p:spTree>
    <p:extLst>
      <p:ext uri="{BB962C8B-B14F-4D97-AF65-F5344CB8AC3E}">
        <p14:creationId xmlns:p14="http://schemas.microsoft.com/office/powerpoint/2010/main" val="151945470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F2223-D5E1-A97F-4EC6-73D64FBE6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92872-E389-BE69-AB11-A4695943E69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3. Hãy lo giữ mình tránh mọi ước muốn tham lam,</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2455032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F3F05-CA9E-7B5E-F518-7ED34C357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FAA85-38FD-F0C3-FB59-EA9A9ED995A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tránh mọi mơ ước cao sang hay đua đòi danh giá</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2802318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33A84-4714-5FFC-DD48-8BEF826D4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AE88F-EEE8-C518-98A3-5B69730C36A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latin typeface="Times New Roman (Headings)"/>
                <a:cs typeface="Arial" panose="020B0604020202020204" pitchFamily="34" charset="0"/>
              </a:rPr>
              <a:t>nhưng tự hạ khó nghèo.</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36855717"/>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66E22-8C96-17B8-9069-8D7A93D03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9C573-06AD-1C01-DD9E-954A50F63D0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000" b="1" dirty="0" err="1">
                <a:effectLst/>
                <a:latin typeface="Times New Roman (Headings)"/>
                <a:cs typeface="Arial" panose="020B0604020202020204" pitchFamily="34" charset="0"/>
              </a:rPr>
              <a:t>Bất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công</a:t>
            </a:r>
            <a:r>
              <a:rPr lang="en-US" sz="9000" b="1" dirty="0">
                <a:effectLst/>
                <a:latin typeface="Times New Roman (Headings)"/>
                <a:cs typeface="Arial" panose="020B0604020202020204" pitchFamily="34" charset="0"/>
              </a:rPr>
              <a:t> ở </a:t>
            </a:r>
            <a:r>
              <a:rPr lang="en-US" sz="9000" b="1" dirty="0" err="1">
                <a:effectLst/>
                <a:latin typeface="Times New Roman (Headings)"/>
                <a:cs typeface="Arial" panose="020B0604020202020204" pitchFamily="34" charset="0"/>
              </a:rPr>
              <a:t>ngay</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lòng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mình</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không</a:t>
            </a:r>
            <a:r>
              <a:rPr lang="en-US" sz="9000" b="1" dirty="0">
                <a:effectLst/>
                <a:latin typeface="Times New Roman (Headings)"/>
                <a:cs typeface="Arial" panose="020B0604020202020204" pitchFamily="34" charset="0"/>
              </a:rPr>
              <a:t> ở </a:t>
            </a:r>
            <a:r>
              <a:rPr lang="en-US" sz="9000" b="1" dirty="0" err="1">
                <a:effectLst/>
                <a:latin typeface="Times New Roman (Headings)"/>
                <a:cs typeface="Arial" panose="020B0604020202020204" pitchFamily="34" charset="0"/>
              </a:rPr>
              <a:t>đâu</a:t>
            </a:r>
            <a:r>
              <a:rPr lang="en-US" sz="9000" b="1" dirty="0">
                <a:effectLst/>
                <a:latin typeface="Times New Roman (Headings)"/>
                <a:cs typeface="Arial" panose="020B0604020202020204" pitchFamily="34" charset="0"/>
              </a:rPr>
              <a:t> xa </a:t>
            </a:r>
            <a:r>
              <a:rPr lang="en-US" sz="9000" b="1" dirty="0" err="1">
                <a:effectLst/>
                <a:latin typeface="Times New Roman (Headings)"/>
                <a:cs typeface="Arial" panose="020B0604020202020204" pitchFamily="34" charset="0"/>
              </a:rPr>
              <a:t>khi</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chỉ</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sống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cho</a:t>
            </a:r>
            <a:r>
              <a:rPr lang="en-US" sz="9000" b="1" dirty="0">
                <a:effectLst/>
                <a:latin typeface="Times New Roman (Headings)"/>
                <a:cs typeface="Arial" panose="020B0604020202020204" pitchFamily="34" charset="0"/>
              </a:rPr>
              <a:t> ta.</a:t>
            </a:r>
          </a:p>
        </p:txBody>
      </p:sp>
    </p:spTree>
    <p:extLst>
      <p:ext uri="{BB962C8B-B14F-4D97-AF65-F5344CB8AC3E}">
        <p14:creationId xmlns:p14="http://schemas.microsoft.com/office/powerpoint/2010/main" val="2394806475"/>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8F502-5081-C065-BF76-B5E63E5DF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075F8C-F3AF-2FAA-F04B-A8B2A5AB11C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000" b="1" dirty="0">
                <a:effectLst/>
                <a:latin typeface="Times New Roman (Headings)"/>
                <a:cs typeface="Arial" panose="020B0604020202020204" pitchFamily="34" charset="0"/>
              </a:rPr>
              <a:t>Đời vui biết bao khi yêu thương dâng trào vì con đã dâng trao.</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03007585"/>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53B6F-DFF2-CFB9-7B0D-CB8BE1607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1234B-3C99-920F-8288-4C74E2A9094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200" b="1" dirty="0" err="1">
                <a:effectLst/>
                <a:latin typeface="Times New Roman (Headings)"/>
                <a:cs typeface="Arial" panose="020B0604020202020204" pitchFamily="34" charset="0"/>
              </a:rPr>
              <a:t>ĐK</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Lạy</a:t>
            </a:r>
            <a:r>
              <a:rPr lang="en-US" sz="9200" b="1" dirty="0">
                <a:effectLst/>
                <a:latin typeface="Times New Roman (Headings)"/>
                <a:cs typeface="Arial" panose="020B0604020202020204" pitchFamily="34" charset="0"/>
              </a:rPr>
              <a:t> Chúa, </a:t>
            </a:r>
            <a:r>
              <a:rPr lang="en-US" sz="9200" b="1" dirty="0" err="1">
                <a:effectLst/>
                <a:latin typeface="Times New Roman (Headings)"/>
                <a:cs typeface="Arial" panose="020B0604020202020204" pitchFamily="34" charset="0"/>
              </a:rPr>
              <a:t>cho</a:t>
            </a:r>
            <a:r>
              <a:rPr lang="en-US" sz="9200" b="1" dirty="0">
                <a:effectLst/>
                <a:latin typeface="Times New Roman (Headings)"/>
                <a:cs typeface="Arial" panose="020B0604020202020204" pitchFamily="34" charset="0"/>
              </a:rPr>
              <a:t> con </a:t>
            </a:r>
            <a:r>
              <a:rPr lang="en-US" sz="9200" b="1" dirty="0" err="1">
                <a:effectLst/>
                <a:latin typeface="Times New Roman (Headings)"/>
                <a:cs typeface="Arial" panose="020B0604020202020204" pitchFamily="34" charset="0"/>
              </a:rPr>
              <a:t>biết</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rằng</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mọi</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sự</a:t>
            </a:r>
            <a:r>
              <a:rPr lang="en-US" sz="9200" b="1" dirty="0">
                <a:effectLst/>
                <a:latin typeface="Times New Roman (Headings)"/>
                <a:cs typeface="Arial" panose="020B0604020202020204" pitchFamily="34" charset="0"/>
              </a:rPr>
              <a:t> </a:t>
            </a:r>
            <a:r>
              <a:rPr lang="en-US" sz="9200" b="1" dirty="0" err="1">
                <a:effectLst/>
                <a:latin typeface="Times New Roman (Headings)"/>
                <a:cs typeface="Arial" panose="020B0604020202020204" pitchFamily="34" charset="0"/>
              </a:rPr>
              <a:t>đều</a:t>
            </a:r>
            <a:r>
              <a:rPr lang="en-US" sz="9200" b="1" dirty="0">
                <a:effectLst/>
                <a:latin typeface="Times New Roman (Headings)"/>
                <a:cs typeface="Arial" panose="020B0604020202020204" pitchFamily="34" charset="0"/>
              </a:rPr>
              <a:t> qua </a:t>
            </a:r>
            <a:r>
              <a:rPr lang="en-US" sz="9200" b="1" dirty="0" err="1">
                <a:effectLst/>
                <a:latin typeface="Times New Roman (Headings)"/>
                <a:cs typeface="Arial" panose="020B0604020202020204" pitchFamily="34" charset="0"/>
              </a:rPr>
              <a:t>đi</a:t>
            </a:r>
            <a:endParaRPr lang="en-US" sz="9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28713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A0DED-6C77-DD87-0B00-856D84907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BAC70-6781-9E7A-B7E6-B76BBAAF203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chẳng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còn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gì</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trong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đời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ngoài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một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mình</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06349689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2B022-614C-6225-8F9D-C7C934217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B3306-C683-0C30-7989-0324A62F0F0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a:effectLst/>
                <a:latin typeface="Times New Roman (Headings)"/>
                <a:cs typeface="Arial" panose="020B0604020202020204" pitchFamily="34" charset="0"/>
              </a:rPr>
              <a:t>Cho con lo </a:t>
            </a:r>
            <a:r>
              <a:rPr lang="en-US" sz="9600" b="1" dirty="0" err="1">
                <a:effectLst/>
                <a:latin typeface="Times New Roman (Headings)"/>
                <a:cs typeface="Arial" panose="020B0604020202020204" pitchFamily="34" charset="0"/>
              </a:rPr>
              <a:t>tìm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kiếm</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hết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chia </a:t>
            </a:r>
            <a:r>
              <a:rPr lang="en-US" sz="9600" b="1" dirty="0" err="1">
                <a:effectLst/>
                <a:latin typeface="Times New Roman (Headings)"/>
                <a:cs typeface="Arial" panose="020B0604020202020204" pitchFamily="34" charset="0"/>
              </a:rPr>
              <a:t>sẻ</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07426558"/>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C956F-F422-A8D8-197B-282D927B57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D16E1-C260-1991-FA5C-6748C031C21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hết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cho</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những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gì</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trao</a:t>
            </a:r>
            <a:r>
              <a:rPr lang="en-US" sz="9600" b="1" dirty="0">
                <a:effectLst/>
                <a:latin typeface="Times New Roman (Headings)"/>
                <a:cs typeface="Arial" panose="020B0604020202020204" pitchFamily="34" charset="0"/>
              </a:rPr>
              <a:t> ban.</a:t>
            </a:r>
          </a:p>
        </p:txBody>
      </p:sp>
    </p:spTree>
    <p:extLst>
      <p:ext uri="{BB962C8B-B14F-4D97-AF65-F5344CB8AC3E}">
        <p14:creationId xmlns:p14="http://schemas.microsoft.com/office/powerpoint/2010/main" val="1149116243"/>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94B8D-76DC-6544-68D5-32FCB2D02F4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5B1B2F-56AE-3278-8967-9DE5F6D88E52}"/>
              </a:ext>
            </a:extLst>
          </p:cNvPr>
          <p:cNvSpPr>
            <a:spLocks noGrp="1"/>
          </p:cNvSpPr>
          <p:nvPr>
            <p:ph idx="1"/>
          </p:nvPr>
        </p:nvSpPr>
        <p:spPr/>
        <p:txBody>
          <a:bodyPr/>
          <a:lstStyle/>
          <a:p>
            <a:endParaRPr lang="en-US"/>
          </a:p>
        </p:txBody>
      </p:sp>
      <p:pic>
        <p:nvPicPr>
          <p:cNvPr id="1026" name="Picture 2" descr="Có thể là hình ảnh về 1 người và văn bản cho biết 'CHUA NHẬT XVIII THƯỜNG NIÊN NĂM C Đùng thu tích... CỦA CÁI THẾ GIAN &quot;Nội NÔi đêm nay, người ta sẽ đoi lại mạng ngươi, thì những gì ngươi sấm sãn đó sẽ vễ tay ai? (Lc12,1321] [Lc12 12, 1321]'">
            <a:extLst>
              <a:ext uri="{FF2B5EF4-FFF2-40B4-BE49-F238E27FC236}">
                <a16:creationId xmlns:a16="http://schemas.microsoft.com/office/drawing/2014/main" id="{0BCF52DE-AB6A-B84B-16D7-EF00795C44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5409855"/>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MẸ</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ĐẸP</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TƯƠI</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Kim Long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600" b="1" dirty="0">
                <a:effectLst/>
                <a:latin typeface="Times New Roman (Headings)"/>
                <a:cs typeface="Arial" panose="020B0604020202020204" pitchFamily="34" charset="0"/>
              </a:rPr>
              <a:t>1. Mẹ Ma-ri-a đẹp tươi như bình minh chiếu rạng ngời.</a:t>
            </a:r>
            <a:endParaRPr lang="en-US" sz="8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Vầng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trăng</a:t>
            </a:r>
            <a:r>
              <a:rPr lang="en-US" sz="8800" b="1" dirty="0">
                <a:effectLst/>
                <a:latin typeface="Times New Roman (Headings)"/>
                <a:cs typeface="Arial" panose="020B0604020202020204" pitchFamily="34" charset="0"/>
              </a:rPr>
              <a:t> lung </a:t>
            </a:r>
            <a:r>
              <a:rPr lang="en-US" sz="8800" b="1" dirty="0" err="1">
                <a:effectLst/>
                <a:latin typeface="Times New Roman (Headings)"/>
                <a:cs typeface="Arial" panose="020B0604020202020204" pitchFamily="34" charset="0"/>
              </a:rPr>
              <a:t>linh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đêm</a:t>
            </a:r>
            <a:r>
              <a:rPr lang="en-US" sz="8800" b="1" dirty="0">
                <a:effectLst/>
                <a:latin typeface="Times New Roman (Headings)"/>
                <a:cs typeface="Arial" panose="020B0604020202020204" pitchFamily="34" charset="0"/>
              </a:rPr>
              <a:t>, so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còn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kém</a:t>
            </a:r>
            <a:r>
              <a:rPr lang="en-US" sz="8800" b="1" dirty="0">
                <a:effectLst/>
                <a:latin typeface="Times New Roman (Headings)"/>
                <a:cs typeface="Arial" panose="020B0604020202020204" pitchFamily="34" charset="0"/>
              </a:rPr>
              <a:t> xa.</a:t>
            </a:r>
          </a:p>
        </p:txBody>
      </p:sp>
    </p:spTree>
    <p:extLst>
      <p:ext uri="{BB962C8B-B14F-4D97-AF65-F5344CB8AC3E}">
        <p14:creationId xmlns:p14="http://schemas.microsoft.com/office/powerpoint/2010/main" val="2958446063"/>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1574-C06A-40EA-48EF-0725EDD6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2300-D9B6-6647-9933-D1EB4916615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Con thành tâm kính mừng Mẹ, mừng Mẹ đầy ơn phúc.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64301468"/>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5FC6-C4E7-49E7-E172-4A27B9716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8DA2A-DE2E-1901-7370-4F45EEC10B2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Lòng khiết trinh như huệ thắm xinh muôn đời hiển vinh.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763820"/>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1F033-A08F-E3FA-73C2-36DE2C07EC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035F40-AF08-9FF3-C416-1DB3E30BFDF8}"/>
              </a:ext>
            </a:extLst>
          </p:cNvPr>
          <p:cNvSpPr>
            <a:spLocks noGrp="1"/>
          </p:cNvSpPr>
          <p:nvPr>
            <p:ph idx="1"/>
          </p:nvPr>
        </p:nvSpPr>
        <p:spPr/>
        <p:txBody>
          <a:bodyPr/>
          <a:lstStyle/>
          <a:p>
            <a:endParaRPr lang="en-US"/>
          </a:p>
        </p:txBody>
      </p:sp>
      <p:pic>
        <p:nvPicPr>
          <p:cNvPr id="1026" name="Picture 2" descr="Có thể là hình ảnh về 1 người và văn bản cho biết 'CHUA NHẬT XVIII THƯỜNG NIÊN NĂM C Đùng thu tích... CỦA CÁI THẾ GIAN &quot;Nội NÔi đêm nay, người ta sẽ đoi lại mạng ngươi, thì những gì ngươi sấm sãn đó sẽ vễ tay ai? (Lc12,1321] [Lc12 12, 1321]'">
            <a:extLst>
              <a:ext uri="{FF2B5EF4-FFF2-40B4-BE49-F238E27FC236}">
                <a16:creationId xmlns:a16="http://schemas.microsoft.com/office/drawing/2014/main" id="{58E28474-2402-E199-0CE3-179C934B53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268887"/>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795</TotalTime>
  <Words>4040</Words>
  <Application>Microsoft Office PowerPoint</Application>
  <PresentationFormat>On-screen Show (16:9)</PresentationFormat>
  <Paragraphs>420</Paragraphs>
  <Slides>253</Slides>
  <Notes>92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253</vt:i4>
      </vt:variant>
    </vt:vector>
  </HeadingPairs>
  <TitlesOfParts>
    <vt:vector size="260"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LÊN ĐỀN THÁNH (Lm. Thái Nguyên)</vt:lpstr>
      <vt:lpstr>1. Nhịp nhàng vui bước đi lên Đền Thánh Ngày.</vt:lpstr>
      <vt:lpstr>Dâng câu ca ngợi tình thương Chúa chan hoà.</vt:lpstr>
      <vt:lpstr>Đây con dâng Ngài lòng tin mến thiết tha,</vt:lpstr>
      <vt:lpstr>Thu qua Đông tàn lòng thành quyết không phai nhoà.</vt:lpstr>
      <vt:lpstr>ĐK: Về nhà Chúa ôi lòng đầy rộn rã.</vt:lpstr>
      <vt:lpstr>Cất câu ca con thấy lòng an hoà.</vt:lpstr>
      <vt:lpstr>Trong tình yêu của Thiên Chúa là Cha,</vt:lpstr>
      <vt:lpstr>con cảm tạ ôi tình Cha muôn vàn.</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94 (Lm. Thái Nguyên)</vt:lpstr>
      <vt:lpstr>1. Hãy đến đây ta reo hò mừng Chúa,</vt:lpstr>
      <vt:lpstr>tung hô Ngài Núi Đá độ trì ta.</vt:lpstr>
      <vt:lpstr>Vào trước Thiên Nhan ta dâng lời cảm mến,</vt:lpstr>
      <vt:lpstr>cùng tung hô theo muôn tiếng đàn ca.</vt:lpstr>
      <vt:lpstr>ĐK: Hôm nay ước gì anh em nghe tiếng Chúa.</vt:lpstr>
      <vt:lpstr>Ngài phán: "Các ngươi đừng cứng lòng".</vt:lpstr>
      <vt:lpstr>2. Hãy tiến lên ta chung thờ lạy Chúa,</vt:lpstr>
      <vt:lpstr>hãy bái quì trước Đấng tạo thành ta.</vt:lpstr>
      <vt:lpstr>Là Đức Chúa ta, ta nay thuộc dân Chúa.</vt:lpstr>
      <vt:lpstr>Ngài trông coi như chăm sóc đoàn chiên. </vt:lpstr>
      <vt:lpstr>ĐK: Hôm nay ước gì anh em nghe tiếng Chúa.</vt:lpstr>
      <vt:lpstr>Ngài phán: "Các ngươi đừng cứng lòng".</vt:lpstr>
      <vt:lpstr>3. Hãy chú tâm hôm nay lời Chúa phán,</vt:lpstr>
      <vt:lpstr>chớ cứng lòng giống ở rừng Mas-sa.</vt:lpstr>
      <vt:lpstr>Tại Mê-ri-ba cha ông đã thử thách,</vt:lpstr>
      <vt:lpstr>dù xem Ta qua bao những kỳ công.</vt:lpstr>
      <vt:lpstr>ĐK: Hôm nay ước gì anh em nghe tiếng Chúa.</vt:lpstr>
      <vt:lpstr>Ngài phán: "Các ngươi đừng cứng lòng".</vt:lpstr>
      <vt:lpstr>PowerPoint Presentation</vt:lpstr>
      <vt:lpstr>PowerPoint Presentation</vt:lpstr>
      <vt:lpstr>All… All...   Người ta sống không nguyên chỉ bằng cơm bánh,</vt:lpstr>
      <vt:lpstr>nhưng bởi mọi lời do miệng Thiên Chúa phán ra. All…All…</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HIẾN LỄ ĐỜI CON  (Lm. Thái Nguyên)</vt:lpstr>
      <vt:lpstr>1. Tiến dâng Cha đây hiến lễ đời con,</vt:lpstr>
      <vt:lpstr>bánh thơm ngon tình chung ly rượu nồng,</vt:lpstr>
      <vt:lpstr>cả tấm lòng dệt bài thơ ước mong.</vt:lpstr>
      <vt:lpstr>Ước mong sao được nên như lòng Cha,</vt:lpstr>
      <vt:lpstr>giữa phong ba tình yêu không nhạt nhòa,</vt:lpstr>
      <vt:lpstr>để con là cánh hoa ươm hương tình Cha.</vt:lpstr>
      <vt:lpstr>ĐK. Cùng hòa lên khúc yêu thương ngày mới,</vt:lpstr>
      <vt:lpstr>ngời sáng trong ân tình Chúa ngàn nơi.</vt:lpstr>
      <vt:lpstr>Nguyện kết liên cuộc đời khối tình này,</vt:lpstr>
      <vt:lpstr>để con nên lễ dâng trong từng ngày.</vt:lpstr>
      <vt:lpstr>2. Tiến dâng Cha đây tiếng hát lời ca,</vt:lpstr>
      <vt:lpstr>với hương hoa tỏa lan trên bàn thờ,</vt:lpstr>
      <vt:lpstr>xin gói trọn lòng con trong tiếng thơ.</vt:lpstr>
      <vt:lpstr>Khấn xin Cha tỏa ánh sáng trời mơ,</vt:lpstr>
      <vt:lpstr>dẫn con thơ vượt qua trên nẻo về,</vt:lpstr>
      <vt:lpstr>vẹn câu thề sáng trong tấm lòng thủy chung.</vt:lpstr>
      <vt:lpstr>ĐK. Cùng hòa lên khúc yêu thương ngày mới,</vt:lpstr>
      <vt:lpstr>ngời sáng trong ân tình Chúa ngàn nơi.</vt:lpstr>
      <vt:lpstr>Nguyện kết liên cuộc đời khối tình này,</vt:lpstr>
      <vt:lpstr>để con nên lễ dâng trong từng ngày.</vt:lpstr>
      <vt:lpstr>PowerPoint Presentation</vt:lpstr>
      <vt:lpstr>CA HIỆP LỄ</vt:lpstr>
      <vt:lpstr>PowerPoint Presentation</vt:lpstr>
      <vt:lpstr>HIỆP LỄ CHẲNG CÒN LẠI GÌ (Lm. Thái Nguyên)</vt:lpstr>
      <vt:lpstr>1. Như người phú hộ tưởng mình toan tính khôn ngoan,</vt:lpstr>
      <vt:lpstr>tưởng mình sẽ sống cao sang trong nhung lụa gấm vóc,</vt:lpstr>
      <vt:lpstr>trong tiền tài danh vọng.</vt:lpstr>
      <vt:lpstr>Ai ngờ, hóa ra dại khờ khi giờ Chúa đến khi cái chết ngay bên.</vt:lpstr>
      <vt:lpstr>Đời chỉ thế thôi cho ai lo hưởng thụ và thu tích cho mình.</vt:lpstr>
      <vt:lpstr>ĐK: Lạy Chúa, cho con biết rằng mọi sự đều qua đi</vt:lpstr>
      <vt:lpstr>chẳng còn gì trong đời ngoài một mình Chúa.</vt:lpstr>
      <vt:lpstr>Cho con lo tìm kiếm Chúa, hết lòng chia sẻ,</vt:lpstr>
      <vt:lpstr>hết lòng cho đi những gì Chúa trao ban.</vt:lpstr>
      <vt:lpstr>2. Ai người vẫn còn ôm mộng say Giấc Nam Kha,</vt:lpstr>
      <vt:lpstr>để rồi sau những bôn ba ra đi bàn tay trắng không còn gì cho mình.</vt:lpstr>
      <vt:lpstr>Cõi đời thế gian tạm bợ hỡi người hãy nhớ luôn biết sống yêu thương.</vt:lpstr>
      <vt:lpstr>Tình thương sớt chia cho đi hết</vt:lpstr>
      <vt:lpstr>những gì được ban phát cho mình.</vt:lpstr>
      <vt:lpstr>ĐK: Lạy Chúa, cho con biết rằng mọi sự đều qua đi</vt:lpstr>
      <vt:lpstr>chẳng còn gì trong đời ngoài một mình Chúa.</vt:lpstr>
      <vt:lpstr>Cho con lo tìm kiếm Chúa, hết lòng chia sẻ,</vt:lpstr>
      <vt:lpstr>hết lòng cho đi những gì Chúa trao ban.</vt:lpstr>
      <vt:lpstr>3. Hãy lo giữ mình tránh mọi ước muốn tham lam,</vt:lpstr>
      <vt:lpstr>tránh mọi mơ ước cao sang hay đua đòi danh giá</vt:lpstr>
      <vt:lpstr>nhưng tự hạ khó nghèo.</vt:lpstr>
      <vt:lpstr>Bất công ở ngay lòng mình không ở đâu xa khi chỉ sống cho ta.</vt:lpstr>
      <vt:lpstr>Đời vui biết bao khi yêu thương dâng trào vì con đã dâng trao.</vt:lpstr>
      <vt:lpstr>ĐK: Lạy Chúa, cho con biết rằng mọi sự đều qua đi</vt:lpstr>
      <vt:lpstr>chẳng còn gì trong đời ngoài một mình Chúa.</vt:lpstr>
      <vt:lpstr>Cho con lo tìm kiếm Chúa, hết lòng chia sẻ,</vt:lpstr>
      <vt:lpstr>hết lòng cho đi những gì Chúa trao ban.</vt:lpstr>
      <vt:lpstr>PowerPoint Presentation</vt:lpstr>
      <vt:lpstr>KẾT LỄ MẸ ĐẸP TƯƠI  (Lm. Kim Long)</vt:lpstr>
      <vt:lpstr>1. Mẹ Ma-ri-a đẹp tươi như bình minh chiếu rạng ngời.</vt:lpstr>
      <vt:lpstr>Vầng trăng lung linh màn đêm, so với Mẹ còn kém xa.</vt:lpstr>
      <vt:lpstr>ĐK. Con thành tâm kính mừng Mẹ, mừng Mẹ đầy ơn phúc.</vt:lpstr>
      <vt:lpstr>Lòng khiết trinh như huệ thắm xinh muôn đời hiển vinh.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728</cp:revision>
  <cp:lastPrinted>2025-03-29T15:09:16Z</cp:lastPrinted>
  <dcterms:created xsi:type="dcterms:W3CDTF">2023-01-29T22:00:16Z</dcterms:created>
  <dcterms:modified xsi:type="dcterms:W3CDTF">2025-08-01T13:22:34Z</dcterms:modified>
</cp:coreProperties>
</file>