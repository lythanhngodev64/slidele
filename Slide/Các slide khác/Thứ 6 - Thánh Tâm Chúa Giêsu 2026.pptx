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48" roundtripDataSignature="AMtx7mjS+1RTiYZRT8d68XvZdOerFgV1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48" Type="http://customschemas.google.com/relationships/presentationmetadata" Target="metadata"/><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ec2daecb3_0_2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3eec2daecb3_0_2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ec2daecb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3eec2daecb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ec2daecb3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3eec2daecb3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eec2daecb3_0_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3eec2daecb3_0_2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23" name="Google Shape;32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329" name="Google Shape;32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35" name="Google Shape;33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41" name="Google Shape;34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47" name="Google Shape;34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53" name="Google Shape;35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59" name="Google Shape;35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65" name="Google Shape;36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71" name="Google Shape;37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77" name="Google Shape;37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83" name="Google Shape;38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89" name="Google Shape;38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95" name="Google Shape;39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ec2daecb3_0_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3eec2daecb3_0_2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eec2daecb3_0_2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3eec2daecb3_0_2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eec2daecb3_0_2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g3eec2daecb3_0_2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eec2daecb3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g3eec2daecb3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eec2daecb3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0" name="Google Shape;550;g3eec2daecb3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eec2daecb3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g3eec2daecb3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eec2daecb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g3eec2daecb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eec2daecb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g3eec2daecb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eec2daecb3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g3eec2daecb3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eec2daecb3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5" name="Google Shape;575;g3eec2daecb3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eec2daecb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g3eec2daecb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eec2daecb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g3eec2daecb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eec2daecb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g3eec2daecb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eec2daecb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eec2daecb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eec2daecb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g3eec2daecb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ec2daecb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g3eec2daecb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eec2daecb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eec2daecb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eec2daecb3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3eec2daecb3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ec2daecb3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ec2daecb3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ec2daecb3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ec2daecb3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8a8273fd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e8a8273fd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e8a8273fd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e8a8273fd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ec2daecb3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eec2daecb3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ec2daecb3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eec2daecb3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d63a3dde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ed63a3dde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d63a3dde2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ed63a3dde2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ed63a3dde2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ed63a3dde2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ed63a3dde2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ed63a3dde2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ed63a3dde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ed63a3dde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ed63a3dde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3ed63a3dde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ed63a3dde2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g3ed63a3dde2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ed63a3dde2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6" name="Google Shape;756;g3ed63a3dde2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eec2daecb3_0_2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1" name="Google Shape;761;g3eec2daecb3_0_2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e5a0c7ab5b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1" name="Google Shape;771;g3e5a0c7ab5b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e5a0c7ab5b_0_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6" name="Google Shape;776;g3e5a0c7ab5b_0_1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e8a8273fd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1" name="Google Shape;781;g3e8a8273fd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e8a8273fd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6" name="Google Shape;786;g3e8a8273fd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5a0c7ab5b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5a0c7ab5b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5a0c7ab5b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5a0c7ab5b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a8273fd3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8a8273fd3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8a8273fd3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8a8273fd3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03" cy="513456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g3eec2daecb3_0_220"/>
          <p:cNvPicPr preferRelativeResize="0"/>
          <p:nvPr/>
        </p:nvPicPr>
        <p:blipFill>
          <a:blip r:embed="rId3">
            <a:alphaModFix/>
          </a:blip>
          <a:stretch>
            <a:fillRect/>
          </a:stretch>
        </p:blipFill>
        <p:spPr>
          <a:xfrm>
            <a:off x="0" y="0"/>
            <a:ext cx="9144003" cy="513456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NƠI ĐÂY</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Mi Trầm</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Về nơi đây bên Thánh Tâm Chúa nhân từ. Vì yêu thương Người đã chết treo Thánh Giá.</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Từ cạnh sườn thâu qua, Người đổ máu nước ra. Qua bí tích lãnh nhận ơn thánh Chúa ban chan hoà.</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Tình yêu đã trao tặng tình nào lớn cho bằng, bằng tình Chúa thương ta, Người đã chết vì ta để xoá hết tội ta.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eec2daecb3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Về nơi đây bên Thánh Tâm Chúa nhân từ. Vì yêu thương Người đã chết treo Thánh Giá.</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eec2daecb3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Từ cạnh sườn thâu qua, Người đổ máu nước ra. Qua bí tích lãnh nhận ơn thánh Chúa ban chan hoà.</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g3eec2daecb3_0_224"/>
          <p:cNvPicPr preferRelativeResize="0"/>
          <p:nvPr/>
        </p:nvPicPr>
        <p:blipFill>
          <a:blip r:embed="rId3">
            <a:alphaModFix/>
          </a:blip>
          <a:stretch>
            <a:fillRect/>
          </a:stretch>
        </p:blipFill>
        <p:spPr>
          <a:xfrm>
            <a:off x="0" y="0"/>
            <a:ext cx="9144003" cy="513456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319" name="Google Shape;31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0" name="Shape 330"/>
        <p:cNvGrpSpPr/>
        <p:nvPr/>
      </p:nvGrpSpPr>
      <p:grpSpPr>
        <a:xfrm>
          <a:off x="0" y="0"/>
          <a:ext cx="0" cy="0"/>
          <a:chOff x="0" y="0"/>
          <a:chExt cx="0" cy="0"/>
        </a:xfrm>
      </p:grpSpPr>
      <p:sp>
        <p:nvSpPr>
          <p:cNvPr id="331" name="Google Shape;33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g3eec2daecb3_0_228"/>
          <p:cNvPicPr preferRelativeResize="0"/>
          <p:nvPr/>
        </p:nvPicPr>
        <p:blipFill>
          <a:blip r:embed="rId3">
            <a:alphaModFix/>
          </a:blip>
          <a:stretch>
            <a:fillRect/>
          </a:stretch>
        </p:blipFill>
        <p:spPr>
          <a:xfrm>
            <a:off x="0" y="0"/>
            <a:ext cx="9144003" cy="513456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6" name="Shape 406"/>
        <p:cNvGrpSpPr/>
        <p:nvPr/>
      </p:nvGrpSpPr>
      <p:grpSpPr>
        <a:xfrm>
          <a:off x="0" y="0"/>
          <a:ext cx="0" cy="0"/>
          <a:chOff x="0" y="0"/>
          <a:chExt cx="0" cy="0"/>
        </a:xfrm>
      </p:grpSpPr>
      <p:sp>
        <p:nvSpPr>
          <p:cNvPr id="407" name="Google Shape;40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08" name="Google Shape;408;g3d48ab63a6f_0_9"/>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None/>
            </a:pPr>
            <a:r>
              <a:rPr b="1" lang="en-US" sz="6500">
                <a:solidFill>
                  <a:schemeClr val="accent4"/>
                </a:solidFill>
                <a:latin typeface="Times New Roman"/>
                <a:ea typeface="Times New Roman"/>
                <a:cs typeface="Times New Roman"/>
                <a:sym typeface="Times New Roman"/>
              </a:rPr>
              <a:t>ĐÁP CA</a:t>
            </a:r>
            <a:endParaRPr b="1" sz="6500">
              <a:solidFill>
                <a:schemeClr val="accent4"/>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100"/>
              <a:buNone/>
            </a:pPr>
            <a:r>
              <a:rPr b="1" lang="en-US" sz="6500">
                <a:solidFill>
                  <a:schemeClr val="lt1"/>
                </a:solidFill>
                <a:latin typeface="Times New Roman"/>
                <a:ea typeface="Times New Roman"/>
                <a:cs typeface="Times New Roman"/>
                <a:sym typeface="Times New Roman"/>
              </a:rPr>
              <a:t>Lòng yêu thương của Chúa vẫn tồn tại, từ thuở này tới thuở kia cho những ai kính sợ Người.</a:t>
            </a:r>
            <a:endParaRPr b="1" sz="65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7" name="Shape 417"/>
        <p:cNvGrpSpPr/>
        <p:nvPr/>
      </p:nvGrpSpPr>
      <p:grpSpPr>
        <a:xfrm>
          <a:off x="0" y="0"/>
          <a:ext cx="0" cy="0"/>
          <a:chOff x="0" y="0"/>
          <a:chExt cx="0" cy="0"/>
        </a:xfrm>
      </p:grpSpPr>
      <p:sp>
        <p:nvSpPr>
          <p:cNvPr id="418" name="Google Shape;41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19" name="Google Shape;419;g3d89366497e_0_44"/>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Các ngươi hãy mang lấy ách của Ta, và hãy học cùng Ta, </a:t>
            </a:r>
            <a:endParaRPr b="1" sz="6300">
              <a:solidFill>
                <a:schemeClr val="lt1"/>
              </a:solidFill>
              <a:latin typeface="Times New Roman"/>
              <a:ea typeface="Times New Roman"/>
              <a:cs typeface="Times New Roman"/>
              <a:sym typeface="Times New Roman"/>
            </a:endParaRPr>
          </a:p>
        </p:txBody>
      </p:sp>
      <p:sp>
        <p:nvSpPr>
          <p:cNvPr id="426" name="Google Shape;42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vì Ta hiền lành và khiêm nhượng trong lòng.</a:t>
            </a:r>
            <a:r>
              <a:rPr b="1" lang="en-US" sz="6500">
                <a:solidFill>
                  <a:schemeClr val="lt1"/>
                </a:solidFill>
                <a:latin typeface="Times New Roman"/>
                <a:ea typeface="Times New Roman"/>
                <a:cs typeface="Times New Roman"/>
                <a:sym typeface="Times New Roman"/>
              </a:rPr>
              <a:t> </a:t>
            </a: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id="436" name="Google Shape;436;g3eec2daecb3_0_240"/>
          <p:cNvPicPr preferRelativeResize="0"/>
          <p:nvPr/>
        </p:nvPicPr>
        <p:blipFill>
          <a:blip r:embed="rId3">
            <a:alphaModFix/>
          </a:blip>
          <a:stretch>
            <a:fillRect/>
          </a:stretch>
        </p:blipFill>
        <p:spPr>
          <a:xfrm>
            <a:off x="0" y="0"/>
            <a:ext cx="9144003" cy="513456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442" name="Google Shape;44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id="542" name="Google Shape;542;g3eec2daecb3_0_236"/>
          <p:cNvPicPr preferRelativeResize="0"/>
          <p:nvPr/>
        </p:nvPicPr>
        <p:blipFill>
          <a:blip r:embed="rId3">
            <a:alphaModFix/>
          </a:blip>
          <a:stretch>
            <a:fillRect/>
          </a:stretch>
        </p:blipFill>
        <p:spPr>
          <a:xfrm>
            <a:off x="0" y="0"/>
            <a:ext cx="9144003" cy="513456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3eec2daecb3_0_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TỰA LÀN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TRẦM HƯƠNG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(Đỗ Vy Hạ)</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3eec2daecb3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Tựa làn trầm hương thơm bay về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eec2daecb3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tình yêu Chúa thánh hóa cho lễ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eec2daecb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bánh thơm nồng, đây chén rượu hồng.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eec2daecb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thành lễ vật dâng về Cha chí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eec2daecb3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Chúc tụng Ngài là Chúa tể càn khôn, đã rộng tình nuôi sống con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eec2daecb3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là Chúa khắp mọi nơi,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eec2daecb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mãi đến muôn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eec2daecb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Một niềm thành tâm, xin dâng trọn xác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eec2daecb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tình yêu Chúa thánh hóa cho lễ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eec2daecb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ước mơ hồng, đẹp lứa tuổi xuân.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eec2daecb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thành lễ vật dâng về Cha chí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eec2daecb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Chúc tụng Ngài là Chúa tể càn khôn, đã rộng tình nuôi sống con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eec2daecb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là Chúa khắp mọi nơi,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eec2daecb3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mãi đến muôn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500">
                <a:solidFill>
                  <a:schemeClr val="lt1"/>
                </a:solidFill>
                <a:latin typeface="Times New Roman"/>
                <a:ea typeface="Times New Roman"/>
                <a:cs typeface="Times New Roman"/>
                <a:sym typeface="Times New Roman"/>
              </a:rPr>
              <a:t>Một tên lính lấy ngọn giáo đâm thủng cạnh sườn Người và tức thì máu cùng nước chảy ra.</a:t>
            </a:r>
            <a:endParaRPr b="1" sz="6500">
              <a:solidFill>
                <a:schemeClr val="lt1"/>
              </a:solidFill>
              <a:latin typeface="Times New Roman"/>
              <a:ea typeface="Times New Roman"/>
              <a:cs typeface="Times New Roman"/>
              <a:sym typeface="Times New Roman"/>
            </a:endParaRPr>
          </a:p>
        </p:txBody>
      </p:sp>
      <p:sp>
        <p:nvSpPr>
          <p:cNvPr id="668" name="Google Shape;66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id="673" name="Google Shape;67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BAO LA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TÌNH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Giang Ân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Bao la tình Chúa yêu con, mênh mông như biển Thái Bình,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dạt dào như ngàn con sóng, vỗ về năm tháng đời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ec2daecb3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Tình Ngài như mưa đỉnh núi, suốt đời tuôn đổ dạt dào.</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ec2daecb3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Một tình yêu vô biên, một tình yêu vô biên.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8a8273fd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Hồng ân Chúa như mưa như mưa, rơi xuống đời con miên man miên man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e8a8273fd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nâng đỡ tình con trong tay trong tay, vòng tay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thương mến.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eec2daecb3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Đời có Chúa êm trôi êm trôi, Chúa dắt dìu con luôn luôn không thôi,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eec2daecb3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có Chúa cùng đi con không đơn côi, ôi tình tuyệt vời.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ed63a3dde2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Xa xôi ngày tháng êm trôi, yêu thương như nước xuôi dòng,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ed63a3dde2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mặn nồng như từng hơi ấm, đổ đầy mưa nắng đời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ed63a3dde2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Còn gì như ân tình Chúa, dắt dìu con bước trong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ed63a3dde2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Từng nhịp chân yêu thương, từng nhịp chân yêu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ed63a3dde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Hồng ân Chúa như mưa như mưa, rơi xuống đời con miên man miên man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ed63a3dde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nâng đỡ tình con trong tay trong tay, vòng tay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thương mến.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ed63a3dde2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Đời có Chúa êm trôi êm trôi, Chúa dắt dìu con luôn luôn không thôi,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ed63a3dde2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có Chúa cùng đi con không đơn côi, ôi tình tuyệt vời.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pic>
        <p:nvPicPr>
          <p:cNvPr id="763" name="Google Shape;763;g3eec2daecb3_0_232"/>
          <p:cNvPicPr preferRelativeResize="0"/>
          <p:nvPr/>
        </p:nvPicPr>
        <p:blipFill>
          <a:blip r:embed="rId3">
            <a:alphaModFix/>
          </a:blip>
          <a:stretch>
            <a:fillRect/>
          </a:stretch>
        </p:blipFill>
        <p:spPr>
          <a:xfrm>
            <a:off x="0" y="0"/>
            <a:ext cx="9144003" cy="5134566"/>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TRÁI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TIM CHÚA</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Phanxicô</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g3e5a0c7ab5b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Trong trái  tim Chúa như môi  hồng con xin  được như bé ngủ  mơ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g3e5a0c7ab5b_0_1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giấc  mơ nghìn giấc  mơ những giấc  mơ ấm êm tuổi  thơ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g3e8a8273fd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Nhỏ bé thôi nhỏ bé  thôi mỗi ước  mơ con có trong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e8a8273fd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sống vui là hát  vui là trẻ thơ trong mái nhà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5a0c7ab5b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Trái tim hồng Thiên Chúa trái tim người Cha, </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5a0c7ab5b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mãi muôn đời yêu dấu chúng con gần xa.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8a8273fd3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Tháng năm đời con sống chứa chan lời ca,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8a8273fd3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có ân tình Thiên Chúa trái tim nở hoa.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pic>
        <p:nvPicPr>
          <p:cNvPr id="813" name="Google Shape;813;g3e8a8273fd3_0_157"/>
          <p:cNvPicPr preferRelativeResize="0"/>
          <p:nvPr/>
        </p:nvPicPr>
        <p:blipFill rotWithShape="1">
          <a:blip r:embed="rId3">
            <a:alphaModFix/>
          </a:blip>
          <a:srcRect b="0" l="0" r="0" t="0"/>
          <a:stretch/>
        </p:blipFill>
        <p:spPr>
          <a:xfrm>
            <a:off x="0" y="-7444"/>
            <a:ext cx="9144001" cy="51462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