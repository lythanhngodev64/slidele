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4" roundtripDataSignature="AMtx7mi1Ojnh2emG3Ve7HXlEF4YQeTwn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214" Type="http://customschemas.google.com/relationships/presentationmetadata" Target="metadata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5c12958b4_0_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7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8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8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8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8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8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8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8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8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8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8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9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9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9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9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9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9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9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10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1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1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1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0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1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1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1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1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1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1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1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1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1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1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1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1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1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1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224b7d20a_0_2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224b7d20a_0_2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1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42a8b53c1_2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a42a8b53c1_2_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224b7d20a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224b7d20a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42a8b53c1_2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a42a8b53c1_2_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224b7d20a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224b7d20a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42a8b53c1_2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a42a8b53c1_2_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42a8b53c1_2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a42a8b53c1_2_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224b7d20a_0_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224b7d20a_0_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224b7d20a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224b7d20a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224b7d20a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224b7d20a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224b7d20a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224b7d20a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224b7d20a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224b7d20a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224b7d20a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224b7d20a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224b7d20a_0_2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224b7d20a_0_2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42a8b53c1_2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g3a42a8b53c1_2_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a42a8b53c1_2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a42a8b53c1_2_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b224b7d20a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b224b7d20a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42a8b53c1_2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g3a42a8b53c1_2_8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224b7d20a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g3b224b7d20a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a42a8b53c1_2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g3a42a8b53c1_2_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42a8b53c1_2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3a42a8b53c1_2_1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224b7d20a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b224b7d20a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42a8b53c1_2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a42a8b53c1_2_1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224b7d20a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b224b7d20a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b224b7d20a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b224b7d20a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224b7d20a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b224b7d20a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b224b7d20a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g3b224b7d20a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224b7d20a_0_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b224b7d20a_0_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224b7d20a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b224b7d20a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b224b7d20a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b224b7d20a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b224b7d20a_0_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b224b7d20a_0_7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15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3" name="Google Shape;753;p15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b224b7d20a_0_2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g3b224b7d20a_0_2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p15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p16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16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p16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16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p16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p16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p16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p16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p16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p16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17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p17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9" name="Google Shape;829;p1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4" name="Google Shape;834;p1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17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4" name="Google Shape;844;p17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p17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4" name="Google Shape;854;p1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17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b224b7d20a_0_2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g3b224b7d20a_0_2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4" name="Google Shape;874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9" name="Google Shape;879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1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b224b7d20a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g3b224b7d20a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4" name="Google Shape;894;g3a42a8b53c1_2_2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b224b7d20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9" name="Google Shape;899;g3b224b7d20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a42a8b53c1_2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g3a42a8b53c1_2_2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b224b7d20a_0_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g3b224b7d20a_0_1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a42a8b53c1_2_2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4" name="Google Shape;914;g3a42a8b53c1_2_2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a42a8b53c1_2_2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9" name="Google Shape;919;g3a42a8b53c1_2_2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1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224b7d20a_0_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g3b224b7d20a_0_1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224b7d20a_0_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4" name="Google Shape;934;g3b224b7d20a_0_1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b224b7d20a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g3b224b7d20a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224b7d20a_0_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4" name="Google Shape;944;g3b224b7d20a_0_1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b224b7d20a_0_1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g3b224b7d20a_0_1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4" name="Google Shape;964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9" name="Google Shape;979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4" name="Google Shape;994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a42a8b53c1_2_2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g3a42a8b53c1_2_2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a42a8b53c1_2_2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g3a42a8b53c1_2_28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a42a8b53c1_2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g3a42a8b53c1_2_28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a42a8b53c1_2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g3a42a8b53c1_2_29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a42a8b53c1_2_2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g3a42a8b53c1_2_29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a42a8b53c1_2_3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g3a42a8b53c1_2_3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5" name="Google Shape;1035;p1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a42a8b53c1_2_3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0" name="Google Shape;1040;g3a42a8b53c1_2_3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a42a8b53c1_2_3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5" name="Google Shape;1045;g3a42a8b53c1_2_3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a5c12958b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0" name="Google Shape;1050;g3a5c12958b4_0_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b224b7d20a_0_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5" name="Google Shape;1055;g3b224b7d20a_0_1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b224b7d20a_0_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0" name="Google Shape;1060;g3b224b7d20a_0_1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b224b7d20a_0_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g3b224b7d20a_0_1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b224b7d20a_0_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g3b224b7d20a_0_1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b224b7d20a_0_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5" name="Google Shape;1075;g3b224b7d20a_0_1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b224b7d20a_0_1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0" name="Google Shape;1080;g3b224b7d20a_0_1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b224b7d20a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g3b224b7d20a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b224b7d20a_0_1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0" name="Google Shape;1090;g3b224b7d20a_0_1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b224b7d20a_0_1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5" name="Google Shape;1095;g3b224b7d20a_0_1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224b7d20a_0_2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0" name="Google Shape;1100;g3b224b7d20a_0_2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b224b7d20a_0_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g3b224b7d20a_0_2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b026dfa84c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g3b026dfa84c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b026dfa84c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5" name="Google Shape;1115;g3b026dfa84c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b026dfa84c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0" name="Google Shape;1120;g3b026dfa84c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b224b7d20a_0_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5" name="Google Shape;1125;g3b224b7d20a_0_2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b224b7d20a_0_2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0" name="Google Shape;1130;g3b224b7d20a_0_2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6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5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3.pn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3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3.pn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2.jp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5c12958b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9"/>
          <p:cNvSpPr txBox="1"/>
          <p:nvPr>
            <p:ph idx="1" type="subTitle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5"/>
          <p:cNvSpPr txBox="1"/>
          <p:nvPr>
            <p:ph idx="1" type="subTitle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7"/>
          <p:cNvSpPr txBox="1"/>
          <p:nvPr>
            <p:ph idx="1" type="subTitle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b="1" sz="16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những hạt giống ấy/ biến đổi từ bên trong nhân loại và toàn thể vũ trụ này,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b="1" lang="en-US" sz="7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b="1" i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g3b224b7d20a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42a8b53c1_2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 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224b7d20a_0_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 loan báo niềm vui cứu đời.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42a8b53c1_2_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224b7d20a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rồi, ta hãy mừng vui trong Chúa Trời.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42a8b53c1_2_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Nào ta vui lên vì Chúa đến ở giữa dân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42a8b53c1_2_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 xuống niềm vui cho Thế nhân thôi hận thù.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224b7d20a_0_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ta vui lên vì Chúa đến cứu thoát muôn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224b7d20a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 xuống niềm vui tô ngày mai thêm đẹp tươi.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224b7d20a_0_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 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224b7d20a_0_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 loan báo niềm vui cứu đời.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224b7d20a_0_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224b7d20a_0_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rồi, ta hãy mừng vui trong Chúa Trời.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g3b224b7d20a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33"/>
          <p:cNvSpPr/>
          <p:nvPr/>
        </p:nvSpPr>
        <p:spPr>
          <a:xfrm flipH="1" rot="-5400000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33"/>
          <p:cNvSpPr/>
          <p:nvPr/>
        </p:nvSpPr>
        <p:spPr>
          <a:xfrm flipH="1" rot="10800000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0196"/>
                </a:srgbClr>
              </a:gs>
              <a:gs pos="8000">
                <a:srgbClr val="000000">
                  <a:alpha val="50196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33"/>
          <p:cNvSpPr/>
          <p:nvPr/>
        </p:nvSpPr>
        <p:spPr>
          <a:xfrm flipH="1" rot="-5400000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4313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42a8b53c1_2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23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42a8b53c1_2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Trái đất và muôn loài đều là của Chúa,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224b7d20a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 cầu và muôn vật đều là của Ngài.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42a8b53c1_2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đã dựng nên trên các dòng sông.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b224b7d20a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đã dựng nên trên các dòng sông.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42a8b53c1_2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42a8b53c1_2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sẽ được hân hạnh trèo lên núi Chúa?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b224b7d20a_0_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nào được may lành vào đền thánh Ngài?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42a8b53c1_2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đó có bàn tay vô tội sạch trong.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b224b7d20a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đó có lòng thanh không sống tà gian.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224b7d20a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b224b7d20a_0_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tốt sẽ hưởng được lòng từ bi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b224b7d20a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được Ngài chúc lành trọn đời sống này.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b224b7d20a_0_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nào được may lành vào đền thánh Ngài?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224b7d20a_0_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Vì Chúa Đấng giải thoát cho người tìm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224b7d20a_0_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kiếm Chúa Gia-cốp,Thiên Chúa của ngươi.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b224b7d20a_0_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56"/>
          <p:cNvSpPr txBox="1"/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i="1" lang="en-US" sz="70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b="1" i="1" lang="en-US" sz="70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b="1" i="1" lang="en-US" sz="72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 đây trinh nữ </a:t>
            </a:r>
            <a:b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thụ thai sinh một con trai, </a:t>
            </a:r>
            <a:endParaRPr b="1" i="1" sz="7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40" name="Google Shape;740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người ta sẽ gọi tên Em-ma-nu-el,</a:t>
            </a:r>
            <a:endParaRPr b="1" sz="800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nghĩa là Thiên Chúa ở cùng chúng ta.</a:t>
            </a:r>
            <a:br>
              <a:rPr b="1" i="1" lang="en-US" sz="8000">
                <a:latin typeface="Times"/>
                <a:ea typeface="Times"/>
                <a:cs typeface="Times"/>
                <a:sym typeface="Times"/>
              </a:rPr>
            </a:br>
            <a:r>
              <a:rPr b="1" i="1" lang="en-US" sz="80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b="1" sz="800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g3b224b7d20a_0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59"/>
          <p:cNvSpPr txBox="1"/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766" name="Google Shape;76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6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6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6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6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6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6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6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6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6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69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7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7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7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7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7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7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7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g3b224b7d20a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YÊU MẾN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(Cao Huy Hoàng)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Cuộc đời này con có gì mà dâng Chúa đâu.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luống cày sâu trời tối mau cha chưa kịp về;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bận rộn từng ngày lo no cơm ấm áo;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b224b7d20a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chi đâu Ngài ơi có chi dâng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224b7d20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những hy sinh được êm ấm gia đình.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a42a8b53c1_2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224b7d20a_0_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Chúa đoái thương gia đình con được bình yên.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a42a8b53c1_2_2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tuyệt vời luôn thắm nồng tình yêu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a42a8b53c1_2_2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Gương sáng mẹ cha ngày tháng qua luôn luôn hiền hoà;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dặn dò đừng buồn nhau không vui mái ấm.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b224b7d20a_0_1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Mến yêu nhau đẹp sao lễ dâng lên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b224b7d20a_0_1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b224b7d20a_0_1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những hy sinh được êm ấm gia đình.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224b7d20a_0_1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b224b7d20a_0_1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Chúa đoái thương gia đình con được bình yên.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956" name="Google Shape;956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976" name="Google Shape;976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996" name="Google Shape;996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a42a8b53c1_2_272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 đây Trinh Nữ sẽ thụ thai và sinh hạ con trai,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2" name="Google Shape;1002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42a8b53c1_2_28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ta sẽ gọi tên con trẻ là Em-ma-nu-en. 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1012" name="Google Shape;1012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a42a8b53c1_2_28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 GỌI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MẠC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Xuân Thảo)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a42a8b53c1_2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sa mạc hoang vu, trên rừng vắng âm u: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a42a8b53c1_2_2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trong lòng.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42a8b53c1_2_3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sa mạc hoang vu, trong cuộc sống âu lo: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lòng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42a8b53c1_2_3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hãy san bằng những con đường gập ghềnh.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a42a8b53c1_2_3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Đồi cao hay hố sâu, hãy biến thành những con đường thẳng tắp.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a5c12958b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trở về với Chúa đi,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b224b7d20a_0_1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Chúa đang gần kề, Nước Chúa đang gần kề.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b224b7d20a_0_1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con người xa hoa, đang chìm đắm say sưa: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b224b7d20a_0_1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trong lòng.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b224b7d20a_0_1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con người hoang mang trong cuộc sống gian tham: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b224b7d20a_0_1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lòng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b224b7d20a_0_1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hãy san bằng những con đường gập ghềnh.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b224b7d20a_0_1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Đồi cao hay hố sâu, hãy biến thành những con đường thẳng tắp.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b224b7d20a_0_1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trở về với Chúa đi,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b224b7d20a_0_1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Chúa đang gần kề, Nước Chúa đang gần kề.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Google Shape;1102;g3b224b7d20a_0_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b224b7d20a_0_21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SẴN SÀNG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b026dfa84c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sẽ đến.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b026dfa84c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đến gần.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b026dfa84c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thắp nến sáng với bao việc lành, chờ ngày về nơi phúc vinh thiên đàng.</a:t>
            </a:r>
            <a:endParaRPr b="1" sz="7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b224b7d20a_0_2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sẽ đến.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Google Shape;1132;g3b224b7d20a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