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6" roundtripDataSignature="AMtx7mgMeXpO4jWbVm2um2UJeoVGDvFv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226" Type="http://customschemas.google.com/relationships/presentationmetadata" Target="metadata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a6357486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baa6357486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f2e8d6b56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bf2e8d6b56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f2e8d6b56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bf2e8d6b56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f2e8d6b56_0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bf2e8d6b56_0_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f2e8d6b56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bf2e8d6b56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f2e8d6b56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bf2e8d6b56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f2e8d6b56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g3bf2e8d6b56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2e8d6b56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bf2e8d6b56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f2e8d6b56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bf2e8d6b56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2e8d6b56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bf2e8d6b56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f2e8d6b56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bf2e8d6b56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f2e8d6b56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bf2e8d6b56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f2e8d6b56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bf2e8d6b56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f2e8d6b56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bf2e8d6b56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2e8d6b56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bf2e8d6b56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f2e8d6b56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bf2e8d6b56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f2e8d6b56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bf2e8d6b56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f2e8d6b56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bf2e8d6b56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2e8d6b56_0_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g3bf2e8d6b56_0_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f2e8d6b56_0_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bf2e8d6b56_0_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f2e8d6b56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g3bf2e8d6b56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2e8d6b56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bf2e8d6b56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f2e8d6b56_0_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g3bf2e8d6b56_0_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f2e8d6b56_0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bf2e8d6b56_0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f2e8d6b56_0_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bf2e8d6b56_0_9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bf2e8d6b56_0_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3bf2e8d6b56_0_9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bf2e8d6b56_0_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bf2e8d6b56_0_10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f2e8d6b56_0_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bf2e8d6b56_0_10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f2e8d6b56_0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bf2e8d6b56_0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f2e8d6b56_0_1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bf2e8d6b56_0_1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f2e8d6b56_0_1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bf2e8d6b56_0_1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f2e8d6b56_0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3bf2e8d6b56_0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2e8d6b56_0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bf2e8d6b56_0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f2e8d6b56_0_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g3bf2e8d6b56_0_2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bf2e8d6b56_0_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g3bf2e8d6b56_0_2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f2e8d6b56_0_2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bf2e8d6b56_0_2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f2e8d6b56_0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bf2e8d6b56_0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f2e8d6b56_0_2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bf2e8d6b56_0_2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2e8d6b56_0_2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3bf2e8d6b56_0_2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bf2e8d6b56_0_2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3bf2e8d6b56_0_22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f2e8d6b56_0_2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3bf2e8d6b56_0_2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f2e8d6b56_0_2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bf2e8d6b56_0_23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f2e8d6b56_0_2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g3bf2e8d6b56_0_23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2e8d6b56_0_2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bf2e8d6b56_0_24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f2e8d6b56_0_2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3bf2e8d6b56_0_2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f2e8d6b56_0_2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bf2e8d6b56_0_2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bf2e8d6b56_0_2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g3bf2e8d6b56_0_2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f2e8d6b56_0_2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bf2e8d6b56_0_25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f2e8d6b56_0_2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3bf2e8d6b56_0_26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f2e8d6b56_0_2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g3bf2e8d6b56_0_26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f2e8d6b56_0_2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3bf2e8d6b56_0_27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bf2e8d6b56_0_2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bf2e8d6b56_0_27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bf2e8d6b56_0_2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g3bf2e8d6b56_0_2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f2e8d6b56_0_2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bf2e8d6b56_0_2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f2e8d6b56_0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bf2e8d6b56_0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f2e8d6b56_0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3bf2e8d6b56_0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bf2e8d6b56_0_2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g3bf2e8d6b56_0_2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f2e8d6b56_0_2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g3bf2e8d6b56_0_2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bf2e8d6b56_0_3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g3bf2e8d6b56_0_3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bf2e8d6b56_0_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g3bf2e8d6b56_0_30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bf2e8d6b56_0_3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bf2e8d6b56_0_3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f2e8d6b56_0_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g3bf2e8d6b56_0_3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bf2e8d6b56_0_3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3bf2e8d6b56_0_31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bf2e8d6b56_0_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g3bf2e8d6b56_0_32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532ad054d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g3c532ad054d_0_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26357b4a1_0_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b26357b4a1_0_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bf2e8d6b56_0_5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bf2e8d6b56_0_5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bf2e8d6b56_0_5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g3bf2e8d6b56_0_5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cb7c2c030f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g3cb7c2c030f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cb7c2c030f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g3cb7c2c030f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532ad054d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g3c532ad054d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f2e8d6b56_0_4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g3bf2e8d6b56_0_4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f2e8d6b56_0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g3bf2e8d6b56_0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cb7c2c030f_0_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g3cb7c2c030f_0_6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f2e8d6b56_0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g3bf2e8d6b56_0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bf2e8d6b56_0_4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bf2e8d6b56_0_4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cb7c2c030f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cb7c2c030f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f2e8d6b56_0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bf2e8d6b56_0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cb7c2c030f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cb7c2c030f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bf2e8d6b56_0_4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bf2e8d6b56_0_4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c532ad054d_0_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c532ad054d_0_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532ad054d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c532ad054d_0_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bf2e8d6b56_0_4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g3bf2e8d6b56_0_4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bf2e8d6b56_0_4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3bf2e8d6b56_0_4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c532ad054d_0_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g3c532ad054d_0_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532ad054d_0_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g3c532ad054d_0_4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3" name="Google Shape;773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b224b7d20a_0_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9" name="Google Shape;779;g3b224b7d20a_0_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baa6357486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4" name="Google Shape;784;g3baa6357486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c532ad054d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g3c532ad054d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ca14f709a1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g3ca14f709a1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a14f709a1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ca14f709a1_0_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a14f709a1_0_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ca14f709a1_0_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ca14f709a1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ca14f709a1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ca14f709a1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ca14f709a1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ca14f709a1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ca14f709a1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ca14f709a1_0_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ca14f709a1_0_2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ca14f709a1_0_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ca14f709a1_0_2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ca14f709a1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ca14f709a1_0_3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ca14f709a1_0_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ca14f709a1_0_3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ca14f709a1_0_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ca14f709a1_0_4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ca14f709a1_0_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ca14f709a1_0_4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ca14f709a1_0_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ca14f709a1_0_4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ca14f709a1_0_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ca14f709a1_0_5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ca14f709a1_0_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ca14f709a1_0_5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ca14f709a1_0_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a14f709a1_0_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a14f709a1_0_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ca14f709a1_0_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ca14f709a1_0_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ca14f709a1_0_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ca14f709a1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g3ca14f709a1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a14f709a1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g3ca14f709a1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532ad054d_0_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g3c532ad054d_0_1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g3a42a8b53c1_2_1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5" name="Google Shape;905;g3a42a8b53c1_2_1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84d2f338d_0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g3c84d2f338d_0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532ad054d_0_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5" name="Google Shape;915;g3c532ad054d_0_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86abb9ea5c_0_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g386abb9ea5c_0_7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86abb9ea5c_0_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5" name="Google Shape;925;g386abb9ea5c_0_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c532ad054d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0" name="Google Shape;930;g3c532ad054d_0_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c532ad054d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3c532ad054d_0_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532ad054d_0_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0" name="Google Shape;940;g3c532ad054d_0_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c532ad054d_0_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g3c532ad054d_0_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c532ad054d_0_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0" name="Google Shape;950;g3c532ad054d_0_6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c532ad054d_0_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g3c532ad054d_0_7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c532ad054d_0_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g3c532ad054d_0_7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c532ad054d_0_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3c532ad054d_0_7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532ad054d_0_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g3c532ad054d_0_8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c532ad054d_0_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5" name="Google Shape;975;g3c532ad054d_0_8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c532ad054d_0_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0" name="Google Shape;980;g3c532ad054d_0_9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c532ad054d_0_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g3c532ad054d_0_9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c532ad054d_0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g3c532ad054d_0_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5" name="Google Shape;995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5" name="Google Shape;1005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cb7c2c030f_0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g3cb7c2c030f_0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0" name="Google Shape;1020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cb7c2c030f_0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5" name="Google Shape;1035;g3cb7c2c030f_0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c80dc9c1fd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0" name="Google Shape;1040;g3c80dc9c1fd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c532ad054d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g3c532ad054d_0_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cb7c2c030f_0_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1" name="Google Shape;1051;g3cb7c2c030f_0_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f2e8d6b56_0_6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g3bf2e8d6b56_0_66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bf2e8d6b56_0_6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1" name="Google Shape;1061;g3bf2e8d6b56_0_6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bf2e8d6b56_0_6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g3bf2e8d6b56_0_6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bf2e8d6b56_0_6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g3bf2e8d6b56_0_6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c532ad054d_0_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g3c532ad054d_0_1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bf2e8d6b56_0_6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1" name="Google Shape;1081;g3bf2e8d6b56_0_6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bf2e8d6b56_0_6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g3bf2e8d6b56_0_6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bf2e8d6b56_0_6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g3bf2e8d6b56_0_68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bf2e8d6b56_0_6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6" name="Google Shape;1096;g3bf2e8d6b56_0_6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c532ad054d_0_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1" name="Google Shape;1101;g3c532ad054d_0_1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c532ad054d_0_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6" name="Google Shape;1106;g3c532ad054d_0_11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c532ad054d_0_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1" name="Google Shape;1111;g3c532ad054d_0_11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c532ad054d_0_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c532ad054d_0_1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c532ad054d_0_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1" name="Google Shape;1121;g3c532ad054d_0_1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c532ad054d_0_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g3c532ad054d_0_13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c532ad054d_0_1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1" name="Google Shape;1131;g3c532ad054d_0_13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532ad054d_0_1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g3c532ad054d_0_13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c532ad054d_0_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1" name="Google Shape;1141;g3c532ad054d_0_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b26357b4a1_0_1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6" name="Google Shape;1146;g3b26357b4a1_0_14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b26357b4a1_0_1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1" name="Google Shape;1151;g3b26357b4a1_0_15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b26357b4a1_0_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6" name="Google Shape;1156;g3b26357b4a1_0_15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b26357b4a1_0_1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1" name="Google Shape;1161;g3b26357b4a1_0_1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c532ad054d_0_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6" name="Google Shape;1166;g3c532ad054d_0_1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bd41fd8710_0_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1" name="Google Shape;1171;g3bd41fd8710_0_7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bd41fd8710_0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6" name="Google Shape;1176;g3bd41fd8710_0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86abb9ea5c_0_1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1" name="Google Shape;1181;g386abb9ea5c_0_18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3cb7c2c030f_0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6" name="Google Shape;1186;g3cb7c2c030f_0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3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4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2.jp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2.jp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2.jp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2.jp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1.png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baa635748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80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-9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và Thánh Thần </a:t>
            </a:r>
            <a:r>
              <a:rPr b="1" lang="en-US" sz="7200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†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e8d6b56_0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ts val="78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f2e8d6b56_0_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f2e8d6b56_0_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f2e8d6b56_0_12"/>
          <p:cNvSpPr txBox="1"/>
          <p:nvPr>
            <p:ph idx="1" type="subTitle"/>
          </p:nvPr>
        </p:nvSpPr>
        <p:spPr>
          <a:xfrm>
            <a:off x="92467" y="-205483"/>
            <a:ext cx="9051600" cy="534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2e8d6b56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f2e8d6b56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f2e8d6b56_0_24"/>
          <p:cNvSpPr txBox="1"/>
          <p:nvPr>
            <p:ph idx="1" type="subTitle"/>
          </p:nvPr>
        </p:nvSpPr>
        <p:spPr>
          <a:xfrm>
            <a:off x="0" y="-308225"/>
            <a:ext cx="9144000" cy="545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f2e8d6b56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f2e8d6b56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f2e8d6b56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f2e8d6b56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f2e8d6b56_0_44"/>
          <p:cNvSpPr txBox="1"/>
          <p:nvPr>
            <p:ph idx="1" type="subTitle"/>
          </p:nvPr>
        </p:nvSpPr>
        <p:spPr>
          <a:xfrm>
            <a:off x="0" y="-164387"/>
            <a:ext cx="9144000" cy="5307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f2e8d6b56_0_48"/>
          <p:cNvSpPr txBox="1"/>
          <p:nvPr>
            <p:ph idx="1" type="subTitle"/>
          </p:nvPr>
        </p:nvSpPr>
        <p:spPr>
          <a:xfrm>
            <a:off x="0" y="0"/>
            <a:ext cx="92262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f2e8d6b56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2e8d6b56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f2e8d6b56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f2e8d6b56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f2e8d6b56_0_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f2e8d6b56_0_7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f2e8d6b56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f2e8d6b56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f2e8d6b56_0_84"/>
          <p:cNvSpPr txBox="1"/>
          <p:nvPr>
            <p:ph idx="1" type="subTitle"/>
          </p:nvPr>
        </p:nvSpPr>
        <p:spPr>
          <a:xfrm>
            <a:off x="0" y="-246580"/>
            <a:ext cx="9144000" cy="539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f2e8d6b56_0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f2e8d6b56_0_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f2e8d6b56_0_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f2e8d6b56_0_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f2e8d6b56_0_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f2e8d6b56_0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f2e8d6b56_0_187"/>
          <p:cNvSpPr txBox="1"/>
          <p:nvPr>
            <p:ph idx="1" type="subTitle"/>
          </p:nvPr>
        </p:nvSpPr>
        <p:spPr>
          <a:xfrm>
            <a:off x="0" y="-143838"/>
            <a:ext cx="9144000" cy="528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2e8d6b56_0_1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bf2e8d6b56_0_1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f2e8d6b56_0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f2e8d6b56_0_2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f2e8d6b56_0_2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2e8d6b56_0_211"/>
          <p:cNvSpPr txBox="1"/>
          <p:nvPr>
            <p:ph idx="1" type="subTitle"/>
          </p:nvPr>
        </p:nvSpPr>
        <p:spPr>
          <a:xfrm>
            <a:off x="0" y="-226031"/>
            <a:ext cx="9144000" cy="5369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f2e8d6b56_0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bf2e8d6b56_0_219"/>
          <p:cNvSpPr txBox="1"/>
          <p:nvPr>
            <p:ph idx="1" type="subTitle"/>
          </p:nvPr>
        </p:nvSpPr>
        <p:spPr>
          <a:xfrm>
            <a:off x="0" y="-236306"/>
            <a:ext cx="9144000" cy="5379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f2e8d6b56_0_2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2e8d6b56_0_2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f2e8d6b56_0_2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f2e8d6b56_0_2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f2e8d6b56_0_2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f2e8d6b56_0_2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f2e8d6b56_0_2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bf2e8d6b56_0_2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f2e8d6b56_0_2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f2e8d6b56_0_2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f2e8d6b56_0_26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f2e8d6b56_0_2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f2e8d6b56_0_2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f2e8d6b56_0_2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bf2e8d6b56_0_2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2e8d6b56_0_2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f2e8d6b56_0_28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bf2e8d6b56_0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2e8d6b56_0_2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bf2e8d6b56_0_2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f2e8d6b56_0_3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bf2e8d6b56_0_3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bf2e8d6b56_0_3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f2e8d6b56_0_3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f2e8d6b56_0_3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bf2e8d6b56_0_3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g3c532ad054d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b26357b4a1_0_5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QUAY VỀ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33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33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f2e8d6b56_0_55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quay về thật lòng ăn năn, hỡi những người lạc bước đường lầm.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f2e8d6b56_0_5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quay về, về cùng Chúa ta: Người thương ta tình thiết tha đậm đà.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cb7c2c030f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đổi mới tinh thần, hãy sống đúng tin mừng người ơi.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cb7c2c030f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đổi mới tinh thần, hãy sống đúng tin mừng hỡi người.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g3c532ad054d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bf2e8d6b56_0_4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94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(03 câu)</a:t>
            </a:r>
            <a:endParaRPr b="1" sz="47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f2e8d6b56_0_4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đến đây ta reo hò mừng Chúa, tung hô Ngài Núi Đá độ trì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b7c2c030f_0_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 trước Thiên Nhan ta dâng lời cảm mến,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bf2e8d6b56_0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tung hô theo muôn tiếng đàn ca.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f2e8d6b56_0_4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cb7c2c030f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bf2e8d6b56_0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tiến lên ta chung thờ lạy Chúa, hãy bái quì trước Đấng tạo thành ta.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cb7c2c030f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Đức Chúa ta, ta nay thuộc dân Chúa.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f2e8d6b56_0_4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trông coi như chăm sóc đoàn chiên.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c532ad054d_0_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c532ad054d_0_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f2e8d6b56_0_4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chú tâm hôm nay lời Chúa phán, chớ cứng lòng giống ở rừng Mas-sa.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bf2e8d6b56_0_4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 Mê-ri-ba cha ông đã thử thách, dù xem Ta qua bao những kỳ công.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c532ad054d_0_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Hôm nay ước gì anh em nghe tiếng Chúa. Ngài phán: 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532ad054d_0_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“Các người đừng cứng lòng”.</a:t>
            </a:r>
            <a:endParaRPr b="1" sz="7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9" name="Google Shape;769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56"/>
          <p:cNvSpPr txBox="1"/>
          <p:nvPr>
            <p:ph type="ctrTitle"/>
          </p:nvPr>
        </p:nvSpPr>
        <p:spPr>
          <a:xfrm>
            <a:off x="0" y="497175"/>
            <a:ext cx="9144000" cy="4646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Chúa thật là Đấng Cứu Độ thế gian; </a:t>
            </a:r>
            <a:endParaRPr b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6" name="Google Shape;776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b224b7d20a_0_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xin thương ban cho tôi nước hằng sống để tôi no thỏa muôn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3baa635748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g3c532ad054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a14f709a1_0_0"/>
          <p:cNvSpPr txBox="1"/>
          <p:nvPr>
            <p:ph type="ctrTitle"/>
          </p:nvPr>
        </p:nvSpPr>
        <p:spPr>
          <a:xfrm>
            <a:off x="0" y="514351"/>
            <a:ext cx="9144000" cy="4629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797" name="Google Shape;797;g3ca14f709a1_0_0"/>
          <p:cNvSpPr txBox="1"/>
          <p:nvPr/>
        </p:nvSpPr>
        <p:spPr>
          <a:xfrm>
            <a:off x="0" y="0"/>
            <a:ext cx="9144000" cy="73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ca14f709a1_0_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Cđ: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ca14f709a1_0_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a14f709a1_0_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ca14f709a1_0_1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ca14f709a1_0_2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ca14f709a1_0_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ca14f709a1_0_2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14f709a1_0_3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6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6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ca14f709a1_0_3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a14f709a1_0_4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ca14f709a1_0_4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ca14f709a1_0_4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ca14f709a1_0_5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ca14f709a1_0_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ca14f709a1_0_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ca14f709a1_0_6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ca14f709a1_0_69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ca14f709a1_0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a14f709a1_0_7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g3c532ad054d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 VẬT HOÀ BÌNH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 Trầm</a:t>
            </a:r>
            <a:r>
              <a:rPr b="1" i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67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c84d2f338d_0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532ad054d_0_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86abb9ea5c_0_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Mối chân tình con đặt nơi Chúa là tình yêu muôn người thắm thiết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86abb9ea5c_0_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ơi đây lòng con tha thứ, xin nhận cho trái tim hoà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532ad054d_0_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c532ad054d_0_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532ad054d_0_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c532ad054d_0_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không nhận chiên bò hy tế, Ngài chỉ nhận tâm hồn thanh khiết.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c532ad054d_0_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không ưa lễ dâng cao quý, nhưng chỉ ưa trái tim hoà bình.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c532ad054d_0_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c532ad054d_0_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c532ad054d_0_7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c532ad054d_0_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Hãy để lại lễ vật dâng Chúa, đi làm hòa với người trước đã.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532ad054d_0_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Đến dâng Cha tình thương tha thứ, Cha rộng ban phúc ân tràn đầy.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c532ad054d_0_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đến dâng lễ vật, với bao tâm tình hoà bình, với lòng khoan dung tha thứ,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c532ad054d_0_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tình yêu thương thắm thiết. Con đến dâng hiến tế, Chúa là tình yêu bao la,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c532ad054d_0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đoái nhận lễ con dâng Cha, thiết tha xin nhận lời.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7" name="Google Shape;997;p20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g3cb7c2c030f_0_73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g3cb7c2c030f_0_77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c80dc9c1fd_0_0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phán: “Ai uống nước Ta sẽ cho,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3" name="Google Shape;1043;g3c80dc9c1fd_0_0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c532ad054d_0_2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nơi người ấy sẽ trở thành mạch nước vọt đến sự sống đời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g3cb7c2c030f_0_81" title="Gemini_Generated_Image_kq0fxwkq0fxwkq0f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16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bf2e8d6b56_0_661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LÒNG CON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SÁM HỐI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bf2e8d6b56_0_6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f2e8d6b56_0_6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thứ tha bao lần con sa bước.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bf2e8d6b56_0_6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Thật lòng con cương quyết là tránh xa gian tà.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c532ad054d_0_1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Chúa thương hải hà con vững dạ và vươn xa.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bf2e8d6b56_0_6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bf2e8d6b56_0_6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hải hà cho con được giao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bf2e8d6b56_0_6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Ngài luôn thiết tha cho con được cải hóa.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bf2e8d6b56_0_6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hát ca cảm tạ Chúa mãi là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c532ad054d_0_1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đời con luôn sống trong ân tình Chúa thôi.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c532ad054d_0_1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Luôn tránh xa thói đời bao lọc lừa gian dối.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c532ad054d_0_1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Ngài thương chỉ lối và sáng soi tâm hồn,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c532ad054d_0_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biết luôn can trường con sống trọn đời yêu thương.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c532ad054d_0_1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lòng con sám hối bao nhiêu tội đã qua.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c532ad054d_0_13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thương hải hà cho con được giao hòa.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c532ad054d_0_13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Tình Ngài luôn thiết tha cho con được cải hóa.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c532ad054d_0_1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hát ca cảm tạ Chúa mãi là Tình Yêu.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g3c532ad054d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3b26357b4a1_0_14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GIUSE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Minh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b26357b4a1_0_1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75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thánh Giu-se vinh hiển trên nơi diệu quang. </a:t>
            </a:r>
            <a:endParaRPr b="1" sz="7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26357b4a1_0_1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 được Thiên Chúa phong ban phước lộc cao sang.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b26357b4a1_0_1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Nhớ khi sanh tiền, Cha đã giữ gìn thánh thất: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c532ad054d_0_1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Dám xin hộ phù đoàn con cái nơi trần gian.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bd41fd8710_0_7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Mừng lạy Cha chí nhân, chí lành. Là bạn thanh sạch Đức Nữ trinh.</a:t>
            </a:r>
            <a:endParaRPr b="1" sz="8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bd41fd8710_0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đức Cha rạng ngời, soi chiếu muôn nghìn đời,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86abb9ea5c_0_1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nguyện cho con noi dấu Người liên: Để sau được vinh phúc vô biên.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8" name="Google Shape;1188;g3cb7c2c030f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"/>
            <a:ext cx="91695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