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168.xml"/>
  <Override ContentType="application/vnd.openxmlformats-officedocument.presentationml.notesSlide+xml" PartName="/ppt/notesSlides/notesSlide125.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117.xml"/>
  <Override ContentType="application/vnd.openxmlformats-officedocument.presentationml.notesSlide+xml" PartName="/ppt/notesSlides/notesSlide3.xml"/>
  <Override ContentType="application/vnd.openxmlformats-officedocument.presentationml.notesSlide+xml" PartName="/ppt/notesSlides/notesSlide91.xml"/>
  <Override ContentType="application/vnd.openxmlformats-officedocument.presentationml.notesSlide+xml" PartName="/ppt/notesSlides/notesSlide133.xml"/>
  <Override ContentType="application/vnd.openxmlformats-officedocument.presentationml.notesSlide+xml" PartName="/ppt/notesSlides/notesSlide176.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07.xml"/>
  <Override ContentType="application/vnd.openxmlformats-officedocument.presentationml.notesSlide+xml" PartName="/ppt/notesSlides/notesSlide143.xml"/>
  <Override ContentType="application/vnd.openxmlformats-officedocument.presentationml.notesSlide+xml" PartName="/ppt/notesSlides/notesSlide151.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119.xml"/>
  <Override ContentType="application/vnd.openxmlformats-officedocument.presentationml.notesSlide+xml" PartName="/ppt/notesSlides/notesSlide81.xml"/>
  <Override ContentType="application/vnd.openxmlformats-officedocument.presentationml.notesSlide+xml" PartName="/ppt/notesSlides/notesSlide166.xml"/>
  <Override ContentType="application/vnd.openxmlformats-officedocument.presentationml.notesSlide+xml" PartName="/ppt/notesSlides/notesSlide182.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105.xml"/>
  <Override ContentType="application/vnd.openxmlformats-officedocument.presentationml.notesSlide+xml" PartName="/ppt/notesSlides/notesSlide178.xml"/>
  <Override ContentType="application/vnd.openxmlformats-officedocument.presentationml.notesSlide+xml" PartName="/ppt/notesSlides/notesSlide26.xml"/>
  <Override ContentType="application/vnd.openxmlformats-officedocument.presentationml.notesSlide+xml" PartName="/ppt/notesSlides/notesSlide148.xml"/>
  <Override ContentType="application/vnd.openxmlformats-officedocument.presentationml.notesSlide+xml" PartName="/ppt/notesSlides/notesSlide39.xml"/>
  <Override ContentType="application/vnd.openxmlformats-officedocument.presentationml.notesSlide+xml" PartName="/ppt/notesSlides/notesSlide135.xml"/>
  <Override ContentType="application/vnd.openxmlformats-officedocument.presentationml.notesSlide+xml" PartName="/ppt/notesSlides/notesSlide137.xml"/>
  <Override ContentType="application/vnd.openxmlformats-officedocument.presentationml.notesSlide+xml" PartName="/ppt/notesSlides/notesSlide93.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141.xml"/>
  <Override ContentType="application/vnd.openxmlformats-officedocument.presentationml.notesSlide+xml" PartName="/ppt/notesSlides/notesSlide153.xml"/>
  <Override ContentType="application/vnd.openxmlformats-officedocument.presentationml.notesSlide+xml" PartName="/ppt/notesSlides/notesSlide123.xml"/>
  <Override ContentType="application/vnd.openxmlformats-officedocument.presentationml.notesSlide+xml" PartName="/ppt/notesSlides/notesSlide110.xml"/>
  <Override ContentType="application/vnd.openxmlformats-officedocument.presentationml.notesSlide+xml" PartName="/ppt/notesSlides/notesSlide171.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37.xml"/>
  <Override ContentType="application/vnd.openxmlformats-officedocument.presentationml.notesSlide+xml" PartName="/ppt/notesSlides/notesSlide138.xml"/>
  <Override ContentType="application/vnd.openxmlformats-officedocument.presentationml.notesSlide+xml" PartName="/ppt/notesSlides/notesSlide163.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12.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155.xml"/>
  <Override ContentType="application/vnd.openxmlformats-officedocument.presentationml.notesSlide+xml" PartName="/ppt/notesSlides/notesSlide180.xml"/>
  <Override ContentType="application/vnd.openxmlformats-officedocument.presentationml.notesSlide+xml" PartName="/ppt/notesSlides/notesSlide46.xml"/>
  <Override ContentType="application/vnd.openxmlformats-officedocument.presentationml.notesSlide+xml" PartName="/ppt/notesSlides/notesSlide172.xml"/>
  <Override ContentType="application/vnd.openxmlformats-officedocument.presentationml.notesSlide+xml" PartName="/ppt/notesSlides/notesSlide9.xml"/>
  <Override ContentType="application/vnd.openxmlformats-officedocument.presentationml.notesSlide+xml" PartName="/ppt/notesSlides/notesSlide89.xml"/>
  <Override ContentType="application/vnd.openxmlformats-officedocument.presentationml.notesSlide+xml" PartName="/ppt/notesSlides/notesSlide146.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120.xml"/>
  <Override ContentType="application/vnd.openxmlformats-officedocument.presentationml.notesSlide+xml" PartName="/ppt/notesSlides/notesSlide20.xml"/>
  <Override ContentType="application/vnd.openxmlformats-officedocument.presentationml.notesSlide+xml" PartName="/ppt/notesSlides/notesSlide129.xml"/>
  <Override ContentType="application/vnd.openxmlformats-officedocument.presentationml.notesSlide+xml" PartName="/ppt/notesSlides/notesSlide60.xml"/>
  <Override ContentType="application/vnd.openxmlformats-officedocument.presentationml.notesSlide+xml" PartName="/ppt/notesSlides/notesSlide18.xml"/>
  <Override ContentType="application/vnd.openxmlformats-officedocument.presentationml.notesSlide+xml" PartName="/ppt/notesSlides/notesSlide144.xml"/>
  <Override ContentType="application/vnd.openxmlformats-officedocument.presentationml.notesSlide+xml" PartName="/ppt/notesSlides/notesSlide48.xml"/>
  <Override ContentType="application/vnd.openxmlformats-officedocument.presentationml.notesSlide+xml" PartName="/ppt/notesSlides/notesSlide131.xml"/>
  <Override ContentType="application/vnd.openxmlformats-officedocument.presentationml.notesSlide+xml" PartName="/ppt/notesSlides/notesSlide127.xml"/>
  <Override ContentType="application/vnd.openxmlformats-officedocument.presentationml.notesSlide+xml" PartName="/ppt/notesSlides/notesSlide157.xml"/>
  <Override ContentType="application/vnd.openxmlformats-officedocument.presentationml.notesSlide+xml" PartName="/ppt/notesSlides/notesSlide114.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161.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174.xml"/>
  <Override ContentType="application/vnd.openxmlformats-officedocument.presentationml.notesSlide+xml" PartName="/ppt/notesSlides/notesSlide71.xml"/>
  <Override ContentType="application/vnd.openxmlformats-officedocument.presentationml.notesSlide+xml" PartName="/ppt/notesSlides/notesSlide92.xml"/>
  <Override ContentType="application/vnd.openxmlformats-officedocument.presentationml.notesSlide+xml" PartName="/ppt/notesSlides/notesSlide150.xml"/>
  <Override ContentType="application/vnd.openxmlformats-officedocument.presentationml.notesSlide+xml" PartName="/ppt/notesSlides/notesSlide142.xml"/>
  <Override ContentType="application/vnd.openxmlformats-officedocument.presentationml.notesSlide+xml" PartName="/ppt/notesSlides/notesSlide84.xml"/>
  <Override ContentType="application/vnd.openxmlformats-officedocument.presentationml.notesSlide+xml" PartName="/ppt/notesSlides/notesSlide116.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59.xml"/>
  <Override ContentType="application/vnd.openxmlformats-officedocument.presentationml.notesSlide+xml" PartName="/ppt/notesSlides/notesSlide124.xml"/>
  <Override ContentType="application/vnd.openxmlformats-officedocument.presentationml.notesSlide+xml" PartName="/ppt/notesSlides/notesSlide126.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169.xml"/>
  <Override ContentType="application/vnd.openxmlformats-officedocument.presentationml.notesSlide+xml" PartName="/ppt/notesSlides/notesSlide177.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108.xml"/>
  <Override ContentType="application/vnd.openxmlformats-officedocument.presentationml.notesSlide+xml" PartName="/ppt/notesSlides/notesSlide90.xml"/>
  <Override ContentType="application/vnd.openxmlformats-officedocument.presentationml.notesSlide+xml" PartName="/ppt/notesSlides/notesSlide1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60.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106.xml"/>
  <Override ContentType="application/vnd.openxmlformats-officedocument.presentationml.notesSlide+xml" PartName="/ppt/notesSlides/notesSlide179.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152.xml"/>
  <Override ContentType="application/vnd.openxmlformats-officedocument.presentationml.notesSlide+xml" PartName="/ppt/notesSlides/notesSlide165.xml"/>
  <Override ContentType="application/vnd.openxmlformats-officedocument.presentationml.notesSlide+xml" PartName="/ppt/notesSlides/notesSlide183.xml"/>
  <Override ContentType="application/vnd.openxmlformats-officedocument.presentationml.notesSlide+xml" PartName="/ppt/notesSlides/notesSlide122.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118.xml"/>
  <Override ContentType="application/vnd.openxmlformats-officedocument.presentationml.notesSlide+xml" PartName="/ppt/notesSlides/notesSlide74.xml"/>
  <Override ContentType="application/vnd.openxmlformats-officedocument.presentationml.notesSlide+xml" PartName="/ppt/notesSlides/notesSlide170.xml"/>
  <Override ContentType="application/vnd.openxmlformats-officedocument.presentationml.notesSlide+xml" PartName="/ppt/notesSlides/notesSlide167.xml"/>
  <Override ContentType="application/vnd.openxmlformats-officedocument.presentationml.notesSlide+xml" PartName="/ppt/notesSlides/notesSlide58.xml"/>
  <Override ContentType="application/vnd.openxmlformats-officedocument.presentationml.notesSlide+xml" PartName="/ppt/notesSlides/notesSlide140.xml"/>
  <Override ContentType="application/vnd.openxmlformats-officedocument.presentationml.notesSlide+xml" PartName="/ppt/notesSlides/notesSlide154.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136.xml"/>
  <Override ContentType="application/vnd.openxmlformats-officedocument.presentationml.notesSlide+xml" PartName="/ppt/notesSlides/notesSlide2.xml"/>
  <Override ContentType="application/vnd.openxmlformats-officedocument.presentationml.notesSlide+xml" PartName="/ppt/notesSlides/notesSlide149.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28.xml"/>
  <Override ContentType="application/vnd.openxmlformats-officedocument.presentationml.notesSlide+xml" PartName="/ppt/notesSlides/notesSlide111.xml"/>
  <Override ContentType="application/vnd.openxmlformats-officedocument.presentationml.notesSlide+xml" PartName="/ppt/notesSlides/notesSlide139.xml"/>
  <Override ContentType="application/vnd.openxmlformats-officedocument.presentationml.notesSlide+xml" PartName="/ppt/notesSlides/notesSlide55.xml"/>
  <Override ContentType="application/vnd.openxmlformats-officedocument.presentationml.notesSlide+xml" PartName="/ppt/notesSlides/notesSlide156.xml"/>
  <Override ContentType="application/vnd.openxmlformats-officedocument.presentationml.notesSlide+xml" PartName="/ppt/notesSlides/notesSlide181.xml"/>
  <Override ContentType="application/vnd.openxmlformats-officedocument.presentationml.notesSlide+xml" PartName="/ppt/notesSlides/notesSlide12.xml"/>
  <Override ContentType="application/vnd.openxmlformats-officedocument.presentationml.notesSlide+xml" PartName="/ppt/notesSlides/notesSlide113.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04.xml"/>
  <Override ContentType="application/vnd.openxmlformats-officedocument.presentationml.notesSlide+xml" PartName="/ppt/notesSlides/notesSlide1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30.xml"/>
  <Override ContentType="application/vnd.openxmlformats-officedocument.presentationml.notesSlide+xml" PartName="/ppt/notesSlides/notesSlide164.xml"/>
  <Override ContentType="application/vnd.openxmlformats-officedocument.presentationml.notesSlide+xml" PartName="/ppt/notesSlides/notesSlide38.xml"/>
  <Override ContentType="application/vnd.openxmlformats-officedocument.presentationml.notesSlide+xml" PartName="/ppt/notesSlides/notesSlide173.xml"/>
  <Override ContentType="application/vnd.openxmlformats-officedocument.presentationml.notesSlide+xml" PartName="/ppt/notesSlides/notesSlide64.xml"/>
  <Override ContentType="application/vnd.openxmlformats-officedocument.presentationml.notesSlide+xml" PartName="/ppt/notesSlides/notesSlide121.xml"/>
  <Override ContentType="application/vnd.openxmlformats-officedocument.presentationml.notesSlide+xml" PartName="/ppt/notesSlides/notesSlide6.xml"/>
  <Override ContentType="application/vnd.openxmlformats-officedocument.presentationml.notesSlide+xml" PartName="/ppt/notesSlides/notesSlide128.xml"/>
  <Override ContentType="application/vnd.openxmlformats-officedocument.presentationml.notesSlide+xml" PartName="/ppt/notesSlides/notesSlide79.xml"/>
  <Override ContentType="application/vnd.openxmlformats-officedocument.presentationml.notesSlide+xml" PartName="/ppt/notesSlides/notesSlide132.xml"/>
  <Override ContentType="application/vnd.openxmlformats-officedocument.presentationml.notesSlide+xml" PartName="/ppt/notesSlides/notesSlide162.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45.xml"/>
  <Override ContentType="application/vnd.openxmlformats-officedocument.presentationml.notesSlide+xml" PartName="/ppt/notesSlides/notesSlide96.xml"/>
  <Override ContentType="application/vnd.openxmlformats-officedocument.presentationml.notesSlide+xml" PartName="/ppt/notesSlides/notesSlide102.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115.xml"/>
  <Override ContentType="application/vnd.openxmlformats-officedocument.presentationml.notesSlide+xml" PartName="/ppt/notesSlides/notesSlide53.xml"/>
  <Override ContentType="application/vnd.openxmlformats-officedocument.presentationml.notesSlide+xml" PartName="/ppt/notesSlides/notesSlide158.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75.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1.xml"/>
  <Override ContentType="application/vnd.openxmlformats-officedocument.presentationml.slide+xml" PartName="/ppt/slides/slide164.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105.xml"/>
  <Override ContentType="application/vnd.openxmlformats-officedocument.presentationml.slide+xml" PartName="/ppt/slides/slide148.xml"/>
  <Override ContentType="application/vnd.openxmlformats-officedocument.presentationml.slide+xml" PartName="/ppt/slides/slide17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82.xml"/>
  <Override ContentType="application/vnd.openxmlformats-officedocument.presentationml.slide+xml" PartName="/ppt/slides/slide17.xml"/>
  <Override ContentType="application/vnd.openxmlformats-officedocument.presentationml.slide+xml" PartName="/ppt/slides/slide138.xml"/>
  <Override ContentType="application/vnd.openxmlformats-officedocument.presentationml.slide+xml" PartName="/ppt/slides/slide25.xml"/>
  <Override ContentType="application/vnd.openxmlformats-officedocument.presentationml.slide+xml" PartName="/ppt/slides/slide17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13.xml"/>
  <Override ContentType="application/vnd.openxmlformats-officedocument.presentationml.slide+xml" PartName="/ppt/slides/slide68.xml"/>
  <Override ContentType="application/vnd.openxmlformats-officedocument.presentationml.slide+xml" PartName="/ppt/slides/slide94.xml"/>
  <Override ContentType="application/vnd.openxmlformats-officedocument.presentationml.slide+xml" PartName="/ppt/slides/slide156.xml"/>
  <Override ContentType="application/vnd.openxmlformats-officedocument.presentationml.slide+xml" PartName="/ppt/slides/slide170.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123.xml"/>
  <Override ContentType="application/vnd.openxmlformats-officedocument.presentationml.slide+xml" PartName="/ppt/slides/slide71.xml"/>
  <Override ContentType="application/vnd.openxmlformats-officedocument.presentationml.slide+xml" PartName="/ppt/slides/slide179.xml"/>
  <Override ContentType="application/vnd.openxmlformats-officedocument.presentationml.slide+xml" PartName="/ppt/slides/slide166.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36.xml"/>
  <Override ContentType="application/vnd.openxmlformats-officedocument.presentationml.slide+xml" PartName="/ppt/slides/slide154.xml"/>
  <Override ContentType="application/vnd.openxmlformats-officedocument.presentationml.slide+xml" PartName="/ppt/slides/slide10.xml"/>
  <Override ContentType="application/vnd.openxmlformats-officedocument.presentationml.slide+xml" PartName="/ppt/slides/slide111.xml"/>
  <Override ContentType="application/vnd.openxmlformats-officedocument.presentationml.slide+xml" PartName="/ppt/slides/slide53.xml"/>
  <Override ContentType="application/vnd.openxmlformats-officedocument.presentationml.slide+xml" PartName="/ppt/slides/slide141.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68.xml"/>
  <Override ContentType="application/vnd.openxmlformats-officedocument.presentationml.slide+xml" PartName="/ppt/slides/slide118.xml"/>
  <Override ContentType="application/vnd.openxmlformats-officedocument.presentationml.slide+xml" PartName="/ppt/slides/slide142.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98.xml"/>
  <Override ContentType="application/vnd.openxmlformats-officedocument.presentationml.slide+xml" PartName="/ppt/slides/slide152.xml"/>
  <Override ContentType="application/vnd.openxmlformats-officedocument.presentationml.slide+xml" PartName="/ppt/slides/slide125.xml"/>
  <Override ContentType="application/vnd.openxmlformats-officedocument.presentationml.slide+xml" PartName="/ppt/slides/slide72.xml"/>
  <Override ContentType="application/vnd.openxmlformats-officedocument.presentationml.slide+xml" PartName="/ppt/slides/slide135.xml"/>
  <Override ContentType="application/vnd.openxmlformats-officedocument.presentationml.slide+xml" PartName="/ppt/slides/slide20.xml"/>
  <Override ContentType="application/vnd.openxmlformats-officedocument.presentationml.slide+xml" PartName="/ppt/slides/slide161.xml"/>
  <Override ContentType="application/vnd.openxmlformats-officedocument.presentationml.slide+xml" PartName="/ppt/slides/slide178.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76.xml"/>
  <Override ContentType="application/vnd.openxmlformats-officedocument.presentationml.slide+xml" PartName="/ppt/slides/slide129.xml"/>
  <Override ContentType="application/vnd.openxmlformats-officedocument.presentationml.slide+xml" PartName="/ppt/slides/slide63.xml"/>
  <Override ContentType="application/vnd.openxmlformats-officedocument.presentationml.slide+xml" PartName="/ppt/slides/slide131.xml"/>
  <Override ContentType="application/vnd.openxmlformats-officedocument.presentationml.slide+xml" PartName="/ppt/slides/slide159.xml"/>
  <Override ContentType="application/vnd.openxmlformats-officedocument.presentationml.slide+xml" PartName="/ppt/slides/slide93.xml"/>
  <Override ContentType="application/vnd.openxmlformats-officedocument.presentationml.slide+xml" PartName="/ppt/slides/slide101.xml"/>
  <Override ContentType="application/vnd.openxmlformats-officedocument.presentationml.slide+xml" PartName="/ppt/slides/slide116.xml"/>
  <Override ContentType="application/vnd.openxmlformats-officedocument.presentationml.slide+xml" PartName="/ppt/slides/slide144.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133.xml"/>
  <Override ContentType="application/vnd.openxmlformats-officedocument.presentationml.slide+xml" PartName="/ppt/slides/slide91.xml"/>
  <Override ContentType="application/vnd.openxmlformats-officedocument.presentationml.slide+xml" PartName="/ppt/slides/slide114.xml"/>
  <Override ContentType="application/vnd.openxmlformats-officedocument.presentationml.slide+xml" PartName="/ppt/slides/slide163.xml"/>
  <Override ContentType="application/vnd.openxmlformats-officedocument.presentationml.slide+xml" PartName="/ppt/slides/slide31.xml"/>
  <Override ContentType="application/vnd.openxmlformats-officedocument.presentationml.slide+xml" PartName="/ppt/slides/slide127.xml"/>
  <Override ContentType="application/vnd.openxmlformats-officedocument.presentationml.slide+xml" PartName="/ppt/slides/slide146.xml"/>
  <Override ContentType="application/vnd.openxmlformats-officedocument.presentationml.slide+xml" PartName="/ppt/slides/slide150.xml"/>
  <Override ContentType="application/vnd.openxmlformats-officedocument.presentationml.slide+xml" PartName="/ppt/slides/slide120.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176.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slide+xml" PartName="/ppt/slides/slide180.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39.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12.xml"/>
  <Override ContentType="application/vnd.openxmlformats-officedocument.presentationml.slide+xml" PartName="/ppt/slides/slide95.xml"/>
  <Override ContentType="application/vnd.openxmlformats-officedocument.presentationml.slide+xml" PartName="/ppt/slides/slide155.xml"/>
  <Override ContentType="application/vnd.openxmlformats-officedocument.presentationml.slide+xml" PartName="/ppt/slides/slide69.xml"/>
  <Override ContentType="application/vnd.openxmlformats-officedocument.presentationml.slide+xml" PartName="/ppt/slides/slide181.xml"/>
  <Override ContentType="application/vnd.openxmlformats-officedocument.presentationml.slide+xml" PartName="/ppt/slides/slide85.xml"/>
  <Override ContentType="application/vnd.openxmlformats-officedocument.presentationml.slide+xml" PartName="/ppt/slides/slide157.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165.xml"/>
  <Override ContentType="application/vnd.openxmlformats-officedocument.presentationml.slide+xml" PartName="/ppt/slides/slide34.xml"/>
  <Override ContentType="application/vnd.openxmlformats-officedocument.presentationml.slide+xml" PartName="/ppt/slides/slide122.xml"/>
  <Override ContentType="application/vnd.openxmlformats-officedocument.presentationml.slide+xml" PartName="/ppt/slides/slide130.xml"/>
  <Override ContentType="application/vnd.openxmlformats-officedocument.presentationml.slide+xml" PartName="/ppt/slides/slide173.xml"/>
  <Override ContentType="application/vnd.openxmlformats-officedocument.presentationml.slide+xml" PartName="/ppt/slides/slide147.xml"/>
  <Override ContentType="application/vnd.openxmlformats-officedocument.presentationml.slide+xml" PartName="/ppt/slides/slide16.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97.xml"/>
  <Override ContentType="application/vnd.openxmlformats-officedocument.presentationml.slide+xml" PartName="/ppt/slides/slide140.xml"/>
  <Override ContentType="application/vnd.openxmlformats-officedocument.presentationml.slide+xml" PartName="/ppt/slides/slide11.xml"/>
  <Override ContentType="application/vnd.openxmlformats-officedocument.presentationml.slide+xml" PartName="/ppt/slides/slide137.xml"/>
  <Override ContentType="application/vnd.openxmlformats-officedocument.presentationml.slide+xml" PartName="/ppt/slides/slide110.xml"/>
  <Override ContentType="application/vnd.openxmlformats-officedocument.presentationml.slide+xml" PartName="/ppt/slides/slide153.xml"/>
  <Override ContentType="application/vnd.openxmlformats-officedocument.presentationml.slide+xml" PartName="/ppt/slides/slide183.xml"/>
  <Override ContentType="application/vnd.openxmlformats-officedocument.presentationml.slide+xml" PartName="/ppt/slides/slide6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171.xml"/>
  <Override ContentType="application/vnd.openxmlformats-officedocument.presentationml.slide+xml" PartName="/ppt/slides/slide149.xml"/>
  <Override ContentType="application/vnd.openxmlformats-officedocument.presentationml.slide+xml" PartName="/ppt/slides/slide49.xml"/>
  <Override ContentType="application/vnd.openxmlformats-officedocument.presentationml.slide+xml" PartName="/ppt/slides/slide124.xml"/>
  <Override ContentType="application/vnd.openxmlformats-officedocument.presentationml.slide+xml" PartName="/ppt/slides/slide83.xml"/>
  <Override ContentType="application/vnd.openxmlformats-officedocument.presentationml.slide+xml" PartName="/ppt/slides/slide106.xml"/>
  <Override ContentType="application/vnd.openxmlformats-officedocument.presentationml.slide+xml" PartName="/ppt/slides/slide167.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119.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169.xml"/>
  <Override ContentType="application/vnd.openxmlformats-officedocument.presentationml.slide+xml" PartName="/ppt/slides/slide30.xml"/>
  <Override ContentType="application/vnd.openxmlformats-officedocument.presentationml.slide+xml" PartName="/ppt/slides/slide126.xml"/>
  <Override ContentType="application/vnd.openxmlformats-officedocument.presentationml.slide+xml" PartName="/ppt/slides/slide151.xml"/>
  <Override ContentType="application/vnd.openxmlformats-officedocument.presentationml.slide+xml" PartName="/ppt/slides/slide177.xml"/>
  <Override ContentType="application/vnd.openxmlformats-officedocument.presentationml.slide+xml" PartName="/ppt/slides/slide109.xml"/>
  <Override ContentType="application/vnd.openxmlformats-officedocument.presentationml.slide+xml" PartName="/ppt/slides/slide134.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47.xml"/>
  <Override ContentType="application/vnd.openxmlformats-officedocument.presentationml.slide+xml" PartName="/ppt/slides/slide160.xml"/>
  <Override ContentType="application/vnd.openxmlformats-officedocument.presentationml.slide+xml" PartName="/ppt/slides/slide21.xml"/>
  <Override ContentType="application/vnd.openxmlformats-officedocument.presentationml.slide+xml" PartName="/ppt/slides/slide100.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90.xml"/>
  <Override ContentType="application/vnd.openxmlformats-officedocument.presentationml.slide+xml" PartName="/ppt/slides/slide8.xml"/>
  <Override ContentType="application/vnd.openxmlformats-officedocument.presentationml.slide+xml" PartName="/ppt/slides/slide143.xml"/>
  <Override ContentType="application/vnd.openxmlformats-officedocument.presentationml.slide+xml" PartName="/ppt/slides/slide117.xml"/>
  <Override ContentType="application/vnd.openxmlformats-officedocument.presentationml.slide+xml" PartName="/ppt/slides/slide145.xml"/>
  <Override ContentType="application/vnd.openxmlformats-officedocument.presentationml.slide+xml" PartName="/ppt/slides/slide132.xml"/>
  <Override ContentType="application/vnd.openxmlformats-officedocument.presentationml.slide+xml" PartName="/ppt/slides/slide162.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175.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88.xml"/>
  <Override ContentType="application/vnd.openxmlformats-officedocument.presentationml.slide+xml" PartName="/ppt/slides/slide128.xml"/>
  <Override ContentType="application/vnd.openxmlformats-officedocument.presentationml.slide+xml" PartName="/ppt/slides/slide158.xml"/>
  <Override ContentType="application/vnd.openxmlformats-officedocument.presentationml.slide+xml" PartName="/ppt/slides/slide92.xml"/>
  <Override ContentType="application/vnd.openxmlformats-officedocument.presentationml.slide+xml" PartName="/ppt/slides/slide115.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 id="339" r:id="rId89"/>
    <p:sldId id="340" r:id="rId90"/>
    <p:sldId id="341" r:id="rId91"/>
    <p:sldId id="342" r:id="rId92"/>
    <p:sldId id="343" r:id="rId93"/>
    <p:sldId id="344" r:id="rId94"/>
    <p:sldId id="345" r:id="rId95"/>
    <p:sldId id="346" r:id="rId96"/>
    <p:sldId id="347" r:id="rId97"/>
    <p:sldId id="348" r:id="rId98"/>
    <p:sldId id="349" r:id="rId99"/>
    <p:sldId id="350" r:id="rId100"/>
    <p:sldId id="351" r:id="rId101"/>
    <p:sldId id="352" r:id="rId102"/>
    <p:sldId id="353" r:id="rId103"/>
    <p:sldId id="354" r:id="rId104"/>
    <p:sldId id="355" r:id="rId105"/>
    <p:sldId id="356" r:id="rId106"/>
    <p:sldId id="357" r:id="rId107"/>
    <p:sldId id="358" r:id="rId108"/>
    <p:sldId id="359" r:id="rId109"/>
    <p:sldId id="360" r:id="rId110"/>
    <p:sldId id="361" r:id="rId111"/>
    <p:sldId id="362" r:id="rId112"/>
    <p:sldId id="363" r:id="rId113"/>
    <p:sldId id="364" r:id="rId114"/>
    <p:sldId id="365" r:id="rId115"/>
    <p:sldId id="366" r:id="rId116"/>
    <p:sldId id="367" r:id="rId117"/>
    <p:sldId id="368" r:id="rId118"/>
    <p:sldId id="369" r:id="rId119"/>
    <p:sldId id="370" r:id="rId120"/>
    <p:sldId id="371" r:id="rId121"/>
    <p:sldId id="372" r:id="rId122"/>
    <p:sldId id="373" r:id="rId123"/>
    <p:sldId id="374" r:id="rId124"/>
    <p:sldId id="375" r:id="rId125"/>
    <p:sldId id="376" r:id="rId126"/>
    <p:sldId id="377" r:id="rId127"/>
    <p:sldId id="378" r:id="rId128"/>
    <p:sldId id="379" r:id="rId129"/>
    <p:sldId id="380" r:id="rId130"/>
    <p:sldId id="381" r:id="rId131"/>
    <p:sldId id="382" r:id="rId132"/>
    <p:sldId id="383" r:id="rId133"/>
    <p:sldId id="384" r:id="rId134"/>
    <p:sldId id="385" r:id="rId135"/>
    <p:sldId id="386" r:id="rId136"/>
    <p:sldId id="387" r:id="rId137"/>
    <p:sldId id="388" r:id="rId138"/>
    <p:sldId id="389" r:id="rId139"/>
    <p:sldId id="390" r:id="rId140"/>
    <p:sldId id="391" r:id="rId141"/>
    <p:sldId id="392" r:id="rId142"/>
    <p:sldId id="393" r:id="rId143"/>
    <p:sldId id="394" r:id="rId144"/>
    <p:sldId id="395" r:id="rId145"/>
    <p:sldId id="396" r:id="rId146"/>
    <p:sldId id="397" r:id="rId147"/>
    <p:sldId id="398" r:id="rId148"/>
    <p:sldId id="399" r:id="rId149"/>
    <p:sldId id="400" r:id="rId150"/>
    <p:sldId id="401" r:id="rId151"/>
    <p:sldId id="402" r:id="rId152"/>
    <p:sldId id="403" r:id="rId153"/>
    <p:sldId id="404" r:id="rId154"/>
    <p:sldId id="405" r:id="rId155"/>
    <p:sldId id="406" r:id="rId156"/>
    <p:sldId id="407" r:id="rId157"/>
    <p:sldId id="408" r:id="rId158"/>
    <p:sldId id="409" r:id="rId159"/>
    <p:sldId id="410" r:id="rId160"/>
    <p:sldId id="411" r:id="rId161"/>
    <p:sldId id="412" r:id="rId162"/>
    <p:sldId id="413" r:id="rId163"/>
    <p:sldId id="414" r:id="rId164"/>
    <p:sldId id="415" r:id="rId165"/>
    <p:sldId id="416" r:id="rId166"/>
    <p:sldId id="417" r:id="rId167"/>
    <p:sldId id="418" r:id="rId168"/>
    <p:sldId id="419" r:id="rId169"/>
    <p:sldId id="420" r:id="rId170"/>
    <p:sldId id="421" r:id="rId171"/>
    <p:sldId id="422" r:id="rId172"/>
    <p:sldId id="423" r:id="rId173"/>
    <p:sldId id="424" r:id="rId174"/>
    <p:sldId id="425" r:id="rId175"/>
    <p:sldId id="426" r:id="rId176"/>
    <p:sldId id="427" r:id="rId177"/>
    <p:sldId id="428" r:id="rId178"/>
    <p:sldId id="429" r:id="rId179"/>
    <p:sldId id="430" r:id="rId180"/>
    <p:sldId id="431" r:id="rId181"/>
    <p:sldId id="432" r:id="rId182"/>
    <p:sldId id="433" r:id="rId183"/>
    <p:sldId id="434" r:id="rId184"/>
    <p:sldId id="435" r:id="rId185"/>
    <p:sldId id="436" r:id="rId186"/>
    <p:sldId id="437" r:id="rId187"/>
    <p:sldId id="438" r:id="rId188"/>
  </p:sldIdLst>
  <p:sldSz cy="5143500" cx="9144000"/>
  <p:notesSz cx="9144000" cy="6858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189" roundtripDataSignature="AMtx7mjP9Aig9Ujj79dqry1+ibgHWuf5P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07" Type="http://schemas.openxmlformats.org/officeDocument/2006/relationships/slide" Target="slides/slide102.xml"/><Relationship Id="rId106" Type="http://schemas.openxmlformats.org/officeDocument/2006/relationships/slide" Target="slides/slide101.xml"/><Relationship Id="rId105" Type="http://schemas.openxmlformats.org/officeDocument/2006/relationships/slide" Target="slides/slide100.xml"/><Relationship Id="rId104" Type="http://schemas.openxmlformats.org/officeDocument/2006/relationships/slide" Target="slides/slide99.xml"/><Relationship Id="rId109" Type="http://schemas.openxmlformats.org/officeDocument/2006/relationships/slide" Target="slides/slide104.xml"/><Relationship Id="rId108" Type="http://schemas.openxmlformats.org/officeDocument/2006/relationships/slide" Target="slides/slide103.xml"/><Relationship Id="rId48" Type="http://schemas.openxmlformats.org/officeDocument/2006/relationships/slide" Target="slides/slide43.xml"/><Relationship Id="rId187" Type="http://schemas.openxmlformats.org/officeDocument/2006/relationships/slide" Target="slides/slide182.xml"/><Relationship Id="rId47" Type="http://schemas.openxmlformats.org/officeDocument/2006/relationships/slide" Target="slides/slide42.xml"/><Relationship Id="rId186" Type="http://schemas.openxmlformats.org/officeDocument/2006/relationships/slide" Target="slides/slide181.xml"/><Relationship Id="rId185" Type="http://schemas.openxmlformats.org/officeDocument/2006/relationships/slide" Target="slides/slide180.xml"/><Relationship Id="rId49" Type="http://schemas.openxmlformats.org/officeDocument/2006/relationships/slide" Target="slides/slide44.xml"/><Relationship Id="rId184" Type="http://schemas.openxmlformats.org/officeDocument/2006/relationships/slide" Target="slides/slide179.xml"/><Relationship Id="rId103" Type="http://schemas.openxmlformats.org/officeDocument/2006/relationships/slide" Target="slides/slide98.xml"/><Relationship Id="rId102" Type="http://schemas.openxmlformats.org/officeDocument/2006/relationships/slide" Target="slides/slide97.xml"/><Relationship Id="rId101" Type="http://schemas.openxmlformats.org/officeDocument/2006/relationships/slide" Target="slides/slide96.xml"/><Relationship Id="rId189" Type="http://customschemas.google.com/relationships/presentationmetadata" Target="metadata"/><Relationship Id="rId100" Type="http://schemas.openxmlformats.org/officeDocument/2006/relationships/slide" Target="slides/slide95.xml"/><Relationship Id="rId188" Type="http://schemas.openxmlformats.org/officeDocument/2006/relationships/slide" Target="slides/slide18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183" Type="http://schemas.openxmlformats.org/officeDocument/2006/relationships/slide" Target="slides/slide178.xml"/><Relationship Id="rId32" Type="http://schemas.openxmlformats.org/officeDocument/2006/relationships/slide" Target="slides/slide27.xml"/><Relationship Id="rId182" Type="http://schemas.openxmlformats.org/officeDocument/2006/relationships/slide" Target="slides/slide177.xml"/><Relationship Id="rId35" Type="http://schemas.openxmlformats.org/officeDocument/2006/relationships/slide" Target="slides/slide30.xml"/><Relationship Id="rId181" Type="http://schemas.openxmlformats.org/officeDocument/2006/relationships/slide" Target="slides/slide176.xml"/><Relationship Id="rId34" Type="http://schemas.openxmlformats.org/officeDocument/2006/relationships/slide" Target="slides/slide29.xml"/><Relationship Id="rId180" Type="http://schemas.openxmlformats.org/officeDocument/2006/relationships/slide" Target="slides/slide175.xml"/><Relationship Id="rId37" Type="http://schemas.openxmlformats.org/officeDocument/2006/relationships/slide" Target="slides/slide32.xml"/><Relationship Id="rId176" Type="http://schemas.openxmlformats.org/officeDocument/2006/relationships/slide" Target="slides/slide171.xml"/><Relationship Id="rId36" Type="http://schemas.openxmlformats.org/officeDocument/2006/relationships/slide" Target="slides/slide31.xml"/><Relationship Id="rId175" Type="http://schemas.openxmlformats.org/officeDocument/2006/relationships/slide" Target="slides/slide170.xml"/><Relationship Id="rId39" Type="http://schemas.openxmlformats.org/officeDocument/2006/relationships/slide" Target="slides/slide34.xml"/><Relationship Id="rId174" Type="http://schemas.openxmlformats.org/officeDocument/2006/relationships/slide" Target="slides/slide169.xml"/><Relationship Id="rId38" Type="http://schemas.openxmlformats.org/officeDocument/2006/relationships/slide" Target="slides/slide33.xml"/><Relationship Id="rId173" Type="http://schemas.openxmlformats.org/officeDocument/2006/relationships/slide" Target="slides/slide168.xml"/><Relationship Id="rId179" Type="http://schemas.openxmlformats.org/officeDocument/2006/relationships/slide" Target="slides/slide174.xml"/><Relationship Id="rId178" Type="http://schemas.openxmlformats.org/officeDocument/2006/relationships/slide" Target="slides/slide173.xml"/><Relationship Id="rId177" Type="http://schemas.openxmlformats.org/officeDocument/2006/relationships/slide" Target="slides/slide172.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29" Type="http://schemas.openxmlformats.org/officeDocument/2006/relationships/slide" Target="slides/slide124.xml"/><Relationship Id="rId128" Type="http://schemas.openxmlformats.org/officeDocument/2006/relationships/slide" Target="slides/slide123.xml"/><Relationship Id="rId127" Type="http://schemas.openxmlformats.org/officeDocument/2006/relationships/slide" Target="slides/slide122.xml"/><Relationship Id="rId126" Type="http://schemas.openxmlformats.org/officeDocument/2006/relationships/slide" Target="slides/slide121.xml"/><Relationship Id="rId26" Type="http://schemas.openxmlformats.org/officeDocument/2006/relationships/slide" Target="slides/slide21.xml"/><Relationship Id="rId121" Type="http://schemas.openxmlformats.org/officeDocument/2006/relationships/slide" Target="slides/slide116.xml"/><Relationship Id="rId25" Type="http://schemas.openxmlformats.org/officeDocument/2006/relationships/slide" Target="slides/slide20.xml"/><Relationship Id="rId120" Type="http://schemas.openxmlformats.org/officeDocument/2006/relationships/slide" Target="slides/slide115.xml"/><Relationship Id="rId28" Type="http://schemas.openxmlformats.org/officeDocument/2006/relationships/slide" Target="slides/slide23.xml"/><Relationship Id="rId27" Type="http://schemas.openxmlformats.org/officeDocument/2006/relationships/slide" Target="slides/slide22.xml"/><Relationship Id="rId125" Type="http://schemas.openxmlformats.org/officeDocument/2006/relationships/slide" Target="slides/slide120.xml"/><Relationship Id="rId29" Type="http://schemas.openxmlformats.org/officeDocument/2006/relationships/slide" Target="slides/slide24.xml"/><Relationship Id="rId124" Type="http://schemas.openxmlformats.org/officeDocument/2006/relationships/slide" Target="slides/slide119.xml"/><Relationship Id="rId123" Type="http://schemas.openxmlformats.org/officeDocument/2006/relationships/slide" Target="slides/slide118.xml"/><Relationship Id="rId122" Type="http://schemas.openxmlformats.org/officeDocument/2006/relationships/slide" Target="slides/slide117.xml"/><Relationship Id="rId95" Type="http://schemas.openxmlformats.org/officeDocument/2006/relationships/slide" Target="slides/slide90.xml"/><Relationship Id="rId94" Type="http://schemas.openxmlformats.org/officeDocument/2006/relationships/slide" Target="slides/slide89.xml"/><Relationship Id="rId97" Type="http://schemas.openxmlformats.org/officeDocument/2006/relationships/slide" Target="slides/slide92.xml"/><Relationship Id="rId96" Type="http://schemas.openxmlformats.org/officeDocument/2006/relationships/slide" Target="slides/slide91.xml"/><Relationship Id="rId11" Type="http://schemas.openxmlformats.org/officeDocument/2006/relationships/slide" Target="slides/slide6.xml"/><Relationship Id="rId99" Type="http://schemas.openxmlformats.org/officeDocument/2006/relationships/slide" Target="slides/slide94.xml"/><Relationship Id="rId10" Type="http://schemas.openxmlformats.org/officeDocument/2006/relationships/slide" Target="slides/slide5.xml"/><Relationship Id="rId98" Type="http://schemas.openxmlformats.org/officeDocument/2006/relationships/slide" Target="slides/slide93.xml"/><Relationship Id="rId13" Type="http://schemas.openxmlformats.org/officeDocument/2006/relationships/slide" Target="slides/slide8.xml"/><Relationship Id="rId12" Type="http://schemas.openxmlformats.org/officeDocument/2006/relationships/slide" Target="slides/slide7.xml"/><Relationship Id="rId91" Type="http://schemas.openxmlformats.org/officeDocument/2006/relationships/slide" Target="slides/slide86.xml"/><Relationship Id="rId90" Type="http://schemas.openxmlformats.org/officeDocument/2006/relationships/slide" Target="slides/slide85.xml"/><Relationship Id="rId93" Type="http://schemas.openxmlformats.org/officeDocument/2006/relationships/slide" Target="slides/slide88.xml"/><Relationship Id="rId92" Type="http://schemas.openxmlformats.org/officeDocument/2006/relationships/slide" Target="slides/slide87.xml"/><Relationship Id="rId118" Type="http://schemas.openxmlformats.org/officeDocument/2006/relationships/slide" Target="slides/slide113.xml"/><Relationship Id="rId117" Type="http://schemas.openxmlformats.org/officeDocument/2006/relationships/slide" Target="slides/slide112.xml"/><Relationship Id="rId116" Type="http://schemas.openxmlformats.org/officeDocument/2006/relationships/slide" Target="slides/slide111.xml"/><Relationship Id="rId115" Type="http://schemas.openxmlformats.org/officeDocument/2006/relationships/slide" Target="slides/slide110.xml"/><Relationship Id="rId119" Type="http://schemas.openxmlformats.org/officeDocument/2006/relationships/slide" Target="slides/slide114.xml"/><Relationship Id="rId15" Type="http://schemas.openxmlformats.org/officeDocument/2006/relationships/slide" Target="slides/slide10.xml"/><Relationship Id="rId110" Type="http://schemas.openxmlformats.org/officeDocument/2006/relationships/slide" Target="slides/slide105.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14" Type="http://schemas.openxmlformats.org/officeDocument/2006/relationships/slide" Target="slides/slide109.xml"/><Relationship Id="rId18" Type="http://schemas.openxmlformats.org/officeDocument/2006/relationships/slide" Target="slides/slide13.xml"/><Relationship Id="rId113" Type="http://schemas.openxmlformats.org/officeDocument/2006/relationships/slide" Target="slides/slide108.xml"/><Relationship Id="rId112" Type="http://schemas.openxmlformats.org/officeDocument/2006/relationships/slide" Target="slides/slide107.xml"/><Relationship Id="rId111" Type="http://schemas.openxmlformats.org/officeDocument/2006/relationships/slide" Target="slides/slide106.xml"/><Relationship Id="rId84" Type="http://schemas.openxmlformats.org/officeDocument/2006/relationships/slide" Target="slides/slide79.xml"/><Relationship Id="rId83" Type="http://schemas.openxmlformats.org/officeDocument/2006/relationships/slide" Target="slides/slide78.xml"/><Relationship Id="rId86" Type="http://schemas.openxmlformats.org/officeDocument/2006/relationships/slide" Target="slides/slide81.xml"/><Relationship Id="rId85" Type="http://schemas.openxmlformats.org/officeDocument/2006/relationships/slide" Target="slides/slide80.xml"/><Relationship Id="rId88" Type="http://schemas.openxmlformats.org/officeDocument/2006/relationships/slide" Target="slides/slide83.xml"/><Relationship Id="rId150" Type="http://schemas.openxmlformats.org/officeDocument/2006/relationships/slide" Target="slides/slide145.xml"/><Relationship Id="rId87" Type="http://schemas.openxmlformats.org/officeDocument/2006/relationships/slide" Target="slides/slide82.xml"/><Relationship Id="rId89" Type="http://schemas.openxmlformats.org/officeDocument/2006/relationships/slide" Target="slides/slide84.xml"/><Relationship Id="rId80" Type="http://schemas.openxmlformats.org/officeDocument/2006/relationships/slide" Target="slides/slide75.xml"/><Relationship Id="rId82" Type="http://schemas.openxmlformats.org/officeDocument/2006/relationships/slide" Target="slides/slide77.xml"/><Relationship Id="rId81" Type="http://schemas.openxmlformats.org/officeDocument/2006/relationships/slide" Target="slides/slide7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149" Type="http://schemas.openxmlformats.org/officeDocument/2006/relationships/slide" Target="slides/slide144.xml"/><Relationship Id="rId4" Type="http://schemas.openxmlformats.org/officeDocument/2006/relationships/slideMaster" Target="slideMasters/slideMaster1.xml"/><Relationship Id="rId148" Type="http://schemas.openxmlformats.org/officeDocument/2006/relationships/slide" Target="slides/slide143.xml"/><Relationship Id="rId9" Type="http://schemas.openxmlformats.org/officeDocument/2006/relationships/slide" Target="slides/slide4.xml"/><Relationship Id="rId143" Type="http://schemas.openxmlformats.org/officeDocument/2006/relationships/slide" Target="slides/slide138.xml"/><Relationship Id="rId142" Type="http://schemas.openxmlformats.org/officeDocument/2006/relationships/slide" Target="slides/slide137.xml"/><Relationship Id="rId141" Type="http://schemas.openxmlformats.org/officeDocument/2006/relationships/slide" Target="slides/slide136.xml"/><Relationship Id="rId140" Type="http://schemas.openxmlformats.org/officeDocument/2006/relationships/slide" Target="slides/slide135.xml"/><Relationship Id="rId5" Type="http://schemas.openxmlformats.org/officeDocument/2006/relationships/notesMaster" Target="notesMasters/notesMaster1.xml"/><Relationship Id="rId147" Type="http://schemas.openxmlformats.org/officeDocument/2006/relationships/slide" Target="slides/slide142.xml"/><Relationship Id="rId6" Type="http://schemas.openxmlformats.org/officeDocument/2006/relationships/slide" Target="slides/slide1.xml"/><Relationship Id="rId146" Type="http://schemas.openxmlformats.org/officeDocument/2006/relationships/slide" Target="slides/slide141.xml"/><Relationship Id="rId7" Type="http://schemas.openxmlformats.org/officeDocument/2006/relationships/slide" Target="slides/slide2.xml"/><Relationship Id="rId145" Type="http://schemas.openxmlformats.org/officeDocument/2006/relationships/slide" Target="slides/slide140.xml"/><Relationship Id="rId8" Type="http://schemas.openxmlformats.org/officeDocument/2006/relationships/slide" Target="slides/slide3.xml"/><Relationship Id="rId144" Type="http://schemas.openxmlformats.org/officeDocument/2006/relationships/slide" Target="slides/slide139.xml"/><Relationship Id="rId73" Type="http://schemas.openxmlformats.org/officeDocument/2006/relationships/slide" Target="slides/slide68.xml"/><Relationship Id="rId72" Type="http://schemas.openxmlformats.org/officeDocument/2006/relationships/slide" Target="slides/slide67.xml"/><Relationship Id="rId75" Type="http://schemas.openxmlformats.org/officeDocument/2006/relationships/slide" Target="slides/slide70.xml"/><Relationship Id="rId74" Type="http://schemas.openxmlformats.org/officeDocument/2006/relationships/slide" Target="slides/slide69.xml"/><Relationship Id="rId77" Type="http://schemas.openxmlformats.org/officeDocument/2006/relationships/slide" Target="slides/slide72.xml"/><Relationship Id="rId76" Type="http://schemas.openxmlformats.org/officeDocument/2006/relationships/slide" Target="slides/slide71.xml"/><Relationship Id="rId79" Type="http://schemas.openxmlformats.org/officeDocument/2006/relationships/slide" Target="slides/slide74.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139" Type="http://schemas.openxmlformats.org/officeDocument/2006/relationships/slide" Target="slides/slide134.xml"/><Relationship Id="rId138" Type="http://schemas.openxmlformats.org/officeDocument/2006/relationships/slide" Target="slides/slide133.xml"/><Relationship Id="rId137" Type="http://schemas.openxmlformats.org/officeDocument/2006/relationships/slide" Target="slides/slide132.xml"/><Relationship Id="rId132" Type="http://schemas.openxmlformats.org/officeDocument/2006/relationships/slide" Target="slides/slide127.xml"/><Relationship Id="rId131" Type="http://schemas.openxmlformats.org/officeDocument/2006/relationships/slide" Target="slides/slide126.xml"/><Relationship Id="rId130" Type="http://schemas.openxmlformats.org/officeDocument/2006/relationships/slide" Target="slides/slide125.xml"/><Relationship Id="rId136" Type="http://schemas.openxmlformats.org/officeDocument/2006/relationships/slide" Target="slides/slide131.xml"/><Relationship Id="rId135" Type="http://schemas.openxmlformats.org/officeDocument/2006/relationships/slide" Target="slides/slide130.xml"/><Relationship Id="rId134" Type="http://schemas.openxmlformats.org/officeDocument/2006/relationships/slide" Target="slides/slide129.xml"/><Relationship Id="rId133" Type="http://schemas.openxmlformats.org/officeDocument/2006/relationships/slide" Target="slides/slide128.xml"/><Relationship Id="rId62" Type="http://schemas.openxmlformats.org/officeDocument/2006/relationships/slide" Target="slides/slide57.xml"/><Relationship Id="rId61" Type="http://schemas.openxmlformats.org/officeDocument/2006/relationships/slide" Target="slides/slide56.xml"/><Relationship Id="rId64" Type="http://schemas.openxmlformats.org/officeDocument/2006/relationships/slide" Target="slides/slide59.xml"/><Relationship Id="rId63" Type="http://schemas.openxmlformats.org/officeDocument/2006/relationships/slide" Target="slides/slide58.xml"/><Relationship Id="rId66" Type="http://schemas.openxmlformats.org/officeDocument/2006/relationships/slide" Target="slides/slide61.xml"/><Relationship Id="rId172" Type="http://schemas.openxmlformats.org/officeDocument/2006/relationships/slide" Target="slides/slide167.xml"/><Relationship Id="rId65" Type="http://schemas.openxmlformats.org/officeDocument/2006/relationships/slide" Target="slides/slide60.xml"/><Relationship Id="rId171" Type="http://schemas.openxmlformats.org/officeDocument/2006/relationships/slide" Target="slides/slide166.xml"/><Relationship Id="rId68" Type="http://schemas.openxmlformats.org/officeDocument/2006/relationships/slide" Target="slides/slide63.xml"/><Relationship Id="rId170" Type="http://schemas.openxmlformats.org/officeDocument/2006/relationships/slide" Target="slides/slide165.xml"/><Relationship Id="rId67" Type="http://schemas.openxmlformats.org/officeDocument/2006/relationships/slide" Target="slides/slide62.xml"/><Relationship Id="rId60" Type="http://schemas.openxmlformats.org/officeDocument/2006/relationships/slide" Target="slides/slide55.xml"/><Relationship Id="rId165" Type="http://schemas.openxmlformats.org/officeDocument/2006/relationships/slide" Target="slides/slide160.xml"/><Relationship Id="rId69" Type="http://schemas.openxmlformats.org/officeDocument/2006/relationships/slide" Target="slides/slide64.xml"/><Relationship Id="rId164" Type="http://schemas.openxmlformats.org/officeDocument/2006/relationships/slide" Target="slides/slide159.xml"/><Relationship Id="rId163" Type="http://schemas.openxmlformats.org/officeDocument/2006/relationships/slide" Target="slides/slide158.xml"/><Relationship Id="rId162" Type="http://schemas.openxmlformats.org/officeDocument/2006/relationships/slide" Target="slides/slide157.xml"/><Relationship Id="rId169" Type="http://schemas.openxmlformats.org/officeDocument/2006/relationships/slide" Target="slides/slide164.xml"/><Relationship Id="rId168" Type="http://schemas.openxmlformats.org/officeDocument/2006/relationships/slide" Target="slides/slide163.xml"/><Relationship Id="rId167" Type="http://schemas.openxmlformats.org/officeDocument/2006/relationships/slide" Target="slides/slide162.xml"/><Relationship Id="rId166" Type="http://schemas.openxmlformats.org/officeDocument/2006/relationships/slide" Target="slides/slide161.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55" Type="http://schemas.openxmlformats.org/officeDocument/2006/relationships/slide" Target="slides/slide50.xml"/><Relationship Id="rId161" Type="http://schemas.openxmlformats.org/officeDocument/2006/relationships/slide" Target="slides/slide156.xml"/><Relationship Id="rId54" Type="http://schemas.openxmlformats.org/officeDocument/2006/relationships/slide" Target="slides/slide49.xml"/><Relationship Id="rId160" Type="http://schemas.openxmlformats.org/officeDocument/2006/relationships/slide" Target="slides/slide155.xml"/><Relationship Id="rId57" Type="http://schemas.openxmlformats.org/officeDocument/2006/relationships/slide" Target="slides/slide52.xml"/><Relationship Id="rId56" Type="http://schemas.openxmlformats.org/officeDocument/2006/relationships/slide" Target="slides/slide51.xml"/><Relationship Id="rId159" Type="http://schemas.openxmlformats.org/officeDocument/2006/relationships/slide" Target="slides/slide154.xml"/><Relationship Id="rId59" Type="http://schemas.openxmlformats.org/officeDocument/2006/relationships/slide" Target="slides/slide54.xml"/><Relationship Id="rId154" Type="http://schemas.openxmlformats.org/officeDocument/2006/relationships/slide" Target="slides/slide149.xml"/><Relationship Id="rId58" Type="http://schemas.openxmlformats.org/officeDocument/2006/relationships/slide" Target="slides/slide53.xml"/><Relationship Id="rId153" Type="http://schemas.openxmlformats.org/officeDocument/2006/relationships/slide" Target="slides/slide148.xml"/><Relationship Id="rId152" Type="http://schemas.openxmlformats.org/officeDocument/2006/relationships/slide" Target="slides/slide147.xml"/><Relationship Id="rId151" Type="http://schemas.openxmlformats.org/officeDocument/2006/relationships/slide" Target="slides/slide146.xml"/><Relationship Id="rId158" Type="http://schemas.openxmlformats.org/officeDocument/2006/relationships/slide" Target="slides/slide153.xml"/><Relationship Id="rId157" Type="http://schemas.openxmlformats.org/officeDocument/2006/relationships/slide" Target="slides/slide152.xml"/><Relationship Id="rId156" Type="http://schemas.openxmlformats.org/officeDocument/2006/relationships/slide" Target="slides/slide151.xml"/><Relationship Id="rId155" Type="http://schemas.openxmlformats.org/officeDocument/2006/relationships/slide" Target="slides/slide15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5179484" y="0"/>
            <a:ext cx="3962400" cy="3429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6513910"/>
            <a:ext cx="3962400" cy="3429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baa6357486_0_11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 name="Google Shape;86;g3baa6357486_0_11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 name="Google Shape;91;p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 name="Google Shape;96;p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 name="Google Shape;101;p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 name="Google Shape;106;p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 name="Google Shape;111;p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6" name="Google Shape;116;p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1" name="Google Shape;121;p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6" name="Google Shape;126;p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1" name="Google Shape;131;p1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6" name="Google Shape;136;p1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1" name="Google Shape;141;p1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6" name="Google Shape;146;p1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1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1" name="Google Shape;151;p1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1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6" name="Google Shape;156;p1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1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1" name="Google Shape;161;p1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1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6" name="Google Shape;166;p1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1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1" name="Google Shape;171;p1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1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6" name="Google Shape;176;p1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1" name="Google Shape;181;p2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2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6" name="Google Shape;186;p2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2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1" name="Google Shape;191;p2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2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6" name="Google Shape;196;p2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2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1" name="Google Shape;201;p2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6" name="Google Shape;206;p2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2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1" name="Google Shape;211;p2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2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6" name="Google Shape;216;p2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2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1" name="Google Shape;221;p2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2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6" name="Google Shape;226;p2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3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1" name="Google Shape;231;p3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3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6" name="Google Shape;236;p3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3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1" name="Google Shape;241;p3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3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6" name="Google Shape;246;p3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3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1" name="Google Shape;251;p3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6" name="Google Shape;256;p3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3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1" name="Google Shape;261;p3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3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6" name="Google Shape;266;p3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3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1" name="Google Shape;271;p3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g3beebff2abe_0_10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6" name="Google Shape;276;g3beebff2abe_0_10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3beebff2abe_0_1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1" name="Google Shape;281;g3beebff2abe_0_11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g3beebff2abe_0_11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6" name="Google Shape;286;g3beebff2abe_0_11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3beebff2abe_0_12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1" name="Google Shape;291;g3beebff2abe_0_12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g3beebff2abe_0_1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6" name="Google Shape;296;g3beebff2abe_0_12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g3beebff2abe_0_12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1" name="Google Shape;301;g3beebff2abe_0_12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g3beebff2abe_0_13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6" name="Google Shape;306;g3beebff2abe_0_13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g3beebff2abe_0_13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1" name="Google Shape;311;g3beebff2abe_0_13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g3beebff2abe_0_14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6" name="Google Shape;316;g3beebff2abe_0_14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g3beebff2abe_0_14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1" name="Google Shape;321;g3beebff2abe_0_14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g3beebff2abe_0_14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6" name="Google Shape;326;g3beebff2abe_0_14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g3beebff2abe_0_15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1" name="Google Shape;331;g3beebff2abe_0_15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g3beebff2abe_0_15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6" name="Google Shape;336;g3beebff2abe_0_15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g3beebff2abe_0_16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1" name="Google Shape;341;g3beebff2abe_0_16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g3beebff2abe_0_16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6" name="Google Shape;346;g3beebff2abe_0_16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g3beebff2abe_0_16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1" name="Google Shape;351;g3beebff2abe_0_16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g3beebff2abe_0_17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6" name="Google Shape;356;g3beebff2abe_0_17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p3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1" name="Google Shape;361;p3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p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6" name="Google Shape;366;p4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p4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1" name="Google Shape;371;p4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p4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6" name="Google Shape;376;p4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p4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1" name="Google Shape;381;p4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p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6" name="Google Shape;386;p4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p4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1" name="Google Shape;391;p4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p4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6" name="Google Shape;396;p4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p4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1" name="Google Shape;401;p4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p4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6" name="Google Shape;406;p4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p4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1" name="Google Shape;411;p4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p5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6" name="Google Shape;416;p5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g386abb9ea5c_0_18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1" name="Google Shape;421;g386abb9ea5c_0_18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g3b26357b4a1_0_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6" name="Google Shape;426;g3b26357b4a1_0_5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g3b26357b4a1_0_5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1" name="Google Shape;431;g3b26357b4a1_0_5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g3b5c728cec8_0_12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6" name="Google Shape;436;g3b5c728cec8_0_12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g3bbbf7d17f7_0_12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1" name="Google Shape;441;g3bbbf7d17f7_0_12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g3bebe0ff2f1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6" name="Google Shape;446;g3bebe0ff2f1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g3bebe0ff2f1_0_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1" name="Google Shape;451;g3bebe0ff2f1_0_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g3beebff2abe_0_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6" name="Google Shape;456;g3beebff2abe_0_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g386abb9ea5c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1" name="Google Shape;461;g386abb9ea5c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g386abb9ea5c_0_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6" name="Google Shape;466;g386abb9ea5c_0_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g386abb9ea5c_0_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1" name="Google Shape;471;g386abb9ea5c_0_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g386abb9ea5c_0_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6" name="Google Shape;476;g386abb9ea5c_0_1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g386abb9ea5c_0_19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1" name="Google Shape;481;g386abb9ea5c_0_19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g3ab13fdb44f_0_29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6" name="Google Shape;486;g3ab13fdb44f_0_29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0" name="Shape 490"/>
        <p:cNvGrpSpPr/>
        <p:nvPr/>
      </p:nvGrpSpPr>
      <p:grpSpPr>
        <a:xfrm>
          <a:off x="0" y="0"/>
          <a:ext cx="0" cy="0"/>
          <a:chOff x="0" y="0"/>
          <a:chExt cx="0" cy="0"/>
        </a:xfrm>
      </p:grpSpPr>
      <p:sp>
        <p:nvSpPr>
          <p:cNvPr id="491" name="Google Shape;491;g3ab13fdb44f_0_29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2" name="Google Shape;492;g3ab13fdb44f_0_2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493" name="Google Shape;493;g3ab13fdb44f_0_29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6" name="Shape 496"/>
        <p:cNvGrpSpPr/>
        <p:nvPr/>
      </p:nvGrpSpPr>
      <p:grpSpPr>
        <a:xfrm>
          <a:off x="0" y="0"/>
          <a:ext cx="0" cy="0"/>
          <a:chOff x="0" y="0"/>
          <a:chExt cx="0" cy="0"/>
        </a:xfrm>
      </p:grpSpPr>
      <p:sp>
        <p:nvSpPr>
          <p:cNvPr id="497" name="Google Shape;497;g3ab13fdb44f_0_30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8" name="Google Shape;498;g3ab13fdb44f_0_30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228600" lvl="0" marL="228600" rtl="0" algn="l">
              <a:lnSpc>
                <a:spcPct val="100000"/>
              </a:lnSpc>
              <a:spcBef>
                <a:spcPts val="0"/>
              </a:spcBef>
              <a:spcAft>
                <a:spcPts val="0"/>
              </a:spcAft>
              <a:buClr>
                <a:srgbClr val="FF0000"/>
              </a:buClr>
              <a:buSzPts val="1200"/>
              <a:buFont typeface="Arial"/>
              <a:buAutoNum type="arabicPeriod"/>
            </a:pPr>
            <a:r>
              <a:rPr b="0" i="0" lang="en-US">
                <a:solidFill>
                  <a:srgbClr val="FF0000"/>
                </a:solidFill>
                <a:latin typeface="Arial"/>
                <a:ea typeface="Arial"/>
                <a:cs typeface="Arial"/>
                <a:sym typeface="Arial"/>
              </a:rPr>
              <a:t>Khi Chúa đem những người Si-on bị bắt trở về, chúng tôi như người đang mơ, bấy giờ miệng chúng tôi vui cười, lưỡi chúng tôi thốt lên bao lời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ĐK: Chúa đã đối xử nhân từ với chúng con, nên chúng con mừng vui bao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2. Và bấy giờ thiên hạ nhỏ to nói với nhau rằng: Chúa thương đối xử khoan dung. Chúa đã xử rất ư nhân từ, nên chúng tôi xiết bao vui mừng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3. Lạy Chúa thương biến đổi phận con như suối phương Nam. Ai gieo trong lệ đau thương, sẽ được gặt hái trong vui mừng, những khúc ca biến tan trong niềm hân hoan.</a:t>
            </a:r>
            <a:endParaRPr/>
          </a:p>
        </p:txBody>
      </p:sp>
      <p:sp>
        <p:nvSpPr>
          <p:cNvPr id="499" name="Google Shape;499;g3ab13fdb44f_0_30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2" name="Shape 502"/>
        <p:cNvGrpSpPr/>
        <p:nvPr/>
      </p:nvGrpSpPr>
      <p:grpSpPr>
        <a:xfrm>
          <a:off x="0" y="0"/>
          <a:ext cx="0" cy="0"/>
          <a:chOff x="0" y="0"/>
          <a:chExt cx="0" cy="0"/>
        </a:xfrm>
      </p:grpSpPr>
      <p:sp>
        <p:nvSpPr>
          <p:cNvPr id="503" name="Google Shape;503;g3ab13fdb44f_0_30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4" name="Google Shape;504;g3ab13fdb44f_0_30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505" name="Google Shape;505;g3ab13fdb44f_0_30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8" name="Shape 508"/>
        <p:cNvGrpSpPr/>
        <p:nvPr/>
      </p:nvGrpSpPr>
      <p:grpSpPr>
        <a:xfrm>
          <a:off x="0" y="0"/>
          <a:ext cx="0" cy="0"/>
          <a:chOff x="0" y="0"/>
          <a:chExt cx="0" cy="0"/>
        </a:xfrm>
      </p:grpSpPr>
      <p:sp>
        <p:nvSpPr>
          <p:cNvPr id="509" name="Google Shape;509;g3ab13fdb44f_0_31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0" name="Google Shape;510;g3ab13fdb44f_0_3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511" name="Google Shape;511;g3ab13fdb44f_0_31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g3ab13fdb44f_0_31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6" name="Google Shape;516;g3ab13fdb44f_0_31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517" name="Google Shape;517;g3ab13fdb44f_0_31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0" name="Shape 520"/>
        <p:cNvGrpSpPr/>
        <p:nvPr/>
      </p:nvGrpSpPr>
      <p:grpSpPr>
        <a:xfrm>
          <a:off x="0" y="0"/>
          <a:ext cx="0" cy="0"/>
          <a:chOff x="0" y="0"/>
          <a:chExt cx="0" cy="0"/>
        </a:xfrm>
      </p:grpSpPr>
      <p:sp>
        <p:nvSpPr>
          <p:cNvPr id="521" name="Google Shape;521;g3ab13fdb44f_0_3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2" name="Google Shape;522;g3ab13fdb44f_0_3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523" name="Google Shape;523;g3ab13fdb44f_0_32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6" name="Shape 526"/>
        <p:cNvGrpSpPr/>
        <p:nvPr/>
      </p:nvGrpSpPr>
      <p:grpSpPr>
        <a:xfrm>
          <a:off x="0" y="0"/>
          <a:ext cx="0" cy="0"/>
          <a:chOff x="0" y="0"/>
          <a:chExt cx="0" cy="0"/>
        </a:xfrm>
      </p:grpSpPr>
      <p:sp>
        <p:nvSpPr>
          <p:cNvPr id="527" name="Google Shape;527;g3ab13fdb44f_0_32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8" name="Google Shape;528;g3ab13fdb44f_0_3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529" name="Google Shape;529;g3ab13fdb44f_0_32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2" name="Shape 532"/>
        <p:cNvGrpSpPr/>
        <p:nvPr/>
      </p:nvGrpSpPr>
      <p:grpSpPr>
        <a:xfrm>
          <a:off x="0" y="0"/>
          <a:ext cx="0" cy="0"/>
          <a:chOff x="0" y="0"/>
          <a:chExt cx="0" cy="0"/>
        </a:xfrm>
      </p:grpSpPr>
      <p:sp>
        <p:nvSpPr>
          <p:cNvPr id="533" name="Google Shape;533;g3ab13fdb44f_0_33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4" name="Google Shape;534;g3ab13fdb44f_0_33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535" name="Google Shape;535;g3ab13fdb44f_0_33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8" name="Shape 538"/>
        <p:cNvGrpSpPr/>
        <p:nvPr/>
      </p:nvGrpSpPr>
      <p:grpSpPr>
        <a:xfrm>
          <a:off x="0" y="0"/>
          <a:ext cx="0" cy="0"/>
          <a:chOff x="0" y="0"/>
          <a:chExt cx="0" cy="0"/>
        </a:xfrm>
      </p:grpSpPr>
      <p:sp>
        <p:nvSpPr>
          <p:cNvPr id="539" name="Google Shape;539;g3ab13fdb44f_0_33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0" name="Google Shape;540;g3ab13fdb44f_0_3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541" name="Google Shape;541;g3ab13fdb44f_0_33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4" name="Shape 544"/>
        <p:cNvGrpSpPr/>
        <p:nvPr/>
      </p:nvGrpSpPr>
      <p:grpSpPr>
        <a:xfrm>
          <a:off x="0" y="0"/>
          <a:ext cx="0" cy="0"/>
          <a:chOff x="0" y="0"/>
          <a:chExt cx="0" cy="0"/>
        </a:xfrm>
      </p:grpSpPr>
      <p:sp>
        <p:nvSpPr>
          <p:cNvPr id="545" name="Google Shape;545;g3ab13fdb44f_0_34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6" name="Google Shape;546;g3ab13fdb44f_0_3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547" name="Google Shape;547;g3ab13fdb44f_0_34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0" name="Shape 550"/>
        <p:cNvGrpSpPr/>
        <p:nvPr/>
      </p:nvGrpSpPr>
      <p:grpSpPr>
        <a:xfrm>
          <a:off x="0" y="0"/>
          <a:ext cx="0" cy="0"/>
          <a:chOff x="0" y="0"/>
          <a:chExt cx="0" cy="0"/>
        </a:xfrm>
      </p:grpSpPr>
      <p:sp>
        <p:nvSpPr>
          <p:cNvPr id="551" name="Google Shape;551;g3ab13fdb44f_0_34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2" name="Google Shape;552;g3ab13fdb44f_0_34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553" name="Google Shape;553;g3ab13fdb44f_0_34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6" name="Shape 556"/>
        <p:cNvGrpSpPr/>
        <p:nvPr/>
      </p:nvGrpSpPr>
      <p:grpSpPr>
        <a:xfrm>
          <a:off x="0" y="0"/>
          <a:ext cx="0" cy="0"/>
          <a:chOff x="0" y="0"/>
          <a:chExt cx="0" cy="0"/>
        </a:xfrm>
      </p:grpSpPr>
      <p:sp>
        <p:nvSpPr>
          <p:cNvPr id="557" name="Google Shape;557;g3ab13fdb44f_0_35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8" name="Google Shape;558;g3ab13fdb44f_0_35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559" name="Google Shape;559;g3ab13fdb44f_0_35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2" name="Shape 562"/>
        <p:cNvGrpSpPr/>
        <p:nvPr/>
      </p:nvGrpSpPr>
      <p:grpSpPr>
        <a:xfrm>
          <a:off x="0" y="0"/>
          <a:ext cx="0" cy="0"/>
          <a:chOff x="0" y="0"/>
          <a:chExt cx="0" cy="0"/>
        </a:xfrm>
      </p:grpSpPr>
      <p:sp>
        <p:nvSpPr>
          <p:cNvPr id="563" name="Google Shape;563;g3ab13fdb44f_0_35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4" name="Google Shape;564;g3ab13fdb44f_0_3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565" name="Google Shape;565;g3ab13fdb44f_0_35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8" name="Shape 568"/>
        <p:cNvGrpSpPr/>
        <p:nvPr/>
      </p:nvGrpSpPr>
      <p:grpSpPr>
        <a:xfrm>
          <a:off x="0" y="0"/>
          <a:ext cx="0" cy="0"/>
          <a:chOff x="0" y="0"/>
          <a:chExt cx="0" cy="0"/>
        </a:xfrm>
      </p:grpSpPr>
      <p:sp>
        <p:nvSpPr>
          <p:cNvPr id="569" name="Google Shape;569;g386abb9ea5c_0_19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70" name="Google Shape;570;g386abb9ea5c_0_19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3" name="Shape 573"/>
        <p:cNvGrpSpPr/>
        <p:nvPr/>
      </p:nvGrpSpPr>
      <p:grpSpPr>
        <a:xfrm>
          <a:off x="0" y="0"/>
          <a:ext cx="0" cy="0"/>
          <a:chOff x="0" y="0"/>
          <a:chExt cx="0" cy="0"/>
        </a:xfrm>
      </p:grpSpPr>
      <p:sp>
        <p:nvSpPr>
          <p:cNvPr id="574" name="Google Shape;574;p13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75" name="Google Shape;575;p13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8" name="Shape 578"/>
        <p:cNvGrpSpPr/>
        <p:nvPr/>
      </p:nvGrpSpPr>
      <p:grpSpPr>
        <a:xfrm>
          <a:off x="0" y="0"/>
          <a:ext cx="0" cy="0"/>
          <a:chOff x="0" y="0"/>
          <a:chExt cx="0" cy="0"/>
        </a:xfrm>
      </p:grpSpPr>
      <p:sp>
        <p:nvSpPr>
          <p:cNvPr id="579" name="Google Shape;579;g3a42a8b53c1_2_7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80" name="Google Shape;580;g3a42a8b53c1_2_7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3" name="Shape 583"/>
        <p:cNvGrpSpPr/>
        <p:nvPr/>
      </p:nvGrpSpPr>
      <p:grpSpPr>
        <a:xfrm>
          <a:off x="0" y="0"/>
          <a:ext cx="0" cy="0"/>
          <a:chOff x="0" y="0"/>
          <a:chExt cx="0" cy="0"/>
        </a:xfrm>
      </p:grpSpPr>
      <p:sp>
        <p:nvSpPr>
          <p:cNvPr id="584" name="Google Shape;584;g3a42a8b53c1_2_7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85" name="Google Shape;585;g3a42a8b53c1_2_7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8" name="Shape 588"/>
        <p:cNvGrpSpPr/>
        <p:nvPr/>
      </p:nvGrpSpPr>
      <p:grpSpPr>
        <a:xfrm>
          <a:off x="0" y="0"/>
          <a:ext cx="0" cy="0"/>
          <a:chOff x="0" y="0"/>
          <a:chExt cx="0" cy="0"/>
        </a:xfrm>
      </p:grpSpPr>
      <p:sp>
        <p:nvSpPr>
          <p:cNvPr id="589" name="Google Shape;589;g3b26357b4a1_0_33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90" name="Google Shape;590;g3b26357b4a1_0_33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3" name="Shape 593"/>
        <p:cNvGrpSpPr/>
        <p:nvPr/>
      </p:nvGrpSpPr>
      <p:grpSpPr>
        <a:xfrm>
          <a:off x="0" y="0"/>
          <a:ext cx="0" cy="0"/>
          <a:chOff x="0" y="0"/>
          <a:chExt cx="0" cy="0"/>
        </a:xfrm>
      </p:grpSpPr>
      <p:sp>
        <p:nvSpPr>
          <p:cNvPr id="594" name="Google Shape;594;g3a42a8b53c1_2_9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95" name="Google Shape;595;g3a42a8b53c1_2_9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8" name="Shape 598"/>
        <p:cNvGrpSpPr/>
        <p:nvPr/>
      </p:nvGrpSpPr>
      <p:grpSpPr>
        <a:xfrm>
          <a:off x="0" y="0"/>
          <a:ext cx="0" cy="0"/>
          <a:chOff x="0" y="0"/>
          <a:chExt cx="0" cy="0"/>
        </a:xfrm>
      </p:grpSpPr>
      <p:sp>
        <p:nvSpPr>
          <p:cNvPr id="599" name="Google Shape;599;g3bebe0ff2f1_0_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00" name="Google Shape;600;g3bebe0ff2f1_0_1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3" name="Shape 603"/>
        <p:cNvGrpSpPr/>
        <p:nvPr/>
      </p:nvGrpSpPr>
      <p:grpSpPr>
        <a:xfrm>
          <a:off x="0" y="0"/>
          <a:ext cx="0" cy="0"/>
          <a:chOff x="0" y="0"/>
          <a:chExt cx="0" cy="0"/>
        </a:xfrm>
      </p:grpSpPr>
      <p:sp>
        <p:nvSpPr>
          <p:cNvPr id="604" name="Google Shape;604;g3c84d2f338d_0_7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05" name="Google Shape;605;g3c84d2f338d_0_7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8" name="Shape 608"/>
        <p:cNvGrpSpPr/>
        <p:nvPr/>
      </p:nvGrpSpPr>
      <p:grpSpPr>
        <a:xfrm>
          <a:off x="0" y="0"/>
          <a:ext cx="0" cy="0"/>
          <a:chOff x="0" y="0"/>
          <a:chExt cx="0" cy="0"/>
        </a:xfrm>
      </p:grpSpPr>
      <p:sp>
        <p:nvSpPr>
          <p:cNvPr id="609" name="Google Shape;609;g386abb9ea5c_0_1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10" name="Google Shape;610;g386abb9ea5c_0_1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3" name="Shape 613"/>
        <p:cNvGrpSpPr/>
        <p:nvPr/>
      </p:nvGrpSpPr>
      <p:grpSpPr>
        <a:xfrm>
          <a:off x="0" y="0"/>
          <a:ext cx="0" cy="0"/>
          <a:chOff x="0" y="0"/>
          <a:chExt cx="0" cy="0"/>
        </a:xfrm>
      </p:grpSpPr>
      <p:sp>
        <p:nvSpPr>
          <p:cNvPr id="614" name="Google Shape;614;g386abb9ea5c_0_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15" name="Google Shape;615;g386abb9ea5c_0_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8" name="Shape 618"/>
        <p:cNvGrpSpPr/>
        <p:nvPr/>
      </p:nvGrpSpPr>
      <p:grpSpPr>
        <a:xfrm>
          <a:off x="0" y="0"/>
          <a:ext cx="0" cy="0"/>
          <a:chOff x="0" y="0"/>
          <a:chExt cx="0" cy="0"/>
        </a:xfrm>
      </p:grpSpPr>
      <p:sp>
        <p:nvSpPr>
          <p:cNvPr id="619" name="Google Shape;619;g386abb9ea5c_0_2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20" name="Google Shape;620;g386abb9ea5c_0_2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3" name="Shape 623"/>
        <p:cNvGrpSpPr/>
        <p:nvPr/>
      </p:nvGrpSpPr>
      <p:grpSpPr>
        <a:xfrm>
          <a:off x="0" y="0"/>
          <a:ext cx="0" cy="0"/>
          <a:chOff x="0" y="0"/>
          <a:chExt cx="0" cy="0"/>
        </a:xfrm>
      </p:grpSpPr>
      <p:sp>
        <p:nvSpPr>
          <p:cNvPr id="624" name="Google Shape;624;g386abb9ea5c_0_2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25" name="Google Shape;625;g386abb9ea5c_0_2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8" name="Shape 628"/>
        <p:cNvGrpSpPr/>
        <p:nvPr/>
      </p:nvGrpSpPr>
      <p:grpSpPr>
        <a:xfrm>
          <a:off x="0" y="0"/>
          <a:ext cx="0" cy="0"/>
          <a:chOff x="0" y="0"/>
          <a:chExt cx="0" cy="0"/>
        </a:xfrm>
      </p:grpSpPr>
      <p:sp>
        <p:nvSpPr>
          <p:cNvPr id="629" name="Google Shape;629;g386abb9ea5c_0_3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30" name="Google Shape;630;g386abb9ea5c_0_3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3" name="Shape 633"/>
        <p:cNvGrpSpPr/>
        <p:nvPr/>
      </p:nvGrpSpPr>
      <p:grpSpPr>
        <a:xfrm>
          <a:off x="0" y="0"/>
          <a:ext cx="0" cy="0"/>
          <a:chOff x="0" y="0"/>
          <a:chExt cx="0" cy="0"/>
        </a:xfrm>
      </p:grpSpPr>
      <p:sp>
        <p:nvSpPr>
          <p:cNvPr id="634" name="Google Shape;634;g386abb9ea5c_0_3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35" name="Google Shape;635;g386abb9ea5c_0_3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8" name="Shape 638"/>
        <p:cNvGrpSpPr/>
        <p:nvPr/>
      </p:nvGrpSpPr>
      <p:grpSpPr>
        <a:xfrm>
          <a:off x="0" y="0"/>
          <a:ext cx="0" cy="0"/>
          <a:chOff x="0" y="0"/>
          <a:chExt cx="0" cy="0"/>
        </a:xfrm>
      </p:grpSpPr>
      <p:sp>
        <p:nvSpPr>
          <p:cNvPr id="639" name="Google Shape;639;g386abb9ea5c_0_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40" name="Google Shape;640;g386abb9ea5c_0_4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3" name="Shape 643"/>
        <p:cNvGrpSpPr/>
        <p:nvPr/>
      </p:nvGrpSpPr>
      <p:grpSpPr>
        <a:xfrm>
          <a:off x="0" y="0"/>
          <a:ext cx="0" cy="0"/>
          <a:chOff x="0" y="0"/>
          <a:chExt cx="0" cy="0"/>
        </a:xfrm>
      </p:grpSpPr>
      <p:sp>
        <p:nvSpPr>
          <p:cNvPr id="644" name="Google Shape;644;g386abb9ea5c_0_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45" name="Google Shape;645;g386abb9ea5c_0_4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8" name="Shape 648"/>
        <p:cNvGrpSpPr/>
        <p:nvPr/>
      </p:nvGrpSpPr>
      <p:grpSpPr>
        <a:xfrm>
          <a:off x="0" y="0"/>
          <a:ext cx="0" cy="0"/>
          <a:chOff x="0" y="0"/>
          <a:chExt cx="0" cy="0"/>
        </a:xfrm>
      </p:grpSpPr>
      <p:sp>
        <p:nvSpPr>
          <p:cNvPr id="649" name="Google Shape;649;g386abb9ea5c_0_4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50" name="Google Shape;650;g386abb9ea5c_0_4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3" name="Shape 653"/>
        <p:cNvGrpSpPr/>
        <p:nvPr/>
      </p:nvGrpSpPr>
      <p:grpSpPr>
        <a:xfrm>
          <a:off x="0" y="0"/>
          <a:ext cx="0" cy="0"/>
          <a:chOff x="0" y="0"/>
          <a:chExt cx="0" cy="0"/>
        </a:xfrm>
      </p:grpSpPr>
      <p:sp>
        <p:nvSpPr>
          <p:cNvPr id="654" name="Google Shape;654;g386abb9ea5c_0_5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55" name="Google Shape;655;g386abb9ea5c_0_5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8" name="Shape 658"/>
        <p:cNvGrpSpPr/>
        <p:nvPr/>
      </p:nvGrpSpPr>
      <p:grpSpPr>
        <a:xfrm>
          <a:off x="0" y="0"/>
          <a:ext cx="0" cy="0"/>
          <a:chOff x="0" y="0"/>
          <a:chExt cx="0" cy="0"/>
        </a:xfrm>
      </p:grpSpPr>
      <p:sp>
        <p:nvSpPr>
          <p:cNvPr id="659" name="Google Shape;659;g386abb9ea5c_0_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60" name="Google Shape;660;g386abb9ea5c_0_5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3" name="Shape 663"/>
        <p:cNvGrpSpPr/>
        <p:nvPr/>
      </p:nvGrpSpPr>
      <p:grpSpPr>
        <a:xfrm>
          <a:off x="0" y="0"/>
          <a:ext cx="0" cy="0"/>
          <a:chOff x="0" y="0"/>
          <a:chExt cx="0" cy="0"/>
        </a:xfrm>
      </p:grpSpPr>
      <p:sp>
        <p:nvSpPr>
          <p:cNvPr id="664" name="Google Shape;664;g386abb9ea5c_0_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65" name="Google Shape;665;g386abb9ea5c_0_6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8" name="Shape 668"/>
        <p:cNvGrpSpPr/>
        <p:nvPr/>
      </p:nvGrpSpPr>
      <p:grpSpPr>
        <a:xfrm>
          <a:off x="0" y="0"/>
          <a:ext cx="0" cy="0"/>
          <a:chOff x="0" y="0"/>
          <a:chExt cx="0" cy="0"/>
        </a:xfrm>
      </p:grpSpPr>
      <p:sp>
        <p:nvSpPr>
          <p:cNvPr id="669" name="Google Shape;669;g386abb9ea5c_0_6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70" name="Google Shape;670;g386abb9ea5c_0_6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3" name="Shape 673"/>
        <p:cNvGrpSpPr/>
        <p:nvPr/>
      </p:nvGrpSpPr>
      <p:grpSpPr>
        <a:xfrm>
          <a:off x="0" y="0"/>
          <a:ext cx="0" cy="0"/>
          <a:chOff x="0" y="0"/>
          <a:chExt cx="0" cy="0"/>
        </a:xfrm>
      </p:grpSpPr>
      <p:sp>
        <p:nvSpPr>
          <p:cNvPr id="674" name="Google Shape;674;g386abb9ea5c_0_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75" name="Google Shape;675;g386abb9ea5c_0_6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8" name="Shape 678"/>
        <p:cNvGrpSpPr/>
        <p:nvPr/>
      </p:nvGrpSpPr>
      <p:grpSpPr>
        <a:xfrm>
          <a:off x="0" y="0"/>
          <a:ext cx="0" cy="0"/>
          <a:chOff x="0" y="0"/>
          <a:chExt cx="0" cy="0"/>
        </a:xfrm>
      </p:grpSpPr>
      <p:sp>
        <p:nvSpPr>
          <p:cNvPr id="679" name="Google Shape;679;g386abb9ea5c_0_7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80" name="Google Shape;680;g386abb9ea5c_0_7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3" name="Shape 683"/>
        <p:cNvGrpSpPr/>
        <p:nvPr/>
      </p:nvGrpSpPr>
      <p:grpSpPr>
        <a:xfrm>
          <a:off x="0" y="0"/>
          <a:ext cx="0" cy="0"/>
          <a:chOff x="0" y="0"/>
          <a:chExt cx="0" cy="0"/>
        </a:xfrm>
      </p:grpSpPr>
      <p:sp>
        <p:nvSpPr>
          <p:cNvPr id="684" name="Google Shape;684;p1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85" name="Google Shape;685;p15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9" name="Shape 689"/>
        <p:cNvGrpSpPr/>
        <p:nvPr/>
      </p:nvGrpSpPr>
      <p:grpSpPr>
        <a:xfrm>
          <a:off x="0" y="0"/>
          <a:ext cx="0" cy="0"/>
          <a:chOff x="0" y="0"/>
          <a:chExt cx="0" cy="0"/>
        </a:xfrm>
      </p:grpSpPr>
      <p:sp>
        <p:nvSpPr>
          <p:cNvPr id="690" name="Google Shape;690;p15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91" name="Google Shape;691;p1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92" name="Google Shape;692;p156: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6" name="Shape 696"/>
        <p:cNvGrpSpPr/>
        <p:nvPr/>
      </p:nvGrpSpPr>
      <p:grpSpPr>
        <a:xfrm>
          <a:off x="0" y="0"/>
          <a:ext cx="0" cy="0"/>
          <a:chOff x="0" y="0"/>
          <a:chExt cx="0" cy="0"/>
        </a:xfrm>
      </p:grpSpPr>
      <p:sp>
        <p:nvSpPr>
          <p:cNvPr id="697" name="Google Shape;697;g3b224b7d20a_0_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98" name="Google Shape;698;g3b224b7d20a_0_9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1" name="Shape 701"/>
        <p:cNvGrpSpPr/>
        <p:nvPr/>
      </p:nvGrpSpPr>
      <p:grpSpPr>
        <a:xfrm>
          <a:off x="0" y="0"/>
          <a:ext cx="0" cy="0"/>
          <a:chOff x="0" y="0"/>
          <a:chExt cx="0" cy="0"/>
        </a:xfrm>
      </p:grpSpPr>
      <p:sp>
        <p:nvSpPr>
          <p:cNvPr id="702" name="Google Shape;702;g3baa6357486_0_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03" name="Google Shape;703;g3baa6357486_0_1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6" name="Shape 706"/>
        <p:cNvGrpSpPr/>
        <p:nvPr/>
      </p:nvGrpSpPr>
      <p:grpSpPr>
        <a:xfrm>
          <a:off x="0" y="0"/>
          <a:ext cx="0" cy="0"/>
          <a:chOff x="0" y="0"/>
          <a:chExt cx="0" cy="0"/>
        </a:xfrm>
      </p:grpSpPr>
      <p:sp>
        <p:nvSpPr>
          <p:cNvPr id="707" name="Google Shape;707;g386abb9ea5c_0_20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08" name="Google Shape;708;g386abb9ea5c_0_20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1" name="Shape 711"/>
        <p:cNvGrpSpPr/>
        <p:nvPr/>
      </p:nvGrpSpPr>
      <p:grpSpPr>
        <a:xfrm>
          <a:off x="0" y="0"/>
          <a:ext cx="0" cy="0"/>
          <a:chOff x="0" y="0"/>
          <a:chExt cx="0" cy="0"/>
        </a:xfrm>
      </p:grpSpPr>
      <p:sp>
        <p:nvSpPr>
          <p:cNvPr id="712" name="Google Shape;712;g3a42a8b53c1_2_1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13" name="Google Shape;713;g3a42a8b53c1_2_19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6" name="Shape 716"/>
        <p:cNvGrpSpPr/>
        <p:nvPr/>
      </p:nvGrpSpPr>
      <p:grpSpPr>
        <a:xfrm>
          <a:off x="0" y="0"/>
          <a:ext cx="0" cy="0"/>
          <a:chOff x="0" y="0"/>
          <a:chExt cx="0" cy="0"/>
        </a:xfrm>
      </p:grpSpPr>
      <p:sp>
        <p:nvSpPr>
          <p:cNvPr id="717" name="Google Shape;717;g3a42a8b53c1_2_19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18" name="Google Shape;718;g3a42a8b53c1_2_19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1" name="Shape 721"/>
        <p:cNvGrpSpPr/>
        <p:nvPr/>
      </p:nvGrpSpPr>
      <p:grpSpPr>
        <a:xfrm>
          <a:off x="0" y="0"/>
          <a:ext cx="0" cy="0"/>
          <a:chOff x="0" y="0"/>
          <a:chExt cx="0" cy="0"/>
        </a:xfrm>
      </p:grpSpPr>
      <p:sp>
        <p:nvSpPr>
          <p:cNvPr id="722" name="Google Shape;722;g3c84d2f338d_0_1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23" name="Google Shape;723;g3c84d2f338d_0_14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6" name="Shape 726"/>
        <p:cNvGrpSpPr/>
        <p:nvPr/>
      </p:nvGrpSpPr>
      <p:grpSpPr>
        <a:xfrm>
          <a:off x="0" y="0"/>
          <a:ext cx="0" cy="0"/>
          <a:chOff x="0" y="0"/>
          <a:chExt cx="0" cy="0"/>
        </a:xfrm>
      </p:grpSpPr>
      <p:sp>
        <p:nvSpPr>
          <p:cNvPr id="727" name="Google Shape;727;g3a42a8b53c1_2_20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28" name="Google Shape;728;g3a42a8b53c1_2_20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1" name="Shape 731"/>
        <p:cNvGrpSpPr/>
        <p:nvPr/>
      </p:nvGrpSpPr>
      <p:grpSpPr>
        <a:xfrm>
          <a:off x="0" y="0"/>
          <a:ext cx="0" cy="0"/>
          <a:chOff x="0" y="0"/>
          <a:chExt cx="0" cy="0"/>
        </a:xfrm>
      </p:grpSpPr>
      <p:sp>
        <p:nvSpPr>
          <p:cNvPr id="732" name="Google Shape;732;g3bc6b650b34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33" name="Google Shape;733;g3bc6b650b34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6" name="Shape 736"/>
        <p:cNvGrpSpPr/>
        <p:nvPr/>
      </p:nvGrpSpPr>
      <p:grpSpPr>
        <a:xfrm>
          <a:off x="0" y="0"/>
          <a:ext cx="0" cy="0"/>
          <a:chOff x="0" y="0"/>
          <a:chExt cx="0" cy="0"/>
        </a:xfrm>
      </p:grpSpPr>
      <p:sp>
        <p:nvSpPr>
          <p:cNvPr id="737" name="Google Shape;737;g3a42a8b53c1_2_2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38" name="Google Shape;738;g3a42a8b53c1_2_21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1" name="Shape 741"/>
        <p:cNvGrpSpPr/>
        <p:nvPr/>
      </p:nvGrpSpPr>
      <p:grpSpPr>
        <a:xfrm>
          <a:off x="0" y="0"/>
          <a:ext cx="0" cy="0"/>
          <a:chOff x="0" y="0"/>
          <a:chExt cx="0" cy="0"/>
        </a:xfrm>
      </p:grpSpPr>
      <p:sp>
        <p:nvSpPr>
          <p:cNvPr id="742" name="Google Shape;742;g3b224b7d20a_0_1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43" name="Google Shape;743;g3b224b7d20a_0_11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6" name="Shape 746"/>
        <p:cNvGrpSpPr/>
        <p:nvPr/>
      </p:nvGrpSpPr>
      <p:grpSpPr>
        <a:xfrm>
          <a:off x="0" y="0"/>
          <a:ext cx="0" cy="0"/>
          <a:chOff x="0" y="0"/>
          <a:chExt cx="0" cy="0"/>
        </a:xfrm>
      </p:grpSpPr>
      <p:sp>
        <p:nvSpPr>
          <p:cNvPr id="747" name="Google Shape;747;g386abb9ea5c_0_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48" name="Google Shape;748;g386abb9ea5c_0_7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1" name="Shape 751"/>
        <p:cNvGrpSpPr/>
        <p:nvPr/>
      </p:nvGrpSpPr>
      <p:grpSpPr>
        <a:xfrm>
          <a:off x="0" y="0"/>
          <a:ext cx="0" cy="0"/>
          <a:chOff x="0" y="0"/>
          <a:chExt cx="0" cy="0"/>
        </a:xfrm>
      </p:grpSpPr>
      <p:sp>
        <p:nvSpPr>
          <p:cNvPr id="752" name="Google Shape;752;g386abb9ea5c_0_8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53" name="Google Shape;753;g386abb9ea5c_0_8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6" name="Shape 756"/>
        <p:cNvGrpSpPr/>
        <p:nvPr/>
      </p:nvGrpSpPr>
      <p:grpSpPr>
        <a:xfrm>
          <a:off x="0" y="0"/>
          <a:ext cx="0" cy="0"/>
          <a:chOff x="0" y="0"/>
          <a:chExt cx="0" cy="0"/>
        </a:xfrm>
      </p:grpSpPr>
      <p:sp>
        <p:nvSpPr>
          <p:cNvPr id="757" name="Google Shape;757;g386abb9ea5c_0_8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58" name="Google Shape;758;g386abb9ea5c_0_8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1" name="Shape 761"/>
        <p:cNvGrpSpPr/>
        <p:nvPr/>
      </p:nvGrpSpPr>
      <p:grpSpPr>
        <a:xfrm>
          <a:off x="0" y="0"/>
          <a:ext cx="0" cy="0"/>
          <a:chOff x="0" y="0"/>
          <a:chExt cx="0" cy="0"/>
        </a:xfrm>
      </p:grpSpPr>
      <p:sp>
        <p:nvSpPr>
          <p:cNvPr id="762" name="Google Shape;762;g386abb9ea5c_0_8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63" name="Google Shape;763;g386abb9ea5c_0_8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6" name="Shape 766"/>
        <p:cNvGrpSpPr/>
        <p:nvPr/>
      </p:nvGrpSpPr>
      <p:grpSpPr>
        <a:xfrm>
          <a:off x="0" y="0"/>
          <a:ext cx="0" cy="0"/>
          <a:chOff x="0" y="0"/>
          <a:chExt cx="0" cy="0"/>
        </a:xfrm>
      </p:grpSpPr>
      <p:sp>
        <p:nvSpPr>
          <p:cNvPr id="767" name="Google Shape;767;g386abb9ea5c_0_9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68" name="Google Shape;768;g386abb9ea5c_0_9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1" name="Shape 771"/>
        <p:cNvGrpSpPr/>
        <p:nvPr/>
      </p:nvGrpSpPr>
      <p:grpSpPr>
        <a:xfrm>
          <a:off x="0" y="0"/>
          <a:ext cx="0" cy="0"/>
          <a:chOff x="0" y="0"/>
          <a:chExt cx="0" cy="0"/>
        </a:xfrm>
      </p:grpSpPr>
      <p:sp>
        <p:nvSpPr>
          <p:cNvPr id="772" name="Google Shape;772;g386abb9ea5c_0_9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73" name="Google Shape;773;g386abb9ea5c_0_9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6" name="Shape 776"/>
        <p:cNvGrpSpPr/>
        <p:nvPr/>
      </p:nvGrpSpPr>
      <p:grpSpPr>
        <a:xfrm>
          <a:off x="0" y="0"/>
          <a:ext cx="0" cy="0"/>
          <a:chOff x="0" y="0"/>
          <a:chExt cx="0" cy="0"/>
        </a:xfrm>
      </p:grpSpPr>
      <p:sp>
        <p:nvSpPr>
          <p:cNvPr id="777" name="Google Shape;777;g386abb9ea5c_0_10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78" name="Google Shape;778;g386abb9ea5c_0_10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1" name="Shape 781"/>
        <p:cNvGrpSpPr/>
        <p:nvPr/>
      </p:nvGrpSpPr>
      <p:grpSpPr>
        <a:xfrm>
          <a:off x="0" y="0"/>
          <a:ext cx="0" cy="0"/>
          <a:chOff x="0" y="0"/>
          <a:chExt cx="0" cy="0"/>
        </a:xfrm>
      </p:grpSpPr>
      <p:sp>
        <p:nvSpPr>
          <p:cNvPr id="782" name="Google Shape;782;g386abb9ea5c_0_10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83" name="Google Shape;783;g386abb9ea5c_0_10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6" name="Shape 786"/>
        <p:cNvGrpSpPr/>
        <p:nvPr/>
      </p:nvGrpSpPr>
      <p:grpSpPr>
        <a:xfrm>
          <a:off x="0" y="0"/>
          <a:ext cx="0" cy="0"/>
          <a:chOff x="0" y="0"/>
          <a:chExt cx="0" cy="0"/>
        </a:xfrm>
      </p:grpSpPr>
      <p:sp>
        <p:nvSpPr>
          <p:cNvPr id="787" name="Google Shape;787;g386abb9ea5c_0_10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88" name="Google Shape;788;g386abb9ea5c_0_10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1" name="Shape 791"/>
        <p:cNvGrpSpPr/>
        <p:nvPr/>
      </p:nvGrpSpPr>
      <p:grpSpPr>
        <a:xfrm>
          <a:off x="0" y="0"/>
          <a:ext cx="0" cy="0"/>
          <a:chOff x="0" y="0"/>
          <a:chExt cx="0" cy="0"/>
        </a:xfrm>
      </p:grpSpPr>
      <p:sp>
        <p:nvSpPr>
          <p:cNvPr id="792" name="Google Shape;792;g386abb9ea5c_0_1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93" name="Google Shape;793;g386abb9ea5c_0_11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6" name="Shape 796"/>
        <p:cNvGrpSpPr/>
        <p:nvPr/>
      </p:nvGrpSpPr>
      <p:grpSpPr>
        <a:xfrm>
          <a:off x="0" y="0"/>
          <a:ext cx="0" cy="0"/>
          <a:chOff x="0" y="0"/>
          <a:chExt cx="0" cy="0"/>
        </a:xfrm>
      </p:grpSpPr>
      <p:sp>
        <p:nvSpPr>
          <p:cNvPr id="797" name="Google Shape;797;g386abb9ea5c_0_11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98" name="Google Shape;798;g386abb9ea5c_0_11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1" name="Shape 801"/>
        <p:cNvGrpSpPr/>
        <p:nvPr/>
      </p:nvGrpSpPr>
      <p:grpSpPr>
        <a:xfrm>
          <a:off x="0" y="0"/>
          <a:ext cx="0" cy="0"/>
          <a:chOff x="0" y="0"/>
          <a:chExt cx="0" cy="0"/>
        </a:xfrm>
      </p:grpSpPr>
      <p:sp>
        <p:nvSpPr>
          <p:cNvPr id="802" name="Google Shape;802;g386abb9ea5c_0_1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03" name="Google Shape;803;g386abb9ea5c_0_1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6" name="Shape 806"/>
        <p:cNvGrpSpPr/>
        <p:nvPr/>
      </p:nvGrpSpPr>
      <p:grpSpPr>
        <a:xfrm>
          <a:off x="0" y="0"/>
          <a:ext cx="0" cy="0"/>
          <a:chOff x="0" y="0"/>
          <a:chExt cx="0" cy="0"/>
        </a:xfrm>
      </p:grpSpPr>
      <p:sp>
        <p:nvSpPr>
          <p:cNvPr id="807" name="Google Shape;807;p20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08" name="Google Shape;808;p20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1" name="Shape 811"/>
        <p:cNvGrpSpPr/>
        <p:nvPr/>
      </p:nvGrpSpPr>
      <p:grpSpPr>
        <a:xfrm>
          <a:off x="0" y="0"/>
          <a:ext cx="0" cy="0"/>
          <a:chOff x="0" y="0"/>
          <a:chExt cx="0" cy="0"/>
        </a:xfrm>
      </p:grpSpPr>
      <p:sp>
        <p:nvSpPr>
          <p:cNvPr id="812" name="Google Shape;812;p20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13" name="Google Shape;813;p20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6" name="Shape 816"/>
        <p:cNvGrpSpPr/>
        <p:nvPr/>
      </p:nvGrpSpPr>
      <p:grpSpPr>
        <a:xfrm>
          <a:off x="0" y="0"/>
          <a:ext cx="0" cy="0"/>
          <a:chOff x="0" y="0"/>
          <a:chExt cx="0" cy="0"/>
        </a:xfrm>
      </p:grpSpPr>
      <p:sp>
        <p:nvSpPr>
          <p:cNvPr id="817" name="Google Shape;817;p20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18" name="Google Shape;818;p20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1" name="Shape 821"/>
        <p:cNvGrpSpPr/>
        <p:nvPr/>
      </p:nvGrpSpPr>
      <p:grpSpPr>
        <a:xfrm>
          <a:off x="0" y="0"/>
          <a:ext cx="0" cy="0"/>
          <a:chOff x="0" y="0"/>
          <a:chExt cx="0" cy="0"/>
        </a:xfrm>
      </p:grpSpPr>
      <p:sp>
        <p:nvSpPr>
          <p:cNvPr id="822" name="Google Shape;822;p20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23" name="Google Shape;823;p20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6" name="Shape 826"/>
        <p:cNvGrpSpPr/>
        <p:nvPr/>
      </p:nvGrpSpPr>
      <p:grpSpPr>
        <a:xfrm>
          <a:off x="0" y="0"/>
          <a:ext cx="0" cy="0"/>
          <a:chOff x="0" y="0"/>
          <a:chExt cx="0" cy="0"/>
        </a:xfrm>
      </p:grpSpPr>
      <p:sp>
        <p:nvSpPr>
          <p:cNvPr id="827" name="Google Shape;827;p20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28" name="Google Shape;828;p20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1" name="Shape 831"/>
        <p:cNvGrpSpPr/>
        <p:nvPr/>
      </p:nvGrpSpPr>
      <p:grpSpPr>
        <a:xfrm>
          <a:off x="0" y="0"/>
          <a:ext cx="0" cy="0"/>
          <a:chOff x="0" y="0"/>
          <a:chExt cx="0" cy="0"/>
        </a:xfrm>
      </p:grpSpPr>
      <p:sp>
        <p:nvSpPr>
          <p:cNvPr id="832" name="Google Shape;832;g3a42a8b53c1_2_2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33" name="Google Shape;833;g3a42a8b53c1_2_26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6" name="Shape 836"/>
        <p:cNvGrpSpPr/>
        <p:nvPr/>
      </p:nvGrpSpPr>
      <p:grpSpPr>
        <a:xfrm>
          <a:off x="0" y="0"/>
          <a:ext cx="0" cy="0"/>
          <a:chOff x="0" y="0"/>
          <a:chExt cx="0" cy="0"/>
        </a:xfrm>
      </p:grpSpPr>
      <p:sp>
        <p:nvSpPr>
          <p:cNvPr id="837" name="Google Shape;837;p20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38" name="Google Shape;838;p20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1" name="Shape 841"/>
        <p:cNvGrpSpPr/>
        <p:nvPr/>
      </p:nvGrpSpPr>
      <p:grpSpPr>
        <a:xfrm>
          <a:off x="0" y="0"/>
          <a:ext cx="0" cy="0"/>
          <a:chOff x="0" y="0"/>
          <a:chExt cx="0" cy="0"/>
        </a:xfrm>
      </p:grpSpPr>
      <p:sp>
        <p:nvSpPr>
          <p:cNvPr id="842" name="Google Shape;842;p20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43" name="Google Shape;843;p20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6" name="Shape 846"/>
        <p:cNvGrpSpPr/>
        <p:nvPr/>
      </p:nvGrpSpPr>
      <p:grpSpPr>
        <a:xfrm>
          <a:off x="0" y="0"/>
          <a:ext cx="0" cy="0"/>
          <a:chOff x="0" y="0"/>
          <a:chExt cx="0" cy="0"/>
        </a:xfrm>
      </p:grpSpPr>
      <p:sp>
        <p:nvSpPr>
          <p:cNvPr id="847" name="Google Shape;847;p20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48" name="Google Shape;848;p20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1" name="Shape 851"/>
        <p:cNvGrpSpPr/>
        <p:nvPr/>
      </p:nvGrpSpPr>
      <p:grpSpPr>
        <a:xfrm>
          <a:off x="0" y="0"/>
          <a:ext cx="0" cy="0"/>
          <a:chOff x="0" y="0"/>
          <a:chExt cx="0" cy="0"/>
        </a:xfrm>
      </p:grpSpPr>
      <p:sp>
        <p:nvSpPr>
          <p:cNvPr id="852" name="Google Shape;852;g3c80dc9c1fd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53" name="Google Shape;853;g3c80dc9c1fd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7" name="Shape 857"/>
        <p:cNvGrpSpPr/>
        <p:nvPr/>
      </p:nvGrpSpPr>
      <p:grpSpPr>
        <a:xfrm>
          <a:off x="0" y="0"/>
          <a:ext cx="0" cy="0"/>
          <a:chOff x="0" y="0"/>
          <a:chExt cx="0" cy="0"/>
        </a:xfrm>
      </p:grpSpPr>
      <p:sp>
        <p:nvSpPr>
          <p:cNvPr id="858" name="Google Shape;858;p2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59" name="Google Shape;859;p21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2" name="Shape 862"/>
        <p:cNvGrpSpPr/>
        <p:nvPr/>
      </p:nvGrpSpPr>
      <p:grpSpPr>
        <a:xfrm>
          <a:off x="0" y="0"/>
          <a:ext cx="0" cy="0"/>
          <a:chOff x="0" y="0"/>
          <a:chExt cx="0" cy="0"/>
        </a:xfrm>
      </p:grpSpPr>
      <p:sp>
        <p:nvSpPr>
          <p:cNvPr id="863" name="Google Shape;863;g3bebe0ff2f1_0_11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4" name="Google Shape;864;g3bebe0ff2f1_0_11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7" name="Shape 867"/>
        <p:cNvGrpSpPr/>
        <p:nvPr/>
      </p:nvGrpSpPr>
      <p:grpSpPr>
        <a:xfrm>
          <a:off x="0" y="0"/>
          <a:ext cx="0" cy="0"/>
          <a:chOff x="0" y="0"/>
          <a:chExt cx="0" cy="0"/>
        </a:xfrm>
      </p:grpSpPr>
      <p:sp>
        <p:nvSpPr>
          <p:cNvPr id="868" name="Google Shape;868;g3bebe0ff2f1_0_11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9" name="Google Shape;869;g3bebe0ff2f1_0_11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2" name="Shape 872"/>
        <p:cNvGrpSpPr/>
        <p:nvPr/>
      </p:nvGrpSpPr>
      <p:grpSpPr>
        <a:xfrm>
          <a:off x="0" y="0"/>
          <a:ext cx="0" cy="0"/>
          <a:chOff x="0" y="0"/>
          <a:chExt cx="0" cy="0"/>
        </a:xfrm>
      </p:grpSpPr>
      <p:sp>
        <p:nvSpPr>
          <p:cNvPr id="873" name="Google Shape;873;g3bebe0ff2f1_0_12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74" name="Google Shape;874;g3bebe0ff2f1_0_12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7" name="Shape 877"/>
        <p:cNvGrpSpPr/>
        <p:nvPr/>
      </p:nvGrpSpPr>
      <p:grpSpPr>
        <a:xfrm>
          <a:off x="0" y="0"/>
          <a:ext cx="0" cy="0"/>
          <a:chOff x="0" y="0"/>
          <a:chExt cx="0" cy="0"/>
        </a:xfrm>
      </p:grpSpPr>
      <p:sp>
        <p:nvSpPr>
          <p:cNvPr id="878" name="Google Shape;878;g3bebe0ff2f1_0_12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79" name="Google Shape;879;g3bebe0ff2f1_0_12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2" name="Shape 882"/>
        <p:cNvGrpSpPr/>
        <p:nvPr/>
      </p:nvGrpSpPr>
      <p:grpSpPr>
        <a:xfrm>
          <a:off x="0" y="0"/>
          <a:ext cx="0" cy="0"/>
          <a:chOff x="0" y="0"/>
          <a:chExt cx="0" cy="0"/>
        </a:xfrm>
      </p:grpSpPr>
      <p:sp>
        <p:nvSpPr>
          <p:cNvPr id="883" name="Google Shape;883;g3bebe0ff2f1_0_13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84" name="Google Shape;884;g3bebe0ff2f1_0_13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7" name="Shape 887"/>
        <p:cNvGrpSpPr/>
        <p:nvPr/>
      </p:nvGrpSpPr>
      <p:grpSpPr>
        <a:xfrm>
          <a:off x="0" y="0"/>
          <a:ext cx="0" cy="0"/>
          <a:chOff x="0" y="0"/>
          <a:chExt cx="0" cy="0"/>
        </a:xfrm>
      </p:grpSpPr>
      <p:sp>
        <p:nvSpPr>
          <p:cNvPr id="888" name="Google Shape;888;g3bebe0ff2f1_0_13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89" name="Google Shape;889;g3bebe0ff2f1_0_13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2" name="Shape 892"/>
        <p:cNvGrpSpPr/>
        <p:nvPr/>
      </p:nvGrpSpPr>
      <p:grpSpPr>
        <a:xfrm>
          <a:off x="0" y="0"/>
          <a:ext cx="0" cy="0"/>
          <a:chOff x="0" y="0"/>
          <a:chExt cx="0" cy="0"/>
        </a:xfrm>
      </p:grpSpPr>
      <p:sp>
        <p:nvSpPr>
          <p:cNvPr id="893" name="Google Shape;893;g3bebe0ff2f1_0_13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94" name="Google Shape;894;g3bebe0ff2f1_0_13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7" name="Shape 897"/>
        <p:cNvGrpSpPr/>
        <p:nvPr/>
      </p:nvGrpSpPr>
      <p:grpSpPr>
        <a:xfrm>
          <a:off x="0" y="0"/>
          <a:ext cx="0" cy="0"/>
          <a:chOff x="0" y="0"/>
          <a:chExt cx="0" cy="0"/>
        </a:xfrm>
      </p:grpSpPr>
      <p:sp>
        <p:nvSpPr>
          <p:cNvPr id="898" name="Google Shape;898;g386abb9ea5c_0_12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99" name="Google Shape;899;g386abb9ea5c_0_12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2" name="Shape 902"/>
        <p:cNvGrpSpPr/>
        <p:nvPr/>
      </p:nvGrpSpPr>
      <p:grpSpPr>
        <a:xfrm>
          <a:off x="0" y="0"/>
          <a:ext cx="0" cy="0"/>
          <a:chOff x="0" y="0"/>
          <a:chExt cx="0" cy="0"/>
        </a:xfrm>
      </p:grpSpPr>
      <p:sp>
        <p:nvSpPr>
          <p:cNvPr id="903" name="Google Shape;903;g386abb9ea5c_0_12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04" name="Google Shape;904;g386abb9ea5c_0_12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7" name="Shape 907"/>
        <p:cNvGrpSpPr/>
        <p:nvPr/>
      </p:nvGrpSpPr>
      <p:grpSpPr>
        <a:xfrm>
          <a:off x="0" y="0"/>
          <a:ext cx="0" cy="0"/>
          <a:chOff x="0" y="0"/>
          <a:chExt cx="0" cy="0"/>
        </a:xfrm>
      </p:grpSpPr>
      <p:sp>
        <p:nvSpPr>
          <p:cNvPr id="908" name="Google Shape;908;g386abb9ea5c_0_13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09" name="Google Shape;909;g386abb9ea5c_0_13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2" name="Shape 912"/>
        <p:cNvGrpSpPr/>
        <p:nvPr/>
      </p:nvGrpSpPr>
      <p:grpSpPr>
        <a:xfrm>
          <a:off x="0" y="0"/>
          <a:ext cx="0" cy="0"/>
          <a:chOff x="0" y="0"/>
          <a:chExt cx="0" cy="0"/>
        </a:xfrm>
      </p:grpSpPr>
      <p:sp>
        <p:nvSpPr>
          <p:cNvPr id="913" name="Google Shape;913;g386abb9ea5c_0_13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4" name="Google Shape;914;g386abb9ea5c_0_13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7" name="Shape 917"/>
        <p:cNvGrpSpPr/>
        <p:nvPr/>
      </p:nvGrpSpPr>
      <p:grpSpPr>
        <a:xfrm>
          <a:off x="0" y="0"/>
          <a:ext cx="0" cy="0"/>
          <a:chOff x="0" y="0"/>
          <a:chExt cx="0" cy="0"/>
        </a:xfrm>
      </p:grpSpPr>
      <p:sp>
        <p:nvSpPr>
          <p:cNvPr id="918" name="Google Shape;918;g386abb9ea5c_0_1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9" name="Google Shape;919;g386abb9ea5c_0_14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2" name="Shape 922"/>
        <p:cNvGrpSpPr/>
        <p:nvPr/>
      </p:nvGrpSpPr>
      <p:grpSpPr>
        <a:xfrm>
          <a:off x="0" y="0"/>
          <a:ext cx="0" cy="0"/>
          <a:chOff x="0" y="0"/>
          <a:chExt cx="0" cy="0"/>
        </a:xfrm>
      </p:grpSpPr>
      <p:sp>
        <p:nvSpPr>
          <p:cNvPr id="923" name="Google Shape;923;g386abb9ea5c_0_1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24" name="Google Shape;924;g386abb9ea5c_0_14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7" name="Shape 927"/>
        <p:cNvGrpSpPr/>
        <p:nvPr/>
      </p:nvGrpSpPr>
      <p:grpSpPr>
        <a:xfrm>
          <a:off x="0" y="0"/>
          <a:ext cx="0" cy="0"/>
          <a:chOff x="0" y="0"/>
          <a:chExt cx="0" cy="0"/>
        </a:xfrm>
      </p:grpSpPr>
      <p:sp>
        <p:nvSpPr>
          <p:cNvPr id="928" name="Google Shape;928;g386abb9ea5c_0_14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29" name="Google Shape;929;g386abb9ea5c_0_14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2" name="Shape 932"/>
        <p:cNvGrpSpPr/>
        <p:nvPr/>
      </p:nvGrpSpPr>
      <p:grpSpPr>
        <a:xfrm>
          <a:off x="0" y="0"/>
          <a:ext cx="0" cy="0"/>
          <a:chOff x="0" y="0"/>
          <a:chExt cx="0" cy="0"/>
        </a:xfrm>
      </p:grpSpPr>
      <p:sp>
        <p:nvSpPr>
          <p:cNvPr id="933" name="Google Shape;933;g386abb9ea5c_0_15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34" name="Google Shape;934;g386abb9ea5c_0_15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7" name="Shape 937"/>
        <p:cNvGrpSpPr/>
        <p:nvPr/>
      </p:nvGrpSpPr>
      <p:grpSpPr>
        <a:xfrm>
          <a:off x="0" y="0"/>
          <a:ext cx="0" cy="0"/>
          <a:chOff x="0" y="0"/>
          <a:chExt cx="0" cy="0"/>
        </a:xfrm>
      </p:grpSpPr>
      <p:sp>
        <p:nvSpPr>
          <p:cNvPr id="938" name="Google Shape;938;g386abb9ea5c_0_1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39" name="Google Shape;939;g386abb9ea5c_0_15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2" name="Shape 942"/>
        <p:cNvGrpSpPr/>
        <p:nvPr/>
      </p:nvGrpSpPr>
      <p:grpSpPr>
        <a:xfrm>
          <a:off x="0" y="0"/>
          <a:ext cx="0" cy="0"/>
          <a:chOff x="0" y="0"/>
          <a:chExt cx="0" cy="0"/>
        </a:xfrm>
      </p:grpSpPr>
      <p:sp>
        <p:nvSpPr>
          <p:cNvPr id="943" name="Google Shape;943;g386abb9ea5c_0_1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44" name="Google Shape;944;g386abb9ea5c_0_16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7" name="Shape 947"/>
        <p:cNvGrpSpPr/>
        <p:nvPr/>
      </p:nvGrpSpPr>
      <p:grpSpPr>
        <a:xfrm>
          <a:off x="0" y="0"/>
          <a:ext cx="0" cy="0"/>
          <a:chOff x="0" y="0"/>
          <a:chExt cx="0" cy="0"/>
        </a:xfrm>
      </p:grpSpPr>
      <p:sp>
        <p:nvSpPr>
          <p:cNvPr id="948" name="Google Shape;948;g386abb9ea5c_0_16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49" name="Google Shape;949;g386abb9ea5c_0_16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2" name="Shape 952"/>
        <p:cNvGrpSpPr/>
        <p:nvPr/>
      </p:nvGrpSpPr>
      <p:grpSpPr>
        <a:xfrm>
          <a:off x="0" y="0"/>
          <a:ext cx="0" cy="0"/>
          <a:chOff x="0" y="0"/>
          <a:chExt cx="0" cy="0"/>
        </a:xfrm>
      </p:grpSpPr>
      <p:sp>
        <p:nvSpPr>
          <p:cNvPr id="953" name="Google Shape;953;g386abb9ea5c_0_1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54" name="Google Shape;954;g386abb9ea5c_0_16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7" name="Shape 957"/>
        <p:cNvGrpSpPr/>
        <p:nvPr/>
      </p:nvGrpSpPr>
      <p:grpSpPr>
        <a:xfrm>
          <a:off x="0" y="0"/>
          <a:ext cx="0" cy="0"/>
          <a:chOff x="0" y="0"/>
          <a:chExt cx="0" cy="0"/>
        </a:xfrm>
      </p:grpSpPr>
      <p:sp>
        <p:nvSpPr>
          <p:cNvPr id="958" name="Google Shape;958;g386abb9ea5c_0_17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59" name="Google Shape;959;g386abb9ea5c_0_17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2" name="Shape 962"/>
        <p:cNvGrpSpPr/>
        <p:nvPr/>
      </p:nvGrpSpPr>
      <p:grpSpPr>
        <a:xfrm>
          <a:off x="0" y="0"/>
          <a:ext cx="0" cy="0"/>
          <a:chOff x="0" y="0"/>
          <a:chExt cx="0" cy="0"/>
        </a:xfrm>
      </p:grpSpPr>
      <p:sp>
        <p:nvSpPr>
          <p:cNvPr id="963" name="Google Shape;963;g386abb9ea5c_0_1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4" name="Google Shape;964;g386abb9ea5c_0_17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7" name="Shape 967"/>
        <p:cNvGrpSpPr/>
        <p:nvPr/>
      </p:nvGrpSpPr>
      <p:grpSpPr>
        <a:xfrm>
          <a:off x="0" y="0"/>
          <a:ext cx="0" cy="0"/>
          <a:chOff x="0" y="0"/>
          <a:chExt cx="0" cy="0"/>
        </a:xfrm>
      </p:grpSpPr>
      <p:sp>
        <p:nvSpPr>
          <p:cNvPr id="968" name="Google Shape;968;g386abb9ea5c_0_18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9" name="Google Shape;969;g386abb9ea5c_0_18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2" name="Shape 972"/>
        <p:cNvGrpSpPr/>
        <p:nvPr/>
      </p:nvGrpSpPr>
      <p:grpSpPr>
        <a:xfrm>
          <a:off x="0" y="0"/>
          <a:ext cx="0" cy="0"/>
          <a:chOff x="0" y="0"/>
          <a:chExt cx="0" cy="0"/>
        </a:xfrm>
      </p:grpSpPr>
      <p:sp>
        <p:nvSpPr>
          <p:cNvPr id="973" name="Google Shape;973;g386abb9ea5c_0_20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74" name="Google Shape;974;g386abb9ea5c_0_20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7" name="Shape 977"/>
        <p:cNvGrpSpPr/>
        <p:nvPr/>
      </p:nvGrpSpPr>
      <p:grpSpPr>
        <a:xfrm>
          <a:off x="0" y="0"/>
          <a:ext cx="0" cy="0"/>
          <a:chOff x="0" y="0"/>
          <a:chExt cx="0" cy="0"/>
        </a:xfrm>
      </p:grpSpPr>
      <p:sp>
        <p:nvSpPr>
          <p:cNvPr id="978" name="Google Shape;978;g3b26357b4a1_0_14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79" name="Google Shape;979;g3b26357b4a1_0_14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2" name="Shape 982"/>
        <p:cNvGrpSpPr/>
        <p:nvPr/>
      </p:nvGrpSpPr>
      <p:grpSpPr>
        <a:xfrm>
          <a:off x="0" y="0"/>
          <a:ext cx="0" cy="0"/>
          <a:chOff x="0" y="0"/>
          <a:chExt cx="0" cy="0"/>
        </a:xfrm>
      </p:grpSpPr>
      <p:sp>
        <p:nvSpPr>
          <p:cNvPr id="983" name="Google Shape;983;g3b26357b4a1_0_15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84" name="Google Shape;984;g3b26357b4a1_0_15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7" name="Shape 987"/>
        <p:cNvGrpSpPr/>
        <p:nvPr/>
      </p:nvGrpSpPr>
      <p:grpSpPr>
        <a:xfrm>
          <a:off x="0" y="0"/>
          <a:ext cx="0" cy="0"/>
          <a:chOff x="0" y="0"/>
          <a:chExt cx="0" cy="0"/>
        </a:xfrm>
      </p:grpSpPr>
      <p:sp>
        <p:nvSpPr>
          <p:cNvPr id="988" name="Google Shape;988;g3b26357b4a1_0_1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89" name="Google Shape;989;g3b26357b4a1_0_15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2" name="Shape 992"/>
        <p:cNvGrpSpPr/>
        <p:nvPr/>
      </p:nvGrpSpPr>
      <p:grpSpPr>
        <a:xfrm>
          <a:off x="0" y="0"/>
          <a:ext cx="0" cy="0"/>
          <a:chOff x="0" y="0"/>
          <a:chExt cx="0" cy="0"/>
        </a:xfrm>
      </p:grpSpPr>
      <p:sp>
        <p:nvSpPr>
          <p:cNvPr id="993" name="Google Shape;993;g3b26357b4a1_0_18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94" name="Google Shape;994;g3b26357b4a1_0_18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7" name="Shape 997"/>
        <p:cNvGrpSpPr/>
        <p:nvPr/>
      </p:nvGrpSpPr>
      <p:grpSpPr>
        <a:xfrm>
          <a:off x="0" y="0"/>
          <a:ext cx="0" cy="0"/>
          <a:chOff x="0" y="0"/>
          <a:chExt cx="0" cy="0"/>
        </a:xfrm>
      </p:grpSpPr>
      <p:sp>
        <p:nvSpPr>
          <p:cNvPr id="998" name="Google Shape;998;g3bd41fd8710_0_7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99" name="Google Shape;999;g3bd41fd8710_0_7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2" name="Shape 1002"/>
        <p:cNvGrpSpPr/>
        <p:nvPr/>
      </p:nvGrpSpPr>
      <p:grpSpPr>
        <a:xfrm>
          <a:off x="0" y="0"/>
          <a:ext cx="0" cy="0"/>
          <a:chOff x="0" y="0"/>
          <a:chExt cx="0" cy="0"/>
        </a:xfrm>
      </p:grpSpPr>
      <p:sp>
        <p:nvSpPr>
          <p:cNvPr id="1003" name="Google Shape;1003;g3bd41fd8710_0_8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04" name="Google Shape;1004;g3bd41fd8710_0_8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7" name="Shape 1007"/>
        <p:cNvGrpSpPr/>
        <p:nvPr/>
      </p:nvGrpSpPr>
      <p:grpSpPr>
        <a:xfrm>
          <a:off x="0" y="0"/>
          <a:ext cx="0" cy="0"/>
          <a:chOff x="0" y="0"/>
          <a:chExt cx="0" cy="0"/>
        </a:xfrm>
      </p:grpSpPr>
      <p:sp>
        <p:nvSpPr>
          <p:cNvPr id="1008" name="Google Shape;1008;g386abb9ea5c_0_18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09" name="Google Shape;1009;g386abb9ea5c_0_18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2" name="Shape 1012"/>
        <p:cNvGrpSpPr/>
        <p:nvPr/>
      </p:nvGrpSpPr>
      <p:grpSpPr>
        <a:xfrm>
          <a:off x="0" y="0"/>
          <a:ext cx="0" cy="0"/>
          <a:chOff x="0" y="0"/>
          <a:chExt cx="0" cy="0"/>
        </a:xfrm>
      </p:grpSpPr>
      <p:sp>
        <p:nvSpPr>
          <p:cNvPr id="1013" name="Google Shape;1013;g386abb9ea5c_0_20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4" name="Google Shape;1014;g386abb9ea5c_0_20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5" name="Shape 15"/>
        <p:cNvGrpSpPr/>
        <p:nvPr/>
      </p:nvGrpSpPr>
      <p:grpSpPr>
        <a:xfrm>
          <a:off x="0" y="0"/>
          <a:ext cx="0" cy="0"/>
          <a:chOff x="0" y="0"/>
          <a:chExt cx="0" cy="0"/>
        </a:xfrm>
      </p:grpSpPr>
      <p:sp>
        <p:nvSpPr>
          <p:cNvPr id="16" name="Google Shape;16;p246"/>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46"/>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8" name="Google Shape;18;p246"/>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46"/>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46"/>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1" name="Shape 21"/>
        <p:cNvGrpSpPr/>
        <p:nvPr/>
      </p:nvGrpSpPr>
      <p:grpSpPr>
        <a:xfrm>
          <a:off x="0" y="0"/>
          <a:ext cx="0" cy="0"/>
          <a:chOff x="0" y="0"/>
          <a:chExt cx="0" cy="0"/>
        </a:xfrm>
      </p:grpSpPr>
      <p:sp>
        <p:nvSpPr>
          <p:cNvPr id="22" name="Google Shape;22;p247"/>
          <p:cNvSpPr txBox="1"/>
          <p:nvPr>
            <p:ph type="ctrTitle"/>
          </p:nvPr>
        </p:nvSpPr>
        <p:spPr>
          <a:xfrm>
            <a:off x="685800" y="1597822"/>
            <a:ext cx="7772400" cy="1102519"/>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247"/>
          <p:cNvSpPr txBox="1"/>
          <p:nvPr>
            <p:ph idx="1" type="subTitle"/>
          </p:nvPr>
        </p:nvSpPr>
        <p:spPr>
          <a:xfrm>
            <a:off x="1371600" y="2914650"/>
            <a:ext cx="6400800" cy="131445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24" name="Google Shape;24;p247"/>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247"/>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247"/>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48"/>
          <p:cNvSpPr txBox="1"/>
          <p:nvPr>
            <p:ph type="title"/>
          </p:nvPr>
        </p:nvSpPr>
        <p:spPr>
          <a:xfrm>
            <a:off x="722313" y="3305178"/>
            <a:ext cx="7772400" cy="1021557"/>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Arial"/>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48"/>
          <p:cNvSpPr txBox="1"/>
          <p:nvPr>
            <p:ph idx="1" type="body"/>
          </p:nvPr>
        </p:nvSpPr>
        <p:spPr>
          <a:xfrm>
            <a:off x="722313" y="2180035"/>
            <a:ext cx="7772400" cy="112514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0" name="Google Shape;30;p248"/>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248"/>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248"/>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49"/>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249"/>
          <p:cNvSpPr txBox="1"/>
          <p:nvPr>
            <p:ph idx="1" type="body"/>
          </p:nvPr>
        </p:nvSpPr>
        <p:spPr>
          <a:xfrm>
            <a:off x="457200" y="1200150"/>
            <a:ext cx="4038600" cy="3394472"/>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6" name="Google Shape;36;p249"/>
          <p:cNvSpPr txBox="1"/>
          <p:nvPr>
            <p:ph idx="2" type="body"/>
          </p:nvPr>
        </p:nvSpPr>
        <p:spPr>
          <a:xfrm>
            <a:off x="4648200" y="1200150"/>
            <a:ext cx="4038600" cy="3394472"/>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7" name="Google Shape;37;p249"/>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249"/>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249"/>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50"/>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Arial"/>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50"/>
          <p:cNvSpPr txBox="1"/>
          <p:nvPr>
            <p:ph idx="1" type="body"/>
          </p:nvPr>
        </p:nvSpPr>
        <p:spPr>
          <a:xfrm>
            <a:off x="457200" y="1151335"/>
            <a:ext cx="4040188" cy="47982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3" name="Google Shape;43;p250"/>
          <p:cNvSpPr txBox="1"/>
          <p:nvPr>
            <p:ph idx="2" type="body"/>
          </p:nvPr>
        </p:nvSpPr>
        <p:spPr>
          <a:xfrm>
            <a:off x="457200" y="1631156"/>
            <a:ext cx="4040188" cy="2963466"/>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4" name="Google Shape;44;p250"/>
          <p:cNvSpPr txBox="1"/>
          <p:nvPr>
            <p:ph idx="3" type="body"/>
          </p:nvPr>
        </p:nvSpPr>
        <p:spPr>
          <a:xfrm>
            <a:off x="4645031" y="1151335"/>
            <a:ext cx="4041775" cy="47982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5" name="Google Shape;45;p250"/>
          <p:cNvSpPr txBox="1"/>
          <p:nvPr>
            <p:ph idx="4" type="body"/>
          </p:nvPr>
        </p:nvSpPr>
        <p:spPr>
          <a:xfrm>
            <a:off x="4645031" y="1631156"/>
            <a:ext cx="4041775" cy="2963466"/>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6" name="Google Shape;46;p250"/>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250"/>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250"/>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51"/>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51"/>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51"/>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251"/>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252"/>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52"/>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252"/>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253"/>
          <p:cNvSpPr txBox="1"/>
          <p:nvPr>
            <p:ph type="title"/>
          </p:nvPr>
        </p:nvSpPr>
        <p:spPr>
          <a:xfrm>
            <a:off x="457206" y="204788"/>
            <a:ext cx="3008313" cy="8715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Arial"/>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53"/>
          <p:cNvSpPr txBox="1"/>
          <p:nvPr>
            <p:ph idx="1" type="body"/>
          </p:nvPr>
        </p:nvSpPr>
        <p:spPr>
          <a:xfrm>
            <a:off x="3575050" y="204789"/>
            <a:ext cx="5111750" cy="4389835"/>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61" name="Google Shape;61;p253"/>
          <p:cNvSpPr txBox="1"/>
          <p:nvPr>
            <p:ph idx="2" type="body"/>
          </p:nvPr>
        </p:nvSpPr>
        <p:spPr>
          <a:xfrm>
            <a:off x="457206" y="1076328"/>
            <a:ext cx="3008313" cy="351829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2" name="Google Shape;62;p253"/>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53"/>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253"/>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254"/>
          <p:cNvSpPr txBox="1"/>
          <p:nvPr>
            <p:ph type="title"/>
          </p:nvPr>
        </p:nvSpPr>
        <p:spPr>
          <a:xfrm>
            <a:off x="1792288" y="3600450"/>
            <a:ext cx="5486400" cy="425054"/>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Arial"/>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54"/>
          <p:cNvSpPr/>
          <p:nvPr>
            <p:ph idx="2" type="pic"/>
          </p:nvPr>
        </p:nvSpPr>
        <p:spPr>
          <a:xfrm>
            <a:off x="1792288" y="459581"/>
            <a:ext cx="5486400" cy="3086100"/>
          </a:xfrm>
          <a:prstGeom prst="rect">
            <a:avLst/>
          </a:prstGeom>
          <a:noFill/>
          <a:ln>
            <a:noFill/>
          </a:ln>
        </p:spPr>
      </p:sp>
      <p:sp>
        <p:nvSpPr>
          <p:cNvPr id="68" name="Google Shape;68;p254"/>
          <p:cNvSpPr txBox="1"/>
          <p:nvPr>
            <p:ph idx="1" type="body"/>
          </p:nvPr>
        </p:nvSpPr>
        <p:spPr>
          <a:xfrm>
            <a:off x="1792288" y="4025504"/>
            <a:ext cx="5486400" cy="603646"/>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9" name="Google Shape;69;p254"/>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54"/>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254"/>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255"/>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255"/>
          <p:cNvSpPr txBox="1"/>
          <p:nvPr>
            <p:ph idx="1" type="body"/>
          </p:nvPr>
        </p:nvSpPr>
        <p:spPr>
          <a:xfrm rot="5400000">
            <a:off x="2874764" y="-1217414"/>
            <a:ext cx="3394472"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5" name="Google Shape;75;p255"/>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55"/>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255"/>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256"/>
          <p:cNvSpPr txBox="1"/>
          <p:nvPr>
            <p:ph type="title"/>
          </p:nvPr>
        </p:nvSpPr>
        <p:spPr>
          <a:xfrm rot="5400000">
            <a:off x="5463778" y="1371603"/>
            <a:ext cx="4388644"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256"/>
          <p:cNvSpPr txBox="1"/>
          <p:nvPr>
            <p:ph idx="1" type="body"/>
          </p:nvPr>
        </p:nvSpPr>
        <p:spPr>
          <a:xfrm rot="5400000">
            <a:off x="1272778" y="-609597"/>
            <a:ext cx="4388644"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1" name="Google Shape;81;p256"/>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256"/>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256"/>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45"/>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245"/>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12" name="Google Shape;12;p245"/>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3" name="Google Shape;13;p245"/>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4" name="Google Shape;14;p245"/>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 Id="rId3" Type="http://schemas.openxmlformats.org/officeDocument/2006/relationships/image" Target="../media/image4.jp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 Id="rId3" Type="http://schemas.openxmlformats.org/officeDocument/2006/relationships/image" Target="../media/image4.jp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5.xml"/><Relationship Id="rId3" Type="http://schemas.openxmlformats.org/officeDocument/2006/relationships/image" Target="../media/image4.jp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6.xml"/><Relationship Id="rId3" Type="http://schemas.openxmlformats.org/officeDocument/2006/relationships/image" Target="../media/image5.jp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8.xml"/><Relationship Id="rId3" Type="http://schemas.openxmlformats.org/officeDocument/2006/relationships/image" Target="../media/image7.jpg"/></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1.xml"/><Relationship Id="rId3" Type="http://schemas.openxmlformats.org/officeDocument/2006/relationships/image" Target="../media/image6.jpg"/></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2.xml"/><Relationship Id="rId3" Type="http://schemas.openxmlformats.org/officeDocument/2006/relationships/image" Target="../media/image4.jpg"/></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2.xml"/><Relationship Id="rId3" Type="http://schemas.openxmlformats.org/officeDocument/2006/relationships/image" Target="../media/image3.png"/></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6.xml"/><Relationship Id="rId3" Type="http://schemas.openxmlformats.org/officeDocument/2006/relationships/image" Target="../media/image3.png"/></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0.xml"/><Relationship Id="rId3" Type="http://schemas.openxmlformats.org/officeDocument/2006/relationships/image" Target="../media/image3.png"/></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2.xml"/><Relationship Id="rId3" Type="http://schemas.openxmlformats.org/officeDocument/2006/relationships/image" Target="../media/image1.jpg"/></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8.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9.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0.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3.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4.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5.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6.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8.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9.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0.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1.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3.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4.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5.xml"/><Relationship Id="rId3" Type="http://schemas.openxmlformats.org/officeDocument/2006/relationships/image" Target="../media/image4.jpg"/></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6.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8.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9.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0.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1.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3.xml"/><Relationship Id="rId3" Type="http://schemas.openxmlformats.org/officeDocument/2006/relationships/image" Target="../media/image4.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pic>
        <p:nvPicPr>
          <p:cNvPr id="88" name="Google Shape;88;g3baa6357486_0_118" title="LN_Mung_3_Tet.jpg"/>
          <p:cNvPicPr preferRelativeResize="0"/>
          <p:nvPr/>
        </p:nvPicPr>
        <p:blipFill>
          <a:blip r:embed="rId3">
            <a:alphaModFix/>
          </a:blip>
          <a:stretch>
            <a:fillRect/>
          </a:stretch>
        </p:blipFill>
        <p:spPr>
          <a:xfrm>
            <a:off x="0" y="0"/>
            <a:ext cx="9144018" cy="5143501"/>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3200"/>
              <a:buNone/>
            </a:pPr>
            <a:r>
              <a:t/>
            </a:r>
            <a:endParaRPr b="1">
              <a:solidFill>
                <a:schemeClr val="dk1"/>
              </a:solidFill>
              <a:latin typeface="Times New Roman"/>
              <a:ea typeface="Times New Roman"/>
              <a:cs typeface="Times New Roman"/>
              <a:sym typeface="Times New Roman"/>
            </a:endParaRPr>
          </a:p>
          <a:p>
            <a:pPr indent="0" lvl="0" marL="0" rtl="0" algn="ctr">
              <a:lnSpc>
                <a:spcPct val="100000"/>
              </a:lnSpc>
              <a:spcBef>
                <a:spcPts val="0"/>
              </a:spcBef>
              <a:spcAft>
                <a:spcPts val="0"/>
              </a:spcAft>
              <a:buClr>
                <a:schemeClr val="lt1"/>
              </a:buClr>
              <a:buSzPts val="8000"/>
              <a:buNone/>
            </a:pPr>
            <a:r>
              <a:rPr b="1" lang="en-US" sz="8000">
                <a:solidFill>
                  <a:schemeClr val="lt1"/>
                </a:solidFill>
                <a:latin typeface="Times New Roman"/>
                <a:ea typeface="Times New Roman"/>
                <a:cs typeface="Times New Roman"/>
                <a:sym typeface="Times New Roman"/>
              </a:rPr>
              <a:t>Nhân danh Cha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a:t>
            </a:r>
            <a:endParaRPr/>
          </a:p>
          <a:p>
            <a:pPr indent="0" lvl="0" marL="0" rtl="0" algn="ctr">
              <a:lnSpc>
                <a:spcPct val="100000"/>
              </a:lnSpc>
              <a:spcBef>
                <a:spcPts val="0"/>
              </a:spcBef>
              <a:spcAft>
                <a:spcPts val="0"/>
              </a:spcAft>
              <a:buClr>
                <a:schemeClr val="lt1"/>
              </a:buClr>
              <a:buSzPts val="8000"/>
              <a:buNone/>
            </a:pPr>
            <a:r>
              <a:rPr b="1" lang="en-US" sz="8000">
                <a:solidFill>
                  <a:schemeClr val="lt1"/>
                </a:solidFill>
                <a:latin typeface="Times New Roman"/>
                <a:ea typeface="Times New Roman"/>
                <a:cs typeface="Times New Roman"/>
                <a:sym typeface="Times New Roman"/>
              </a:rPr>
              <a:t>và Con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và Thánh Thần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Amen.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3"/>
          <p:cNvSpPr txBox="1"/>
          <p:nvPr>
            <p:ph idx="1" type="subTitle"/>
          </p:nvPr>
        </p:nvSpPr>
        <p:spPr>
          <a:xfrm>
            <a:off x="0" y="0"/>
            <a:ext cx="9144000" cy="5143500"/>
          </a:xfrm>
          <a:prstGeom prst="rect">
            <a:avLst/>
          </a:prstGeom>
          <a:solidFill>
            <a:srgbClr val="002060"/>
          </a:solidFill>
          <a:ln cap="flat" cmpd="sng" w="9525">
            <a:solidFill>
              <a:srgbClr val="002060"/>
            </a:solidFill>
            <a:prstDash val="solid"/>
            <a:round/>
            <a:headEnd len="sm" w="sm" type="none"/>
            <a:tailEnd len="sm" w="sm" type="none"/>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accent4"/>
              </a:buClr>
              <a:buSzPts val="4000"/>
              <a:buNone/>
            </a:pPr>
            <a:r>
              <a:rPr b="1" lang="en-US" sz="4000">
                <a:solidFill>
                  <a:schemeClr val="accent4"/>
                </a:solidFill>
                <a:latin typeface="Times New Roman"/>
                <a:ea typeface="Times New Roman"/>
                <a:cs typeface="Times New Roman"/>
                <a:sym typeface="Times New Roman"/>
              </a:rPr>
              <a:t>KINH CHÚA THÁNH THẦN</a:t>
            </a:r>
            <a:endParaRPr b="1" sz="4000">
              <a:solidFill>
                <a:schemeClr val="accent4"/>
              </a:solidFill>
              <a:latin typeface="Times New Roman"/>
              <a:ea typeface="Times New Roman"/>
              <a:cs typeface="Times New Roman"/>
              <a:sym typeface="Times New Roman"/>
            </a:endParaRPr>
          </a:p>
          <a:p>
            <a:pPr indent="0" lvl="0" marL="0" rtl="0" algn="just">
              <a:lnSpc>
                <a:spcPct val="100000"/>
              </a:lnSpc>
              <a:spcBef>
                <a:spcPts val="60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lạy ơn Đức Chúa Thánh Thần, thiêng liêng sáng láng vô cùng.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xin Đức Chúa Thánh Thần xuống đầy lòng chúng con, là kẻ tin cậy Đức Chúa Trời,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5"/>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đốt lửa kính mến Đức Chúa Trời trong lòng chúng con;</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xin Đức Chúa Trời cho Đức Chúa Thánh Thần xuống,</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sửa lại mọi sự trong ngoài chúng con. Chúng con cầu cùng Đức Chúa Trời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xưa đã cho Đức Chúa Thánh Thần xuống soi lòng dạy dỗ các Thánh Tông Đồ,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9"/>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rày chúng con cũng xin Đức Chúa Trời cho Đức Chúa Thánh Thần lại xuống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10"/>
          <p:cNvSpPr txBox="1"/>
          <p:nvPr>
            <p:ph idx="1" type="subTitle"/>
          </p:nvPr>
        </p:nvSpPr>
        <p:spPr>
          <a:xfrm>
            <a:off x="1" y="0"/>
            <a:ext cx="9144000" cy="5143499"/>
          </a:xfrm>
          <a:prstGeom prst="rect">
            <a:avLst/>
          </a:prstGeom>
          <a:solidFill>
            <a:srgbClr val="002060"/>
          </a:solidFill>
          <a:ln>
            <a:noFill/>
          </a:ln>
        </p:spPr>
        <p:txBody>
          <a:bodyPr anchorCtr="0" anchor="t" bIns="91425" lIns="91425" spcFirstLastPara="1" rIns="91425" wrap="square" tIns="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an ủi dạy dỗ chúng con làm những việc lành,</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11"/>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9142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vì công nghiệp vô cùng Đức Chúa Giêsu Kitô là Chúa chúng con. Amen.</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1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25000" lnSpcReduction="20000"/>
          </a:bodyPr>
          <a:lstStyle/>
          <a:p>
            <a:pPr indent="0" lvl="0" marL="0" rtl="0" algn="ctr">
              <a:lnSpc>
                <a:spcPct val="100000"/>
              </a:lnSpc>
              <a:spcBef>
                <a:spcPts val="0"/>
              </a:spcBef>
              <a:spcAft>
                <a:spcPts val="0"/>
              </a:spcAft>
              <a:buClr>
                <a:schemeClr val="accent4"/>
              </a:buClr>
              <a:buSzPct val="100000"/>
              <a:buNone/>
            </a:pPr>
            <a:r>
              <a:rPr b="1" lang="en-US" sz="17600">
                <a:solidFill>
                  <a:schemeClr val="accent4"/>
                </a:solidFill>
                <a:latin typeface="Times New Roman"/>
                <a:ea typeface="Times New Roman"/>
                <a:cs typeface="Times New Roman"/>
                <a:sym typeface="Times New Roman"/>
              </a:rPr>
              <a:t>KINH TRUYỀN TIN</a:t>
            </a:r>
            <a:endParaRPr/>
          </a:p>
          <a:p>
            <a:pPr indent="0" lvl="0" marL="0" rtl="0" algn="just">
              <a:lnSpc>
                <a:spcPct val="100000"/>
              </a:lnSpc>
              <a:spcBef>
                <a:spcPts val="1440"/>
              </a:spcBef>
              <a:spcAft>
                <a:spcPts val="0"/>
              </a:spcAft>
              <a:buClr>
                <a:schemeClr val="accent4"/>
              </a:buClr>
              <a:buSzPct val="100000"/>
              <a:buNone/>
            </a:pPr>
            <a:r>
              <a:rPr b="1" i="1" lang="en-US" sz="19200" u="sng">
                <a:solidFill>
                  <a:schemeClr val="accent4"/>
                </a:solidFill>
                <a:latin typeface="Times New Roman"/>
                <a:ea typeface="Times New Roman"/>
                <a:cs typeface="Times New Roman"/>
                <a:sym typeface="Times New Roman"/>
              </a:rPr>
              <a:t>Xướng:</a:t>
            </a:r>
            <a:r>
              <a:rPr b="1" lang="en-US" sz="26400">
                <a:solidFill>
                  <a:schemeClr val="accent4"/>
                </a:solidFill>
                <a:latin typeface="Times New Roman"/>
                <a:ea typeface="Times New Roman"/>
                <a:cs typeface="Times New Roman"/>
                <a:sym typeface="Times New Roman"/>
              </a:rPr>
              <a:t> </a:t>
            </a:r>
            <a:r>
              <a:rPr b="1" lang="en-US" sz="28800">
                <a:solidFill>
                  <a:schemeClr val="lt1"/>
                </a:solidFill>
                <a:latin typeface="Times New Roman"/>
                <a:ea typeface="Times New Roman"/>
                <a:cs typeface="Times New Roman"/>
                <a:sym typeface="Times New Roman"/>
              </a:rPr>
              <a:t>Đức Chúa Trời sai Thánh Thiên Thần truyền tin cho Rất Thánh Đức Bà Maria.</a:t>
            </a:r>
            <a:endParaRPr/>
          </a:p>
          <a:p>
            <a:pPr indent="0" lvl="0" marL="0" rtl="0" algn="ctr">
              <a:lnSpc>
                <a:spcPct val="120000"/>
              </a:lnSpc>
              <a:spcBef>
                <a:spcPts val="64"/>
              </a:spcBef>
              <a:spcAft>
                <a:spcPts val="0"/>
              </a:spcAft>
              <a:buClr>
                <a:srgbClr val="888888"/>
              </a:buClr>
              <a:buSzPct val="100000"/>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1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 </a:t>
            </a:r>
            <a:r>
              <a:rPr b="1" lang="en-US" sz="7200">
                <a:solidFill>
                  <a:schemeClr val="lt1"/>
                </a:solidFill>
                <a:latin typeface="Times New Roman"/>
                <a:ea typeface="Times New Roman"/>
                <a:cs typeface="Times New Roman"/>
                <a:sym typeface="Times New Roman"/>
              </a:rPr>
              <a:t>Và Rất Thánh Đức Bà chịu thai bởi phép Đức Chúa Thánh Thần. </a:t>
            </a:r>
            <a:r>
              <a:rPr b="1" i="1" lang="en-US" sz="4800">
                <a:solidFill>
                  <a:schemeClr val="accent4"/>
                </a:solidFill>
                <a:latin typeface="Times New Roman"/>
                <a:ea typeface="Times New Roman"/>
                <a:cs typeface="Times New Roman"/>
                <a:sym typeface="Times New Roman"/>
              </a:rPr>
              <a:t>Kính mừng….. </a:t>
            </a:r>
            <a:br>
              <a:rPr b="1" i="1" lang="en-US" sz="6000">
                <a:solidFill>
                  <a:schemeClr val="accent4"/>
                </a:solidFill>
                <a:latin typeface="Times New Roman"/>
                <a:ea typeface="Times New Roman"/>
                <a:cs typeface="Times New Roman"/>
                <a:sym typeface="Times New Roman"/>
              </a:rPr>
            </a:br>
            <a:endParaRPr b="1" i="1" sz="6000">
              <a:solidFill>
                <a:schemeClr val="accent4"/>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1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7200"/>
              <a:buNone/>
            </a:pPr>
            <a:r>
              <a:t/>
            </a:r>
            <a:endParaRPr b="1" i="1" sz="7200" u="sng">
              <a:solidFill>
                <a:schemeClr val="accen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Xướng: </a:t>
            </a:r>
            <a:r>
              <a:rPr b="1" lang="en-US" sz="7200">
                <a:solidFill>
                  <a:schemeClr val="lt1"/>
                </a:solidFill>
                <a:latin typeface="Times New Roman"/>
                <a:ea typeface="Times New Roman"/>
                <a:cs typeface="Times New Roman"/>
                <a:sym typeface="Times New Roman"/>
              </a:rPr>
              <a:t>Này tôi là tôi tá Đức Chúa Trời.</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1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 </a:t>
            </a:r>
            <a:r>
              <a:rPr b="1" lang="en-US" sz="7500">
                <a:solidFill>
                  <a:schemeClr val="lt1"/>
                </a:solidFill>
                <a:latin typeface="Times New Roman"/>
                <a:ea typeface="Times New Roman"/>
                <a:cs typeface="Times New Roman"/>
                <a:sym typeface="Times New Roman"/>
              </a:rPr>
              <a:t>Tôi xin vâng như lời Thánh Thiên Thần truyền.</a:t>
            </a:r>
            <a:endParaRPr/>
          </a:p>
          <a:p>
            <a:pPr indent="0" lvl="0" marL="0" rtl="0" algn="ctr">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Kính mừng….. </a:t>
            </a:r>
            <a:br>
              <a:rPr b="1" i="1" lang="en-US" sz="4800">
                <a:solidFill>
                  <a:schemeClr val="accent1"/>
                </a:solidFill>
                <a:latin typeface="Times New Roman"/>
                <a:ea typeface="Times New Roman"/>
                <a:cs typeface="Times New Roman"/>
                <a:sym typeface="Times New Roman"/>
              </a:rPr>
            </a:br>
            <a:endParaRPr b="1" i="1" sz="4800">
              <a:solidFill>
                <a:schemeClr val="accent1"/>
              </a:solidFill>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1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4400"/>
              <a:buNone/>
            </a:pPr>
            <a:r>
              <a:t/>
            </a:r>
            <a:endParaRPr b="1" i="1" sz="4400" u="sng">
              <a:solidFill>
                <a:schemeClr val="accen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u="sng">
                <a:solidFill>
                  <a:schemeClr val="accent4"/>
                </a:solidFill>
                <a:latin typeface="Times New Roman"/>
                <a:ea typeface="Times New Roman"/>
                <a:cs typeface="Times New Roman"/>
                <a:sym typeface="Times New Roman"/>
              </a:rPr>
              <a:t>Xướng:</a:t>
            </a:r>
            <a:r>
              <a:rPr b="1" lang="en-US" sz="7200">
                <a:solidFill>
                  <a:schemeClr val="accent4"/>
                </a:solidFill>
                <a:latin typeface="Times New Roman"/>
                <a:ea typeface="Times New Roman"/>
                <a:cs typeface="Times New Roman"/>
                <a:sym typeface="Times New Roman"/>
              </a:rPr>
              <a:t> </a:t>
            </a:r>
            <a:r>
              <a:rPr b="1" lang="en-US" sz="8000">
                <a:solidFill>
                  <a:schemeClr val="lt1"/>
                </a:solidFill>
                <a:latin typeface="Times New Roman"/>
                <a:ea typeface="Times New Roman"/>
                <a:cs typeface="Times New Roman"/>
                <a:sym typeface="Times New Roman"/>
              </a:rPr>
              <a:t>Chốc ấy Ngôi Thứ Hai xuống thế làm người.</a:t>
            </a:r>
            <a:endParaRPr b="1" sz="6000">
              <a:solidFill>
                <a:schemeClr val="lt1"/>
              </a:solidFill>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1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1"/>
              </a:buClr>
              <a:buSzPts val="4800"/>
              <a:buNone/>
            </a:pPr>
            <a:br>
              <a:rPr b="1" i="1" lang="en-US" sz="4800" u="sng">
                <a:solidFill>
                  <a:schemeClr val="accent1"/>
                </a:solidFill>
                <a:latin typeface="Times New Roman"/>
                <a:ea typeface="Times New Roman"/>
                <a:cs typeface="Times New Roman"/>
                <a:sym typeface="Times New Roman"/>
              </a:rPr>
            </a:br>
            <a:r>
              <a:rPr b="1" i="1" lang="en-US" sz="4800">
                <a:solidFill>
                  <a:schemeClr val="accent4"/>
                </a:solidFill>
                <a:latin typeface="Times New Roman"/>
                <a:ea typeface="Times New Roman"/>
                <a:cs typeface="Times New Roman"/>
                <a:sym typeface="Times New Roman"/>
              </a:rPr>
              <a:t>Đáp: </a:t>
            </a:r>
            <a:r>
              <a:rPr b="1" lang="en-US" sz="8000">
                <a:solidFill>
                  <a:schemeClr val="lt1"/>
                </a:solidFill>
                <a:latin typeface="Times New Roman"/>
                <a:ea typeface="Times New Roman"/>
                <a:cs typeface="Times New Roman"/>
                <a:sym typeface="Times New Roman"/>
              </a:rPr>
              <a:t>Và ở cùng </a:t>
            </a:r>
            <a:br>
              <a:rPr b="1" lang="en-US" sz="8000">
                <a:solidFill>
                  <a:schemeClr val="lt1"/>
                </a:solidFill>
                <a:latin typeface="Times New Roman"/>
                <a:ea typeface="Times New Roman"/>
                <a:cs typeface="Times New Roman"/>
                <a:sym typeface="Times New Roman"/>
              </a:rPr>
            </a:br>
            <a:r>
              <a:rPr b="1" lang="en-US" sz="8000">
                <a:solidFill>
                  <a:schemeClr val="lt1"/>
                </a:solidFill>
                <a:latin typeface="Times New Roman"/>
                <a:ea typeface="Times New Roman"/>
                <a:cs typeface="Times New Roman"/>
                <a:sym typeface="Times New Roman"/>
              </a:rPr>
              <a:t>chúng con.</a:t>
            </a:r>
            <a:endParaRPr b="1" sz="6600">
              <a:solidFill>
                <a:schemeClr val="lt1"/>
              </a:solidFill>
              <a:latin typeface="Times New Roman"/>
              <a:ea typeface="Times New Roman"/>
              <a:cs typeface="Times New Roman"/>
              <a:sym typeface="Times New Roman"/>
            </a:endParaRPr>
          </a:p>
          <a:p>
            <a:pPr indent="0" lvl="0" marL="0" rtl="0" algn="ctr">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Kính mừng….. </a:t>
            </a:r>
            <a:br>
              <a:rPr b="1" i="1" lang="en-US" sz="4800">
                <a:solidFill>
                  <a:schemeClr val="accent1"/>
                </a:solidFill>
                <a:latin typeface="Times New Roman"/>
                <a:ea typeface="Times New Roman"/>
                <a:cs typeface="Times New Roman"/>
                <a:sym typeface="Times New Roman"/>
              </a:rPr>
            </a:br>
            <a:endParaRPr b="1" i="1" sz="4800">
              <a:solidFill>
                <a:schemeClr val="accent1"/>
              </a:solidFill>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1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4000"/>
              <a:buNone/>
            </a:pPr>
            <a:r>
              <a:t/>
            </a:r>
            <a:endParaRPr b="1" i="1" sz="4000" u="sng">
              <a:solidFill>
                <a:schemeClr val="accen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Xướng:</a:t>
            </a:r>
            <a:r>
              <a:rPr b="1" lang="en-US" sz="7200">
                <a:solidFill>
                  <a:schemeClr val="accent4"/>
                </a:solidFill>
                <a:latin typeface="Times New Roman"/>
                <a:ea typeface="Times New Roman"/>
                <a:cs typeface="Times New Roman"/>
                <a:sym typeface="Times New Roman"/>
              </a:rPr>
              <a:t> </a:t>
            </a:r>
            <a:r>
              <a:rPr b="1" lang="en-US" sz="7200">
                <a:solidFill>
                  <a:schemeClr val="lt1"/>
                </a:solidFill>
                <a:latin typeface="Times New Roman"/>
                <a:ea typeface="Times New Roman"/>
                <a:cs typeface="Times New Roman"/>
                <a:sym typeface="Times New Roman"/>
              </a:rPr>
              <a:t>Lạy Rất Thánh Đức Mẹ Chúa Trời, xin cầu cho chúng con.</a:t>
            </a:r>
            <a:endParaRPr b="1" sz="6000">
              <a:solidFill>
                <a:schemeClr val="lt1"/>
              </a:solidFill>
              <a:latin typeface="Times New Roman"/>
              <a:ea typeface="Times New Roman"/>
              <a:cs typeface="Times New Roman"/>
              <a:sym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1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4400"/>
              <a:buNone/>
            </a:pPr>
            <a:r>
              <a:t/>
            </a:r>
            <a:endParaRPr b="1" i="1" sz="4400" u="sng">
              <a:solidFill>
                <a:schemeClr val="l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a:t>
            </a:r>
            <a:r>
              <a:rPr b="1" i="1" lang="en-US" sz="7200">
                <a:solidFill>
                  <a:schemeClr val="accent4"/>
                </a:solidFill>
                <a:latin typeface="Times New Roman"/>
                <a:ea typeface="Times New Roman"/>
                <a:cs typeface="Times New Roman"/>
                <a:sym typeface="Times New Roman"/>
              </a:rPr>
              <a:t> </a:t>
            </a:r>
            <a:r>
              <a:rPr b="1" lang="en-US" sz="8000">
                <a:solidFill>
                  <a:schemeClr val="lt1"/>
                </a:solidFill>
                <a:latin typeface="Times New Roman"/>
                <a:ea typeface="Times New Roman"/>
                <a:cs typeface="Times New Roman"/>
                <a:sym typeface="Times New Roman"/>
              </a:rPr>
              <a:t>Đáng chịu lấy những sự Chúa Kitô đã hứa.</a:t>
            </a:r>
            <a:endParaRPr b="1" sz="6000">
              <a:solidFill>
                <a:schemeClr val="lt1"/>
              </a:solidFill>
              <a:latin typeface="Times New Roman"/>
              <a:ea typeface="Times New Roman"/>
              <a:cs typeface="Times New Roman"/>
              <a:sym typeface="Times New Roman"/>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2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20000"/>
          </a:bodyPr>
          <a:lstStyle/>
          <a:p>
            <a:pPr indent="0" lvl="0" marL="0" rtl="0" algn="ctr">
              <a:lnSpc>
                <a:spcPct val="100000"/>
              </a:lnSpc>
              <a:spcBef>
                <a:spcPts val="0"/>
              </a:spcBef>
              <a:spcAft>
                <a:spcPts val="0"/>
              </a:spcAft>
              <a:buClr>
                <a:schemeClr val="accent4"/>
              </a:buClr>
              <a:buSzPct val="100000"/>
              <a:buNone/>
            </a:pPr>
            <a:r>
              <a:rPr b="1" lang="en-US" sz="4800">
                <a:solidFill>
                  <a:schemeClr val="accent4"/>
                </a:solidFill>
                <a:latin typeface="Times New Roman"/>
                <a:ea typeface="Times New Roman"/>
                <a:cs typeface="Times New Roman"/>
                <a:sym typeface="Times New Roman"/>
              </a:rPr>
              <a:t>LỜI NGUYỆN</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1572"/>
              </a:spcBef>
              <a:spcAft>
                <a:spcPts val="0"/>
              </a:spcAft>
              <a:buClr>
                <a:schemeClr val="lt1"/>
              </a:buClr>
              <a:buSzPct val="100000"/>
              <a:buNone/>
            </a:pPr>
            <a:r>
              <a:rPr b="1" lang="en-US" sz="8500">
                <a:solidFill>
                  <a:schemeClr val="lt1"/>
                </a:solidFill>
                <a:latin typeface="Times New Roman"/>
                <a:ea typeface="Times New Roman"/>
                <a:cs typeface="Times New Roman"/>
                <a:sym typeface="Times New Roman"/>
              </a:rPr>
              <a:t>Lạy Chúa, chúng con xin Chúa ban ơn Chúa xuống trong linh hồn chúng con,</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2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là kẻ đã nhờ lời Thánh Thiên Thần truyền, mà biết thật Chúa Kitô là Con Chúa</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2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đã xuống thế làm người, thì xin vì công ơn Con Chúa chịu nạn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2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chịu chết trên cây Thánh Giá, cho chúng con ngày sau khi sống lại,</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2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rgbClr val="888888"/>
              </a:buClr>
              <a:buSzPts val="1800"/>
              <a:buNone/>
            </a:pPr>
            <a:r>
              <a:t/>
            </a:r>
            <a:endParaRPr b="1" sz="18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được đến nơi vinh hiển, cũng vì công nghiệp Chúa Kitô là Chúa chúng con. Amen.</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2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TIN</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1480"/>
              </a:spcBef>
              <a:spcAft>
                <a:spcPts val="0"/>
              </a:spcAft>
              <a:buClr>
                <a:schemeClr val="lt1"/>
              </a:buClr>
              <a:buSzPct val="100000"/>
              <a:buNone/>
            </a:pPr>
            <a:r>
              <a:rPr b="1" lang="en-US" sz="8000">
                <a:solidFill>
                  <a:schemeClr val="lt1"/>
                </a:solidFill>
                <a:latin typeface="Times New Roman"/>
                <a:ea typeface="Times New Roman"/>
                <a:cs typeface="Times New Roman"/>
                <a:sym typeface="Times New Roman"/>
              </a:rPr>
              <a:t>Lạy Chúa con, con tin thật có một Đức Chúa Trời là Đấng thưởng phạt vô cùng.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2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Con lại tin thật Đức Chúa Trời có Ba Ngôi, mà Ngôi Thứ Hai đã xuống thế làm người,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2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chịu nạn chịu chết mà chuộc tội cho thiên hạ.</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28"/>
          <p:cNvSpPr txBox="1"/>
          <p:nvPr>
            <p:ph idx="1" type="subTitle"/>
          </p:nvPr>
        </p:nvSpPr>
        <p:spPr>
          <a:xfrm>
            <a:off x="0" y="1"/>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Bấy nhiêu điều ấy cùng các điều Hội Thánh dạy</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2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con tin vững vàng, vì Chúa là</a:t>
            </a: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Đấng thông minh</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30"/>
          <p:cNvSpPr txBox="1"/>
          <p:nvPr>
            <p:ph idx="1" type="subTitle"/>
          </p:nvPr>
        </p:nvSpPr>
        <p:spPr>
          <a:xfrm>
            <a:off x="0" y="-9"/>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chân thật vô cùng đã phán truyền cho Hội Thánh. Amen.</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3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CẬY</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80"/>
              </a:spcBef>
              <a:spcAft>
                <a:spcPts val="0"/>
              </a:spcAft>
              <a:buClr>
                <a:schemeClr val="lt1"/>
              </a:buClr>
              <a:buSzPct val="100000"/>
              <a:buNone/>
            </a:pPr>
            <a:r>
              <a:rPr b="1" lang="en-US" sz="8000">
                <a:solidFill>
                  <a:schemeClr val="lt1"/>
                </a:solidFill>
                <a:latin typeface="Times New Roman"/>
                <a:ea typeface="Times New Roman"/>
                <a:cs typeface="Times New Roman"/>
                <a:sym typeface="Times New Roman"/>
              </a:rPr>
              <a:t>Lạy Chúa con, con trông cậy vững vàng, vì công nghiệp Đức Chúa Giêsu</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3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Chúa sẽ ban ơn cho con giữ đạo nên ở đời này,</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3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cho ngày sau được lên thiên đàng xem thấy mặt Đức Chúa Trời hưởng phước đời đời,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34"/>
          <p:cNvSpPr txBox="1"/>
          <p:nvPr>
            <p:ph idx="1" type="subTitle"/>
          </p:nvPr>
        </p:nvSpPr>
        <p:spPr>
          <a:xfrm>
            <a:off x="0" y="1"/>
            <a:ext cx="9144000" cy="5143499"/>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vì Chúa là Đấng phép tắc và lòng lành vô cùng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3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t/>
            </a:r>
            <a:endParaRPr b="1" sz="40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đã phán hứa sự ấy chẳng có lẽ nào sai đặng.  Amen.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3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3715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MẾN</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43"/>
              </a:spcBef>
              <a:spcAft>
                <a:spcPts val="0"/>
              </a:spcAft>
              <a:buClr>
                <a:schemeClr val="lt1"/>
              </a:buClr>
              <a:buSzPct val="100000"/>
              <a:buNone/>
            </a:pPr>
            <a:r>
              <a:rPr b="1" lang="en-US" sz="7800">
                <a:solidFill>
                  <a:schemeClr val="lt1"/>
                </a:solidFill>
                <a:latin typeface="Times New Roman"/>
                <a:ea typeface="Times New Roman"/>
                <a:cs typeface="Times New Roman"/>
                <a:sym typeface="Times New Roman"/>
              </a:rPr>
              <a:t>Lạy Chúa con, con kính mến Chúa hết lòng hết sức trên hết mọi sự,</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3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vì Chúa là Đấng trọn tốt trọn lành vô cùng,</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3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lại vì Chúa thì con thương yêu người ta như mình con vậy.  Amen.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g3beebff2abe_0_10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37150">
            <a:normAutofit lnSpcReduction="10000"/>
          </a:bodyPr>
          <a:lstStyle/>
          <a:p>
            <a:pPr indent="0" lvl="0" marL="0" rtl="0" algn="ctr">
              <a:lnSpc>
                <a:spcPct val="100000"/>
              </a:lnSpc>
              <a:spcBef>
                <a:spcPts val="0"/>
              </a:spcBef>
              <a:spcAft>
                <a:spcPts val="0"/>
              </a:spcAft>
              <a:buClr>
                <a:schemeClr val="accent4"/>
              </a:buClr>
              <a:buSzPts val="4400"/>
              <a:buNone/>
            </a:pPr>
            <a:r>
              <a:rPr b="1" lang="en-US" sz="4400">
                <a:solidFill>
                  <a:schemeClr val="accent4"/>
                </a:solidFill>
                <a:latin typeface="Times New Roman"/>
                <a:ea typeface="Times New Roman"/>
                <a:cs typeface="Times New Roman"/>
                <a:sym typeface="Times New Roman"/>
              </a:rPr>
              <a:t>KINH CẦU CHO</a:t>
            </a:r>
            <a:br>
              <a:rPr b="1" lang="en-US" sz="4400">
                <a:solidFill>
                  <a:schemeClr val="accent4"/>
                </a:solidFill>
                <a:latin typeface="Times New Roman"/>
                <a:ea typeface="Times New Roman"/>
                <a:cs typeface="Times New Roman"/>
                <a:sym typeface="Times New Roman"/>
              </a:rPr>
            </a:br>
            <a:r>
              <a:rPr b="1" lang="en-US" sz="4400">
                <a:solidFill>
                  <a:schemeClr val="accent4"/>
                </a:solidFill>
                <a:latin typeface="Times New Roman"/>
                <a:ea typeface="Times New Roman"/>
                <a:cs typeface="Times New Roman"/>
                <a:sym typeface="Times New Roman"/>
              </a:rPr>
              <a:t>TỔ TIÊN,  ÔNG BÀ, CHA MẸ</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43"/>
              </a:spcBef>
              <a:spcAft>
                <a:spcPts val="0"/>
              </a:spcAft>
              <a:buClr>
                <a:schemeClr val="lt1"/>
              </a:buClr>
              <a:buSzPts val="7800"/>
              <a:buNone/>
            </a:pPr>
            <a:r>
              <a:rPr b="1" lang="en-US" sz="7800">
                <a:solidFill>
                  <a:schemeClr val="lt1"/>
                </a:solidFill>
                <a:latin typeface="Times New Roman"/>
                <a:ea typeface="Times New Roman"/>
                <a:cs typeface="Times New Roman"/>
                <a:sym typeface="Times New Roman"/>
              </a:rPr>
              <a:t>Lạy Chúa, là Cha rất nhân từ / Vì yêu thương nhân loại /</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g3beebff2abe_0_11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000">
                <a:solidFill>
                  <a:schemeClr val="lt1"/>
                </a:solidFill>
                <a:latin typeface="Times New Roman"/>
                <a:ea typeface="Times New Roman"/>
                <a:cs typeface="Times New Roman"/>
                <a:sym typeface="Times New Roman"/>
              </a:rPr>
              <a:t>Chúa đã ban Con Một Chúa là Đức Giêsu Kitô, / Sinh ra trong một dòng tộc nhân loại.</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g3beebff2abe_0_11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000">
                <a:solidFill>
                  <a:schemeClr val="lt1"/>
                </a:solidFill>
                <a:latin typeface="Times New Roman"/>
                <a:ea typeface="Times New Roman"/>
                <a:cs typeface="Times New Roman"/>
                <a:sym typeface="Times New Roman"/>
              </a:rPr>
              <a:t>Mạc khải cho chúng con biết / Chúa là Cha chung của tất cả chúng con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g3beebff2abe_0_12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000">
                <a:solidFill>
                  <a:schemeClr val="lt1"/>
                </a:solidFill>
                <a:latin typeface="Times New Roman"/>
                <a:ea typeface="Times New Roman"/>
                <a:cs typeface="Times New Roman"/>
                <a:sym typeface="Times New Roman"/>
              </a:rPr>
              <a:t>Và dạy chúng con biết rằng / Vạn vật đều có cội rễ căn nguyên:/</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g3beebff2abe_0_12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“Chim có tổ, nước có nguồn” / Con người sinh ra có tổ tiên, có ông bà, cha mẹ.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g3beebff2abe_0_12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Chúa đã ban sự sống và ân huệ dư đầy / Cho tổ tiên, ông bà cha mẹ chúng con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g3beebff2abe_0_13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Để các ngài truyền lại cho chúng con là con cháu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g3beebff2abe_0_13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Được thừa hưởng mà nhận biết, / tôn thờ và phụng sự Chúa.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g3beebff2abe_0_14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Chúa cũng dạy chúng con phải giữ lòng hiếu thảo / Tôn kính ông bà tổ tiên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g3beebff2abe_0_14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và những bậc sinh thành dưỡng dục chúng con.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g3beebff2abe_0_14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Xin Chúa ban thưởng bội hậu cho các ngài. / Xin cho các ngài, được hạnh phúc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g3beebff2abe_0_15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6800">
                <a:solidFill>
                  <a:schemeClr val="lt1"/>
                </a:solidFill>
                <a:latin typeface="Times New Roman"/>
                <a:ea typeface="Times New Roman"/>
                <a:cs typeface="Times New Roman"/>
                <a:sym typeface="Times New Roman"/>
              </a:rPr>
              <a:t>Vì đã yêu mến và phục vụ Chúa / Đã chu toàn những bổn phận mà Chúa đã trao phó trong gia đình. /</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g3beebff2abe_0_15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Và khi ly trần được hưởng Nhan Thánh Chúa/ cùng các Thánh trên thiên đàng.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g3beebff2abe_0_16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Lạy Mẹ Maria, / </a:t>
            </a: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Mẹ đã đón nhận, / </a:t>
            </a: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dưỡng dục và phục vụ Chúa Giêsu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g3beebff2abe_0_16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Xin Mẹ cầu bàu trước tòa Chúa cho ông bà tổ tiên chúng con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g3beebff2abe_0_16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Và xin cho chúng con / Ngày nay biết sống tròn đạo hiếu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g3beebff2abe_0_17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6900">
                <a:solidFill>
                  <a:schemeClr val="lt1"/>
                </a:solidFill>
                <a:latin typeface="Times New Roman"/>
                <a:ea typeface="Times New Roman"/>
                <a:cs typeface="Times New Roman"/>
                <a:sym typeface="Times New Roman"/>
              </a:rPr>
              <a:t>Để mai sau được sum họp với các ngài / Cùng với Mẹ ca tụng tạ ơn Chúa muôn đời . Amen.</a:t>
            </a:r>
            <a:endParaRPr b="1" sz="6900">
              <a:solidFill>
                <a:schemeClr val="lt1"/>
              </a:solidFill>
              <a:latin typeface="Times New Roman"/>
              <a:ea typeface="Times New Roman"/>
              <a:cs typeface="Times New Roman"/>
              <a:sym typeface="Times New Roman"/>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3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ctr">
              <a:lnSpc>
                <a:spcPct val="100000"/>
              </a:lnSpc>
              <a:spcBef>
                <a:spcPts val="0"/>
              </a:spcBef>
              <a:spcAft>
                <a:spcPts val="0"/>
              </a:spcAft>
              <a:buClr>
                <a:schemeClr val="accent4"/>
              </a:buClr>
              <a:buSzPts val="4400"/>
              <a:buNone/>
            </a:pPr>
            <a:r>
              <a:rPr b="1" lang="en-US" sz="4400">
                <a:solidFill>
                  <a:schemeClr val="accent4"/>
                </a:solidFill>
                <a:latin typeface="Times New Roman"/>
                <a:ea typeface="Times New Roman"/>
                <a:cs typeface="Times New Roman"/>
                <a:sym typeface="Times New Roman"/>
              </a:rPr>
              <a:t>KINH SẤP MÌNH</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Chúa con, con sấp mình xuống trước mặt Chúa con. Con tin thật Chúa ở khắp mọi nơi,</a:t>
            </a:r>
            <a:endParaRPr b="1" sz="8800">
              <a:solidFill>
                <a:schemeClr val="lt1"/>
              </a:solidFill>
              <a:latin typeface="Times New Roman"/>
              <a:ea typeface="Times New Roman"/>
              <a:cs typeface="Times New Roman"/>
              <a:sym typeface="Times New Roman"/>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4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thông biết mọi sự, hằng xem thấy con, hằng nghe lời con cầu nguyện.</a:t>
            </a:r>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4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Xin Chúa rất nhân từ  hãy đoái xem sự nghèo ngặt con và nhậm lời con nguyện.</a:t>
            </a:r>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4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Chúa, xin hãy mở miệng lưỡi con ra, thì con sẽ cao rao những lời ngợi khen Chúa.</a:t>
            </a:r>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4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Chúa chúng con! Vì dấu † Thánh giá, xin chữa † chúng con, cho khỏi † kẻ thù.</a:t>
            </a:r>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p44"/>
          <p:cNvSpPr txBox="1"/>
          <p:nvPr>
            <p:ph idx="1" type="subTitle"/>
          </p:nvPr>
        </p:nvSpPr>
        <p:spPr>
          <a:xfrm>
            <a:off x="0" y="1"/>
            <a:ext cx="9030984"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br>
              <a:rPr b="1" lang="en-US" sz="48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Nhân danh Cha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a:t>
            </a:r>
            <a:endParaRPr/>
          </a:p>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Con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và Thánh Thần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Amen.</a:t>
            </a:r>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4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LẠY NỮ VƯƠNG</a:t>
            </a:r>
            <a:endParaRPr/>
          </a:p>
          <a:p>
            <a:pPr indent="0" lvl="0" marL="0" rtl="0" algn="just">
              <a:lnSpc>
                <a:spcPct val="100000"/>
              </a:lnSpc>
              <a:spcBef>
                <a:spcPts val="1443"/>
              </a:spcBef>
              <a:spcAft>
                <a:spcPts val="0"/>
              </a:spcAft>
              <a:buClr>
                <a:schemeClr val="lt1"/>
              </a:buClr>
              <a:buSzPct val="100000"/>
              <a:buNone/>
            </a:pPr>
            <a:r>
              <a:rPr b="1" lang="en-US" sz="7800">
                <a:solidFill>
                  <a:schemeClr val="lt1"/>
                </a:solidFill>
                <a:latin typeface="Times New Roman"/>
                <a:ea typeface="Times New Roman"/>
                <a:cs typeface="Times New Roman"/>
                <a:sym typeface="Times New Roman"/>
              </a:rPr>
              <a:t>Lạy Nữ Vương, Mẹ nhân lành làm cho chúng con đặng sống, đặng vui, đặng cậy.</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4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Thân lạy Mẹ! chúng con, con cháu Evà ở chốn khách đày kêu đến cùng Bà,</a:t>
            </a:r>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4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ở nơi khóc lóc than thở kêu khẩn Bà thương. Hỡi Ôi! Bà là chủ bầu chúng con,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id="408" name="Google Shape;408;p4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500"/>
              <a:buNone/>
            </a:pPr>
            <a:r>
              <a:t/>
            </a:r>
            <a:endParaRPr b="1" sz="44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500"/>
              <a:buNone/>
            </a:pPr>
            <a:r>
              <a:rPr b="1" lang="en-US" sz="7500">
                <a:solidFill>
                  <a:schemeClr val="lt1"/>
                </a:solidFill>
                <a:latin typeface="Times New Roman"/>
                <a:ea typeface="Times New Roman"/>
                <a:cs typeface="Times New Roman"/>
                <a:sym typeface="Times New Roman"/>
              </a:rPr>
              <a:t>xin ghé mắt thương xem chúng con. Đến sau khỏi đày,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p4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xin cho chúng con được thấy Đức Chúa Giêsu con lòng Bà gồm phúc lạ.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
        <p:nvSpPr>
          <p:cNvPr id="418" name="Google Shape;418;p5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Ôi khoan thay! nhân thay! dịu thay! Thánh Maria trọn đời đồng trinh. Amen.</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pic>
        <p:nvPicPr>
          <p:cNvPr id="423" name="Google Shape;423;g386abb9ea5c_0_189" title="LN_Mung_3_Tet.jpg"/>
          <p:cNvPicPr preferRelativeResize="0"/>
          <p:nvPr/>
        </p:nvPicPr>
        <p:blipFill>
          <a:blip r:embed="rId3">
            <a:alphaModFix/>
          </a:blip>
          <a:stretch>
            <a:fillRect/>
          </a:stretch>
        </p:blipFill>
        <p:spPr>
          <a:xfrm>
            <a:off x="0" y="0"/>
            <a:ext cx="9144018" cy="5143501"/>
          </a:xfrm>
          <a:prstGeom prst="rect">
            <a:avLst/>
          </a:prstGeom>
          <a:noFill/>
          <a:ln>
            <a:noFill/>
          </a:ln>
        </p:spPr>
      </p:pic>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g3b26357b4a1_0_55"/>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NHẬP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XUÂN HY VỌNG</a:t>
            </a:r>
            <a:br>
              <a:rPr b="1" i="0" lang="en-US" sz="4700">
                <a:latin typeface="Times New Roman"/>
                <a:ea typeface="Times New Roman"/>
                <a:cs typeface="Times New Roman"/>
                <a:sym typeface="Times New Roman"/>
              </a:rPr>
            </a:br>
            <a:r>
              <a:rPr b="1" i="1" lang="en-US" sz="3300">
                <a:solidFill>
                  <a:schemeClr val="accent4"/>
                </a:solidFill>
                <a:latin typeface="Times New Roman"/>
                <a:ea typeface="Times New Roman"/>
                <a:cs typeface="Times New Roman"/>
                <a:sym typeface="Times New Roman"/>
              </a:rPr>
              <a:t>(Nguyên Kha)</a:t>
            </a:r>
            <a:endParaRPr b="1" sz="3300">
              <a:solidFill>
                <a:schemeClr val="accent4"/>
              </a:solidFill>
              <a:latin typeface="Times New Roman"/>
              <a:ea typeface="Times New Roman"/>
              <a:cs typeface="Times New Roman"/>
              <a:sym typeface="Times New Roman"/>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g3b26357b4a1_0_5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Ngày đầu xuân con dâng lên Thiên Chúa chí tôn lời cảm mến</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sp>
        <p:nvSpPr>
          <p:cNvPr id="438" name="Google Shape;438;g3b5c728cec8_0_12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chúc khen cha chí lành. Chúa đã ban thêm 1 mùa xuân,</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sp>
        <p:nvSpPr>
          <p:cNvPr id="443" name="Google Shape;443;g3bbbf7d17f7_0_12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mùa xuân sáng tươi hy vọng cho mọi người trên dương gian.</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sp>
        <p:nvSpPr>
          <p:cNvPr id="448" name="Google Shape;448;g3bebe0ff2f1_0_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1. </a:t>
            </a:r>
            <a:r>
              <a:rPr b="1" lang="en-US" sz="7500">
                <a:solidFill>
                  <a:schemeClr val="lt1"/>
                </a:solidFill>
                <a:latin typeface="Times New Roman"/>
                <a:ea typeface="Times New Roman"/>
                <a:cs typeface="Times New Roman"/>
                <a:sym typeface="Times New Roman"/>
              </a:rPr>
              <a:t>Xuân đã về trên quê hương và khắp ruộng đồng.</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sp>
        <p:nvSpPr>
          <p:cNvPr id="453" name="Google Shape;453;g3bebe0ff2f1_0_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Xuân đã về xuân hy vọng mùa xuân vinh quang.</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g3beebff2abe_0_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Xin Chúa trời cho quê hương Việt Nam thái bình,</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 name="Shape 462"/>
        <p:cNvGrpSpPr/>
        <p:nvPr/>
      </p:nvGrpSpPr>
      <p:grpSpPr>
        <a:xfrm>
          <a:off x="0" y="0"/>
          <a:ext cx="0" cy="0"/>
          <a:chOff x="0" y="0"/>
          <a:chExt cx="0" cy="0"/>
        </a:xfrm>
      </p:grpSpPr>
      <p:sp>
        <p:nvSpPr>
          <p:cNvPr id="463" name="Google Shape;463;g386abb9ea5c_0_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để mọi người cùng hiệp nhất trong niềm tin yêu.</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sp>
        <p:nvSpPr>
          <p:cNvPr id="468" name="Google Shape;468;g386abb9ea5c_0_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Ngày đầu xuân con dâng lên Thiên Chúa chí tôn lời cảm mến</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 name="Shape 472"/>
        <p:cNvGrpSpPr/>
        <p:nvPr/>
      </p:nvGrpSpPr>
      <p:grpSpPr>
        <a:xfrm>
          <a:off x="0" y="0"/>
          <a:ext cx="0" cy="0"/>
          <a:chOff x="0" y="0"/>
          <a:chExt cx="0" cy="0"/>
        </a:xfrm>
      </p:grpSpPr>
      <p:sp>
        <p:nvSpPr>
          <p:cNvPr id="473" name="Google Shape;473;g386abb9ea5c_0_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chúc khen cha chí lành. Chúa đã ban thêm 1 mùa xuân,</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sp>
        <p:nvSpPr>
          <p:cNvPr id="478" name="Google Shape;478;g386abb9ea5c_0_1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mùa xuân sáng tươi hy vọng cho mọi người trên dương gian.</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2" name="Shape 482"/>
        <p:cNvGrpSpPr/>
        <p:nvPr/>
      </p:nvGrpSpPr>
      <p:grpSpPr>
        <a:xfrm>
          <a:off x="0" y="0"/>
          <a:ext cx="0" cy="0"/>
          <a:chOff x="0" y="0"/>
          <a:chExt cx="0" cy="0"/>
        </a:xfrm>
      </p:grpSpPr>
      <p:pic>
        <p:nvPicPr>
          <p:cNvPr id="483" name="Google Shape;483;g386abb9ea5c_0_193" title="LN_Mung_3_Tet.jpg"/>
          <p:cNvPicPr preferRelativeResize="0"/>
          <p:nvPr/>
        </p:nvPicPr>
        <p:blipFill>
          <a:blip r:embed="rId3">
            <a:alphaModFix/>
          </a:blip>
          <a:stretch>
            <a:fillRect/>
          </a:stretch>
        </p:blipFill>
        <p:spPr>
          <a:xfrm>
            <a:off x="0" y="0"/>
            <a:ext cx="9144018" cy="5143501"/>
          </a:xfrm>
          <a:prstGeom prst="rect">
            <a:avLst/>
          </a:prstGeom>
          <a:noFill/>
          <a:ln>
            <a:noFill/>
          </a:ln>
        </p:spPr>
      </p:pic>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7" name="Shape 487"/>
        <p:cNvGrpSpPr/>
        <p:nvPr/>
      </p:nvGrpSpPr>
      <p:grpSpPr>
        <a:xfrm>
          <a:off x="0" y="0"/>
          <a:ext cx="0" cy="0"/>
          <a:chOff x="0" y="0"/>
          <a:chExt cx="0" cy="0"/>
        </a:xfrm>
      </p:grpSpPr>
      <p:sp>
        <p:nvSpPr>
          <p:cNvPr id="488" name="Google Shape;488;g3ab13fdb44f_0_290"/>
          <p:cNvSpPr txBox="1"/>
          <p:nvPr>
            <p:ph type="ctrTitle"/>
          </p:nvPr>
        </p:nvSpPr>
        <p:spPr>
          <a:xfrm>
            <a:off x="0" y="0"/>
            <a:ext cx="9144000" cy="595800"/>
          </a:xfrm>
          <a:prstGeom prst="rect">
            <a:avLst/>
          </a:prstGeom>
          <a:solidFill>
            <a:srgbClr val="002060"/>
          </a:solidFill>
          <a:ln>
            <a:noFill/>
          </a:ln>
        </p:spPr>
        <p:txBody>
          <a:bodyPr anchorCtr="0" anchor="b" bIns="0" lIns="91425" spcFirstLastPara="1" rIns="91425" wrap="square" tIns="0">
            <a:noAutofit/>
          </a:bodyPr>
          <a:lstStyle/>
          <a:p>
            <a:pPr indent="0" lvl="0" marL="0" rtl="0" algn="ctr">
              <a:lnSpc>
                <a:spcPct val="100000"/>
              </a:lnSpc>
              <a:spcBef>
                <a:spcPts val="0"/>
              </a:spcBef>
              <a:spcAft>
                <a:spcPts val="0"/>
              </a:spcAft>
              <a:buClr>
                <a:schemeClr val="accent4"/>
              </a:buClr>
              <a:buSzPts val="15840"/>
              <a:buFont typeface="Arial"/>
              <a:buNone/>
            </a:pPr>
            <a:r>
              <a:rPr b="1" lang="en-US" sz="4000">
                <a:solidFill>
                  <a:schemeClr val="accent4"/>
                </a:solidFill>
                <a:latin typeface="Times New Roman"/>
                <a:ea typeface="Times New Roman"/>
                <a:cs typeface="Times New Roman"/>
                <a:sym typeface="Times New Roman"/>
              </a:rPr>
              <a:t>KINH VINH DANH</a:t>
            </a:r>
            <a:endParaRPr b="1" sz="4000">
              <a:solidFill>
                <a:schemeClr val="accent2"/>
              </a:solidFill>
              <a:latin typeface="Times New Roman"/>
              <a:ea typeface="Times New Roman"/>
              <a:cs typeface="Times New Roman"/>
              <a:sym typeface="Times New Roman"/>
            </a:endParaRPr>
          </a:p>
        </p:txBody>
      </p:sp>
      <p:sp>
        <p:nvSpPr>
          <p:cNvPr id="489" name="Google Shape;489;g3ab13fdb44f_0_290"/>
          <p:cNvSpPr txBox="1"/>
          <p:nvPr/>
        </p:nvSpPr>
        <p:spPr>
          <a:xfrm>
            <a:off x="0" y="514350"/>
            <a:ext cx="9144000" cy="4629000"/>
          </a:xfrm>
          <a:prstGeom prst="rect">
            <a:avLst/>
          </a:prstGeom>
          <a:solidFill>
            <a:srgbClr val="002060"/>
          </a:solidFill>
          <a:ln>
            <a:noFill/>
          </a:ln>
        </p:spPr>
        <p:txBody>
          <a:bodyPr anchorCtr="0" anchor="ctr" bIns="0" lIns="91425" spcFirstLastPara="1" rIns="91425" wrap="square" tIns="0">
            <a:noAutofit/>
          </a:bodyPr>
          <a:lstStyle/>
          <a:p>
            <a:pPr indent="0" lvl="0" marL="0" marR="0" rtl="0" algn="just">
              <a:lnSpc>
                <a:spcPct val="100000"/>
              </a:lnSpc>
              <a:spcBef>
                <a:spcPts val="0"/>
              </a:spcBef>
              <a:spcAft>
                <a:spcPts val="0"/>
              </a:spcAft>
              <a:buClr>
                <a:srgbClr val="EE0000"/>
              </a:buClr>
              <a:buSzPts val="9600"/>
              <a:buFont typeface="Times"/>
              <a:buNone/>
            </a:pPr>
            <a:r>
              <a:rPr b="1" i="0" lang="en-US" sz="7600" u="none" cap="none" strike="noStrike">
                <a:solidFill>
                  <a:srgbClr val="FFFF00"/>
                </a:solidFill>
                <a:latin typeface="Times"/>
                <a:ea typeface="Times"/>
                <a:cs typeface="Times"/>
                <a:sym typeface="Times"/>
              </a:rPr>
              <a:t>CT:</a:t>
            </a:r>
            <a:r>
              <a:rPr b="1" i="1" lang="en-US" sz="7600" u="none" cap="none" strike="noStrike">
                <a:solidFill>
                  <a:srgbClr val="C00000"/>
                </a:solidFill>
                <a:latin typeface="Times"/>
                <a:ea typeface="Times"/>
                <a:cs typeface="Times"/>
                <a:sym typeface="Times"/>
              </a:rPr>
              <a:t> </a:t>
            </a:r>
            <a:r>
              <a:rPr b="1" i="0" lang="en-US" sz="7600" u="none" cap="none" strike="noStrike">
                <a:solidFill>
                  <a:schemeClr val="lt1"/>
                </a:solidFill>
                <a:latin typeface="Times"/>
                <a:ea typeface="Times"/>
                <a:cs typeface="Times"/>
                <a:sym typeface="Times"/>
              </a:rPr>
              <a:t>Vinh danh Thiên Chúa trên các tầng trời</a:t>
            </a:r>
            <a:endParaRPr b="1" i="0" sz="7600" u="none" cap="none" strike="noStrike">
              <a:solidFill>
                <a:schemeClr val="lt1"/>
              </a:solidFill>
              <a:latin typeface="Times"/>
              <a:ea typeface="Times"/>
              <a:cs typeface="Times"/>
              <a:sym typeface="Times"/>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4" name="Shape 494"/>
        <p:cNvGrpSpPr/>
        <p:nvPr/>
      </p:nvGrpSpPr>
      <p:grpSpPr>
        <a:xfrm>
          <a:off x="0" y="0"/>
          <a:ext cx="0" cy="0"/>
          <a:chOff x="0" y="0"/>
          <a:chExt cx="0" cy="0"/>
        </a:xfrm>
      </p:grpSpPr>
      <p:sp>
        <p:nvSpPr>
          <p:cNvPr id="495" name="Google Shape;495;g3ab13fdb44f_0_29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FF3399"/>
              </a:buClr>
              <a:buSzPts val="9600"/>
              <a:buFont typeface="Times"/>
              <a:buNone/>
            </a:pPr>
            <a:r>
              <a:rPr b="1" lang="en-US" sz="7600">
                <a:solidFill>
                  <a:srgbClr val="FF3399"/>
                </a:solidFill>
                <a:latin typeface="Times"/>
                <a:ea typeface="Times"/>
                <a:cs typeface="Times"/>
                <a:sym typeface="Times"/>
              </a:rPr>
              <a:t>A+B: </a:t>
            </a:r>
            <a:r>
              <a:rPr b="1" lang="en-US" sz="7600">
                <a:solidFill>
                  <a:schemeClr val="lt1"/>
                </a:solidFill>
                <a:latin typeface="Times"/>
                <a:ea typeface="Times"/>
                <a:cs typeface="Times"/>
                <a:sym typeface="Times"/>
              </a:rPr>
              <a:t>và bình an dưới thế cho người thiện tâm.</a:t>
            </a:r>
            <a:endParaRPr b="1" sz="7600">
              <a:solidFill>
                <a:schemeClr val="lt1"/>
              </a:solidFill>
              <a:latin typeface="Times"/>
              <a:ea typeface="Times"/>
              <a:cs typeface="Times"/>
              <a:sym typeface="Times"/>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0" name="Shape 500"/>
        <p:cNvGrpSpPr/>
        <p:nvPr/>
      </p:nvGrpSpPr>
      <p:grpSpPr>
        <a:xfrm>
          <a:off x="0" y="0"/>
          <a:ext cx="0" cy="0"/>
          <a:chOff x="0" y="0"/>
          <a:chExt cx="0" cy="0"/>
        </a:xfrm>
      </p:grpSpPr>
      <p:sp>
        <p:nvSpPr>
          <p:cNvPr id="501" name="Google Shape;501;g3ab13fdb44f_0_30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Chúng con ca ngợi Chúa,</a:t>
            </a:r>
            <a:br>
              <a:rPr b="1" lang="en-US" sz="7600">
                <a:latin typeface="Times"/>
                <a:ea typeface="Times"/>
                <a:cs typeface="Times"/>
                <a:sym typeface="Times"/>
              </a:rPr>
            </a:br>
            <a:r>
              <a:rPr b="1" lang="en-US" sz="7600">
                <a:solidFill>
                  <a:srgbClr val="FFFF00"/>
                </a:solidFill>
                <a:latin typeface="Times"/>
                <a:ea typeface="Times"/>
                <a:cs typeface="Times"/>
                <a:sym typeface="Times"/>
              </a:rPr>
              <a:t>B:</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chúc tụng Chúa,</a:t>
            </a:r>
            <a:endParaRPr b="1" sz="7600">
              <a:solidFill>
                <a:schemeClr val="lt1"/>
              </a:solidFill>
              <a:latin typeface="Times"/>
              <a:ea typeface="Times"/>
              <a:cs typeface="Times"/>
              <a:sym typeface="Times"/>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6" name="Shape 506"/>
        <p:cNvGrpSpPr/>
        <p:nvPr/>
      </p:nvGrpSpPr>
      <p:grpSpPr>
        <a:xfrm>
          <a:off x="0" y="0"/>
          <a:ext cx="0" cy="0"/>
          <a:chOff x="0" y="0"/>
          <a:chExt cx="0" cy="0"/>
        </a:xfrm>
      </p:grpSpPr>
      <p:sp>
        <p:nvSpPr>
          <p:cNvPr id="507" name="Google Shape;507;g3ab13fdb44f_0_30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thờ lạy Chúa,</a:t>
            </a:r>
            <a:br>
              <a:rPr b="1" lang="en-US" sz="7600">
                <a:latin typeface="Times"/>
                <a:ea typeface="Times"/>
                <a:cs typeface="Times"/>
                <a:sym typeface="Times"/>
              </a:rPr>
            </a:b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chúng con tôn vinh Chúa,</a:t>
            </a:r>
            <a:endParaRPr b="1" sz="7600">
              <a:solidFill>
                <a:schemeClr val="lt1"/>
              </a:solidFill>
              <a:latin typeface="Times"/>
              <a:ea typeface="Times"/>
              <a:cs typeface="Times"/>
              <a:sym typeface="Times"/>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2" name="Shape 512"/>
        <p:cNvGrpSpPr/>
        <p:nvPr/>
      </p:nvGrpSpPr>
      <p:grpSpPr>
        <a:xfrm>
          <a:off x="0" y="0"/>
          <a:ext cx="0" cy="0"/>
          <a:chOff x="0" y="0"/>
          <a:chExt cx="0" cy="0"/>
        </a:xfrm>
      </p:grpSpPr>
      <p:sp>
        <p:nvSpPr>
          <p:cNvPr id="513" name="Google Shape;513;g3ab13fdb44f_0_31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cảm tạ Chúa vì vinh quang cao cả Chúa.</a:t>
            </a:r>
            <a:endParaRPr sz="7600">
              <a:solidFill>
                <a:schemeClr val="lt1"/>
              </a:solidFill>
            </a:endParaRPr>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8" name="Shape 518"/>
        <p:cNvGrpSpPr/>
        <p:nvPr/>
      </p:nvGrpSpPr>
      <p:grpSpPr>
        <a:xfrm>
          <a:off x="0" y="0"/>
          <a:ext cx="0" cy="0"/>
          <a:chOff x="0" y="0"/>
          <a:chExt cx="0" cy="0"/>
        </a:xfrm>
      </p:grpSpPr>
      <p:sp>
        <p:nvSpPr>
          <p:cNvPr id="519" name="Google Shape;519;g3ab13fdb44f_0_31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200"/>
              <a:buFont typeface="Times"/>
              <a:buNone/>
            </a:pPr>
            <a:r>
              <a:rPr b="1" lang="en-US" sz="7600">
                <a:solidFill>
                  <a:srgbClr val="FFFF00"/>
                </a:solidFill>
                <a:latin typeface="Times"/>
                <a:ea typeface="Times"/>
                <a:cs typeface="Times"/>
                <a:sym typeface="Times"/>
              </a:rPr>
              <a:t>B:</a:t>
            </a:r>
            <a:r>
              <a:rPr b="1" lang="en-US" sz="7600">
                <a:latin typeface="Times"/>
                <a:ea typeface="Times"/>
                <a:cs typeface="Times"/>
                <a:sym typeface="Times"/>
              </a:rPr>
              <a:t> </a:t>
            </a:r>
            <a:r>
              <a:rPr b="1" lang="en-US" sz="7600">
                <a:solidFill>
                  <a:schemeClr val="lt1"/>
                </a:solidFill>
                <a:latin typeface="Times"/>
                <a:ea typeface="Times"/>
                <a:cs typeface="Times"/>
                <a:sym typeface="Times"/>
              </a:rPr>
              <a:t>Lạy Chúa là Thiên Chúa, là Vua trên trời, là Chúa Cha toàn năng.</a:t>
            </a:r>
            <a:endParaRPr b="1" sz="7600">
              <a:solidFill>
                <a:schemeClr val="lt1"/>
              </a:solidFill>
              <a:latin typeface="Times"/>
              <a:ea typeface="Times"/>
              <a:cs typeface="Times"/>
              <a:sym typeface="Times"/>
            </a:endParaRPr>
          </a:p>
        </p:txBody>
      </p: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4" name="Shape 524"/>
        <p:cNvGrpSpPr/>
        <p:nvPr/>
      </p:nvGrpSpPr>
      <p:grpSpPr>
        <a:xfrm>
          <a:off x="0" y="0"/>
          <a:ext cx="0" cy="0"/>
          <a:chOff x="0" y="0"/>
          <a:chExt cx="0" cy="0"/>
        </a:xfrm>
      </p:grpSpPr>
      <p:sp>
        <p:nvSpPr>
          <p:cNvPr id="525" name="Google Shape;525;g3ab13fdb44f_0_32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80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Lạy Con một Thiên Chúa, Chúa Giêsu Kitô.</a:t>
            </a:r>
            <a:endParaRPr sz="7600">
              <a:solidFill>
                <a:schemeClr val="lt1"/>
              </a:solidFill>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0" name="Shape 530"/>
        <p:cNvGrpSpPr/>
        <p:nvPr/>
      </p:nvGrpSpPr>
      <p:grpSpPr>
        <a:xfrm>
          <a:off x="0" y="0"/>
          <a:ext cx="0" cy="0"/>
          <a:chOff x="0" y="0"/>
          <a:chExt cx="0" cy="0"/>
        </a:xfrm>
      </p:grpSpPr>
      <p:sp>
        <p:nvSpPr>
          <p:cNvPr id="531" name="Google Shape;531;g3ab13fdb44f_0_32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7200"/>
              <a:buFont typeface="Times"/>
              <a:buNone/>
            </a:pPr>
            <a:r>
              <a:rPr b="1" lang="en-US" sz="7600">
                <a:solidFill>
                  <a:srgbClr val="FFFF00"/>
                </a:solidFill>
                <a:latin typeface="Times"/>
                <a:ea typeface="Times"/>
                <a:cs typeface="Times"/>
                <a:sym typeface="Times"/>
              </a:rPr>
              <a:t>B:</a:t>
            </a:r>
            <a:r>
              <a:rPr b="1" lang="en-US" sz="7600">
                <a:solidFill>
                  <a:schemeClr val="lt1"/>
                </a:solidFill>
                <a:latin typeface="Times"/>
                <a:ea typeface="Times"/>
                <a:cs typeface="Times"/>
                <a:sym typeface="Times"/>
              </a:rPr>
              <a:t> Lạy Chúa là Thiên Chúa, là Chiên Thiên Chúa, là Con Ðức Chúa Cha,</a:t>
            </a:r>
            <a:endParaRPr sz="4800">
              <a:solidFill>
                <a:schemeClr val="lt1"/>
              </a:solidFill>
            </a:endParaRPr>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6" name="Shape 536"/>
        <p:cNvGrpSpPr/>
        <p:nvPr/>
      </p:nvGrpSpPr>
      <p:grpSpPr>
        <a:xfrm>
          <a:off x="0" y="0"/>
          <a:ext cx="0" cy="0"/>
          <a:chOff x="0" y="0"/>
          <a:chExt cx="0" cy="0"/>
        </a:xfrm>
      </p:grpSpPr>
      <p:sp>
        <p:nvSpPr>
          <p:cNvPr id="537" name="Google Shape;537;g3ab13fdb44f_0_33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Chúa xóa tội trần gian, xin thương xót chúng con,</a:t>
            </a:r>
            <a:endParaRPr b="1" sz="7600">
              <a:solidFill>
                <a:schemeClr val="lt1"/>
              </a:solidFill>
              <a:latin typeface="Times"/>
              <a:ea typeface="Times"/>
              <a:cs typeface="Times"/>
              <a:sym typeface="Times"/>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2" name="Shape 542"/>
        <p:cNvGrpSpPr/>
        <p:nvPr/>
      </p:nvGrpSpPr>
      <p:grpSpPr>
        <a:xfrm>
          <a:off x="0" y="0"/>
          <a:ext cx="0" cy="0"/>
          <a:chOff x="0" y="0"/>
          <a:chExt cx="0" cy="0"/>
        </a:xfrm>
      </p:grpSpPr>
      <p:sp>
        <p:nvSpPr>
          <p:cNvPr id="543" name="Google Shape;543;g3ab13fdb44f_0_33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000"/>
              <a:buFont typeface="Times"/>
              <a:buNone/>
            </a:pP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Chúa xóa tội trần gian, xin nhậm lời chúng con cầu khẩn.</a:t>
            </a:r>
            <a:endParaRPr sz="7600">
              <a:solidFill>
                <a:schemeClr val="lt1"/>
              </a:solidFill>
            </a:endParaRPr>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8" name="Shape 548"/>
        <p:cNvGrpSpPr/>
        <p:nvPr/>
      </p:nvGrpSpPr>
      <p:grpSpPr>
        <a:xfrm>
          <a:off x="0" y="0"/>
          <a:ext cx="0" cy="0"/>
          <a:chOff x="0" y="0"/>
          <a:chExt cx="0" cy="0"/>
        </a:xfrm>
      </p:grpSpPr>
      <p:sp>
        <p:nvSpPr>
          <p:cNvPr id="549" name="Google Shape;549;g3ab13fdb44f_0_34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Chúa ngự bên hữu Ðức Chúa Cha, xin thương xót chúng con.</a:t>
            </a:r>
            <a:endParaRPr b="1" sz="7600">
              <a:solidFill>
                <a:schemeClr val="lt1"/>
              </a:solidFill>
              <a:latin typeface="Times"/>
              <a:ea typeface="Times"/>
              <a:cs typeface="Times"/>
              <a:sym typeface="Times"/>
            </a:endParaRPr>
          </a:p>
        </p:txBody>
      </p: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4" name="Shape 554"/>
        <p:cNvGrpSpPr/>
        <p:nvPr/>
      </p:nvGrpSpPr>
      <p:grpSpPr>
        <a:xfrm>
          <a:off x="0" y="0"/>
          <a:ext cx="0" cy="0"/>
          <a:chOff x="0" y="0"/>
          <a:chExt cx="0" cy="0"/>
        </a:xfrm>
      </p:grpSpPr>
      <p:sp>
        <p:nvSpPr>
          <p:cNvPr id="555" name="Google Shape;555;g3ab13fdb44f_0_34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800"/>
              <a:buFont typeface="Times"/>
              <a:buNone/>
            </a:pP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Vì lạy Chúa Giêsu Kitô, chỉ có Chúa là Ðấng Thánh,</a:t>
            </a:r>
            <a:endParaRPr sz="7600">
              <a:solidFill>
                <a:schemeClr val="lt1"/>
              </a:solidFill>
            </a:endParaRPr>
          </a:p>
        </p:txBody>
      </p:sp>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0" name="Shape 560"/>
        <p:cNvGrpSpPr/>
        <p:nvPr/>
      </p:nvGrpSpPr>
      <p:grpSpPr>
        <a:xfrm>
          <a:off x="0" y="0"/>
          <a:ext cx="0" cy="0"/>
          <a:chOff x="0" y="0"/>
          <a:chExt cx="0" cy="0"/>
        </a:xfrm>
      </p:grpSpPr>
      <p:sp>
        <p:nvSpPr>
          <p:cNvPr id="561" name="Google Shape;561;g3ab13fdb44f_0_35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dk1"/>
              </a:buClr>
              <a:buSzPts val="8000"/>
              <a:buFont typeface="Times"/>
              <a:buNone/>
            </a:pPr>
            <a:r>
              <a:rPr b="1" lang="en-US" sz="7600">
                <a:solidFill>
                  <a:schemeClr val="lt1"/>
                </a:solidFill>
                <a:latin typeface="Times"/>
                <a:ea typeface="Times"/>
                <a:cs typeface="Times"/>
                <a:sym typeface="Times"/>
              </a:rPr>
              <a:t>chỉ có Chúa là Chúa, chỉ có Chúa là Ðấng Tối Cao,</a:t>
            </a:r>
            <a:endParaRPr sz="7600">
              <a:solidFill>
                <a:schemeClr val="lt1"/>
              </a:solidFill>
            </a:endParaRPr>
          </a:p>
        </p:txBody>
      </p:sp>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6" name="Shape 566"/>
        <p:cNvGrpSpPr/>
        <p:nvPr/>
      </p:nvGrpSpPr>
      <p:grpSpPr>
        <a:xfrm>
          <a:off x="0" y="0"/>
          <a:ext cx="0" cy="0"/>
          <a:chOff x="0" y="0"/>
          <a:chExt cx="0" cy="0"/>
        </a:xfrm>
      </p:grpSpPr>
      <p:sp>
        <p:nvSpPr>
          <p:cNvPr id="567" name="Google Shape;567;g3ab13fdb44f_0_35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FF3399"/>
              </a:buClr>
              <a:buSzPts val="7200"/>
              <a:buFont typeface="Times"/>
              <a:buNone/>
            </a:pPr>
            <a:r>
              <a:rPr b="1" lang="en-US" sz="7200">
                <a:solidFill>
                  <a:srgbClr val="FF3399"/>
                </a:solidFill>
                <a:latin typeface="Times"/>
                <a:ea typeface="Times"/>
                <a:cs typeface="Times"/>
                <a:sym typeface="Times"/>
              </a:rPr>
              <a:t>A+B: </a:t>
            </a:r>
            <a:r>
              <a:rPr b="1" lang="en-US" sz="7200">
                <a:solidFill>
                  <a:schemeClr val="lt1"/>
                </a:solidFill>
                <a:latin typeface="Times"/>
                <a:ea typeface="Times"/>
                <a:cs typeface="Times"/>
                <a:sym typeface="Times"/>
              </a:rPr>
              <a:t>Cùng Ðức Chúa Thánh Thần trong vinh quang Ðức Chúa Cha.</a:t>
            </a:r>
            <a:r>
              <a:rPr b="1" lang="en-US" sz="7200">
                <a:latin typeface="Times"/>
                <a:ea typeface="Times"/>
                <a:cs typeface="Times"/>
                <a:sym typeface="Times"/>
              </a:rPr>
              <a:t> </a:t>
            </a:r>
            <a:r>
              <a:rPr b="1" lang="en-US" sz="7200">
                <a:solidFill>
                  <a:schemeClr val="lt1"/>
                </a:solidFill>
                <a:latin typeface="Times"/>
                <a:ea typeface="Times"/>
                <a:cs typeface="Times"/>
                <a:sym typeface="Times"/>
              </a:rPr>
              <a:t>Amen.</a:t>
            </a:r>
            <a:endParaRPr sz="7200">
              <a:solidFill>
                <a:schemeClr val="lt1"/>
              </a:solidFill>
            </a:endParaRPr>
          </a:p>
        </p:txBody>
      </p:sp>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1" name="Shape 571"/>
        <p:cNvGrpSpPr/>
        <p:nvPr/>
      </p:nvGrpSpPr>
      <p:grpSpPr>
        <a:xfrm>
          <a:off x="0" y="0"/>
          <a:ext cx="0" cy="0"/>
          <a:chOff x="0" y="0"/>
          <a:chExt cx="0" cy="0"/>
        </a:xfrm>
      </p:grpSpPr>
      <p:pic>
        <p:nvPicPr>
          <p:cNvPr id="572" name="Google Shape;572;g386abb9ea5c_0_197" title="LN_Mung_3_Tet.jpg"/>
          <p:cNvPicPr preferRelativeResize="0"/>
          <p:nvPr/>
        </p:nvPicPr>
        <p:blipFill>
          <a:blip r:embed="rId3">
            <a:alphaModFix/>
          </a:blip>
          <a:stretch>
            <a:fillRect/>
          </a:stretch>
        </p:blipFill>
        <p:spPr>
          <a:xfrm>
            <a:off x="0" y="0"/>
            <a:ext cx="9144018" cy="5143501"/>
          </a:xfrm>
          <a:prstGeom prst="rect">
            <a:avLst/>
          </a:prstGeom>
          <a:noFill/>
          <a:ln>
            <a:noFill/>
          </a:ln>
        </p:spPr>
      </p:pic>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76" name="Shape 576"/>
        <p:cNvGrpSpPr/>
        <p:nvPr/>
      </p:nvGrpSpPr>
      <p:grpSpPr>
        <a:xfrm>
          <a:off x="0" y="0"/>
          <a:ext cx="0" cy="0"/>
          <a:chOff x="0" y="0"/>
          <a:chExt cx="0" cy="0"/>
        </a:xfrm>
      </p:grpSpPr>
      <p:pic>
        <p:nvPicPr>
          <p:cNvPr id="577" name="Google Shape;577;p133" title="Mong3_BaiDoc1_St2_4b-9.15.jpg"/>
          <p:cNvPicPr preferRelativeResize="0"/>
          <p:nvPr/>
        </p:nvPicPr>
        <p:blipFill>
          <a:blip r:embed="rId3">
            <a:alphaModFix/>
          </a:blip>
          <a:stretch>
            <a:fillRect/>
          </a:stretch>
        </p:blipFill>
        <p:spPr>
          <a:xfrm>
            <a:off x="0" y="0"/>
            <a:ext cx="9144000" cy="5143505"/>
          </a:xfrm>
          <a:prstGeom prst="rect">
            <a:avLst/>
          </a:prstGeom>
          <a:noFill/>
          <a:ln>
            <a:noFill/>
          </a:ln>
        </p:spPr>
      </p:pic>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1" name="Shape 581"/>
        <p:cNvGrpSpPr/>
        <p:nvPr/>
      </p:nvGrpSpPr>
      <p:grpSpPr>
        <a:xfrm>
          <a:off x="0" y="0"/>
          <a:ext cx="0" cy="0"/>
          <a:chOff x="0" y="0"/>
          <a:chExt cx="0" cy="0"/>
        </a:xfrm>
      </p:grpSpPr>
      <p:sp>
        <p:nvSpPr>
          <p:cNvPr id="582" name="Google Shape;582;g3a42a8b53c1_2_73"/>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ĐÁP CA</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THÁNH VỊNH 127</a:t>
            </a:r>
            <a:br>
              <a:rPr b="1" i="0" lang="en-US" sz="4700">
                <a:latin typeface="Times New Roman"/>
                <a:ea typeface="Times New Roman"/>
                <a:cs typeface="Times New Roman"/>
                <a:sym typeface="Times New Roman"/>
              </a:rPr>
            </a:br>
            <a:r>
              <a:rPr b="1" i="1" lang="en-US" sz="4700">
                <a:solidFill>
                  <a:schemeClr val="accent4"/>
                </a:solidFill>
                <a:latin typeface="Times New Roman"/>
                <a:ea typeface="Times New Roman"/>
                <a:cs typeface="Times New Roman"/>
                <a:sym typeface="Times New Roman"/>
              </a:rPr>
              <a:t>(Lm. Thái Nguyên)</a:t>
            </a:r>
            <a:br>
              <a:rPr b="1" i="1" lang="en-US" sz="4700">
                <a:solidFill>
                  <a:schemeClr val="accent4"/>
                </a:solidFill>
                <a:latin typeface="Times New Roman"/>
                <a:ea typeface="Times New Roman"/>
                <a:cs typeface="Times New Roman"/>
                <a:sym typeface="Times New Roman"/>
              </a:rPr>
            </a:br>
            <a:r>
              <a:rPr b="1" i="1" lang="en-US" sz="4700">
                <a:solidFill>
                  <a:schemeClr val="accent4"/>
                </a:solidFill>
                <a:latin typeface="Times New Roman"/>
                <a:ea typeface="Times New Roman"/>
                <a:cs typeface="Times New Roman"/>
                <a:sym typeface="Times New Roman"/>
              </a:rPr>
              <a:t>(03 câu)</a:t>
            </a:r>
            <a:endParaRPr b="1" sz="4700">
              <a:solidFill>
                <a:schemeClr val="accent4"/>
              </a:solidFill>
              <a:latin typeface="Times New Roman"/>
              <a:ea typeface="Times New Roman"/>
              <a:cs typeface="Times New Roman"/>
              <a:sym typeface="Times New Roman"/>
            </a:endParaRPr>
          </a:p>
        </p:txBody>
      </p:sp>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6" name="Shape 586"/>
        <p:cNvGrpSpPr/>
        <p:nvPr/>
      </p:nvGrpSpPr>
      <p:grpSpPr>
        <a:xfrm>
          <a:off x="0" y="0"/>
          <a:ext cx="0" cy="0"/>
          <a:chOff x="0" y="0"/>
          <a:chExt cx="0" cy="0"/>
        </a:xfrm>
      </p:grpSpPr>
      <p:sp>
        <p:nvSpPr>
          <p:cNvPr id="587" name="Google Shape;587;g3a42a8b53c1_2_7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a:t>
            </a:r>
            <a:r>
              <a:rPr b="1" lang="en-US" sz="8000">
                <a:solidFill>
                  <a:srgbClr val="FFFF00"/>
                </a:solidFill>
                <a:latin typeface="Times New Roman"/>
                <a:ea typeface="Times New Roman"/>
                <a:cs typeface="Times New Roman"/>
                <a:sym typeface="Times New Roman"/>
              </a:rPr>
              <a:t> </a:t>
            </a:r>
            <a:r>
              <a:rPr b="1" lang="en-US" sz="8000">
                <a:solidFill>
                  <a:schemeClr val="lt1"/>
                </a:solidFill>
                <a:latin typeface="Times New Roman"/>
                <a:ea typeface="Times New Roman"/>
                <a:cs typeface="Times New Roman"/>
                <a:sym typeface="Times New Roman"/>
              </a:rPr>
              <a:t>Lạy Chúa, Thiên Chúa con thờ, Chúa rất cao vời vượt trên mây trời</a:t>
            </a:r>
            <a:r>
              <a:rPr b="1" lang="en-US" sz="8000">
                <a:solidFill>
                  <a:schemeClr val="lt1"/>
                </a:solidFill>
                <a:latin typeface="Times New Roman"/>
                <a:ea typeface="Times New Roman"/>
                <a:cs typeface="Times New Roman"/>
                <a:sym typeface="Times New Roman"/>
              </a:rPr>
              <a:t>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1" name="Shape 591"/>
        <p:cNvGrpSpPr/>
        <p:nvPr/>
      </p:nvGrpSpPr>
      <p:grpSpPr>
        <a:xfrm>
          <a:off x="0" y="0"/>
          <a:ext cx="0" cy="0"/>
          <a:chOff x="0" y="0"/>
          <a:chExt cx="0" cy="0"/>
        </a:xfrm>
      </p:grpSpPr>
      <p:sp>
        <p:nvSpPr>
          <p:cNvPr id="592" name="Google Shape;592;g3b26357b4a1_0_33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ngàn đời danh Chúa sáng ngời.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6" name="Shape 596"/>
        <p:cNvGrpSpPr/>
        <p:nvPr/>
      </p:nvGrpSpPr>
      <p:grpSpPr>
        <a:xfrm>
          <a:off x="0" y="0"/>
          <a:ext cx="0" cy="0"/>
          <a:chOff x="0" y="0"/>
          <a:chExt cx="0" cy="0"/>
        </a:xfrm>
      </p:grpSpPr>
      <p:sp>
        <p:nvSpPr>
          <p:cNvPr id="597" name="Google Shape;597;g3a42a8b53c1_2_9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1.</a:t>
            </a:r>
            <a:r>
              <a:rPr b="1" lang="en-US" sz="8000">
                <a:solidFill>
                  <a:srgbClr val="FFFF00"/>
                </a:solidFill>
                <a:latin typeface="Times New Roman"/>
                <a:ea typeface="Times New Roman"/>
                <a:cs typeface="Times New Roman"/>
                <a:sym typeface="Times New Roman"/>
              </a:rPr>
              <a:t> </a:t>
            </a:r>
            <a:r>
              <a:rPr b="1" lang="en-US" sz="8000">
                <a:solidFill>
                  <a:schemeClr val="lt1"/>
                </a:solidFill>
                <a:latin typeface="Times New Roman"/>
                <a:ea typeface="Times New Roman"/>
                <a:cs typeface="Times New Roman"/>
                <a:sym typeface="Times New Roman"/>
              </a:rPr>
              <a:t>Ngài khiến cỏ đồng xanh nuôi ăn đàn gia súc,</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1" name="Shape 601"/>
        <p:cNvGrpSpPr/>
        <p:nvPr/>
      </p:nvGrpSpPr>
      <p:grpSpPr>
        <a:xfrm>
          <a:off x="0" y="0"/>
          <a:ext cx="0" cy="0"/>
          <a:chOff x="0" y="0"/>
          <a:chExt cx="0" cy="0"/>
        </a:xfrm>
      </p:grpSpPr>
      <p:sp>
        <p:nvSpPr>
          <p:cNvPr id="602" name="Google Shape;602;g3bebe0ff2f1_0_1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làm tươi tốt rừng cây cho thế nhân hưởng dùng.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6" name="Shape 606"/>
        <p:cNvGrpSpPr/>
        <p:nvPr/>
      </p:nvGrpSpPr>
      <p:grpSpPr>
        <a:xfrm>
          <a:off x="0" y="0"/>
          <a:ext cx="0" cy="0"/>
          <a:chOff x="0" y="0"/>
          <a:chExt cx="0" cy="0"/>
        </a:xfrm>
      </p:grpSpPr>
      <p:sp>
        <p:nvSpPr>
          <p:cNvPr id="607" name="Google Shape;607;g3c84d2f338d_0_7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Từ ruộng đất phì nhiêu cho con người cơm bánh,</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1" name="Shape 611"/>
        <p:cNvGrpSpPr/>
        <p:nvPr/>
      </p:nvGrpSpPr>
      <p:grpSpPr>
        <a:xfrm>
          <a:off x="0" y="0"/>
          <a:ext cx="0" cy="0"/>
          <a:chOff x="0" y="0"/>
          <a:chExt cx="0" cy="0"/>
        </a:xfrm>
      </p:grpSpPr>
      <p:sp>
        <p:nvSpPr>
          <p:cNvPr id="612" name="Google Shape;612;g386abb9ea5c_0_1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từ đó chế rượu ngon cho vui thoả lòng người.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6" name="Shape 616"/>
        <p:cNvGrpSpPr/>
        <p:nvPr/>
      </p:nvGrpSpPr>
      <p:grpSpPr>
        <a:xfrm>
          <a:off x="0" y="0"/>
          <a:ext cx="0" cy="0"/>
          <a:chOff x="0" y="0"/>
          <a:chExt cx="0" cy="0"/>
        </a:xfrm>
      </p:grpSpPr>
      <p:sp>
        <p:nvSpPr>
          <p:cNvPr id="617" name="Google Shape;617;g386abb9ea5c_0_2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Lạy Chúa, Thiên Chúa con thờ, Chúa rất cao vời vượt trên mây trời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1" name="Shape 621"/>
        <p:cNvGrpSpPr/>
        <p:nvPr/>
      </p:nvGrpSpPr>
      <p:grpSpPr>
        <a:xfrm>
          <a:off x="0" y="0"/>
          <a:ext cx="0" cy="0"/>
          <a:chOff x="0" y="0"/>
          <a:chExt cx="0" cy="0"/>
        </a:xfrm>
      </p:grpSpPr>
      <p:sp>
        <p:nvSpPr>
          <p:cNvPr id="622" name="Google Shape;622;g386abb9ea5c_0_2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ngàn đời danh Chúa sáng ngời.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6" name="Shape 626"/>
        <p:cNvGrpSpPr/>
        <p:nvPr/>
      </p:nvGrpSpPr>
      <p:grpSpPr>
        <a:xfrm>
          <a:off x="0" y="0"/>
          <a:ext cx="0" cy="0"/>
          <a:chOff x="0" y="0"/>
          <a:chExt cx="0" cy="0"/>
        </a:xfrm>
      </p:grpSpPr>
      <p:sp>
        <p:nvSpPr>
          <p:cNvPr id="627" name="Google Shape;627;g386abb9ea5c_0_2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2</a:t>
            </a:r>
            <a:r>
              <a:rPr b="1" lang="en-US" sz="8000">
                <a:solidFill>
                  <a:srgbClr val="FFFF00"/>
                </a:solidFill>
                <a:latin typeface="Times New Roman"/>
                <a:ea typeface="Times New Roman"/>
                <a:cs typeface="Times New Roman"/>
                <a:sym typeface="Times New Roman"/>
              </a:rPr>
              <a:t>. </a:t>
            </a:r>
            <a:r>
              <a:rPr b="1" lang="en-US" sz="8000">
                <a:solidFill>
                  <a:schemeClr val="lt1"/>
                </a:solidFill>
                <a:latin typeface="Times New Roman"/>
                <a:ea typeface="Times New Roman"/>
                <a:cs typeface="Times New Roman"/>
                <a:sym typeface="Times New Roman"/>
              </a:rPr>
              <a:t>Chiều xuống khắp trần gian, mây buông màn đêm tối.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1" name="Shape 631"/>
        <p:cNvGrpSpPr/>
        <p:nvPr/>
      </p:nvGrpSpPr>
      <p:grpSpPr>
        <a:xfrm>
          <a:off x="0" y="0"/>
          <a:ext cx="0" cy="0"/>
          <a:chOff x="0" y="0"/>
          <a:chExt cx="0" cy="0"/>
        </a:xfrm>
      </p:grpSpPr>
      <p:sp>
        <p:nvSpPr>
          <p:cNvPr id="632" name="Google Shape;632;g386abb9ea5c_0_3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Ở khắp chốn rừng sâu, muông thú đi tung hoành.</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6" name="Shape 636"/>
        <p:cNvGrpSpPr/>
        <p:nvPr/>
      </p:nvGrpSpPr>
      <p:grpSpPr>
        <a:xfrm>
          <a:off x="0" y="0"/>
          <a:ext cx="0" cy="0"/>
          <a:chOff x="0" y="0"/>
          <a:chExt cx="0" cy="0"/>
        </a:xfrm>
      </p:grpSpPr>
      <p:sp>
        <p:nvSpPr>
          <p:cNvPr id="637" name="Google Shape;637;g386abb9ea5c_0_3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Ngày ngày Chúa đều cho bao sinh vật no thoả.</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1" name="Shape 641"/>
        <p:cNvGrpSpPr/>
        <p:nvPr/>
      </p:nvGrpSpPr>
      <p:grpSpPr>
        <a:xfrm>
          <a:off x="0" y="0"/>
          <a:ext cx="0" cy="0"/>
          <a:chOff x="0" y="0"/>
          <a:chExt cx="0" cy="0"/>
        </a:xfrm>
      </p:grpSpPr>
      <p:sp>
        <p:nvSpPr>
          <p:cNvPr id="642" name="Google Shape;642;g386abb9ea5c_0_4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Cuộc sống giữa đồng hoang nơi vui thú địa đàng.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6" name="Shape 646"/>
        <p:cNvGrpSpPr/>
        <p:nvPr/>
      </p:nvGrpSpPr>
      <p:grpSpPr>
        <a:xfrm>
          <a:off x="0" y="0"/>
          <a:ext cx="0" cy="0"/>
          <a:chOff x="0" y="0"/>
          <a:chExt cx="0" cy="0"/>
        </a:xfrm>
      </p:grpSpPr>
      <p:sp>
        <p:nvSpPr>
          <p:cNvPr id="647" name="Google Shape;647;g386abb9ea5c_0_4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Lạy Chúa, Thiên Chúa con thờ, Chúa rất cao vời vượt trên mây trời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1" name="Shape 651"/>
        <p:cNvGrpSpPr/>
        <p:nvPr/>
      </p:nvGrpSpPr>
      <p:grpSpPr>
        <a:xfrm>
          <a:off x="0" y="0"/>
          <a:ext cx="0" cy="0"/>
          <a:chOff x="0" y="0"/>
          <a:chExt cx="0" cy="0"/>
        </a:xfrm>
      </p:grpSpPr>
      <p:sp>
        <p:nvSpPr>
          <p:cNvPr id="652" name="Google Shape;652;g386abb9ea5c_0_4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ngàn đời danh Chúa sáng ngời.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6" name="Shape 656"/>
        <p:cNvGrpSpPr/>
        <p:nvPr/>
      </p:nvGrpSpPr>
      <p:grpSpPr>
        <a:xfrm>
          <a:off x="0" y="0"/>
          <a:ext cx="0" cy="0"/>
          <a:chOff x="0" y="0"/>
          <a:chExt cx="0" cy="0"/>
        </a:xfrm>
      </p:grpSpPr>
      <p:sp>
        <p:nvSpPr>
          <p:cNvPr id="657" name="Google Shape;657;g386abb9ea5c_0_5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3</a:t>
            </a:r>
            <a:r>
              <a:rPr b="1" lang="en-US" sz="8000">
                <a:solidFill>
                  <a:srgbClr val="FFFF00"/>
                </a:solidFill>
                <a:latin typeface="Times New Roman"/>
                <a:ea typeface="Times New Roman"/>
                <a:cs typeface="Times New Roman"/>
                <a:sym typeface="Times New Roman"/>
              </a:rPr>
              <a:t>. </a:t>
            </a:r>
            <a:r>
              <a:rPr b="1" lang="en-US" sz="8000">
                <a:solidFill>
                  <a:schemeClr val="lt1"/>
                </a:solidFill>
                <a:latin typeface="Times New Roman"/>
                <a:ea typeface="Times New Roman"/>
                <a:cs typeface="Times New Roman"/>
                <a:sym typeface="Times New Roman"/>
              </a:rPr>
              <a:t>Ngày đón ánh bình minh trên non ngàn tươi sáng.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1" name="Shape 661"/>
        <p:cNvGrpSpPr/>
        <p:nvPr/>
      </p:nvGrpSpPr>
      <p:grpSpPr>
        <a:xfrm>
          <a:off x="0" y="0"/>
          <a:ext cx="0" cy="0"/>
          <a:chOff x="0" y="0"/>
          <a:chExt cx="0" cy="0"/>
        </a:xfrm>
      </p:grpSpPr>
      <p:sp>
        <p:nvSpPr>
          <p:cNvPr id="662" name="Google Shape;662;g386abb9ea5c_0_5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Người mải miết làm ăn, cho đến khi chiều về.</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6" name="Shape 666"/>
        <p:cNvGrpSpPr/>
        <p:nvPr/>
      </p:nvGrpSpPr>
      <p:grpSpPr>
        <a:xfrm>
          <a:off x="0" y="0"/>
          <a:ext cx="0" cy="0"/>
          <a:chOff x="0" y="0"/>
          <a:chExt cx="0" cy="0"/>
        </a:xfrm>
      </p:grpSpPr>
      <p:sp>
        <p:nvSpPr>
          <p:cNvPr id="667" name="Google Shape;667;g386abb9ea5c_0_6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Thật đẹp quá kỳ công do tay Ngài tạo tác,</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1" name="Shape 671"/>
        <p:cNvGrpSpPr/>
        <p:nvPr/>
      </p:nvGrpSpPr>
      <p:grpSpPr>
        <a:xfrm>
          <a:off x="0" y="0"/>
          <a:ext cx="0" cy="0"/>
          <a:chOff x="0" y="0"/>
          <a:chExt cx="0" cy="0"/>
        </a:xfrm>
      </p:grpSpPr>
      <p:sp>
        <p:nvSpPr>
          <p:cNvPr id="672" name="Google Shape;672;g386abb9ea5c_0_6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cuộc sống mãi tràn lan khôn ngoan Chúa ngàn đời.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6" name="Shape 676"/>
        <p:cNvGrpSpPr/>
        <p:nvPr/>
      </p:nvGrpSpPr>
      <p:grpSpPr>
        <a:xfrm>
          <a:off x="0" y="0"/>
          <a:ext cx="0" cy="0"/>
          <a:chOff x="0" y="0"/>
          <a:chExt cx="0" cy="0"/>
        </a:xfrm>
      </p:grpSpPr>
      <p:sp>
        <p:nvSpPr>
          <p:cNvPr id="677" name="Google Shape;677;g386abb9ea5c_0_6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Lạy Chúa, Thiên Chúa con thờ, Chúa rất cao vời vượt trên mây trời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1" name="Shape 681"/>
        <p:cNvGrpSpPr/>
        <p:nvPr/>
      </p:nvGrpSpPr>
      <p:grpSpPr>
        <a:xfrm>
          <a:off x="0" y="0"/>
          <a:ext cx="0" cy="0"/>
          <a:chOff x="0" y="0"/>
          <a:chExt cx="0" cy="0"/>
        </a:xfrm>
      </p:grpSpPr>
      <p:sp>
        <p:nvSpPr>
          <p:cNvPr id="682" name="Google Shape;682;g386abb9ea5c_0_7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ngàn đời danh Chúa sáng ngời.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86" name="Shape 686"/>
        <p:cNvGrpSpPr/>
        <p:nvPr/>
      </p:nvGrpSpPr>
      <p:grpSpPr>
        <a:xfrm>
          <a:off x="0" y="0"/>
          <a:ext cx="0" cy="0"/>
          <a:chOff x="0" y="0"/>
          <a:chExt cx="0" cy="0"/>
        </a:xfrm>
      </p:grpSpPr>
      <p:sp>
        <p:nvSpPr>
          <p:cNvPr id="687" name="Google Shape;687;p155"/>
          <p:cNvSpPr/>
          <p:nvPr/>
        </p:nvSpPr>
        <p:spPr>
          <a:xfrm>
            <a:off x="1143" y="0"/>
            <a:ext cx="9141714" cy="51435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688" name="Google Shape;688;p155" title="Mong3_BaiDoc2_Cv20_32-35.jpg"/>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slides/slide1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3" name="Shape 693"/>
        <p:cNvGrpSpPr/>
        <p:nvPr/>
      </p:nvGrpSpPr>
      <p:grpSpPr>
        <a:xfrm>
          <a:off x="0" y="0"/>
          <a:ext cx="0" cy="0"/>
          <a:chOff x="0" y="0"/>
          <a:chExt cx="0" cy="0"/>
        </a:xfrm>
      </p:grpSpPr>
      <p:sp>
        <p:nvSpPr>
          <p:cNvPr id="694" name="Google Shape;694;p156"/>
          <p:cNvSpPr txBox="1"/>
          <p:nvPr>
            <p:ph type="ctrTitle"/>
          </p:nvPr>
        </p:nvSpPr>
        <p:spPr>
          <a:xfrm>
            <a:off x="0" y="497175"/>
            <a:ext cx="9144000" cy="46461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rgbClr val="EE0000"/>
              </a:buClr>
              <a:buSzPts val="8000"/>
              <a:buFont typeface="Times"/>
              <a:buNone/>
            </a:pPr>
            <a:r>
              <a:rPr b="1" i="1" lang="en-US" sz="6000">
                <a:solidFill>
                  <a:srgbClr val="FFFF00"/>
                </a:solidFill>
                <a:latin typeface="Times"/>
                <a:ea typeface="Times"/>
                <a:cs typeface="Times"/>
                <a:sym typeface="Times"/>
              </a:rPr>
              <a:t>All… All…</a:t>
            </a:r>
            <a:r>
              <a:rPr b="1" i="1" lang="en-US" sz="7000">
                <a:solidFill>
                  <a:srgbClr val="EE0000"/>
                </a:solidFill>
                <a:latin typeface="Times"/>
                <a:ea typeface="Times"/>
                <a:cs typeface="Times"/>
                <a:sym typeface="Times"/>
              </a:rPr>
              <a:t> </a:t>
            </a:r>
            <a:br>
              <a:rPr b="1" i="1" lang="en-US" sz="7200">
                <a:solidFill>
                  <a:srgbClr val="EE0000"/>
                </a:solidFill>
                <a:latin typeface="Times"/>
                <a:ea typeface="Times"/>
                <a:cs typeface="Times"/>
                <a:sym typeface="Times"/>
              </a:rPr>
            </a:br>
            <a:r>
              <a:rPr b="1" lang="en-US" sz="7500">
                <a:solidFill>
                  <a:schemeClr val="lt1"/>
                </a:solidFill>
                <a:latin typeface="Times"/>
                <a:ea typeface="Times"/>
                <a:cs typeface="Times"/>
                <a:sym typeface="Times"/>
              </a:rPr>
              <a:t>Anh em hãy luôn kết hợp với Thầy như Thầy ở với anh em.</a:t>
            </a:r>
            <a:endParaRPr b="1" sz="7500">
              <a:solidFill>
                <a:schemeClr val="lt1"/>
              </a:solidFill>
              <a:latin typeface="Times"/>
              <a:ea typeface="Times"/>
              <a:cs typeface="Times"/>
              <a:sym typeface="Times"/>
            </a:endParaRPr>
          </a:p>
        </p:txBody>
      </p:sp>
      <p:sp>
        <p:nvSpPr>
          <p:cNvPr id="695" name="Google Shape;695;p156"/>
          <p:cNvSpPr txBox="1"/>
          <p:nvPr/>
        </p:nvSpPr>
        <p:spPr>
          <a:xfrm>
            <a:off x="0" y="-50800"/>
            <a:ext cx="9144000" cy="635000"/>
          </a:xfrm>
          <a:prstGeom prst="rect">
            <a:avLst/>
          </a:prstGeom>
          <a:solidFill>
            <a:srgbClr val="002060"/>
          </a:solidFill>
          <a:ln>
            <a:noFill/>
          </a:ln>
        </p:spPr>
        <p:txBody>
          <a:bodyPr anchorCtr="0" anchor="ctr" bIns="45700" lIns="91425" spcFirstLastPara="1" rIns="91425" wrap="square" tIns="45700">
            <a:normAutofit/>
          </a:bodyPr>
          <a:lstStyle/>
          <a:p>
            <a:pPr indent="0" lvl="0" marL="0" marR="0" rtl="0" algn="ctr">
              <a:lnSpc>
                <a:spcPct val="100000"/>
              </a:lnSpc>
              <a:spcBef>
                <a:spcPts val="0"/>
              </a:spcBef>
              <a:spcAft>
                <a:spcPts val="0"/>
              </a:spcAft>
              <a:buClr>
                <a:srgbClr val="FF0000"/>
              </a:buClr>
              <a:buSzPts val="3200"/>
              <a:buFont typeface="Times New Roman"/>
              <a:buNone/>
            </a:pPr>
            <a:r>
              <a:rPr b="1" i="0" lang="en-US" sz="3200" u="none" cap="none" strike="noStrike">
                <a:solidFill>
                  <a:schemeClr val="accent2"/>
                </a:solidFill>
                <a:latin typeface="Times New Roman"/>
                <a:ea typeface="Times New Roman"/>
                <a:cs typeface="Times New Roman"/>
                <a:sym typeface="Times New Roman"/>
              </a:rPr>
              <a:t>TUNG HÔ TIN MỪNG</a:t>
            </a:r>
            <a:endParaRPr b="1" i="0" sz="3200" u="none" cap="none" strike="noStrike">
              <a:solidFill>
                <a:schemeClr val="accent2"/>
              </a:solidFill>
              <a:latin typeface="Times New Roman"/>
              <a:ea typeface="Times New Roman"/>
              <a:cs typeface="Times New Roman"/>
              <a:sym typeface="Times New Roman"/>
            </a:endParaRPr>
          </a:p>
        </p:txBody>
      </p:sp>
    </p:spTree>
  </p:cSld>
  <p:clrMapOvr>
    <a:masterClrMapping/>
  </p:clrMapOvr>
</p:sld>
</file>

<file path=ppt/slides/slide1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9" name="Shape 699"/>
        <p:cNvGrpSpPr/>
        <p:nvPr/>
      </p:nvGrpSpPr>
      <p:grpSpPr>
        <a:xfrm>
          <a:off x="0" y="0"/>
          <a:ext cx="0" cy="0"/>
          <a:chOff x="0" y="0"/>
          <a:chExt cx="0" cy="0"/>
        </a:xfrm>
      </p:grpSpPr>
      <p:sp>
        <p:nvSpPr>
          <p:cNvPr id="700" name="Google Shape;700;g3b224b7d20a_0_95"/>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dk1"/>
              </a:buClr>
              <a:buSzPts val="8000"/>
              <a:buFont typeface="Times"/>
              <a:buNone/>
            </a:pPr>
            <a:r>
              <a:rPr b="1" lang="en-US" sz="8000">
                <a:solidFill>
                  <a:schemeClr val="lt1"/>
                </a:solidFill>
                <a:latin typeface="Times New Roman"/>
                <a:ea typeface="Times New Roman"/>
                <a:cs typeface="Times New Roman"/>
                <a:sym typeface="Times New Roman"/>
              </a:rPr>
              <a:t>Ai luôn kết hợp với Thầy thì người ấy sinh nhiều hoa trái.</a:t>
            </a:r>
            <a:br>
              <a:rPr b="1" lang="en-US" sz="8000">
                <a:solidFill>
                  <a:schemeClr val="lt1"/>
                </a:solidFill>
                <a:latin typeface="Times New Roman"/>
                <a:ea typeface="Times New Roman"/>
                <a:cs typeface="Times New Roman"/>
                <a:sym typeface="Times New Roman"/>
              </a:rPr>
            </a:br>
            <a:r>
              <a:rPr b="1" i="1" lang="en-US" sz="7000">
                <a:solidFill>
                  <a:srgbClr val="FFFF00"/>
                </a:solidFill>
                <a:latin typeface="Times New Roman"/>
                <a:ea typeface="Times New Roman"/>
                <a:cs typeface="Times New Roman"/>
                <a:sym typeface="Times New Roman"/>
              </a:rPr>
              <a:t>All..</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4" name="Shape 704"/>
        <p:cNvGrpSpPr/>
        <p:nvPr/>
      </p:nvGrpSpPr>
      <p:grpSpPr>
        <a:xfrm>
          <a:off x="0" y="0"/>
          <a:ext cx="0" cy="0"/>
          <a:chOff x="0" y="0"/>
          <a:chExt cx="0" cy="0"/>
        </a:xfrm>
      </p:grpSpPr>
      <p:pic>
        <p:nvPicPr>
          <p:cNvPr id="705" name="Google Shape;705;g3baa6357486_0_13" title="Mong3_Tin_Mung_Mt25_14-30.jpg"/>
          <p:cNvPicPr preferRelativeResize="0"/>
          <p:nvPr/>
        </p:nvPicPr>
        <p:blipFill>
          <a:blip r:embed="rId3">
            <a:alphaModFix/>
          </a:blip>
          <a:stretch>
            <a:fillRect/>
          </a:stretch>
        </p:blipFill>
        <p:spPr>
          <a:xfrm>
            <a:off x="0" y="0"/>
            <a:ext cx="9144000" cy="5143505"/>
          </a:xfrm>
          <a:prstGeom prst="rect">
            <a:avLst/>
          </a:prstGeom>
          <a:noFill/>
          <a:ln>
            <a:noFill/>
          </a:ln>
        </p:spPr>
      </p:pic>
    </p:spTree>
  </p:cSld>
  <p:clrMapOvr>
    <a:masterClrMapping/>
  </p:clrMapOvr>
</p:sld>
</file>

<file path=ppt/slides/slide1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9" name="Shape 709"/>
        <p:cNvGrpSpPr/>
        <p:nvPr/>
      </p:nvGrpSpPr>
      <p:grpSpPr>
        <a:xfrm>
          <a:off x="0" y="0"/>
          <a:ext cx="0" cy="0"/>
          <a:chOff x="0" y="0"/>
          <a:chExt cx="0" cy="0"/>
        </a:xfrm>
      </p:grpSpPr>
      <p:pic>
        <p:nvPicPr>
          <p:cNvPr id="710" name="Google Shape;710;g386abb9ea5c_0_201" title="LN_Mung_3_Tet.jpg"/>
          <p:cNvPicPr preferRelativeResize="0"/>
          <p:nvPr/>
        </p:nvPicPr>
        <p:blipFill>
          <a:blip r:embed="rId3">
            <a:alphaModFix/>
          </a:blip>
          <a:stretch>
            <a:fillRect/>
          </a:stretch>
        </p:blipFill>
        <p:spPr>
          <a:xfrm>
            <a:off x="0" y="0"/>
            <a:ext cx="9144018" cy="5143501"/>
          </a:xfrm>
          <a:prstGeom prst="rect">
            <a:avLst/>
          </a:prstGeom>
          <a:noFill/>
          <a:ln>
            <a:noFill/>
          </a:ln>
        </p:spPr>
      </p:pic>
    </p:spTree>
  </p:cSld>
  <p:clrMapOvr>
    <a:masterClrMapping/>
  </p:clrMapOvr>
</p:sld>
</file>

<file path=ppt/slides/slide1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4" name="Shape 714"/>
        <p:cNvGrpSpPr/>
        <p:nvPr/>
      </p:nvGrpSpPr>
      <p:grpSpPr>
        <a:xfrm>
          <a:off x="0" y="0"/>
          <a:ext cx="0" cy="0"/>
          <a:chOff x="0" y="0"/>
          <a:chExt cx="0" cy="0"/>
        </a:xfrm>
      </p:grpSpPr>
      <p:sp>
        <p:nvSpPr>
          <p:cNvPr id="715" name="Google Shape;715;g3a42a8b53c1_2_195"/>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DÂNG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NGÀY XUÂN </a:t>
            </a:r>
            <a:br>
              <a:rPr b="1" lang="en-US" sz="6700">
                <a:solidFill>
                  <a:srgbClr val="FFFF00"/>
                </a:solidFill>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XIN DÂNG</a:t>
            </a:r>
            <a:endParaRPr b="1" sz="6700">
              <a:solidFill>
                <a:srgbClr val="FFFF00"/>
              </a:solidFill>
              <a:latin typeface="Times New Roman"/>
              <a:ea typeface="Times New Roman"/>
              <a:cs typeface="Times New Roman"/>
              <a:sym typeface="Times New Roman"/>
            </a:endParaRPr>
          </a:p>
          <a:p>
            <a:pPr indent="0" lvl="0" marL="0" rtl="0" algn="ctr">
              <a:lnSpc>
                <a:spcPct val="90000"/>
              </a:lnSpc>
              <a:spcBef>
                <a:spcPts val="0"/>
              </a:spcBef>
              <a:spcAft>
                <a:spcPts val="0"/>
              </a:spcAft>
              <a:buClr>
                <a:schemeClr val="dk1"/>
              </a:buClr>
              <a:buSzPts val="4700"/>
              <a:buFont typeface="Times New Roman"/>
              <a:buNone/>
            </a:pPr>
            <a:r>
              <a:rPr b="1" i="1" lang="en-US" sz="4700">
                <a:solidFill>
                  <a:schemeClr val="accent4"/>
                </a:solidFill>
                <a:latin typeface="Times New Roman"/>
                <a:ea typeface="Times New Roman"/>
                <a:cs typeface="Times New Roman"/>
                <a:sym typeface="Times New Roman"/>
              </a:rPr>
              <a:t>(Phanxicô)</a:t>
            </a:r>
            <a:endParaRPr b="1" sz="6700">
              <a:solidFill>
                <a:srgbClr val="FFFF00"/>
              </a:solidFill>
              <a:latin typeface="Times New Roman"/>
              <a:ea typeface="Times New Roman"/>
              <a:cs typeface="Times New Roman"/>
              <a:sym typeface="Times New Roman"/>
            </a:endParaRPr>
          </a:p>
        </p:txBody>
      </p:sp>
    </p:spTree>
  </p:cSld>
  <p:clrMapOvr>
    <a:masterClrMapping/>
  </p:clrMapOvr>
</p:sld>
</file>

<file path=ppt/slides/slide1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9" name="Shape 719"/>
        <p:cNvGrpSpPr/>
        <p:nvPr/>
      </p:nvGrpSpPr>
      <p:grpSpPr>
        <a:xfrm>
          <a:off x="0" y="0"/>
          <a:ext cx="0" cy="0"/>
          <a:chOff x="0" y="0"/>
          <a:chExt cx="0" cy="0"/>
        </a:xfrm>
      </p:grpSpPr>
      <p:sp>
        <p:nvSpPr>
          <p:cNvPr id="720" name="Google Shape;720;g3a42a8b53c1_2_19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1. </a:t>
            </a:r>
            <a:r>
              <a:rPr b="1" lang="en-US" sz="7500">
                <a:solidFill>
                  <a:schemeClr val="lt1"/>
                </a:solidFill>
                <a:latin typeface="Times New Roman"/>
                <a:ea typeface="Times New Roman"/>
                <a:cs typeface="Times New Roman"/>
                <a:sym typeface="Times New Roman"/>
              </a:rPr>
              <a:t>Ngày Xuân xin dâng lên Cha đóa hoa hồng vườn xanh mới nở.</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4" name="Shape 724"/>
        <p:cNvGrpSpPr/>
        <p:nvPr/>
      </p:nvGrpSpPr>
      <p:grpSpPr>
        <a:xfrm>
          <a:off x="0" y="0"/>
          <a:ext cx="0" cy="0"/>
          <a:chOff x="0" y="0"/>
          <a:chExt cx="0" cy="0"/>
        </a:xfrm>
      </p:grpSpPr>
      <p:sp>
        <p:nvSpPr>
          <p:cNvPr id="725" name="Google Shape;725;g3c84d2f338d_0_14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Ngày Xuân xin dâng lên Cha tiếng ca tràn đầy ý thơ.</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9" name="Shape 729"/>
        <p:cNvGrpSpPr/>
        <p:nvPr/>
      </p:nvGrpSpPr>
      <p:grpSpPr>
        <a:xfrm>
          <a:off x="0" y="0"/>
          <a:ext cx="0" cy="0"/>
          <a:chOff x="0" y="0"/>
          <a:chExt cx="0" cy="0"/>
        </a:xfrm>
      </p:grpSpPr>
      <p:sp>
        <p:nvSpPr>
          <p:cNvPr id="730" name="Google Shape;730;g3a42a8b53c1_2_20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Ngày nắng héo hắt lúc mưa sa, ôi giờ này đã qua.</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4" name="Shape 734"/>
        <p:cNvGrpSpPr/>
        <p:nvPr/>
      </p:nvGrpSpPr>
      <p:grpSpPr>
        <a:xfrm>
          <a:off x="0" y="0"/>
          <a:ext cx="0" cy="0"/>
          <a:chOff x="0" y="0"/>
          <a:chExt cx="0" cy="0"/>
        </a:xfrm>
      </p:grpSpPr>
      <p:sp>
        <p:nvSpPr>
          <p:cNvPr id="735" name="Google Shape;735;g3bc6b650b34_0_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Dâng Trời ngàn ước mơ nồng nàn, dâng đầy tràn giữa ngày xuân.</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9" name="Shape 739"/>
        <p:cNvGrpSpPr/>
        <p:nvPr/>
      </p:nvGrpSpPr>
      <p:grpSpPr>
        <a:xfrm>
          <a:off x="0" y="0"/>
          <a:ext cx="0" cy="0"/>
          <a:chOff x="0" y="0"/>
          <a:chExt cx="0" cy="0"/>
        </a:xfrm>
      </p:grpSpPr>
      <p:sp>
        <p:nvSpPr>
          <p:cNvPr id="740" name="Google Shape;740;g3a42a8b53c1_2_21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Ngày xuân dâng lên là dâng lên, Chúa xuân ơi xin nhận cho đời.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4" name="Shape 744"/>
        <p:cNvGrpSpPr/>
        <p:nvPr/>
      </p:nvGrpSpPr>
      <p:grpSpPr>
        <a:xfrm>
          <a:off x="0" y="0"/>
          <a:ext cx="0" cy="0"/>
          <a:chOff x="0" y="0"/>
          <a:chExt cx="0" cy="0"/>
        </a:xfrm>
      </p:grpSpPr>
      <p:sp>
        <p:nvSpPr>
          <p:cNvPr id="745" name="Google Shape;745;g3b224b7d20a_0_11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Hương lòng trong những ngày xuân, thiết tha lời yêu mến tạ ơn</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9" name="Shape 749"/>
        <p:cNvGrpSpPr/>
        <p:nvPr/>
      </p:nvGrpSpPr>
      <p:grpSpPr>
        <a:xfrm>
          <a:off x="0" y="0"/>
          <a:ext cx="0" cy="0"/>
          <a:chOff x="0" y="0"/>
          <a:chExt cx="0" cy="0"/>
        </a:xfrm>
      </p:grpSpPr>
      <p:sp>
        <p:nvSpPr>
          <p:cNvPr id="750" name="Google Shape;750;g386abb9ea5c_0_7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2</a:t>
            </a:r>
            <a:r>
              <a:rPr b="1" lang="en-US" sz="7500">
                <a:solidFill>
                  <a:srgbClr val="FFFF00"/>
                </a:solidFill>
                <a:latin typeface="Times New Roman"/>
                <a:ea typeface="Times New Roman"/>
                <a:cs typeface="Times New Roman"/>
                <a:sym typeface="Times New Roman"/>
              </a:rPr>
              <a:t>. </a:t>
            </a:r>
            <a:r>
              <a:rPr b="1" lang="en-US" sz="7500">
                <a:solidFill>
                  <a:schemeClr val="lt1"/>
                </a:solidFill>
                <a:latin typeface="Times New Roman"/>
                <a:ea typeface="Times New Roman"/>
                <a:cs typeface="Times New Roman"/>
                <a:sym typeface="Times New Roman"/>
              </a:rPr>
              <a:t>Mùa Đông mênh mang trôi qua, cánh chim trời mùa xuân đã mở.</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4" name="Shape 754"/>
        <p:cNvGrpSpPr/>
        <p:nvPr/>
      </p:nvGrpSpPr>
      <p:grpSpPr>
        <a:xfrm>
          <a:off x="0" y="0"/>
          <a:ext cx="0" cy="0"/>
          <a:chOff x="0" y="0"/>
          <a:chExt cx="0" cy="0"/>
        </a:xfrm>
      </p:grpSpPr>
      <p:sp>
        <p:nvSpPr>
          <p:cNvPr id="755" name="Google Shape;755;g386abb9ea5c_0_8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Thời gian dâng trong tay Cha, với bao mùa của lá hoa.</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9" name="Shape 759"/>
        <p:cNvGrpSpPr/>
        <p:nvPr/>
      </p:nvGrpSpPr>
      <p:grpSpPr>
        <a:xfrm>
          <a:off x="0" y="0"/>
          <a:ext cx="0" cy="0"/>
          <a:chOff x="0" y="0"/>
          <a:chExt cx="0" cy="0"/>
        </a:xfrm>
      </p:grpSpPr>
      <p:sp>
        <p:nvSpPr>
          <p:cNvPr id="760" name="Google Shape;760;g386abb9ea5c_0_8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Đời sống có lúc ngát muôn hương, có ngày đầy gió sương.</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4" name="Shape 764"/>
        <p:cNvGrpSpPr/>
        <p:nvPr/>
      </p:nvGrpSpPr>
      <p:grpSpPr>
        <a:xfrm>
          <a:off x="0" y="0"/>
          <a:ext cx="0" cy="0"/>
          <a:chOff x="0" y="0"/>
          <a:chExt cx="0" cy="0"/>
        </a:xfrm>
      </p:grpSpPr>
      <p:sp>
        <p:nvSpPr>
          <p:cNvPr id="765" name="Google Shape;765;g386abb9ea5c_0_8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Xin Trời dìu bước đi miệt mài, êm đềm nhịp sống ngày mai.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9" name="Shape 769"/>
        <p:cNvGrpSpPr/>
        <p:nvPr/>
      </p:nvGrpSpPr>
      <p:grpSpPr>
        <a:xfrm>
          <a:off x="0" y="0"/>
          <a:ext cx="0" cy="0"/>
          <a:chOff x="0" y="0"/>
          <a:chExt cx="0" cy="0"/>
        </a:xfrm>
      </p:grpSpPr>
      <p:sp>
        <p:nvSpPr>
          <p:cNvPr id="770" name="Google Shape;770;g386abb9ea5c_0_9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Ngày xuân dâng lên là dâng lên, Chúa xuân ơi xin nhận cho đời.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4" name="Shape 774"/>
        <p:cNvGrpSpPr/>
        <p:nvPr/>
      </p:nvGrpSpPr>
      <p:grpSpPr>
        <a:xfrm>
          <a:off x="0" y="0"/>
          <a:ext cx="0" cy="0"/>
          <a:chOff x="0" y="0"/>
          <a:chExt cx="0" cy="0"/>
        </a:xfrm>
      </p:grpSpPr>
      <p:sp>
        <p:nvSpPr>
          <p:cNvPr id="775" name="Google Shape;775;g386abb9ea5c_0_9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Hương lòng trong những ngày xuân, thiết tha lời yêu mến tạ ơn</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9" name="Shape 779"/>
        <p:cNvGrpSpPr/>
        <p:nvPr/>
      </p:nvGrpSpPr>
      <p:grpSpPr>
        <a:xfrm>
          <a:off x="0" y="0"/>
          <a:ext cx="0" cy="0"/>
          <a:chOff x="0" y="0"/>
          <a:chExt cx="0" cy="0"/>
        </a:xfrm>
      </p:grpSpPr>
      <p:sp>
        <p:nvSpPr>
          <p:cNvPr id="780" name="Google Shape;780;g386abb9ea5c_0_10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3</a:t>
            </a:r>
            <a:r>
              <a:rPr b="1" lang="en-US" sz="7500">
                <a:solidFill>
                  <a:srgbClr val="FFFF00"/>
                </a:solidFill>
                <a:latin typeface="Times New Roman"/>
                <a:ea typeface="Times New Roman"/>
                <a:cs typeface="Times New Roman"/>
                <a:sym typeface="Times New Roman"/>
              </a:rPr>
              <a:t>. </a:t>
            </a:r>
            <a:r>
              <a:rPr b="1" lang="en-US" sz="7500">
                <a:solidFill>
                  <a:schemeClr val="lt1"/>
                </a:solidFill>
                <a:latin typeface="Times New Roman"/>
                <a:ea typeface="Times New Roman"/>
                <a:cs typeface="Times New Roman"/>
                <a:sym typeface="Times New Roman"/>
              </a:rPr>
              <a:t>Ngày Xuân xin dâng lên Cha, lúa đang mùa mầm non sắp trổ.</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4" name="Shape 784"/>
        <p:cNvGrpSpPr/>
        <p:nvPr/>
      </p:nvGrpSpPr>
      <p:grpSpPr>
        <a:xfrm>
          <a:off x="0" y="0"/>
          <a:ext cx="0" cy="0"/>
          <a:chOff x="0" y="0"/>
          <a:chExt cx="0" cy="0"/>
        </a:xfrm>
      </p:grpSpPr>
      <p:sp>
        <p:nvSpPr>
          <p:cNvPr id="785" name="Google Shape;785;g386abb9ea5c_0_10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Bàn tay chung xây muôn nơi, ước mong cuộc đời thắm tươi.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9" name="Shape 789"/>
        <p:cNvGrpSpPr/>
        <p:nvPr/>
      </p:nvGrpSpPr>
      <p:grpSpPr>
        <a:xfrm>
          <a:off x="0" y="0"/>
          <a:ext cx="0" cy="0"/>
          <a:chOff x="0" y="0"/>
          <a:chExt cx="0" cy="0"/>
        </a:xfrm>
      </p:grpSpPr>
      <p:sp>
        <p:nvSpPr>
          <p:cNvPr id="790" name="Google Shape;790;g386abb9ea5c_0_10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Nguyện Chúa kết trái Chúa đơm hoa, cho người hoà tiếng ca.</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4" name="Shape 794"/>
        <p:cNvGrpSpPr/>
        <p:nvPr/>
      </p:nvGrpSpPr>
      <p:grpSpPr>
        <a:xfrm>
          <a:off x="0" y="0"/>
          <a:ext cx="0" cy="0"/>
          <a:chOff x="0" y="0"/>
          <a:chExt cx="0" cy="0"/>
        </a:xfrm>
      </p:grpSpPr>
      <p:sp>
        <p:nvSpPr>
          <p:cNvPr id="795" name="Google Shape;795;g386abb9ea5c_0_11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Xin Trời gọi nắng xa về gần, gian trần nồng ấm tình xuân.</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9" name="Shape 799"/>
        <p:cNvGrpSpPr/>
        <p:nvPr/>
      </p:nvGrpSpPr>
      <p:grpSpPr>
        <a:xfrm>
          <a:off x="0" y="0"/>
          <a:ext cx="0" cy="0"/>
          <a:chOff x="0" y="0"/>
          <a:chExt cx="0" cy="0"/>
        </a:xfrm>
      </p:grpSpPr>
      <p:sp>
        <p:nvSpPr>
          <p:cNvPr id="800" name="Google Shape;800;g386abb9ea5c_0_11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Ngày xuân dâng lên là dâng lên, Chúa xuân ơi xin nhận cho đời.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4" name="Shape 804"/>
        <p:cNvGrpSpPr/>
        <p:nvPr/>
      </p:nvGrpSpPr>
      <p:grpSpPr>
        <a:xfrm>
          <a:off x="0" y="0"/>
          <a:ext cx="0" cy="0"/>
          <a:chOff x="0" y="0"/>
          <a:chExt cx="0" cy="0"/>
        </a:xfrm>
      </p:grpSpPr>
      <p:sp>
        <p:nvSpPr>
          <p:cNvPr id="805" name="Google Shape;805;g386abb9ea5c_0_12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Hương lòng trong những ngày xuân, thiết tha lời yêu mến tạ ơn</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9" name="Shape 809"/>
        <p:cNvGrpSpPr/>
        <p:nvPr/>
      </p:nvGrpSpPr>
      <p:grpSpPr>
        <a:xfrm>
          <a:off x="0" y="0"/>
          <a:ext cx="0" cy="0"/>
          <a:chOff x="0" y="0"/>
          <a:chExt cx="0" cy="0"/>
        </a:xfrm>
      </p:grpSpPr>
      <p:pic>
        <p:nvPicPr>
          <p:cNvPr descr="A golden chalice and a cross next to a book&#10;&#10;AI-generated content may be incorrect." id="810" name="Google Shape;810;p201"/>
          <p:cNvPicPr preferRelativeResize="0"/>
          <p:nvPr/>
        </p:nvPicPr>
        <p:blipFill rotWithShape="1">
          <a:blip r:embed="rId3">
            <a:alphaModFix/>
          </a:blip>
          <a:srcRect b="9844" l="0" r="0" t="5782"/>
          <a:stretch/>
        </p:blipFill>
        <p:spPr>
          <a:xfrm>
            <a:off x="0" y="0"/>
            <a:ext cx="9144000" cy="5143500"/>
          </a:xfrm>
          <a:prstGeom prst="rect">
            <a:avLst/>
          </a:prstGeom>
          <a:noFill/>
          <a:ln>
            <a:noFill/>
          </a:ln>
        </p:spPr>
      </p:pic>
    </p:spTree>
  </p:cSld>
  <p:clrMapOvr>
    <a:masterClrMapping/>
  </p:clrMapOvr>
</p:sld>
</file>

<file path=ppt/slides/slide1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4" name="Shape 814"/>
        <p:cNvGrpSpPr/>
        <p:nvPr/>
      </p:nvGrpSpPr>
      <p:grpSpPr>
        <a:xfrm>
          <a:off x="0" y="0"/>
          <a:ext cx="0" cy="0"/>
          <a:chOff x="0" y="0"/>
          <a:chExt cx="0" cy="0"/>
        </a:xfrm>
      </p:grpSpPr>
      <p:sp>
        <p:nvSpPr>
          <p:cNvPr id="815" name="Google Shape;815;p202"/>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4000"/>
              <a:buFont typeface="Times"/>
              <a:buNone/>
            </a:pPr>
            <a:br>
              <a:rPr b="1" lang="en-US" sz="4000">
                <a:solidFill>
                  <a:schemeClr val="accent4"/>
                </a:solidFill>
                <a:latin typeface="Times"/>
                <a:ea typeface="Times"/>
                <a:cs typeface="Times"/>
                <a:sym typeface="Times"/>
              </a:rPr>
            </a:br>
            <a:r>
              <a:rPr b="1" lang="en-US" sz="4000">
                <a:solidFill>
                  <a:schemeClr val="accent4"/>
                </a:solidFill>
                <a:latin typeface="Times"/>
                <a:ea typeface="Times"/>
                <a:cs typeface="Times"/>
                <a:sym typeface="Times"/>
              </a:rPr>
              <a:t>KINH THÁNH, THÁNH</a:t>
            </a:r>
            <a:br>
              <a:rPr b="1" lang="en-US" sz="4000">
                <a:solidFill>
                  <a:schemeClr val="accent4"/>
                </a:solidFill>
                <a:latin typeface="Times"/>
                <a:ea typeface="Times"/>
                <a:cs typeface="Times"/>
                <a:sym typeface="Times"/>
              </a:rPr>
            </a:br>
            <a:r>
              <a:rPr b="1" lang="en-US" sz="7200">
                <a:solidFill>
                  <a:schemeClr val="lt1"/>
                </a:solidFill>
                <a:latin typeface="Times"/>
                <a:ea typeface="Times"/>
                <a:cs typeface="Times"/>
                <a:sym typeface="Times"/>
              </a:rPr>
              <a:t>Thánh, Thánh, Thánh. Chúa là Thiên Chúa các đạo binh</a:t>
            </a:r>
            <a:br>
              <a:rPr b="1" lang="en-US" sz="7200">
                <a:solidFill>
                  <a:schemeClr val="lt1"/>
                </a:solidFill>
                <a:latin typeface="Times"/>
                <a:ea typeface="Times"/>
                <a:cs typeface="Times"/>
                <a:sym typeface="Times"/>
              </a:rPr>
            </a:br>
            <a:endParaRPr b="1" sz="7200">
              <a:solidFill>
                <a:schemeClr val="lt1"/>
              </a:solidFill>
              <a:latin typeface="Times"/>
              <a:ea typeface="Times"/>
              <a:cs typeface="Times"/>
              <a:sym typeface="Times"/>
            </a:endParaRPr>
          </a:p>
        </p:txBody>
      </p:sp>
    </p:spTree>
  </p:cSld>
  <p:clrMapOvr>
    <a:masterClrMapping/>
  </p:clrMapOvr>
</p:sld>
</file>

<file path=ppt/slides/slide1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9" name="Shape 819"/>
        <p:cNvGrpSpPr/>
        <p:nvPr/>
      </p:nvGrpSpPr>
      <p:grpSpPr>
        <a:xfrm>
          <a:off x="0" y="0"/>
          <a:ext cx="0" cy="0"/>
          <a:chOff x="0" y="0"/>
          <a:chExt cx="0" cy="0"/>
        </a:xfrm>
      </p:grpSpPr>
      <p:sp>
        <p:nvSpPr>
          <p:cNvPr id="820" name="Google Shape;820;p203"/>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Trời đất đầy vinh quang Chúa. Hoan hô Chúa trên các tầng trời.</a:t>
            </a:r>
            <a:endParaRPr b="1" sz="7200">
              <a:solidFill>
                <a:schemeClr val="lt1"/>
              </a:solidFill>
              <a:latin typeface="Times"/>
              <a:ea typeface="Times"/>
              <a:cs typeface="Times"/>
              <a:sym typeface="Times"/>
            </a:endParaRPr>
          </a:p>
        </p:txBody>
      </p:sp>
    </p:spTree>
  </p:cSld>
  <p:clrMapOvr>
    <a:masterClrMapping/>
  </p:clrMapOvr>
</p:sld>
</file>

<file path=ppt/slides/slide1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4" name="Shape 824"/>
        <p:cNvGrpSpPr/>
        <p:nvPr/>
      </p:nvGrpSpPr>
      <p:grpSpPr>
        <a:xfrm>
          <a:off x="0" y="0"/>
          <a:ext cx="0" cy="0"/>
          <a:chOff x="0" y="0"/>
          <a:chExt cx="0" cy="0"/>
        </a:xfrm>
      </p:grpSpPr>
      <p:sp>
        <p:nvSpPr>
          <p:cNvPr id="825" name="Google Shape;825;p204"/>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Chúc tụng Đấng ngự đến nhân danh Chúa. Hoan hô Chúa trên các tầng trời.</a:t>
            </a:r>
            <a:endParaRPr b="1" sz="7200">
              <a:solidFill>
                <a:schemeClr val="lt1"/>
              </a:solidFill>
              <a:latin typeface="Times"/>
              <a:ea typeface="Times"/>
              <a:cs typeface="Times"/>
              <a:sym typeface="Times"/>
            </a:endParaRPr>
          </a:p>
        </p:txBody>
      </p:sp>
    </p:spTree>
  </p:cSld>
  <p:clrMapOvr>
    <a:masterClrMapping/>
  </p:clrMapOvr>
</p:sld>
</file>

<file path=ppt/slides/slide1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9" name="Shape 829"/>
        <p:cNvGrpSpPr/>
        <p:nvPr/>
      </p:nvGrpSpPr>
      <p:grpSpPr>
        <a:xfrm>
          <a:off x="0" y="0"/>
          <a:ext cx="0" cy="0"/>
          <a:chOff x="0" y="0"/>
          <a:chExt cx="0" cy="0"/>
        </a:xfrm>
      </p:grpSpPr>
      <p:pic>
        <p:nvPicPr>
          <p:cNvPr descr="A golden chalice and a cross next to a book&#10;&#10;AI-generated content may be incorrect." id="830" name="Google Shape;830;p205"/>
          <p:cNvPicPr preferRelativeResize="0"/>
          <p:nvPr/>
        </p:nvPicPr>
        <p:blipFill rotWithShape="1">
          <a:blip r:embed="rId3">
            <a:alphaModFix/>
          </a:blip>
          <a:srcRect b="9844" l="0" r="0" t="5782"/>
          <a:stretch/>
        </p:blipFill>
        <p:spPr>
          <a:xfrm>
            <a:off x="0" y="0"/>
            <a:ext cx="9144000" cy="5143500"/>
          </a:xfrm>
          <a:prstGeom prst="rect">
            <a:avLst/>
          </a:prstGeom>
          <a:noFill/>
          <a:ln>
            <a:noFill/>
          </a:ln>
        </p:spPr>
      </p:pic>
    </p:spTree>
  </p:cSld>
  <p:clrMapOvr>
    <a:masterClrMapping/>
  </p:clrMapOvr>
</p:sld>
</file>

<file path=ppt/slides/slide1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4" name="Shape 834"/>
        <p:cNvGrpSpPr/>
        <p:nvPr/>
      </p:nvGrpSpPr>
      <p:grpSpPr>
        <a:xfrm>
          <a:off x="0" y="0"/>
          <a:ext cx="0" cy="0"/>
          <a:chOff x="0" y="0"/>
          <a:chExt cx="0" cy="0"/>
        </a:xfrm>
      </p:grpSpPr>
      <p:sp>
        <p:nvSpPr>
          <p:cNvPr id="835" name="Google Shape;835;g3a42a8b53c1_2_268"/>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4000"/>
              <a:buFont typeface="Times"/>
              <a:buNone/>
            </a:pPr>
            <a:br>
              <a:rPr b="1" lang="en-US" sz="4000">
                <a:solidFill>
                  <a:schemeClr val="accent4"/>
                </a:solidFill>
                <a:latin typeface="Times"/>
                <a:ea typeface="Times"/>
                <a:cs typeface="Times"/>
                <a:sym typeface="Times"/>
              </a:rPr>
            </a:br>
            <a:r>
              <a:rPr b="1" lang="en-US" sz="4000">
                <a:solidFill>
                  <a:schemeClr val="accent4"/>
                </a:solidFill>
                <a:latin typeface="Times"/>
                <a:ea typeface="Times"/>
                <a:cs typeface="Times"/>
                <a:sym typeface="Times"/>
              </a:rPr>
              <a:t>CHIÊN THIÊN CHÚA</a:t>
            </a:r>
            <a:endParaRPr b="1" sz="4000">
              <a:solidFill>
                <a:schemeClr val="accent4"/>
              </a:solidFill>
              <a:latin typeface="Times"/>
              <a:ea typeface="Times"/>
              <a:cs typeface="Times"/>
              <a:sym typeface="Times"/>
            </a:endParaRPr>
          </a:p>
          <a:p>
            <a:pPr indent="0" lvl="0" marL="0" rtl="0" algn="just">
              <a:lnSpc>
                <a:spcPct val="100000"/>
              </a:lnSpc>
              <a:spcBef>
                <a:spcPts val="0"/>
              </a:spcBef>
              <a:spcAft>
                <a:spcPts val="0"/>
              </a:spcAft>
              <a:buClr>
                <a:schemeClr val="accent4"/>
              </a:buClr>
              <a:buSzPts val="4000"/>
              <a:buFont typeface="Times"/>
              <a:buNone/>
            </a:pPr>
            <a:r>
              <a:rPr b="1" lang="en-US" sz="6600">
                <a:solidFill>
                  <a:schemeClr val="lt1"/>
                </a:solidFill>
                <a:latin typeface="Times"/>
                <a:ea typeface="Times"/>
                <a:cs typeface="Times"/>
                <a:sym typeface="Times"/>
              </a:rPr>
              <a:t>Lạy Chiên Thiên Chúa, Đấng xóa tội trần gian, xin thương xót chúng con.</a:t>
            </a:r>
            <a:br>
              <a:rPr b="1" lang="en-US" sz="7200">
                <a:solidFill>
                  <a:schemeClr val="lt1"/>
                </a:solidFill>
                <a:latin typeface="Times"/>
                <a:ea typeface="Times"/>
                <a:cs typeface="Times"/>
                <a:sym typeface="Times"/>
              </a:rPr>
            </a:br>
            <a:endParaRPr b="1" sz="7200">
              <a:solidFill>
                <a:schemeClr val="lt1"/>
              </a:solidFill>
              <a:latin typeface="Times"/>
              <a:ea typeface="Times"/>
              <a:cs typeface="Times"/>
              <a:sym typeface="Times"/>
            </a:endParaRPr>
          </a:p>
        </p:txBody>
      </p:sp>
    </p:spTree>
  </p:cSld>
  <p:clrMapOvr>
    <a:masterClrMapping/>
  </p:clrMapOvr>
</p:sld>
</file>

<file path=ppt/slides/slide1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9" name="Shape 839"/>
        <p:cNvGrpSpPr/>
        <p:nvPr/>
      </p:nvGrpSpPr>
      <p:grpSpPr>
        <a:xfrm>
          <a:off x="0" y="0"/>
          <a:ext cx="0" cy="0"/>
          <a:chOff x="0" y="0"/>
          <a:chExt cx="0" cy="0"/>
        </a:xfrm>
      </p:grpSpPr>
      <p:sp>
        <p:nvSpPr>
          <p:cNvPr id="840" name="Google Shape;840;p207"/>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a:ea typeface="Times"/>
                <a:cs typeface="Times"/>
                <a:sym typeface="Times"/>
              </a:rPr>
              <a:t>Lạy Chiên Thiên Chúa, Đấng xóa tội trần gian: xin thương xót chúng con.</a:t>
            </a:r>
            <a:endParaRPr b="1" sz="7000">
              <a:solidFill>
                <a:schemeClr val="lt1"/>
              </a:solidFill>
              <a:latin typeface="Times"/>
              <a:ea typeface="Times"/>
              <a:cs typeface="Times"/>
              <a:sym typeface="Times"/>
            </a:endParaRPr>
          </a:p>
        </p:txBody>
      </p:sp>
    </p:spTree>
  </p:cSld>
  <p:clrMapOvr>
    <a:masterClrMapping/>
  </p:clrMapOvr>
</p:sld>
</file>

<file path=ppt/slides/slide1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4" name="Shape 844"/>
        <p:cNvGrpSpPr/>
        <p:nvPr/>
      </p:nvGrpSpPr>
      <p:grpSpPr>
        <a:xfrm>
          <a:off x="0" y="0"/>
          <a:ext cx="0" cy="0"/>
          <a:chOff x="0" y="0"/>
          <a:chExt cx="0" cy="0"/>
        </a:xfrm>
      </p:grpSpPr>
      <p:sp>
        <p:nvSpPr>
          <p:cNvPr id="845" name="Google Shape;845;p208"/>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a:ea typeface="Times"/>
                <a:cs typeface="Times"/>
                <a:sym typeface="Times"/>
              </a:rPr>
              <a:t>Lạy Chiên Thiên Chúa, Đấng xóa tội trần gian: xin ban bình an cho chúng con.</a:t>
            </a:r>
            <a:endParaRPr b="1" sz="7000">
              <a:solidFill>
                <a:schemeClr val="lt1"/>
              </a:solidFill>
              <a:latin typeface="Times"/>
              <a:ea typeface="Times"/>
              <a:cs typeface="Times"/>
              <a:sym typeface="Times"/>
            </a:endParaRPr>
          </a:p>
        </p:txBody>
      </p:sp>
    </p:spTree>
  </p:cSld>
  <p:clrMapOvr>
    <a:masterClrMapping/>
  </p:clrMapOvr>
</p:sld>
</file>

<file path=ppt/slides/slide1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9" name="Shape 849"/>
        <p:cNvGrpSpPr/>
        <p:nvPr/>
      </p:nvGrpSpPr>
      <p:grpSpPr>
        <a:xfrm>
          <a:off x="0" y="0"/>
          <a:ext cx="0" cy="0"/>
          <a:chOff x="0" y="0"/>
          <a:chExt cx="0" cy="0"/>
        </a:xfrm>
      </p:grpSpPr>
      <p:pic>
        <p:nvPicPr>
          <p:cNvPr descr="A golden chalice and a cross next to a book&#10;&#10;AI-generated content may be incorrect." id="850" name="Google Shape;850;p209"/>
          <p:cNvPicPr preferRelativeResize="0"/>
          <p:nvPr/>
        </p:nvPicPr>
        <p:blipFill rotWithShape="1">
          <a:blip r:embed="rId3">
            <a:alphaModFix/>
          </a:blip>
          <a:srcRect b="9844" l="0" r="0" t="5782"/>
          <a:stretch/>
        </p:blipFill>
        <p:spPr>
          <a:xfrm>
            <a:off x="0" y="0"/>
            <a:ext cx="9144000" cy="5143500"/>
          </a:xfrm>
          <a:prstGeom prst="rect">
            <a:avLst/>
          </a:prstGeom>
          <a:noFill/>
          <a:ln>
            <a:noFill/>
          </a:ln>
        </p:spPr>
      </p:pic>
    </p:spTree>
  </p:cSld>
  <p:clrMapOvr>
    <a:masterClrMapping/>
  </p:clrMapOvr>
</p:sld>
</file>

<file path=ppt/slides/slide1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4" name="Shape 854"/>
        <p:cNvGrpSpPr/>
        <p:nvPr/>
      </p:nvGrpSpPr>
      <p:grpSpPr>
        <a:xfrm>
          <a:off x="0" y="0"/>
          <a:ext cx="0" cy="0"/>
          <a:chOff x="0" y="0"/>
          <a:chExt cx="0" cy="0"/>
        </a:xfrm>
      </p:grpSpPr>
      <p:sp>
        <p:nvSpPr>
          <p:cNvPr id="855" name="Google Shape;855;g3c80dc9c1fd_0_0"/>
          <p:cNvSpPr txBox="1"/>
          <p:nvPr>
            <p:ph type="ctrTitle"/>
          </p:nvPr>
        </p:nvSpPr>
        <p:spPr>
          <a:xfrm>
            <a:off x="0" y="680400"/>
            <a:ext cx="9144000" cy="4463100"/>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accent4"/>
              </a:buClr>
              <a:buSzPts val="4000"/>
              <a:buFont typeface="Times"/>
              <a:buNone/>
            </a:pPr>
            <a:r>
              <a:rPr b="1" lang="en-US" sz="7200">
                <a:solidFill>
                  <a:schemeClr val="lt1"/>
                </a:solidFill>
                <a:latin typeface="Times New Roman"/>
                <a:ea typeface="Times New Roman"/>
                <a:cs typeface="Times New Roman"/>
                <a:sym typeface="Times New Roman"/>
              </a:rPr>
              <a:t>Chúa là mục tử chăn dắt tôi, tôi chẳng thiếu thốn gì.</a:t>
            </a:r>
            <a:endParaRPr b="1" sz="7200">
              <a:solidFill>
                <a:schemeClr val="lt1"/>
              </a:solidFill>
              <a:latin typeface="Times New Roman"/>
              <a:ea typeface="Times New Roman"/>
              <a:cs typeface="Times New Roman"/>
              <a:sym typeface="Times New Roman"/>
            </a:endParaRPr>
          </a:p>
        </p:txBody>
      </p:sp>
      <p:sp>
        <p:nvSpPr>
          <p:cNvPr id="856" name="Google Shape;856;g3c80dc9c1fd_0_0"/>
          <p:cNvSpPr txBox="1"/>
          <p:nvPr/>
        </p:nvSpPr>
        <p:spPr>
          <a:xfrm>
            <a:off x="0" y="0"/>
            <a:ext cx="9144000" cy="800400"/>
          </a:xfrm>
          <a:prstGeom prst="rect">
            <a:avLst/>
          </a:prstGeom>
          <a:solidFill>
            <a:srgbClr val="002060"/>
          </a:solid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4000"/>
              <a:buFont typeface="Arial"/>
              <a:buNone/>
            </a:pPr>
            <a:r>
              <a:rPr b="1" i="0" lang="en-US" sz="4000" u="none" cap="none" strike="noStrike">
                <a:solidFill>
                  <a:schemeClr val="accent4"/>
                </a:solidFill>
                <a:latin typeface="Times"/>
                <a:ea typeface="Times"/>
                <a:cs typeface="Times"/>
                <a:sym typeface="Times"/>
              </a:rPr>
              <a:t>CA HIỆP LỄ</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0" name="Shape 860"/>
        <p:cNvGrpSpPr/>
        <p:nvPr/>
      </p:nvGrpSpPr>
      <p:grpSpPr>
        <a:xfrm>
          <a:off x="0" y="0"/>
          <a:ext cx="0" cy="0"/>
          <a:chOff x="0" y="0"/>
          <a:chExt cx="0" cy="0"/>
        </a:xfrm>
      </p:grpSpPr>
      <p:pic>
        <p:nvPicPr>
          <p:cNvPr descr="A gold chalice and two round objects on a plate&#10;&#10;AI-generated content may be incorrect." id="861" name="Google Shape;861;p212"/>
          <p:cNvPicPr preferRelativeResize="0"/>
          <p:nvPr/>
        </p:nvPicPr>
        <p:blipFill rotWithShape="1">
          <a:blip r:embed="rId3">
            <a:alphaModFix/>
          </a:blip>
          <a:srcRect b="0" l="0" r="0" t="0"/>
          <a:stretch/>
        </p:blipFill>
        <p:spPr>
          <a:xfrm>
            <a:off x="0" y="921"/>
            <a:ext cx="9143998" cy="5141657"/>
          </a:xfrm>
          <a:prstGeom prst="rect">
            <a:avLst/>
          </a:prstGeom>
          <a:noFill/>
          <a:ln>
            <a:noFill/>
          </a:ln>
        </p:spPr>
      </p:pic>
    </p:spTree>
  </p:cSld>
  <p:clrMapOvr>
    <a:masterClrMapping/>
  </p:clrMapOvr>
</p:sld>
</file>

<file path=ppt/slides/slide1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5" name="Shape 865"/>
        <p:cNvGrpSpPr/>
        <p:nvPr/>
      </p:nvGrpSpPr>
      <p:grpSpPr>
        <a:xfrm>
          <a:off x="0" y="0"/>
          <a:ext cx="0" cy="0"/>
          <a:chOff x="0" y="0"/>
          <a:chExt cx="0" cy="0"/>
        </a:xfrm>
      </p:grpSpPr>
      <p:sp>
        <p:nvSpPr>
          <p:cNvPr id="866" name="Google Shape;866;g3bebe0ff2f1_0_114"/>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HIỆP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VÍ NHƯ</a:t>
            </a:r>
            <a:br>
              <a:rPr b="1" i="0" lang="en-US" sz="4700">
                <a:latin typeface="Times New Roman"/>
                <a:ea typeface="Times New Roman"/>
                <a:cs typeface="Times New Roman"/>
                <a:sym typeface="Times New Roman"/>
              </a:rPr>
            </a:br>
            <a:r>
              <a:rPr b="1" i="1" lang="en-US" sz="4700">
                <a:solidFill>
                  <a:srgbClr val="FFD966"/>
                </a:solidFill>
                <a:latin typeface="Times New Roman"/>
                <a:ea typeface="Times New Roman"/>
                <a:cs typeface="Times New Roman"/>
                <a:sym typeface="Times New Roman"/>
              </a:rPr>
              <a:t>(Lm. Thái Nguyên)</a:t>
            </a:r>
            <a:endParaRPr b="1" sz="4700">
              <a:solidFill>
                <a:srgbClr val="FFD966"/>
              </a:solidFill>
              <a:latin typeface="Times New Roman"/>
              <a:ea typeface="Times New Roman"/>
              <a:cs typeface="Times New Roman"/>
              <a:sym typeface="Times New Roman"/>
            </a:endParaRPr>
          </a:p>
        </p:txBody>
      </p:sp>
    </p:spTree>
  </p:cSld>
  <p:clrMapOvr>
    <a:masterClrMapping/>
  </p:clrMapOvr>
</p:sld>
</file>

<file path=ppt/slides/slide1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0" name="Shape 870"/>
        <p:cNvGrpSpPr/>
        <p:nvPr/>
      </p:nvGrpSpPr>
      <p:grpSpPr>
        <a:xfrm>
          <a:off x="0" y="0"/>
          <a:ext cx="0" cy="0"/>
          <a:chOff x="0" y="0"/>
          <a:chExt cx="0" cy="0"/>
        </a:xfrm>
      </p:grpSpPr>
      <p:sp>
        <p:nvSpPr>
          <p:cNvPr id="871" name="Google Shape;871;g3bebe0ff2f1_0_11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a:t>
            </a:r>
            <a:r>
              <a:rPr b="1" lang="en-US" sz="8000">
                <a:solidFill>
                  <a:srgbClr val="FFFF00"/>
                </a:solidFill>
                <a:latin typeface="Times New Roman"/>
                <a:ea typeface="Times New Roman"/>
                <a:cs typeface="Times New Roman"/>
                <a:sym typeface="Times New Roman"/>
              </a:rPr>
              <a:t> </a:t>
            </a:r>
            <a:r>
              <a:rPr b="1" lang="en-US" sz="8000">
                <a:solidFill>
                  <a:schemeClr val="lt1"/>
                </a:solidFill>
                <a:latin typeface="Times New Roman"/>
                <a:ea typeface="Times New Roman"/>
                <a:cs typeface="Times New Roman"/>
                <a:sym typeface="Times New Roman"/>
              </a:rPr>
              <a:t>Ví như Chúa chẳng xây nhà, thợ nề vất và cũng là uống công.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5" name="Shape 875"/>
        <p:cNvGrpSpPr/>
        <p:nvPr/>
      </p:nvGrpSpPr>
      <p:grpSpPr>
        <a:xfrm>
          <a:off x="0" y="0"/>
          <a:ext cx="0" cy="0"/>
          <a:chOff x="0" y="0"/>
          <a:chExt cx="0" cy="0"/>
        </a:xfrm>
      </p:grpSpPr>
      <p:sp>
        <p:nvSpPr>
          <p:cNvPr id="876" name="Google Shape;876;g3bebe0ff2f1_0_12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Thành kia Chúa chẳng canh phòng đêm khuya hôm sớm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0" name="Shape 880"/>
        <p:cNvGrpSpPr/>
        <p:nvPr/>
      </p:nvGrpSpPr>
      <p:grpSpPr>
        <a:xfrm>
          <a:off x="0" y="0"/>
          <a:ext cx="0" cy="0"/>
          <a:chOff x="0" y="0"/>
          <a:chExt cx="0" cy="0"/>
        </a:xfrm>
      </p:grpSpPr>
      <p:sp>
        <p:nvSpPr>
          <p:cNvPr id="881" name="Google Shape;881;g3bebe0ff2f1_0_12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trông chừng hoài công.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5" name="Shape 885"/>
        <p:cNvGrpSpPr/>
        <p:nvPr/>
      </p:nvGrpSpPr>
      <p:grpSpPr>
        <a:xfrm>
          <a:off x="0" y="0"/>
          <a:ext cx="0" cy="0"/>
          <a:chOff x="0" y="0"/>
          <a:chExt cx="0" cy="0"/>
        </a:xfrm>
      </p:grpSpPr>
      <p:sp>
        <p:nvSpPr>
          <p:cNvPr id="886" name="Google Shape;886;g3bebe0ff2f1_0_13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1.</a:t>
            </a:r>
            <a:r>
              <a:rPr b="1" lang="en-US" sz="7500">
                <a:solidFill>
                  <a:srgbClr val="FFFF00"/>
                </a:solidFill>
                <a:latin typeface="Times New Roman"/>
                <a:ea typeface="Times New Roman"/>
                <a:cs typeface="Times New Roman"/>
                <a:sym typeface="Times New Roman"/>
              </a:rPr>
              <a:t> </a:t>
            </a:r>
            <a:r>
              <a:rPr b="1" lang="en-US" sz="7500">
                <a:solidFill>
                  <a:schemeClr val="lt1"/>
                </a:solidFill>
                <a:latin typeface="Times New Roman"/>
                <a:ea typeface="Times New Roman"/>
                <a:cs typeface="Times New Roman"/>
                <a:sym typeface="Times New Roman"/>
              </a:rPr>
              <a:t>Đời mưa gió bao gian khó đổi thay lo lắng đựng xây biết bao nhiêu nhọc nhằn,</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0" name="Shape 890"/>
        <p:cNvGrpSpPr/>
        <p:nvPr/>
      </p:nvGrpSpPr>
      <p:grpSpPr>
        <a:xfrm>
          <a:off x="0" y="0"/>
          <a:ext cx="0" cy="0"/>
          <a:chOff x="0" y="0"/>
          <a:chExt cx="0" cy="0"/>
        </a:xfrm>
      </p:grpSpPr>
      <p:sp>
        <p:nvSpPr>
          <p:cNvPr id="891" name="Google Shape;891;g3bebe0ff2f1_0_13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nhưng chớ quên rằng tất cả là do Chúa,</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5" name="Shape 895"/>
        <p:cNvGrpSpPr/>
        <p:nvPr/>
      </p:nvGrpSpPr>
      <p:grpSpPr>
        <a:xfrm>
          <a:off x="0" y="0"/>
          <a:ext cx="0" cy="0"/>
          <a:chOff x="0" y="0"/>
          <a:chExt cx="0" cy="0"/>
        </a:xfrm>
      </p:grpSpPr>
      <p:sp>
        <p:nvSpPr>
          <p:cNvPr id="896" name="Google Shape;896;g3bebe0ff2f1_0_13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nếu Chúa không phù trì đời con đâu có gì.</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0" name="Shape 900"/>
        <p:cNvGrpSpPr/>
        <p:nvPr/>
      </p:nvGrpSpPr>
      <p:grpSpPr>
        <a:xfrm>
          <a:off x="0" y="0"/>
          <a:ext cx="0" cy="0"/>
          <a:chOff x="0" y="0"/>
          <a:chExt cx="0" cy="0"/>
        </a:xfrm>
      </p:grpSpPr>
      <p:sp>
        <p:nvSpPr>
          <p:cNvPr id="901" name="Google Shape;901;g386abb9ea5c_0_12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Ví như Chúa chẳng xây nhà, thợ nề vất và cũng là uống công.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5" name="Shape 905"/>
        <p:cNvGrpSpPr/>
        <p:nvPr/>
      </p:nvGrpSpPr>
      <p:grpSpPr>
        <a:xfrm>
          <a:off x="0" y="0"/>
          <a:ext cx="0" cy="0"/>
          <a:chOff x="0" y="0"/>
          <a:chExt cx="0" cy="0"/>
        </a:xfrm>
      </p:grpSpPr>
      <p:sp>
        <p:nvSpPr>
          <p:cNvPr id="906" name="Google Shape;906;g386abb9ea5c_0_12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Thành kia Chúa chẳng canh phòng đêm khuya hôm sớm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0" name="Shape 910"/>
        <p:cNvGrpSpPr/>
        <p:nvPr/>
      </p:nvGrpSpPr>
      <p:grpSpPr>
        <a:xfrm>
          <a:off x="0" y="0"/>
          <a:ext cx="0" cy="0"/>
          <a:chOff x="0" y="0"/>
          <a:chExt cx="0" cy="0"/>
        </a:xfrm>
      </p:grpSpPr>
      <p:sp>
        <p:nvSpPr>
          <p:cNvPr id="911" name="Google Shape;911;g386abb9ea5c_0_13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trông chừng hoài công.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5" name="Shape 915"/>
        <p:cNvGrpSpPr/>
        <p:nvPr/>
      </p:nvGrpSpPr>
      <p:grpSpPr>
        <a:xfrm>
          <a:off x="0" y="0"/>
          <a:ext cx="0" cy="0"/>
          <a:chOff x="0" y="0"/>
          <a:chExt cx="0" cy="0"/>
        </a:xfrm>
      </p:grpSpPr>
      <p:sp>
        <p:nvSpPr>
          <p:cNvPr id="916" name="Google Shape;916;g386abb9ea5c_0_13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2</a:t>
            </a:r>
            <a:r>
              <a:rPr b="1" lang="en-US" sz="7500">
                <a:solidFill>
                  <a:srgbClr val="FFFF00"/>
                </a:solidFill>
                <a:latin typeface="Times New Roman"/>
                <a:ea typeface="Times New Roman"/>
                <a:cs typeface="Times New Roman"/>
                <a:sym typeface="Times New Roman"/>
              </a:rPr>
              <a:t>. </a:t>
            </a:r>
            <a:r>
              <a:rPr b="1" lang="en-US" sz="7500">
                <a:solidFill>
                  <a:schemeClr val="lt1"/>
                </a:solidFill>
                <a:latin typeface="Times New Roman"/>
                <a:ea typeface="Times New Roman"/>
                <a:cs typeface="Times New Roman"/>
                <a:sym typeface="Times New Roman"/>
              </a:rPr>
              <a:t>Dù con có bao công sức tài năng, nhưng ích gì chăng nếu như không được Ngài,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0" name="Shape 920"/>
        <p:cNvGrpSpPr/>
        <p:nvPr/>
      </p:nvGrpSpPr>
      <p:grpSpPr>
        <a:xfrm>
          <a:off x="0" y="0"/>
          <a:ext cx="0" cy="0"/>
          <a:chOff x="0" y="0"/>
          <a:chExt cx="0" cy="0"/>
        </a:xfrm>
      </p:grpSpPr>
      <p:sp>
        <p:nvSpPr>
          <p:cNvPr id="921" name="Google Shape;921;g386abb9ea5c_0_14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chính Chúa an bài tất cả là cho con,</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5" name="Shape 925"/>
        <p:cNvGrpSpPr/>
        <p:nvPr/>
      </p:nvGrpSpPr>
      <p:grpSpPr>
        <a:xfrm>
          <a:off x="0" y="0"/>
          <a:ext cx="0" cy="0"/>
          <a:chOff x="0" y="0"/>
          <a:chExt cx="0" cy="0"/>
        </a:xfrm>
      </p:grpSpPr>
      <p:sp>
        <p:nvSpPr>
          <p:cNvPr id="926" name="Google Shape;926;g386abb9ea5c_0_14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chính Chúa thương tình Ngài hằng luôn giữ gìn.</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0" name="Shape 930"/>
        <p:cNvGrpSpPr/>
        <p:nvPr/>
      </p:nvGrpSpPr>
      <p:grpSpPr>
        <a:xfrm>
          <a:off x="0" y="0"/>
          <a:ext cx="0" cy="0"/>
          <a:chOff x="0" y="0"/>
          <a:chExt cx="0" cy="0"/>
        </a:xfrm>
      </p:grpSpPr>
      <p:sp>
        <p:nvSpPr>
          <p:cNvPr id="931" name="Google Shape;931;g386abb9ea5c_0_14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Ví như Chúa chẳng xây nhà, thợ nề vất và cũng là uống công.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5" name="Shape 935"/>
        <p:cNvGrpSpPr/>
        <p:nvPr/>
      </p:nvGrpSpPr>
      <p:grpSpPr>
        <a:xfrm>
          <a:off x="0" y="0"/>
          <a:ext cx="0" cy="0"/>
          <a:chOff x="0" y="0"/>
          <a:chExt cx="0" cy="0"/>
        </a:xfrm>
      </p:grpSpPr>
      <p:sp>
        <p:nvSpPr>
          <p:cNvPr id="936" name="Google Shape;936;g386abb9ea5c_0_15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Thành kia Chúa chẳng canh phòng đêm khuya hôm sớm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0" name="Shape 940"/>
        <p:cNvGrpSpPr/>
        <p:nvPr/>
      </p:nvGrpSpPr>
      <p:grpSpPr>
        <a:xfrm>
          <a:off x="0" y="0"/>
          <a:ext cx="0" cy="0"/>
          <a:chOff x="0" y="0"/>
          <a:chExt cx="0" cy="0"/>
        </a:xfrm>
      </p:grpSpPr>
      <p:sp>
        <p:nvSpPr>
          <p:cNvPr id="941" name="Google Shape;941;g386abb9ea5c_0_15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trông chừng hoài công.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5" name="Shape 945"/>
        <p:cNvGrpSpPr/>
        <p:nvPr/>
      </p:nvGrpSpPr>
      <p:grpSpPr>
        <a:xfrm>
          <a:off x="0" y="0"/>
          <a:ext cx="0" cy="0"/>
          <a:chOff x="0" y="0"/>
          <a:chExt cx="0" cy="0"/>
        </a:xfrm>
      </p:grpSpPr>
      <p:sp>
        <p:nvSpPr>
          <p:cNvPr id="946" name="Google Shape;946;g386abb9ea5c_0_16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3</a:t>
            </a:r>
            <a:r>
              <a:rPr b="1" lang="en-US" sz="7500">
                <a:solidFill>
                  <a:srgbClr val="FFFF00"/>
                </a:solidFill>
                <a:latin typeface="Times New Roman"/>
                <a:ea typeface="Times New Roman"/>
                <a:cs typeface="Times New Roman"/>
                <a:sym typeface="Times New Roman"/>
              </a:rPr>
              <a:t>. </a:t>
            </a:r>
            <a:r>
              <a:rPr b="1" lang="en-US" sz="7500">
                <a:solidFill>
                  <a:schemeClr val="lt1"/>
                </a:solidFill>
                <a:latin typeface="Times New Roman"/>
                <a:ea typeface="Times New Roman"/>
                <a:cs typeface="Times New Roman"/>
                <a:sym typeface="Times New Roman"/>
              </a:rPr>
              <a:t>Tạ ơn Chúa bao khúc hát lời ca, tay Chúa làm ra biết bao nhiêu điều lạ,</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0" name="Shape 950"/>
        <p:cNvGrpSpPr/>
        <p:nvPr/>
      </p:nvGrpSpPr>
      <p:grpSpPr>
        <a:xfrm>
          <a:off x="0" y="0"/>
          <a:ext cx="0" cy="0"/>
          <a:chOff x="0" y="0"/>
          <a:chExt cx="0" cy="0"/>
        </a:xfrm>
      </p:grpSpPr>
      <p:sp>
        <p:nvSpPr>
          <p:cNvPr id="951" name="Google Shape;951;g386abb9ea5c_0_16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chính Chúa vẫn là tất cả của đời con,</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5" name="Shape 955"/>
        <p:cNvGrpSpPr/>
        <p:nvPr/>
      </p:nvGrpSpPr>
      <p:grpSpPr>
        <a:xfrm>
          <a:off x="0" y="0"/>
          <a:ext cx="0" cy="0"/>
          <a:chOff x="0" y="0"/>
          <a:chExt cx="0" cy="0"/>
        </a:xfrm>
      </p:grpSpPr>
      <p:sp>
        <p:nvSpPr>
          <p:cNvPr id="956" name="Google Shape;956;g386abb9ea5c_0_16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với Chúa con được làm nên cuộc sống mình.</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0" name="Shape 960"/>
        <p:cNvGrpSpPr/>
        <p:nvPr/>
      </p:nvGrpSpPr>
      <p:grpSpPr>
        <a:xfrm>
          <a:off x="0" y="0"/>
          <a:ext cx="0" cy="0"/>
          <a:chOff x="0" y="0"/>
          <a:chExt cx="0" cy="0"/>
        </a:xfrm>
      </p:grpSpPr>
      <p:sp>
        <p:nvSpPr>
          <p:cNvPr id="961" name="Google Shape;961;g386abb9ea5c_0_17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Ví như Chúa chẳng xây nhà, thợ nề vất và cũng là uống công.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5" name="Shape 965"/>
        <p:cNvGrpSpPr/>
        <p:nvPr/>
      </p:nvGrpSpPr>
      <p:grpSpPr>
        <a:xfrm>
          <a:off x="0" y="0"/>
          <a:ext cx="0" cy="0"/>
          <a:chOff x="0" y="0"/>
          <a:chExt cx="0" cy="0"/>
        </a:xfrm>
      </p:grpSpPr>
      <p:sp>
        <p:nvSpPr>
          <p:cNvPr id="966" name="Google Shape;966;g386abb9ea5c_0_17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Thành kia Chúa chẳng canh phòng đêm khuya hôm sớm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0" name="Shape 970"/>
        <p:cNvGrpSpPr/>
        <p:nvPr/>
      </p:nvGrpSpPr>
      <p:grpSpPr>
        <a:xfrm>
          <a:off x="0" y="0"/>
          <a:ext cx="0" cy="0"/>
          <a:chOff x="0" y="0"/>
          <a:chExt cx="0" cy="0"/>
        </a:xfrm>
      </p:grpSpPr>
      <p:sp>
        <p:nvSpPr>
          <p:cNvPr id="971" name="Google Shape;971;g386abb9ea5c_0_18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trông chừng hoài công.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5" name="Shape 975"/>
        <p:cNvGrpSpPr/>
        <p:nvPr/>
      </p:nvGrpSpPr>
      <p:grpSpPr>
        <a:xfrm>
          <a:off x="0" y="0"/>
          <a:ext cx="0" cy="0"/>
          <a:chOff x="0" y="0"/>
          <a:chExt cx="0" cy="0"/>
        </a:xfrm>
      </p:grpSpPr>
      <p:pic>
        <p:nvPicPr>
          <p:cNvPr id="976" name="Google Shape;976;g386abb9ea5c_0_205" title="LN_Mung_3_Tet.jpg"/>
          <p:cNvPicPr preferRelativeResize="0"/>
          <p:nvPr/>
        </p:nvPicPr>
        <p:blipFill>
          <a:blip r:embed="rId3">
            <a:alphaModFix/>
          </a:blip>
          <a:stretch>
            <a:fillRect/>
          </a:stretch>
        </p:blipFill>
        <p:spPr>
          <a:xfrm>
            <a:off x="0" y="0"/>
            <a:ext cx="9144018" cy="5143501"/>
          </a:xfrm>
          <a:prstGeom prst="rect">
            <a:avLst/>
          </a:prstGeom>
          <a:noFill/>
          <a:ln>
            <a:noFill/>
          </a:ln>
        </p:spPr>
      </p:pic>
    </p:spTree>
  </p:cSld>
  <p:clrMapOvr>
    <a:masterClrMapping/>
  </p:clrMapOvr>
</p:sld>
</file>

<file path=ppt/slides/slide1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0" name="Shape 980"/>
        <p:cNvGrpSpPr/>
        <p:nvPr/>
      </p:nvGrpSpPr>
      <p:grpSpPr>
        <a:xfrm>
          <a:off x="0" y="0"/>
          <a:ext cx="0" cy="0"/>
          <a:chOff x="0" y="0"/>
          <a:chExt cx="0" cy="0"/>
        </a:xfrm>
      </p:grpSpPr>
      <p:sp>
        <p:nvSpPr>
          <p:cNvPr id="981" name="Google Shape;981;g3b26357b4a1_0_147"/>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KẾT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XIN VANG</a:t>
            </a:r>
            <a:br>
              <a:rPr b="1" i="0" lang="en-US" sz="4700">
                <a:latin typeface="Times New Roman"/>
                <a:ea typeface="Times New Roman"/>
                <a:cs typeface="Times New Roman"/>
                <a:sym typeface="Times New Roman"/>
              </a:rPr>
            </a:br>
            <a:r>
              <a:rPr b="1" i="1" lang="en-US" sz="4700">
                <a:solidFill>
                  <a:srgbClr val="FFD966"/>
                </a:solidFill>
                <a:latin typeface="Times New Roman"/>
                <a:ea typeface="Times New Roman"/>
                <a:cs typeface="Times New Roman"/>
                <a:sym typeface="Times New Roman"/>
              </a:rPr>
              <a:t>(Mi Trầm)</a:t>
            </a:r>
            <a:endParaRPr b="1" sz="4700">
              <a:solidFill>
                <a:srgbClr val="FFD966"/>
              </a:solidFill>
              <a:latin typeface="Times New Roman"/>
              <a:ea typeface="Times New Roman"/>
              <a:cs typeface="Times New Roman"/>
              <a:sym typeface="Times New Roman"/>
            </a:endParaRPr>
          </a:p>
        </p:txBody>
      </p:sp>
    </p:spTree>
  </p:cSld>
  <p:clrMapOvr>
    <a:masterClrMapping/>
  </p:clrMapOvr>
</p:sld>
</file>

<file path=ppt/slides/slide1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5" name="Shape 985"/>
        <p:cNvGrpSpPr/>
        <p:nvPr/>
      </p:nvGrpSpPr>
      <p:grpSpPr>
        <a:xfrm>
          <a:off x="0" y="0"/>
          <a:ext cx="0" cy="0"/>
          <a:chOff x="0" y="0"/>
          <a:chExt cx="0" cy="0"/>
        </a:xfrm>
      </p:grpSpPr>
      <p:sp>
        <p:nvSpPr>
          <p:cNvPr id="986" name="Google Shape;986;g3b26357b4a1_0_15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SzPts val="3200"/>
              <a:buNone/>
            </a:pPr>
            <a:r>
              <a:rPr b="1" lang="en-US" sz="7500">
                <a:solidFill>
                  <a:srgbClr val="FFFF00"/>
                </a:solidFill>
                <a:latin typeface="Times New Roman"/>
                <a:ea typeface="Times New Roman"/>
                <a:cs typeface="Times New Roman"/>
                <a:sym typeface="Times New Roman"/>
              </a:rPr>
              <a:t>1.</a:t>
            </a:r>
            <a:r>
              <a:rPr b="1" lang="en-US" sz="7500">
                <a:solidFill>
                  <a:srgbClr val="FFFFFF"/>
                </a:solidFill>
                <a:latin typeface="Times New Roman"/>
                <a:ea typeface="Times New Roman"/>
                <a:cs typeface="Times New Roman"/>
                <a:sym typeface="Times New Roman"/>
              </a:rPr>
              <a:t> </a:t>
            </a:r>
            <a:r>
              <a:rPr b="1" lang="en-US" sz="7500">
                <a:solidFill>
                  <a:srgbClr val="FFFFFF"/>
                </a:solidFill>
                <a:latin typeface="Times New Roman"/>
                <a:ea typeface="Times New Roman"/>
                <a:cs typeface="Times New Roman"/>
                <a:sym typeface="Times New Roman"/>
              </a:rPr>
              <a:t>Mẹ ơi! Ðời con dõi bước theo Mẹ, lòng con quyết noi gương Mẹ,</a:t>
            </a:r>
            <a:endParaRPr b="1" sz="7500">
              <a:solidFill>
                <a:srgbClr val="FFFFFF"/>
              </a:solidFill>
              <a:latin typeface="Times New Roman"/>
              <a:ea typeface="Times New Roman"/>
              <a:cs typeface="Times New Roman"/>
              <a:sym typeface="Times New Roman"/>
            </a:endParaRPr>
          </a:p>
        </p:txBody>
      </p:sp>
    </p:spTree>
  </p:cSld>
  <p:clrMapOvr>
    <a:masterClrMapping/>
  </p:clrMapOvr>
</p:sld>
</file>

<file path=ppt/slides/slide1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0" name="Shape 990"/>
        <p:cNvGrpSpPr/>
        <p:nvPr/>
      </p:nvGrpSpPr>
      <p:grpSpPr>
        <a:xfrm>
          <a:off x="0" y="0"/>
          <a:ext cx="0" cy="0"/>
          <a:chOff x="0" y="0"/>
          <a:chExt cx="0" cy="0"/>
        </a:xfrm>
      </p:grpSpPr>
      <p:sp>
        <p:nvSpPr>
          <p:cNvPr id="991" name="Google Shape;991;g3b26357b4a1_0_15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xin Mẹ dạy con hai tiếng xin vâng. Mẹ ơi! Ðường đi trăm ngàn nguy khó,</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5" name="Shape 995"/>
        <p:cNvGrpSpPr/>
        <p:nvPr/>
      </p:nvGrpSpPr>
      <p:grpSpPr>
        <a:xfrm>
          <a:off x="0" y="0"/>
          <a:ext cx="0" cy="0"/>
          <a:chOff x="0" y="0"/>
          <a:chExt cx="0" cy="0"/>
        </a:xfrm>
      </p:grpSpPr>
      <p:sp>
        <p:nvSpPr>
          <p:cNvPr id="996" name="Google Shape;996;g3b26357b4a1_0_18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rgbClr val="FF0000"/>
              </a:buClr>
              <a:buSzPts val="8000"/>
              <a:buNone/>
            </a:pPr>
            <a:r>
              <a:rPr b="1" lang="en-US" sz="7500">
                <a:solidFill>
                  <a:schemeClr val="lt1"/>
                </a:solidFill>
                <a:latin typeface="Times New Roman"/>
                <a:ea typeface="Times New Roman"/>
                <a:cs typeface="Times New Roman"/>
                <a:sym typeface="Times New Roman"/>
              </a:rPr>
              <a:t>hiểm nguy dâng tràn đây dó. Xin Mẹ dạy con hai tiếng xin vâng.</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0" name="Shape 1000"/>
        <p:cNvGrpSpPr/>
        <p:nvPr/>
      </p:nvGrpSpPr>
      <p:grpSpPr>
        <a:xfrm>
          <a:off x="0" y="0"/>
          <a:ext cx="0" cy="0"/>
          <a:chOff x="0" y="0"/>
          <a:chExt cx="0" cy="0"/>
        </a:xfrm>
      </p:grpSpPr>
      <p:sp>
        <p:nvSpPr>
          <p:cNvPr id="1001" name="Google Shape;1001;g3bd41fd8710_0_7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SzPts val="3200"/>
              <a:buNone/>
            </a:pPr>
            <a:r>
              <a:rPr b="1" lang="en-US" sz="8000">
                <a:solidFill>
                  <a:srgbClr val="FFFF00"/>
                </a:solidFill>
                <a:latin typeface="Times New Roman"/>
                <a:ea typeface="Times New Roman"/>
                <a:cs typeface="Times New Roman"/>
                <a:sym typeface="Times New Roman"/>
              </a:rPr>
              <a:t>ĐK:</a:t>
            </a:r>
            <a:r>
              <a:rPr b="1" lang="en-US" sz="8000">
                <a:solidFill>
                  <a:srgbClr val="FFFFFF"/>
                </a:solidFill>
                <a:latin typeface="Times New Roman"/>
                <a:ea typeface="Times New Roman"/>
                <a:cs typeface="Times New Roman"/>
                <a:sym typeface="Times New Roman"/>
              </a:rPr>
              <a:t> </a:t>
            </a:r>
            <a:r>
              <a:rPr b="1" lang="en-US" sz="8000">
                <a:solidFill>
                  <a:srgbClr val="FFFFFF"/>
                </a:solidFill>
                <a:latin typeface="Times New Roman"/>
                <a:ea typeface="Times New Roman"/>
                <a:cs typeface="Times New Roman"/>
                <a:sym typeface="Times New Roman"/>
              </a:rPr>
              <a:t>Xin vâng. Mẹ dạy con hai tiếng xin vâng. </a:t>
            </a:r>
            <a:endParaRPr b="1" sz="8000">
              <a:solidFill>
                <a:srgbClr val="FFFFFF"/>
              </a:solidFill>
              <a:latin typeface="Times New Roman"/>
              <a:ea typeface="Times New Roman"/>
              <a:cs typeface="Times New Roman"/>
              <a:sym typeface="Times New Roman"/>
            </a:endParaRPr>
          </a:p>
        </p:txBody>
      </p:sp>
    </p:spTree>
  </p:cSld>
  <p:clrMapOvr>
    <a:masterClrMapping/>
  </p:clrMapOvr>
</p:sld>
</file>

<file path=ppt/slides/slide1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5" name="Shape 1005"/>
        <p:cNvGrpSpPr/>
        <p:nvPr/>
      </p:nvGrpSpPr>
      <p:grpSpPr>
        <a:xfrm>
          <a:off x="0" y="0"/>
          <a:ext cx="0" cy="0"/>
          <a:chOff x="0" y="0"/>
          <a:chExt cx="0" cy="0"/>
        </a:xfrm>
      </p:grpSpPr>
      <p:sp>
        <p:nvSpPr>
          <p:cNvPr id="1006" name="Google Shape;1006;g3bd41fd8710_0_8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Hôm qua hôm nay và ngày mai xin vâng.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0" name="Shape 1010"/>
        <p:cNvGrpSpPr/>
        <p:nvPr/>
      </p:nvGrpSpPr>
      <p:grpSpPr>
        <a:xfrm>
          <a:off x="0" y="0"/>
          <a:ext cx="0" cy="0"/>
          <a:chOff x="0" y="0"/>
          <a:chExt cx="0" cy="0"/>
        </a:xfrm>
      </p:grpSpPr>
      <p:sp>
        <p:nvSpPr>
          <p:cNvPr id="1011" name="Google Shape;1011;g386abb9ea5c_0_18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Mẹ dạy con hai tiếng xin vâng. Hôm nay tương lai và suốt đời.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5" name="Shape 1015"/>
        <p:cNvGrpSpPr/>
        <p:nvPr/>
      </p:nvGrpSpPr>
      <p:grpSpPr>
        <a:xfrm>
          <a:off x="0" y="0"/>
          <a:ext cx="0" cy="0"/>
          <a:chOff x="0" y="0"/>
          <a:chExt cx="0" cy="0"/>
        </a:xfrm>
      </p:grpSpPr>
      <p:pic>
        <p:nvPicPr>
          <p:cNvPr id="1016" name="Google Shape;1016;g386abb9ea5c_0_209" title="LN_Mung_3_Tet.jpg"/>
          <p:cNvPicPr preferRelativeResize="0"/>
          <p:nvPr/>
        </p:nvPicPr>
        <p:blipFill>
          <a:blip r:embed="rId3">
            <a:alphaModFix/>
          </a:blip>
          <a:stretch>
            <a:fillRect/>
          </a:stretch>
        </p:blipFill>
        <p:spPr>
          <a:xfrm>
            <a:off x="0" y="0"/>
            <a:ext cx="9144018" cy="5143501"/>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2013 - 2022">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2023-01-29T22:00:16Z</dcterms:created>
</cp:coreProperties>
</file>