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0"/>
  </p:notesMasterIdLst>
  <p:sldIdLst>
    <p:sldId id="11455" r:id="rId2"/>
    <p:sldId id="11503" r:id="rId3"/>
    <p:sldId id="321" r:id="rId4"/>
    <p:sldId id="371" r:id="rId5"/>
    <p:sldId id="322" r:id="rId6"/>
    <p:sldId id="372" r:id="rId7"/>
    <p:sldId id="323" r:id="rId8"/>
    <p:sldId id="9865" r:id="rId9"/>
    <p:sldId id="324" r:id="rId10"/>
    <p:sldId id="9866" r:id="rId11"/>
    <p:sldId id="9867" r:id="rId12"/>
    <p:sldId id="10719" r:id="rId13"/>
    <p:sldId id="10720" r:id="rId14"/>
    <p:sldId id="9869" r:id="rId15"/>
    <p:sldId id="9870" r:id="rId16"/>
    <p:sldId id="9871" r:id="rId17"/>
    <p:sldId id="9872" r:id="rId18"/>
    <p:sldId id="9873" r:id="rId19"/>
    <p:sldId id="9874" r:id="rId20"/>
    <p:sldId id="10721" r:id="rId21"/>
    <p:sldId id="10722" r:id="rId22"/>
    <p:sldId id="10723" r:id="rId23"/>
    <p:sldId id="10724" r:id="rId24"/>
    <p:sldId id="10725" r:id="rId25"/>
    <p:sldId id="304" r:id="rId26"/>
    <p:sldId id="9879" r:id="rId27"/>
    <p:sldId id="9880" r:id="rId28"/>
    <p:sldId id="9881" r:id="rId29"/>
    <p:sldId id="9882" r:id="rId30"/>
    <p:sldId id="9883" r:id="rId31"/>
    <p:sldId id="9884" r:id="rId32"/>
    <p:sldId id="9885" r:id="rId33"/>
    <p:sldId id="9886" r:id="rId34"/>
    <p:sldId id="9887" r:id="rId35"/>
    <p:sldId id="9889" r:id="rId36"/>
    <p:sldId id="9890" r:id="rId37"/>
    <p:sldId id="9891" r:id="rId38"/>
    <p:sldId id="9892" r:id="rId39"/>
    <p:sldId id="9893" r:id="rId40"/>
    <p:sldId id="9895" r:id="rId41"/>
    <p:sldId id="9897" r:id="rId42"/>
    <p:sldId id="9898" r:id="rId43"/>
    <p:sldId id="9899" r:id="rId44"/>
    <p:sldId id="9900" r:id="rId45"/>
    <p:sldId id="9901" r:id="rId46"/>
    <p:sldId id="9902" r:id="rId47"/>
    <p:sldId id="9904" r:id="rId48"/>
    <p:sldId id="9905" r:id="rId49"/>
    <p:sldId id="9906" r:id="rId50"/>
    <p:sldId id="9907" r:id="rId51"/>
    <p:sldId id="9908" r:id="rId52"/>
    <p:sldId id="9909" r:id="rId53"/>
    <p:sldId id="9910" r:id="rId54"/>
    <p:sldId id="9911" r:id="rId55"/>
    <p:sldId id="9912" r:id="rId56"/>
    <p:sldId id="9913" r:id="rId57"/>
    <p:sldId id="9914" r:id="rId58"/>
    <p:sldId id="9915" r:id="rId59"/>
    <p:sldId id="9916" r:id="rId60"/>
    <p:sldId id="9917" r:id="rId61"/>
    <p:sldId id="9918" r:id="rId62"/>
    <p:sldId id="9919" r:id="rId63"/>
    <p:sldId id="9920" r:id="rId64"/>
    <p:sldId id="9921" r:id="rId65"/>
    <p:sldId id="9922" r:id="rId66"/>
    <p:sldId id="9923" r:id="rId67"/>
    <p:sldId id="9924" r:id="rId68"/>
    <p:sldId id="9925" r:id="rId69"/>
    <p:sldId id="9926" r:id="rId70"/>
    <p:sldId id="9927" r:id="rId71"/>
    <p:sldId id="9928" r:id="rId72"/>
    <p:sldId id="9929" r:id="rId73"/>
    <p:sldId id="9930" r:id="rId74"/>
    <p:sldId id="9931" r:id="rId75"/>
    <p:sldId id="9932" r:id="rId76"/>
    <p:sldId id="9933" r:id="rId77"/>
    <p:sldId id="9934" r:id="rId78"/>
    <p:sldId id="9935" r:id="rId79"/>
    <p:sldId id="341" r:id="rId80"/>
    <p:sldId id="409" r:id="rId81"/>
    <p:sldId id="342" r:id="rId82"/>
    <p:sldId id="417" r:id="rId83"/>
    <p:sldId id="343" r:id="rId84"/>
    <p:sldId id="344" r:id="rId85"/>
    <p:sldId id="9936" r:id="rId86"/>
    <p:sldId id="345" r:id="rId87"/>
    <p:sldId id="418" r:id="rId88"/>
    <p:sldId id="346" r:id="rId89"/>
    <p:sldId id="347" r:id="rId90"/>
    <p:sldId id="412" r:id="rId91"/>
    <p:sldId id="348" r:id="rId92"/>
    <p:sldId id="349" r:id="rId93"/>
    <p:sldId id="350" r:id="rId94"/>
    <p:sldId id="419" r:id="rId95"/>
    <p:sldId id="351" r:id="rId96"/>
    <p:sldId id="413" r:id="rId97"/>
    <p:sldId id="352" r:id="rId98"/>
    <p:sldId id="353" r:id="rId99"/>
    <p:sldId id="415" r:id="rId100"/>
    <p:sldId id="354" r:id="rId101"/>
    <p:sldId id="355" r:id="rId102"/>
    <p:sldId id="401" r:id="rId103"/>
    <p:sldId id="356" r:id="rId104"/>
    <p:sldId id="402" r:id="rId105"/>
    <p:sldId id="357" r:id="rId106"/>
    <p:sldId id="403" r:id="rId107"/>
    <p:sldId id="358" r:id="rId108"/>
    <p:sldId id="359" r:id="rId109"/>
    <p:sldId id="405" r:id="rId110"/>
    <p:sldId id="9984" r:id="rId111"/>
    <p:sldId id="406" r:id="rId112"/>
    <p:sldId id="408" r:id="rId113"/>
    <p:sldId id="365" r:id="rId114"/>
    <p:sldId id="9985" r:id="rId115"/>
    <p:sldId id="366" r:id="rId116"/>
    <p:sldId id="9961" r:id="rId117"/>
    <p:sldId id="423" r:id="rId118"/>
    <p:sldId id="424" r:id="rId119"/>
    <p:sldId id="11734" r:id="rId120"/>
    <p:sldId id="10283" r:id="rId121"/>
    <p:sldId id="10284" r:id="rId122"/>
    <p:sldId id="10790" r:id="rId123"/>
    <p:sldId id="11669" r:id="rId124"/>
    <p:sldId id="11704" r:id="rId125"/>
    <p:sldId id="11110" r:id="rId126"/>
    <p:sldId id="10417" r:id="rId127"/>
    <p:sldId id="11705" r:id="rId128"/>
    <p:sldId id="11706" r:id="rId129"/>
    <p:sldId id="11707" r:id="rId130"/>
    <p:sldId id="11708" r:id="rId131"/>
    <p:sldId id="11709" r:id="rId132"/>
    <p:sldId id="11710" r:id="rId133"/>
    <p:sldId id="11711" r:id="rId134"/>
    <p:sldId id="11712" r:id="rId135"/>
    <p:sldId id="11713" r:id="rId136"/>
    <p:sldId id="11735" r:id="rId137"/>
    <p:sldId id="385" r:id="rId138"/>
    <p:sldId id="10256" r:id="rId139"/>
    <p:sldId id="10142" r:id="rId140"/>
    <p:sldId id="11226" r:id="rId141"/>
    <p:sldId id="11467" r:id="rId142"/>
    <p:sldId id="11417" r:id="rId143"/>
    <p:sldId id="11419" r:id="rId144"/>
    <p:sldId id="11420" r:id="rId145"/>
    <p:sldId id="11575" r:id="rId146"/>
    <p:sldId id="11714" r:id="rId147"/>
    <p:sldId id="11470" r:id="rId148"/>
    <p:sldId id="11471" r:id="rId149"/>
    <p:sldId id="11579" r:id="rId150"/>
    <p:sldId id="11715" r:id="rId151"/>
    <p:sldId id="11307" r:id="rId152"/>
    <p:sldId id="11736" r:id="rId153"/>
    <p:sldId id="10280" r:id="rId154"/>
    <p:sldId id="11168" r:id="rId155"/>
    <p:sldId id="11555" r:id="rId156"/>
    <p:sldId id="9864" r:id="rId157"/>
    <p:sldId id="10316" r:id="rId158"/>
    <p:sldId id="10317" r:id="rId159"/>
    <p:sldId id="10318" r:id="rId160"/>
    <p:sldId id="10319" r:id="rId161"/>
    <p:sldId id="10320" r:id="rId162"/>
    <p:sldId id="10321" r:id="rId163"/>
    <p:sldId id="10322" r:id="rId164"/>
    <p:sldId id="10323" r:id="rId165"/>
    <p:sldId id="10324" r:id="rId166"/>
    <p:sldId id="10325" r:id="rId167"/>
    <p:sldId id="10337" r:id="rId168"/>
    <p:sldId id="10326" r:id="rId169"/>
    <p:sldId id="10327" r:id="rId170"/>
    <p:sldId id="10328" r:id="rId171"/>
    <p:sldId id="10336" r:id="rId172"/>
    <p:sldId id="10329" r:id="rId173"/>
    <p:sldId id="10330" r:id="rId174"/>
    <p:sldId id="10331" r:id="rId175"/>
    <p:sldId id="10332" r:id="rId176"/>
    <p:sldId id="10333" r:id="rId177"/>
    <p:sldId id="10334" r:id="rId178"/>
    <p:sldId id="10335" r:id="rId179"/>
    <p:sldId id="11737" r:id="rId180"/>
    <p:sldId id="10651" r:id="rId181"/>
    <p:sldId id="10652" r:id="rId182"/>
    <p:sldId id="11716" r:id="rId183"/>
    <p:sldId id="11169" r:id="rId184"/>
    <p:sldId id="11624" r:id="rId185"/>
    <p:sldId id="11683" r:id="rId186"/>
    <p:sldId id="11717" r:id="rId187"/>
    <p:sldId id="11718" r:id="rId188"/>
    <p:sldId id="11719" r:id="rId189"/>
    <p:sldId id="11720" r:id="rId190"/>
    <p:sldId id="11721" r:id="rId191"/>
    <p:sldId id="11722" r:id="rId192"/>
    <p:sldId id="11723" r:id="rId193"/>
    <p:sldId id="11221" r:id="rId194"/>
    <p:sldId id="11649" r:id="rId195"/>
    <p:sldId id="11655" r:id="rId196"/>
    <p:sldId id="11656" r:id="rId197"/>
    <p:sldId id="11657" r:id="rId198"/>
    <p:sldId id="11658" r:id="rId199"/>
    <p:sldId id="11659" r:id="rId200"/>
    <p:sldId id="11648" r:id="rId201"/>
    <p:sldId id="11660" r:id="rId202"/>
    <p:sldId id="11661" r:id="rId203"/>
    <p:sldId id="11662" r:id="rId204"/>
    <p:sldId id="11663" r:id="rId205"/>
    <p:sldId id="11664" r:id="rId206"/>
    <p:sldId id="11665" r:id="rId207"/>
    <p:sldId id="11666" r:id="rId208"/>
    <p:sldId id="11667" r:id="rId209"/>
    <p:sldId id="11668" r:id="rId210"/>
    <p:sldId id="11724" r:id="rId211"/>
    <p:sldId id="11725" r:id="rId212"/>
    <p:sldId id="11738" r:id="rId213"/>
    <p:sldId id="10212" r:id="rId214"/>
    <p:sldId id="10823" r:id="rId215"/>
    <p:sldId id="10931" r:id="rId216"/>
    <p:sldId id="11185" r:id="rId217"/>
    <p:sldId id="10932" r:id="rId218"/>
    <p:sldId id="11539" r:id="rId219"/>
    <p:sldId id="11540" r:id="rId220"/>
    <p:sldId id="11541" r:id="rId221"/>
    <p:sldId id="11542" r:id="rId222"/>
    <p:sldId id="11543" r:id="rId223"/>
    <p:sldId id="11544" r:id="rId224"/>
    <p:sldId id="11545" r:id="rId225"/>
    <p:sldId id="11546" r:id="rId226"/>
    <p:sldId id="11547" r:id="rId227"/>
    <p:sldId id="11548" r:id="rId228"/>
    <p:sldId id="11739" r:id="rId229"/>
    <p:sldId id="10769" r:id="rId230"/>
    <p:sldId id="10253" r:id="rId231"/>
    <p:sldId id="11727" r:id="rId232"/>
    <p:sldId id="11728" r:id="rId233"/>
    <p:sldId id="11729" r:id="rId234"/>
    <p:sldId id="11730" r:id="rId235"/>
    <p:sldId id="11731" r:id="rId236"/>
    <p:sldId id="11732" r:id="rId237"/>
    <p:sldId id="11733" r:id="rId238"/>
    <p:sldId id="11740" r:id="rId239"/>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7" autoAdjust="0"/>
    <p:restoredTop sz="94660"/>
  </p:normalViewPr>
  <p:slideViewPr>
    <p:cSldViewPr snapToGrid="0">
      <p:cViewPr>
        <p:scale>
          <a:sx n="100" d="100"/>
          <a:sy n="100" d="100"/>
        </p:scale>
        <p:origin x="1626" y="726"/>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3691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notesMaster" Target="notesMasters/notesMaster1.xml"/><Relationship Id="rId245" Type="http://schemas.microsoft.com/office/2016/11/relationships/changesInfo" Target="changesInfos/changesInfo1.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presProps" Target="presProps.xml"/><Relationship Id="rId246" Type="http://schemas.microsoft.com/office/2015/10/relationships/revisionInfo" Target="revisionInfo.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viewProps" Target="view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1701FF8C-FB8E-45AF-B0FA-95B6560BE94A}" type="datetimeFigureOut">
              <a:rPr lang="en-US" smtClean="0"/>
              <a:t>10/31/2025</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0B24F-30B9-012C-D88B-42631EBA2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9152E-04E0-90A3-48CD-787D4DF4E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D69F2-CD3D-7C50-D06F-DA9A4E3C3CE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646D2A5-257C-7606-D75C-4DD5073611E9}"/>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1792419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D0A04-C7C4-8E88-2277-9FCFA7773D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D406C-B3EC-5FD7-C0DF-4A04FBAD0C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F63D7-7E29-7AC8-BB76-889FC8954E6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AFB956B-493B-20B3-F513-0CF1B42A6637}"/>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3374987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C5BE-6CBE-5290-25FF-ADD0BBE6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DA-CBC4-9D00-6C7B-30490263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2A7FA-269C-6651-E484-7DE31886A8C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E56FFFE-B3F2-F244-29A2-F731B20CEFA2}"/>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026331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7A19F-D0A6-1C73-DA10-708B3DCB9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EC1C5-1CA0-C34B-3298-CB115C9D75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F33AD-9EBD-758C-AE41-94828D6351E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3A9A864-7B58-DE98-5C0D-427D43D7E8EE}"/>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3118803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AD89A-FC22-5DDB-F266-7225FB77C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D750E-85A2-720E-535D-462B692706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7D2DC-2780-CA2C-F4AD-D3F5C10DB0C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77337C5-102C-E17B-5F29-43DB097B617B}"/>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3089680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5844D-474A-B558-12B8-DF46410D1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476B3-5026-3A33-CCB5-1ED479A53C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F15A7-DBFF-59C4-6E3B-EBF5FA5A16B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211BF9F-2114-839D-2EED-0AA049C69825}"/>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2325463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A558F-7647-54D2-DFDC-6CBAED075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2C226-BF7F-8AA8-19A2-EFE96689BB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B10ED-27C2-E11E-99EE-8BCEACBCEE1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A95314D-7D7A-B836-E3C9-9A2113EDCAF5}"/>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684087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CF174-B7E0-A95A-507B-29A69E65B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FCCDC-707A-B2D9-9E62-1700A1552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050AB-9602-E6EB-389A-1D12687A95C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E3E56E7-809C-4154-2BE2-81BBA735EEAD}"/>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1127346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C3DCC-D943-2C2B-03FC-E93435FF7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5D8A3-7551-9C9C-B3FF-FF0313CA20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57678-9985-0D6B-4D50-803E8EEF74D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5CBDC67-919C-DA11-BDA0-48A32B76D4DF}"/>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2386086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8AB7B-16CE-5C81-F0AB-5CA6D97CF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164BA-90F7-9603-700D-A6ED0C52E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2EE0B-FDF5-B269-1743-CE61A95DDD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CB2A314-9508-735F-0C46-CA3BA3F736DF}"/>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516894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169A7-4C4A-AF32-C48A-0C916BA4E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090E8-7209-C53D-3EEC-6EEC57897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3250A8-5BE0-9225-D600-74CA4DBCD1B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F43CDB0-7A38-7A3A-40C2-051028D568A5}"/>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1173355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CA30C-8A1C-4BC5-9FB3-E5B316E11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EC87E-36B1-97CB-F871-1DD889511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544D32-6CD6-5B3D-CD7E-E1987185C5B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F97259A-EF23-AB20-48F3-1ECFB397BD04}"/>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16517600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E8A0-004E-DDA7-49D9-F2EC44F52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0661C-3AD4-E70C-EA96-CF8C8BC6E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58666-30B4-DA9F-3C54-7020567EF12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C42151-60BF-C984-F34D-4829022F1D91}"/>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671189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3FC8-BBB5-0C0F-B9C4-5C62950B2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E95DD-CB82-590E-06FF-1F490E2F8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E6B28-FFB3-C8E2-DB11-0C916ACB941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7662333-D2D5-1C0D-F9C7-7FDCB6DAE398}"/>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1740714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8C67B-3F4B-519E-BC56-9FF94831D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9CBB2-C731-BBDF-FEB1-503C67247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BAFB3-3B0D-4D9C-248E-D9AFA5FC27D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FCB0C5-5922-BFD8-AA00-12F72F67C866}"/>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11507171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78F1F-1931-1D33-AD8A-7651B5FB4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20F6F-BE63-773D-D2B5-71F179D12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74857-C1F5-7C85-A420-B36913697D6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C006ED9-CCD4-EB76-4AF7-8D1A632A5BBD}"/>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23509366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01B3-7A58-8D75-B616-BEF97446C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C49AE-EAD6-7842-1C90-3B679E28F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461B0-22EB-146E-D60C-AD028CC9008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1CBCCDB-A7EF-F7EA-C492-C59B0293D32F}"/>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5871855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5FA19-DB8A-39A7-A170-B66B23C86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C50DA-BE0D-BF11-5CD5-EA95CB65D8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FC0C5-58EF-F3A7-8B40-60BB364E29B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ECE74DF-DAB1-1CAA-DBBF-010E1B829DDC}"/>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6133362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DAE1A-D145-A4A4-AC4A-D1C404A1E2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821FB-C8D2-EAC6-3CEE-3CA8EAC445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FCF33-F68B-240B-91C7-C641CF0AC21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2C27575-FEA6-B0C5-D73D-031998DD5F7B}"/>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8095932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5A7C3-1784-EFD9-13A3-6823E7F7A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F1C4A-7D82-AFD7-2A02-D46353E72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E7217-0C9E-4371-7A9B-6E0BF716954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CB9DD85-8756-F8B5-DA57-FF05B87BD23A}"/>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24398236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C1ED8-6A94-D311-530B-E7FBD9A3F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E8460-C36A-DBDA-E5B7-C7E9930F62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F54C7-0A7B-F330-0E9B-7A9FB5BE1EA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EDFD78D-19B7-D9F5-6B3E-58D94FBF03B7}"/>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36800594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67AE-62BB-A873-39A6-232C50B7D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C722E-5940-2C0F-E07C-4F9CE02DB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AEC7F-00C2-9673-89FE-7DBB014FB01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C0A3356-C16F-A738-038F-2776991E3605}"/>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1066445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4D042-785D-683C-7737-BE744C69D8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50935-70B1-0224-0406-75E7033190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1A626-CC6C-131D-A383-C1AB83BCF6C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9E8767-B304-A68F-180E-2998425AC179}"/>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34697950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181</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1DFC9-29C2-9FDC-F97E-5742420EB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26E47-4FFC-3253-9C95-A0865EA9C1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A099A-C113-DD14-87DE-37E7FCE1574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818286A-B71B-96BF-A868-08F253CCCAC9}"/>
              </a:ext>
            </a:extLst>
          </p:cNvPr>
          <p:cNvSpPr>
            <a:spLocks noGrp="1"/>
          </p:cNvSpPr>
          <p:nvPr>
            <p:ph type="sldNum" sz="quarter" idx="5"/>
          </p:nvPr>
        </p:nvSpPr>
        <p:spPr/>
        <p:txBody>
          <a:bodyPr/>
          <a:lstStyle/>
          <a:p>
            <a:fld id="{648246CF-7178-41AD-B6F8-BACEEA28FBE0}" type="slidenum">
              <a:rPr lang="en-US" smtClean="0"/>
              <a:t>182</a:t>
            </a:fld>
            <a:endParaRPr lang="en-US"/>
          </a:p>
        </p:txBody>
      </p:sp>
    </p:spTree>
    <p:extLst>
      <p:ext uri="{BB962C8B-B14F-4D97-AF65-F5344CB8AC3E}">
        <p14:creationId xmlns:p14="http://schemas.microsoft.com/office/powerpoint/2010/main" val="1836729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6320-73AF-EDC3-624C-D215A9F3B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C8461-07FD-5985-BFD9-09DC99FC4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5395F-9C49-D307-299B-7EE2E8BB1B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DC2865-5F25-2A43-563B-7C12DB555A53}"/>
              </a:ext>
            </a:extLst>
          </p:cNvPr>
          <p:cNvSpPr>
            <a:spLocks noGrp="1"/>
          </p:cNvSpPr>
          <p:nvPr>
            <p:ph type="sldNum" sz="quarter" idx="5"/>
          </p:nvPr>
        </p:nvSpPr>
        <p:spPr/>
        <p:txBody>
          <a:bodyPr/>
          <a:lstStyle/>
          <a:p>
            <a:fld id="{648246CF-7178-41AD-B6F8-BACEEA28FBE0}" type="slidenum">
              <a:rPr lang="en-US" smtClean="0"/>
              <a:t>183</a:t>
            </a:fld>
            <a:endParaRPr lang="en-US"/>
          </a:p>
        </p:txBody>
      </p:sp>
    </p:spTree>
    <p:extLst>
      <p:ext uri="{BB962C8B-B14F-4D97-AF65-F5344CB8AC3E}">
        <p14:creationId xmlns:p14="http://schemas.microsoft.com/office/powerpoint/2010/main" val="6474012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41676-CC52-4E3F-D386-69B5ABDBC2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63ECF-7530-7D50-2C3B-C1E8C4C43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28CF17-AA27-12F6-4108-1DA644148F8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3E577CC-0B0A-9F29-516E-65CEB8A945C8}"/>
              </a:ext>
            </a:extLst>
          </p:cNvPr>
          <p:cNvSpPr>
            <a:spLocks noGrp="1"/>
          </p:cNvSpPr>
          <p:nvPr>
            <p:ph type="sldNum" sz="quarter" idx="5"/>
          </p:nvPr>
        </p:nvSpPr>
        <p:spPr/>
        <p:txBody>
          <a:bodyPr/>
          <a:lstStyle/>
          <a:p>
            <a:fld id="{648246CF-7178-41AD-B6F8-BACEEA28FBE0}" type="slidenum">
              <a:rPr lang="en-US" smtClean="0"/>
              <a:t>184</a:t>
            </a:fld>
            <a:endParaRPr lang="en-US"/>
          </a:p>
        </p:txBody>
      </p:sp>
    </p:spTree>
    <p:extLst>
      <p:ext uri="{BB962C8B-B14F-4D97-AF65-F5344CB8AC3E}">
        <p14:creationId xmlns:p14="http://schemas.microsoft.com/office/powerpoint/2010/main" val="31192324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8230-8B93-2DDA-62B5-04724588E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AF92B-4456-BAA8-950A-6E49F96F2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BAC-3628-C039-258F-9E8D567EB60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57CA3EE-E384-5A1A-D6A7-5720342EC3FD}"/>
              </a:ext>
            </a:extLst>
          </p:cNvPr>
          <p:cNvSpPr>
            <a:spLocks noGrp="1"/>
          </p:cNvSpPr>
          <p:nvPr>
            <p:ph type="sldNum" sz="quarter" idx="5"/>
          </p:nvPr>
        </p:nvSpPr>
        <p:spPr/>
        <p:txBody>
          <a:bodyPr/>
          <a:lstStyle/>
          <a:p>
            <a:fld id="{648246CF-7178-41AD-B6F8-BACEEA28FBE0}" type="slidenum">
              <a:rPr lang="en-US" smtClean="0"/>
              <a:t>185</a:t>
            </a:fld>
            <a:endParaRPr lang="en-US"/>
          </a:p>
        </p:txBody>
      </p:sp>
    </p:spTree>
    <p:extLst>
      <p:ext uri="{BB962C8B-B14F-4D97-AF65-F5344CB8AC3E}">
        <p14:creationId xmlns:p14="http://schemas.microsoft.com/office/powerpoint/2010/main" val="34886254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B8B42-457E-D9B4-137B-196F06FF7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CCF1C-EE68-1FFC-EE2C-80BB82B8F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543BD-B404-C795-360B-7C00E750231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C8EA103-9BF0-CD45-8C8F-11DF177907C1}"/>
              </a:ext>
            </a:extLst>
          </p:cNvPr>
          <p:cNvSpPr>
            <a:spLocks noGrp="1"/>
          </p:cNvSpPr>
          <p:nvPr>
            <p:ph type="sldNum" sz="quarter" idx="5"/>
          </p:nvPr>
        </p:nvSpPr>
        <p:spPr/>
        <p:txBody>
          <a:bodyPr/>
          <a:lstStyle/>
          <a:p>
            <a:fld id="{648246CF-7178-41AD-B6F8-BACEEA28FBE0}" type="slidenum">
              <a:rPr lang="en-US" smtClean="0"/>
              <a:t>186</a:t>
            </a:fld>
            <a:endParaRPr lang="en-US"/>
          </a:p>
        </p:txBody>
      </p:sp>
    </p:spTree>
    <p:extLst>
      <p:ext uri="{BB962C8B-B14F-4D97-AF65-F5344CB8AC3E}">
        <p14:creationId xmlns:p14="http://schemas.microsoft.com/office/powerpoint/2010/main" val="7860221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F518B-E425-6711-8D93-C2B5A927C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0082B-9201-BD63-3F4D-293C93C35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4A0C14-61D3-19F4-2D78-22D338F14D6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10462AB-D3CE-2DB3-6855-CF0A7EF1C664}"/>
              </a:ext>
            </a:extLst>
          </p:cNvPr>
          <p:cNvSpPr>
            <a:spLocks noGrp="1"/>
          </p:cNvSpPr>
          <p:nvPr>
            <p:ph type="sldNum" sz="quarter" idx="5"/>
          </p:nvPr>
        </p:nvSpPr>
        <p:spPr/>
        <p:txBody>
          <a:bodyPr/>
          <a:lstStyle/>
          <a:p>
            <a:fld id="{648246CF-7178-41AD-B6F8-BACEEA28FBE0}" type="slidenum">
              <a:rPr lang="en-US" smtClean="0"/>
              <a:t>187</a:t>
            </a:fld>
            <a:endParaRPr lang="en-US"/>
          </a:p>
        </p:txBody>
      </p:sp>
    </p:spTree>
    <p:extLst>
      <p:ext uri="{BB962C8B-B14F-4D97-AF65-F5344CB8AC3E}">
        <p14:creationId xmlns:p14="http://schemas.microsoft.com/office/powerpoint/2010/main" val="8585459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48B1C-6CD7-027A-42E6-D9F824BBC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E338C-E577-943A-427C-3E0A8C7516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E022B8-0A0C-A95D-1EFA-4B8C6A8C60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E8FDE17-0F0D-A438-3732-EF201DEEC6FE}"/>
              </a:ext>
            </a:extLst>
          </p:cNvPr>
          <p:cNvSpPr>
            <a:spLocks noGrp="1"/>
          </p:cNvSpPr>
          <p:nvPr>
            <p:ph type="sldNum" sz="quarter" idx="5"/>
          </p:nvPr>
        </p:nvSpPr>
        <p:spPr/>
        <p:txBody>
          <a:bodyPr/>
          <a:lstStyle/>
          <a:p>
            <a:fld id="{648246CF-7178-41AD-B6F8-BACEEA28FBE0}" type="slidenum">
              <a:rPr lang="en-US" smtClean="0"/>
              <a:t>188</a:t>
            </a:fld>
            <a:endParaRPr lang="en-US"/>
          </a:p>
        </p:txBody>
      </p:sp>
    </p:spTree>
    <p:extLst>
      <p:ext uri="{BB962C8B-B14F-4D97-AF65-F5344CB8AC3E}">
        <p14:creationId xmlns:p14="http://schemas.microsoft.com/office/powerpoint/2010/main" val="2628512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235E4-00D4-4884-8241-E0D3F71A7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0FBDE-220B-4EC8-8FBF-8757F6B84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D413D-8158-95FA-67B4-941914F44EF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A05D526-2873-CF59-10EC-036B396691B4}"/>
              </a:ext>
            </a:extLst>
          </p:cNvPr>
          <p:cNvSpPr>
            <a:spLocks noGrp="1"/>
          </p:cNvSpPr>
          <p:nvPr>
            <p:ph type="sldNum" sz="quarter" idx="5"/>
          </p:nvPr>
        </p:nvSpPr>
        <p:spPr/>
        <p:txBody>
          <a:bodyPr/>
          <a:lstStyle/>
          <a:p>
            <a:fld id="{648246CF-7178-41AD-B6F8-BACEEA28FBE0}" type="slidenum">
              <a:rPr lang="en-US" smtClean="0"/>
              <a:t>189</a:t>
            </a:fld>
            <a:endParaRPr lang="en-US"/>
          </a:p>
        </p:txBody>
      </p:sp>
    </p:spTree>
    <p:extLst>
      <p:ext uri="{BB962C8B-B14F-4D97-AF65-F5344CB8AC3E}">
        <p14:creationId xmlns:p14="http://schemas.microsoft.com/office/powerpoint/2010/main" val="28786108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A8A34-8429-8B36-00D8-83236804D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6496D9-6A82-2DDE-4F69-AB87329307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E637B-926B-1EE0-B74A-08BD91DF61B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8B4AF51-067A-B167-1F7A-A7FD0C9766CD}"/>
              </a:ext>
            </a:extLst>
          </p:cNvPr>
          <p:cNvSpPr>
            <a:spLocks noGrp="1"/>
          </p:cNvSpPr>
          <p:nvPr>
            <p:ph type="sldNum" sz="quarter" idx="5"/>
          </p:nvPr>
        </p:nvSpPr>
        <p:spPr/>
        <p:txBody>
          <a:bodyPr/>
          <a:lstStyle/>
          <a:p>
            <a:fld id="{648246CF-7178-41AD-B6F8-BACEEA28FBE0}" type="slidenum">
              <a:rPr lang="en-US" smtClean="0"/>
              <a:t>190</a:t>
            </a:fld>
            <a:endParaRPr lang="en-US"/>
          </a:p>
        </p:txBody>
      </p:sp>
    </p:spTree>
    <p:extLst>
      <p:ext uri="{BB962C8B-B14F-4D97-AF65-F5344CB8AC3E}">
        <p14:creationId xmlns:p14="http://schemas.microsoft.com/office/powerpoint/2010/main" val="1885753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61A5A-A744-58A7-9283-7E0BE9A78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4E9F4-B361-8539-5A15-E3A4A2F52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F0C647-C6CF-EB90-4FCB-DE8906EF239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6C2409C-3C67-ED5F-6658-EDE4FD783657}"/>
              </a:ext>
            </a:extLst>
          </p:cNvPr>
          <p:cNvSpPr>
            <a:spLocks noGrp="1"/>
          </p:cNvSpPr>
          <p:nvPr>
            <p:ph type="sldNum" sz="quarter" idx="5"/>
          </p:nvPr>
        </p:nvSpPr>
        <p:spPr/>
        <p:txBody>
          <a:bodyPr/>
          <a:lstStyle/>
          <a:p>
            <a:fld id="{648246CF-7178-41AD-B6F8-BACEEA28FBE0}" type="slidenum">
              <a:rPr lang="en-US" smtClean="0"/>
              <a:t>191</a:t>
            </a:fld>
            <a:endParaRPr lang="en-US"/>
          </a:p>
        </p:txBody>
      </p:sp>
    </p:spTree>
    <p:extLst>
      <p:ext uri="{BB962C8B-B14F-4D97-AF65-F5344CB8AC3E}">
        <p14:creationId xmlns:p14="http://schemas.microsoft.com/office/powerpoint/2010/main" val="1697191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128CE-D89C-FC55-B88E-48B21A535A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B8649-824C-FBB9-84D6-B474E39CA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097677-5479-CCD6-D043-09A1E03591C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394545A-6EBD-9D24-5FE1-D6A174CCEAC3}"/>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2214478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965E6-B8FD-7540-A23E-BF0A7D36C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A9541-C0F3-A359-106C-FB029DC1C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0BDF8-F23B-0A8D-418D-1E7B692E967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4FDFCBD-479E-B8E2-DE82-F089934DFA50}"/>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35450680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DB3E5-348A-4CB5-08D6-932A8FB9F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F8439-50AD-6824-7547-3277BC775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C9839-59F8-195E-2401-7A635F3F1F6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0122BE1-68AC-A4DF-4559-CAD1493743AD}"/>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41111823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6DCAA-3469-B7AF-AB12-DE11B102E3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7032F-6684-9A12-3A88-59A9C1B73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24DB1-7513-8B07-6E86-1B7991832C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0483A13-CC8A-5F3B-D809-7E9D3F6FE745}"/>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8455767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93592-80F6-404B-0909-90EF9C9DB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4276D-76A0-C4B0-E3AA-BA6224B05E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14820-03F6-4EE9-1542-C2779EB6684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4C10622-EEC7-16B2-E4FC-28DEF0535BC9}"/>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21476419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583E2-DFF7-AD29-8C8A-BF774817A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61383-73E8-E686-9D0F-E23E6C9FA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59E09-85F0-8BAE-E3B8-5091633F633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9D30FC-B1B4-2C7F-31A6-A481985820ED}"/>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13043961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49797-D9AA-19C7-EC13-14F81AD0B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3AE69-2B83-0AC8-4907-9D3051137B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E40AC-85AD-383B-CE29-7B13B08B3A1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FD2914B-CE4F-855F-1E5B-905899452F5F}"/>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8330340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A54C-D991-597F-798F-FE717BA4E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AD815-27A6-B8AB-7638-95909D2A7E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C249A-FA83-459B-D3D2-0D9DAF06E6F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9837351-A627-C281-0A09-BD4CEF34C70B}"/>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15605264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08A6B-9700-8FD6-7BE9-CD3E9724D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5069E-EDE4-53B5-6488-D6C44F268C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97F4A-18F0-03BE-E988-38ED3F5B3E0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5FE98B9-8F4F-0DAE-A4A7-B3F85B045EDD}"/>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32676254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2206-3BAB-B653-28D3-F2E37CC69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E806A-3A3A-5624-742E-DA0FE4FED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B63D4-F5D0-F8F7-8372-CC3E7812B4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2DB5118-3E43-16B4-6230-CDECC56FDA05}"/>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29352585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BB39C-4246-919D-84B1-448583420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67E40-0D61-A584-2F84-B0D84D60A4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856B4-7FFD-AED9-4CB6-A9C82C45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FF10AA1-B893-AE1E-EC2D-11D5BABA4FCB}"/>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21579697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92BE4-6D0B-30DC-D2DC-B0AB0B8C0C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4AA05-F7B2-B8A8-2D9E-33096EB002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8F724-D5C0-AC01-5831-A4F3136363C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E5FE58D-7EE3-1CE6-A56F-1700B5EE41D0}"/>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28769243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7A4B9-1137-6C2F-EB37-C8F1339AA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68494-18C8-1EDB-7DFD-59ECCBE36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3F3E1-719A-28FD-68CE-0E3CBF43005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7E17E6-FCFB-930E-1A8F-C5CA6AAE242E}"/>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29555871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EA778-65F3-6BDB-06D3-132E38EA9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3C7CD-B497-1773-A465-24E73BC3E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43315-2D5E-4D98-45D3-097C8E92ABF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C5FD45-F99A-0934-FD75-A9F7911F09B2}"/>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42570152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588D-8DBE-642A-0629-F15970015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057C8-07E2-72EE-51CE-61B19E59F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E76B35-BC4E-A913-1C7D-019F83A56EE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6CAF9DE-CDCF-E165-E066-46A793D3F66F}"/>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9200234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01129-3C08-E5B6-98AE-FBB237A56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CDE8A-F323-2FCF-C88F-EF2C7A38C6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1767A1-1C66-565B-E269-DDDBAF1CB06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BCFFEFA-2061-9076-4394-91B70FF995B5}"/>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3056920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6D95C-F59A-125F-3482-B4CCE33EB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CB8C6-89F2-B28D-8904-DB94752A2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479AA-B44D-5C58-7C04-89F4F1E601A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3D9EBD-F36C-6C4A-8DEF-4B5DED80EB3B}"/>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4037380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B23A-4467-2AF3-387F-21F7C81B1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5E63A-E958-0DB9-5265-D1CEE2CCB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5C477-C969-045C-8B56-8F8F0779F90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23F1916-14F3-DEB4-7A18-6C4FFF8BC281}"/>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4981276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B6BF-64C6-1C6A-CFD2-C74934C3E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AFF6A-3CA1-2FFD-DE5E-2FAA53F58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07E328-AC31-9939-42CC-74C473AB98B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25944BF-CD2A-924F-0BAF-5128202D5D6D}"/>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376098298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28CDA-1AC5-59B7-9901-AEA4072BF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BFEDF-A369-F799-64CB-18C052BAF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42874-9D67-7D01-EC18-D147EBE5E79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0BAD719-0805-32D5-B79D-BEA870543B67}"/>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112257169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518B5-472C-D4EC-0743-B6CFA732B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F7CFC-4FAA-85DD-DC20-D5C8E9ABBA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87CFF-BC93-61B4-20CC-0A7F8F95BC4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514B579-CDE7-4E32-165F-8D48B2F5F8C0}"/>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400317483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B1227-353D-1F51-05C0-A4EB136AF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F03F1-9916-7519-7E10-DAD0CEDD78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68BFB-FB05-FFA6-338F-0B39332A915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8C50F92-CE55-261A-E5FA-4A94288C22D9}"/>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33341881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361D7-6054-DF05-B5C5-8EC626EF4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1CC4D-7917-3ED5-9F85-A155A1EDA7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F0C49-FE1A-35EB-EDB5-C9588285DED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0A4F698-94F6-595E-8627-9886D48D3AF4}"/>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35264653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DE3D6-3FC0-7CA5-0A3D-057944297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567C3-34C8-57DD-CA7B-E13241050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E68CA5-1639-0765-A0A5-FE8140578A3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04ED78B-D787-C8E0-3FE8-47ADB66C0BCC}"/>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37528146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151C-2E8F-8130-4A40-BB425007F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A1A68-FFCC-DF68-1F5C-4A8D69DFD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5A3BD-1BB8-D37E-F0CC-6778CFF9EFB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742361D-4466-21EE-112E-1D0809D6CF7B}"/>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92534373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5F744-DAD1-8640-D669-EC8D28BA0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2FA44-CC70-C257-95A2-EBF32FE8D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66103D-CEB3-A587-4D20-65F77B02811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D1E99C4-5ABD-FCEE-7A56-EA10E24D891D}"/>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133836451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130A0-EBA2-72C6-F3F0-864241840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5AA70-0A5D-CB6E-E49E-485D51255D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A789F-DBAB-C6A0-2D4B-4DA47ED802E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8642AEB-FBC3-A36D-C29B-B07852E466CF}"/>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227730595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801B6-EC41-BA09-857B-C8CB0655E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DE83D-5CBF-AB22-D777-1375751D10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B12BF-5737-0295-6197-23B6930A795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87B25FB-7FA3-CC38-7066-A4811B811F6A}"/>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8001672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E243D-B183-30D6-896F-F3177893F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DE978-C683-0A39-C3F7-7865D5096D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BA84D-EC32-C72B-4699-482697989B70}"/>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08BF7D3-5772-43A7-36D4-4263B80D6FB0}"/>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368302351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0196E-C7F7-40B8-6812-F5D65BA90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359E1-081F-4716-3F95-C70E80E4C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AADD8-9397-BF5C-E726-FB28DC493D2B}"/>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4167E51-665D-B8CA-BA27-2578E6A3FC8E}"/>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326367147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09A26-B720-9F30-C135-7B19BDFA3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CFB15-9A45-00CD-7822-5C1955B83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5ABAA-455E-F3BC-268C-84D3B477CDCB}"/>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76D02DE1-02BB-0DA9-4024-CCAC2F0F5DAD}"/>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357192246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EF5A-BB69-CA29-F382-E2429ACCF6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8EF0C-6891-7A51-857E-19949374CE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FF962-2348-006C-7CD4-E66099EC4ED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9D977D7-7DE6-C9EE-C5D9-55C5F875A140}"/>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186933164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76074-05B9-61D5-22B6-DFCC62E8F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643FA-0CB3-6D15-27A6-FABA91508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2BDC45-0BBC-91CD-ACB5-7BEC737825C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A7C8647-3D38-C013-55C6-531268B8D266}"/>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418123992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5BD78-5688-C166-51CD-AACEEC0C8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61AD0-114E-4C98-EFD0-276F41722D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AD202-B7E5-88E9-BBEC-F629A5DEE5C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DCDD481-9B99-3958-2E31-1CCD094ED928}"/>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341920232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BA0B7-A515-A5E3-7B70-EC9BBB37D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5DD27-0DC9-C508-5915-4E24E6D088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C56D1-8555-B8AE-EA3C-EBDAD58EF9F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9CD9558-D70F-6FB1-CE40-3EC461FE35B3}"/>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871181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10/31/2025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B274B-5586-CDBC-BCF1-4C7EA471983E}"/>
            </a:ext>
          </a:extLst>
        </p:cNvPr>
        <p:cNvGrpSpPr/>
        <p:nvPr/>
      </p:nvGrpSpPr>
      <p:grpSpPr>
        <a:xfrm>
          <a:off x="0" y="0"/>
          <a:ext cx="0" cy="0"/>
          <a:chOff x="0" y="0"/>
          <a:chExt cx="0" cy="0"/>
        </a:xfrm>
      </p:grpSpPr>
      <p:pic>
        <p:nvPicPr>
          <p:cNvPr id="2050" name="Picture 2" descr="Có thể là hình ảnh về đền thờ và văn bản cho biết '01.11 Mừng Kính Lễ CÁC THÁNH NAM NỮ &quot;Anh em hãy vui mừng hỡn hở, VÌ phần thưởng dành cho anh em Ở trên trời thạt lỡn lao.&quot; (Mt5,112a] (Mt 5, -12a]'">
            <a:extLst>
              <a:ext uri="{FF2B5EF4-FFF2-40B4-BE49-F238E27FC236}">
                <a16:creationId xmlns:a16="http://schemas.microsoft.com/office/drawing/2014/main" id="{4C887CE8-C0DD-1A04-A853-64E8D1C45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703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0876-BC6E-5B0A-0E57-FD5621B869E3}"/>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4F523B7-FB31-951F-2F8C-B97E8BA6BC2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54600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endParaRPr lang="en-US" altLang="en-US" sz="4950" b="1" dirty="0">
              <a:solidFill>
                <a:srgbClr val="FF0000"/>
              </a:solidFill>
              <a:latin typeface="Times New Roman" panose="02020603050405020304" pitchFamily="18" charset="0"/>
              <a:cs typeface="Times New Roman" pitchFamily="18" charset="0"/>
            </a:endParaRP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o</a:t>
            </a:r>
            <a:r>
              <a:rPr lang="vi-VN" altLang="en-US" sz="8000" b="1">
                <a:solidFill>
                  <a:schemeClr val="tx1"/>
                </a:solidFill>
                <a:latin typeface="Times New Roman" panose="02020603050405020304" pitchFamily="18" charset="0"/>
                <a:cs typeface="Times New Roman" panose="02020603050405020304" pitchFamily="18" charset="0"/>
              </a:rPr>
              <a:t>ng </a:t>
            </a:r>
            <a:r>
              <a:rPr lang="vi-VN" altLang="en-US" sz="8000" b="1" dirty="0">
                <a:solidFill>
                  <a:schemeClr val="tx1"/>
                </a:solidFill>
                <a:latin typeface="Times New Roman" panose="02020603050405020304" pitchFamily="18" charset="0"/>
                <a:cs typeface="Times New Roman" panose="02020603050405020304" pitchFamily="18" charset="0"/>
              </a:rPr>
              <a:t>khen c</a:t>
            </a:r>
            <a:r>
              <a:rPr lang="en-US" altLang="en-US" sz="8000" b="1" dirty="0">
                <a:solidFill>
                  <a:schemeClr val="tx1"/>
                </a:solidFill>
                <a:latin typeface="Times New Roman" panose="02020603050405020304" pitchFamily="18" charset="0"/>
                <a:cs typeface="Times New Roman" panose="02020603050405020304" pitchFamily="18" charset="0"/>
              </a:rPr>
              <a:t>ả</a:t>
            </a:r>
            <a:r>
              <a:rPr lang="vi-VN" altLang="en-US" sz="8000" b="1" dirty="0">
                <a:solidFill>
                  <a:schemeClr val="tx1"/>
                </a:solidFill>
                <a:latin typeface="Times New Roman" panose="02020603050405020304" pitchFamily="18" charset="0"/>
                <a:cs typeface="Times New Roman" panose="02020603050405020304" pitchFamily="18" charset="0"/>
              </a:rPr>
              <a:t>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7800" b="1" dirty="0">
                <a:solidFill>
                  <a:srgbClr val="FF0000"/>
                </a:solidFill>
                <a:latin typeface="Times New Roman" panose="02020603050405020304" pitchFamily="18" charset="0"/>
                <a:cs typeface="Times New Roman" panose="02020603050405020304" pitchFamily="18" charset="0"/>
              </a:rPr>
              <a:t>Thứ nhất: </a:t>
            </a:r>
            <a:r>
              <a:rPr lang="vi-VN" altLang="en-US" sz="7800" b="1" dirty="0">
                <a:solidFill>
                  <a:schemeClr val="tx1"/>
                </a:solidFill>
                <a:latin typeface="Times New Roman" panose="02020603050405020304" pitchFamily="18" charset="0"/>
                <a:cs typeface="Times New Roman" panose="02020603050405020304" pitchFamily="18" charset="0"/>
              </a:rPr>
              <a:t>Khiêm như</a:t>
            </a:r>
            <a:r>
              <a:rPr lang="en-US" altLang="en-US" sz="7800" b="1" dirty="0">
                <a:solidFill>
                  <a:schemeClr val="tx1"/>
                </a:solidFill>
                <a:latin typeface="Times New Roman" panose="02020603050405020304" pitchFamily="18" charset="0"/>
                <a:cs typeface="Times New Roman" panose="02020603050405020304" pitchFamily="18" charset="0"/>
              </a:rPr>
              <a:t>ợ</a:t>
            </a:r>
            <a:r>
              <a:rPr lang="vi-VN" altLang="en-US" sz="7800" b="1" dirty="0" err="1">
                <a:solidFill>
                  <a:schemeClr val="tx1"/>
                </a:solidFill>
                <a:latin typeface="Times New Roman" panose="02020603050405020304" pitchFamily="18" charset="0"/>
                <a:cs typeface="Times New Roman" panose="02020603050405020304" pitchFamily="18" charset="0"/>
              </a:rPr>
              <a:t>ng</a:t>
            </a:r>
            <a:r>
              <a:rPr lang="vi-VN" altLang="en-US" sz="78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7800" b="1" dirty="0">
                <a:solidFill>
                  <a:srgbClr val="FF0000"/>
                </a:solidFill>
                <a:latin typeface="Times New Roman" panose="02020603050405020304" pitchFamily="18" charset="0"/>
                <a:cs typeface="Times New Roman" panose="02020603050405020304" pitchFamily="18" charset="0"/>
              </a:rPr>
              <a:t>Thứ hai: </a:t>
            </a:r>
            <a:r>
              <a:rPr lang="vi-VN" altLang="en-US" sz="78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ba: </a:t>
            </a:r>
            <a:r>
              <a:rPr lang="vi-VN" altLang="en-US" sz="70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7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bốn: </a:t>
            </a:r>
            <a:r>
              <a:rPr lang="vi-VN" altLang="en-US" sz="70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7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sáu: </a:t>
            </a:r>
            <a:r>
              <a:rPr lang="vi-VN" altLang="en-US" sz="70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bảy: </a:t>
            </a:r>
            <a:r>
              <a:rPr lang="vi-VN" altLang="en-US" sz="70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A96B-0D2C-ECFD-1C71-B8A1BE3E9985}"/>
            </a:ext>
          </a:extLst>
        </p:cNvPr>
        <p:cNvGrpSpPr/>
        <p:nvPr/>
      </p:nvGrpSpPr>
      <p:grpSpPr>
        <a:xfrm>
          <a:off x="0" y="0"/>
          <a:ext cx="0" cy="0"/>
          <a:chOff x="0" y="0"/>
          <a:chExt cx="0" cy="0"/>
        </a:xfrm>
      </p:grpSpPr>
      <p:pic>
        <p:nvPicPr>
          <p:cNvPr id="2050" name="Picture 2" descr="Có thể là hình ảnh về đền thờ và văn bản cho biết '01.11 Mừng Kính Lễ CÁC THÁNH NAM NỮ &quot;Anh em hãy vui mừng hỡn hở, VÌ phần thưởng dành cho anh em Ở trên trời thạt lỡn lao.&quot; (Mt5,112a] (Mt 5, -12a]'">
            <a:extLst>
              <a:ext uri="{FF2B5EF4-FFF2-40B4-BE49-F238E27FC236}">
                <a16:creationId xmlns:a16="http://schemas.microsoft.com/office/drawing/2014/main" id="{B3B67BEE-7657-0E06-D1CC-FBF568BE73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535562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MỪNG CÁC THÁNH</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Hoài Đức)</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solidFill>
                  <a:srgbClr val="FF0000"/>
                </a:solidFill>
                <a:effectLst/>
                <a:latin typeface="Times New Roman" panose="02020603050405020304" pitchFamily="18" charset="0"/>
                <a:cs typeface="Times New Roman" panose="02020603050405020304" pitchFamily="18" charset="0"/>
              </a:rPr>
              <a:t>ĐK</a:t>
            </a:r>
            <a:r>
              <a:rPr lang="en-US" sz="8000" b="1" dirty="0">
                <a:solidFill>
                  <a:srgbClr val="FF0000"/>
                </a:solidFill>
                <a:latin typeface="Times New Roman" panose="02020603050405020304" pitchFamily="18" charset="0"/>
                <a:cs typeface="Times New Roman" panose="02020603050405020304" pitchFamily="18" charset="0"/>
              </a:rPr>
              <a:t>:</a:t>
            </a:r>
            <a:r>
              <a:rPr lang="vi-VN" sz="8000" b="1" dirty="0">
                <a:effectLst/>
                <a:latin typeface="Times New Roman" panose="02020603050405020304" pitchFamily="18" charset="0"/>
                <a:cs typeface="Times New Roman" panose="02020603050405020304" pitchFamily="18" charset="0"/>
              </a:rPr>
              <a:t> Hào quang Thiên Quốc tươi sáng vô cùng!</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Nhạc ca Thiên Quốc ngây ngất vô cùng!</a:t>
            </a:r>
            <a:r>
              <a:rPr lang="en-US" sz="80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79067651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6B029-43A6-0805-F06E-4BED18145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F81CF-34CA-202A-2F5A-60F0368A47C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latin typeface="Times New Roman (Headings)"/>
                <a:cs typeface="Arial" panose="020B0604020202020204" pitchFamily="34" charset="0"/>
              </a:rPr>
              <a:t>Bên Chúa vinh quang Thần Thánh vui mừng.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2511857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A1885-216E-3120-C36C-512B3C3EA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F196C-A3C1-269F-5E1E-0F2BB236185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a:effectLst/>
                <a:latin typeface="Times New Roman (Headings)"/>
                <a:cs typeface="Arial" panose="020B0604020202020204" pitchFamily="34" charset="0"/>
              </a:rPr>
              <a:t>Bảo </a:t>
            </a:r>
            <a:r>
              <a:rPr lang="en-US" sz="8000" b="1" dirty="0" err="1">
                <a:effectLst/>
                <a:latin typeface="Times New Roman (Headings)"/>
                <a:cs typeface="Arial" panose="020B0604020202020204" pitchFamily="34" charset="0"/>
              </a:rPr>
              <a:t>tòa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triều</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thiên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chứng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toàn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7383845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DD4-265E-1267-330E-884E78221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7D284-9CF1-0786-9E95-D8499D9A65E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a:solidFill>
                  <a:srgbClr val="FF0000"/>
                </a:solidFill>
                <a:latin typeface="Times New Roman (Headings)"/>
                <a:cs typeface="Arial" panose="020B0604020202020204" pitchFamily="34" charset="0"/>
              </a:rPr>
              <a:t>1</a:t>
            </a:r>
            <a:r>
              <a:rPr lang="en-US" sz="8000" b="1" dirty="0">
                <a:solidFill>
                  <a:srgbClr val="FF0000"/>
                </a:solidFill>
                <a:effectLst/>
                <a:latin typeface="Times New Roman (Headings)"/>
                <a:cs typeface="Arial" panose="020B0604020202020204" pitchFamily="34" charset="0"/>
              </a:rPr>
              <a:t>. </a:t>
            </a:r>
            <a:r>
              <a:rPr lang="vi-VN" sz="8000" b="1" dirty="0">
                <a:latin typeface="Times New Roman (Headings)"/>
                <a:cs typeface="Arial" panose="020B0604020202020204" pitchFamily="34" charset="0"/>
              </a:rPr>
              <a:t>Trần gian không đường đàn không tiếng ca,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56561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latin typeface="Times New Roman (Headings)"/>
                <a:cs typeface="Arial" panose="020B0604020202020204" pitchFamily="34" charset="0"/>
              </a:rPr>
              <a:t>Trần thế không điệu nhạc không tứ thơ.</a:t>
            </a:r>
            <a:r>
              <a:rPr lang="en-US" sz="8000" b="1" dirty="0">
                <a:latin typeface="Times New Roman (Headings)"/>
                <a:cs typeface="Arial" panose="020B0604020202020204" pitchFamily="34" charset="0"/>
              </a:rPr>
              <a:t> </a:t>
            </a:r>
            <a:endParaRPr lang="vi-VN" sz="8000" b="1" dirty="0">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19DE6-3B12-7EDD-E122-859AAAA01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4C100-B7AB-440E-47CC-9F1CC75015B9}"/>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latin typeface="Times New Roman (Headings)"/>
                <a:cs typeface="Arial" panose="020B0604020202020204" pitchFamily="34" charset="0"/>
              </a:rPr>
              <a:t>Mong tượng trưng diễn đạt được nơi trường xuân.</a:t>
            </a:r>
          </a:p>
        </p:txBody>
      </p:sp>
    </p:spTree>
    <p:extLst>
      <p:ext uri="{BB962C8B-B14F-4D97-AF65-F5344CB8AC3E}">
        <p14:creationId xmlns:p14="http://schemas.microsoft.com/office/powerpoint/2010/main" val="165428290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0386-5ABC-334D-7DEF-322B6EDF7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7E9BE-1FD8-145D-5138-38CD947DC835}"/>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latin typeface="Times New Roman (Headings)"/>
                <a:cs typeface="Arial" panose="020B0604020202020204" pitchFamily="34" charset="0"/>
              </a:rPr>
              <a:t>Nơi nhạc thơ quyến hồn đàn ca Thần Thánh ngân.</a:t>
            </a:r>
          </a:p>
        </p:txBody>
      </p:sp>
    </p:spTree>
    <p:extLst>
      <p:ext uri="{BB962C8B-B14F-4D97-AF65-F5344CB8AC3E}">
        <p14:creationId xmlns:p14="http://schemas.microsoft.com/office/powerpoint/2010/main" val="224822306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C02C7-8A48-B60C-B09F-68CD58E76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4CDD6C-D8D7-CDD9-B688-39B8D7BD3E8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latin typeface="Times New Roman (Headings)"/>
                <a:cs typeface="Arial" panose="020B0604020202020204" pitchFamily="34" charset="0"/>
              </a:rPr>
              <a:t>Một nơi không còn thời gian ước mơ. Và hết kinh hoàng sầu bi lắng lo. </a:t>
            </a:r>
          </a:p>
        </p:txBody>
      </p:sp>
    </p:spTree>
    <p:extLst>
      <p:ext uri="{BB962C8B-B14F-4D97-AF65-F5344CB8AC3E}">
        <p14:creationId xmlns:p14="http://schemas.microsoft.com/office/powerpoint/2010/main" val="328057297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46622-7FE0-A95D-0069-A86A3ECC7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EFDA3-459A-F9C7-7DFC-B47E7EC2BB96}"/>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latin typeface="Times New Roman (Headings)"/>
                <a:cs typeface="Arial" panose="020B0604020202020204" pitchFamily="34" charset="0"/>
              </a:rPr>
              <a:t>Các Thánh ngắm chầu nhan Chúa không lúc rời.</a:t>
            </a:r>
          </a:p>
        </p:txBody>
      </p:sp>
    </p:spTree>
    <p:extLst>
      <p:ext uri="{BB962C8B-B14F-4D97-AF65-F5344CB8AC3E}">
        <p14:creationId xmlns:p14="http://schemas.microsoft.com/office/powerpoint/2010/main" val="83558118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30C72-C583-5CC8-18A8-43479B7FD5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8F2B8-9491-41C4-3562-7A01FBB64DED}"/>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latin typeface="Times New Roman (Headings)"/>
                <a:cs typeface="Arial" panose="020B0604020202020204" pitchFamily="34" charset="0"/>
              </a:rPr>
              <a:t>Đức kính mến nguyên tuyền không còn nhạt phai.</a:t>
            </a:r>
          </a:p>
        </p:txBody>
      </p:sp>
    </p:spTree>
    <p:extLst>
      <p:ext uri="{BB962C8B-B14F-4D97-AF65-F5344CB8AC3E}">
        <p14:creationId xmlns:p14="http://schemas.microsoft.com/office/powerpoint/2010/main" val="423537966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02554-D815-7EA6-AAE1-291E6E7FF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94CEC-CF2B-B664-2D94-7E72781F9B39}"/>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solidFill>
                  <a:srgbClr val="FF0000"/>
                </a:solidFill>
                <a:effectLst/>
                <a:latin typeface="Times New Roman" panose="02020603050405020304" pitchFamily="18" charset="0"/>
                <a:cs typeface="Times New Roman" panose="02020603050405020304" pitchFamily="18" charset="0"/>
              </a:rPr>
              <a:t>ĐK</a:t>
            </a:r>
            <a:r>
              <a:rPr lang="en-US" sz="8000" b="1" dirty="0">
                <a:solidFill>
                  <a:srgbClr val="FF0000"/>
                </a:solidFill>
                <a:latin typeface="Times New Roman" panose="02020603050405020304" pitchFamily="18" charset="0"/>
                <a:cs typeface="Times New Roman" panose="02020603050405020304" pitchFamily="18" charset="0"/>
              </a:rPr>
              <a:t>:</a:t>
            </a:r>
            <a:r>
              <a:rPr lang="vi-VN" sz="8000" b="1" dirty="0">
                <a:effectLst/>
                <a:latin typeface="Times New Roman" panose="02020603050405020304" pitchFamily="18" charset="0"/>
                <a:cs typeface="Times New Roman" panose="02020603050405020304" pitchFamily="18" charset="0"/>
              </a:rPr>
              <a:t> Hào quang Thiên Quốc tươi sáng vô cùng!</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95977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15152-D4A2-228B-E510-B7B385005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C5132-56A2-DBD1-03F0-4AED45B3F52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Nhạc ca Thiên Quốc ngây ngất vô cùng!</a:t>
            </a:r>
            <a:r>
              <a:rPr lang="en-US" sz="80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411039046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34E72-FD18-B4D6-B228-8EE7F9CA0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B68F90-90C3-B9F5-450A-46601F00D6A8}"/>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latin typeface="Times New Roman (Headings)"/>
                <a:cs typeface="Arial" panose="020B0604020202020204" pitchFamily="34" charset="0"/>
              </a:rPr>
              <a:t>Bên Chúa vinh quang Thần Thánh vui mừng.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6805174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11CC9-7C24-AF23-26D7-9B94B1E65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3372E-95EE-CD5A-529A-9EDC29690F2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a:effectLst/>
                <a:latin typeface="Times New Roman (Headings)"/>
                <a:cs typeface="Arial" panose="020B0604020202020204" pitchFamily="34" charset="0"/>
              </a:rPr>
              <a:t>Bảo </a:t>
            </a:r>
            <a:r>
              <a:rPr lang="en-US" sz="8000" b="1" dirty="0" err="1">
                <a:effectLst/>
                <a:latin typeface="Times New Roman (Headings)"/>
                <a:cs typeface="Arial" panose="020B0604020202020204" pitchFamily="34" charset="0"/>
              </a:rPr>
              <a:t>tòa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triều</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thiên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chứng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toàn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6277402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95557-5C70-5552-29F4-71933BD53047}"/>
            </a:ext>
          </a:extLst>
        </p:cNvPr>
        <p:cNvGrpSpPr/>
        <p:nvPr/>
      </p:nvGrpSpPr>
      <p:grpSpPr>
        <a:xfrm>
          <a:off x="0" y="0"/>
          <a:ext cx="0" cy="0"/>
          <a:chOff x="0" y="0"/>
          <a:chExt cx="0" cy="0"/>
        </a:xfrm>
      </p:grpSpPr>
      <p:pic>
        <p:nvPicPr>
          <p:cNvPr id="2050" name="Picture 2" descr="Có thể là hình ảnh về đền thờ và văn bản cho biết '01.11 Mừng Kính Lễ CÁC THÁNH NAM NỮ &quot;Anh em hãy vui mừng hỡn hở, VÌ phần thưởng dành cho anh em Ở trên trời thạt lỡn lao.&quot; (Mt5,112a] (Mt 5, -12a]'">
            <a:extLst>
              <a:ext uri="{FF2B5EF4-FFF2-40B4-BE49-F238E27FC236}">
                <a16:creationId xmlns:a16="http://schemas.microsoft.com/office/drawing/2014/main" id="{11EF6FD6-4682-4CB2-C0DB-4E5EB4F2B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338977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Có thể là hình ảnh về văn bản cho biết 'BÀI ĐỌC BÀIĐỌC1 1 Bài trích Bàitrichsách sách KHẢI HUYÊN của thánh Gioan tông đồ &quot;Tôi thãy một doan người thật đông không tài não dếm nổi, thuộc moi dân, moi chi tộc, mọi nước và mọi ngôn ngữ.&quot; [Kh7,24,914]'">
            <a:extLst>
              <a:ext uri="{FF2B5EF4-FFF2-40B4-BE49-F238E27FC236}">
                <a16:creationId xmlns:a16="http://schemas.microsoft.com/office/drawing/2014/main" id="{988370EA-D131-E1C6-134F-FF9343B22C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5"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5020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23</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i="1" dirty="0">
                <a:solidFill>
                  <a:schemeClr val="tx1">
                    <a:lumMod val="50000"/>
                    <a:lumOff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5400" b="1" i="1" dirty="0" err="1">
                <a:solidFill>
                  <a:schemeClr val="tx1">
                    <a:lumMod val="50000"/>
                    <a:lumOff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5400" b="1" i="1" dirty="0">
                <a:solidFill>
                  <a:schemeClr val="tx1">
                    <a:lumMod val="50000"/>
                    <a:lumOff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5400" b="1" i="1" dirty="0">
                <a:solidFill>
                  <a:schemeClr val="tx1">
                    <a:lumMod val="50000"/>
                    <a:lumOff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5400" b="1" i="1" dirty="0">
                <a:solidFill>
                  <a:schemeClr val="tx1">
                    <a:lumMod val="50000"/>
                    <a:lumOff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b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br>
            <a:br>
              <a:rPr lang="en-US" sz="1050" b="1" i="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(03 </a:t>
            </a:r>
            <a:r>
              <a:rPr lang="en-US" sz="5400" b="1" dirty="0" err="1">
                <a:latin typeface="Times New Roman" panose="02020603050405020304" pitchFamily="18" charset="0"/>
                <a:ea typeface="Sans Serif Collection" panose="020B0502040504020204" pitchFamily="34" charset="0"/>
                <a:cs typeface="Times New Roman" panose="02020603050405020304" pitchFamily="18" charset="0"/>
              </a:rPr>
              <a:t>câu</a:t>
            </a: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8000" b="1" dirty="0">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1</a:t>
            </a:r>
            <a:r>
              <a:rPr lang="en-US" sz="8000" b="1" dirty="0">
                <a:solidFill>
                  <a:srgbClr val="FF0000"/>
                </a:solidFill>
                <a:effectLst/>
                <a:latin typeface="Times New Roman (Headings)"/>
                <a:cs typeface="Arial" panose="020B0604020202020204" pitchFamily="34" charset="0"/>
              </a:rPr>
              <a:t>/3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1. Trái đất và muôn loài đều là của Chúa, hoàn cầu và muôn vật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1325-B1E9-6C1E-F9F0-0221F7960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E4449-DFB9-553F-F199-DD3FEBC15BF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đều là của Ngài. Vì Chúa đã xây móng trong lòng đại dương,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9197022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02BA-2970-68B0-E2EF-11F1811CC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E35DD-1F39-C33F-E743-2FC59715FAF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đã</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dựng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trên</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a:effectLst/>
                <a:latin typeface="Times New Roman (Headings)"/>
                <a:cs typeface="Arial" panose="020B0604020202020204" pitchFamily="34" charset="0"/>
              </a:rPr>
              <a:t>các </a:t>
            </a:r>
            <a:r>
              <a:rPr lang="en-US" sz="8800" b="1" dirty="0" err="1">
                <a:effectLst/>
                <a:latin typeface="Times New Roman (Headings)"/>
                <a:cs typeface="Arial" panose="020B0604020202020204" pitchFamily="34" charset="0"/>
              </a:rPr>
              <a:t>dòng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sông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26159823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0AE46-6C22-4414-D215-3D85C3EE8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2E23B-6730-4879-7FA1-0E693CECF955}"/>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 Lạy Chúa đây là dòng dõi của những kẻ tìm kiếm ngài.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648262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4D98F-E5C0-DC29-3E5D-C6CCD6F19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F1D06-5BA7-D0A3-545E-B0958507FF5C}"/>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a:solidFill>
                  <a:srgbClr val="FF0000"/>
                </a:solidFill>
                <a:latin typeface="Times New Roman (Headings)"/>
                <a:cs typeface="Arial" panose="020B0604020202020204" pitchFamily="34" charset="0"/>
              </a:rPr>
              <a:t>2</a:t>
            </a:r>
            <a:r>
              <a:rPr lang="en-US" sz="8800" b="1" dirty="0">
                <a:solidFill>
                  <a:srgbClr val="FF0000"/>
                </a:solidFill>
                <a:effectLst/>
                <a:latin typeface="Times New Roman (Headings)"/>
                <a:cs typeface="Arial" panose="020B0604020202020204" pitchFamily="34" charset="0"/>
              </a:rPr>
              <a:t>/3</a:t>
            </a:r>
            <a:r>
              <a:rPr lang="vi-VN" sz="8800" b="1" dirty="0">
                <a:solidFill>
                  <a:srgbClr val="FF0000"/>
                </a:solidFill>
                <a:effectLst/>
                <a:latin typeface="Times New Roman (Headings)"/>
                <a:cs typeface="Arial" panose="020B0604020202020204" pitchFamily="34" charset="0"/>
              </a:rPr>
              <a:t>. </a:t>
            </a:r>
            <a:r>
              <a:rPr lang="vi-VN" sz="8800" b="1" dirty="0">
                <a:effectLst/>
                <a:latin typeface="Times New Roman (Headings)"/>
                <a:cs typeface="Arial" panose="020B0604020202020204" pitchFamily="34" charset="0"/>
              </a:rPr>
              <a:t>Ai sẽ được hân hạnh trèo lên núi Chúa? Người nào được may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929448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964B2-1A38-6E06-0AAC-70748D076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EA4F3-2702-AE6F-9AD5-5742494593CE}"/>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lành vào đền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thánh Ngài? Người đó có bàn tay vô tội sạch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09198357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263C1-08DF-A29F-823A-5DECBDF57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50013-99D7-126D-5F6F-8561A23E4FD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Người đó có lòng thanh không sống tà gian.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7118249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E8E4E-B449-9695-59DD-F875C52F4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62CC69-A775-F68F-6A69-EE364F4E443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 Lạy Chúa đây là dòng dõi của những kẻ tìm kiếm ngài.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0165316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7FF9-A847-B310-C74B-E8946DEA7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33520-231B-09C7-5067-5234CA0CAC6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3/3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Ai tốt sẽ hưởng được lòng từ bi Chúa, và được Ngài chúc lành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trọn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8325391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91BE3-FDC4-A8EC-9784-E4319BC3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7CB28-CD2C-D075-5D1B-CE1B37E780A7}"/>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đời sống này. Vì Chúa Đấng giải thoát cho người tìm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3360911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B52DD-A2E6-E7C8-DDDF-0847897C7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47C8D-1ADA-45E8-6305-6DA555AE567B}"/>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tìm kiếm Chúa Gia-cóp, Thiên Chúa của ngươi.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1279430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44DE-41D3-A669-7023-2596DD799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0B347-1AED-DFF9-7862-CD25D8F8633B}"/>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 Lạy Chúa đây là dòng dõi của những kẻ tìm kiếm ngài.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8961122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D4D90E-D9BC-D436-41A3-FAC25A17F207}"/>
            </a:ext>
          </a:extLst>
        </p:cNvPr>
        <p:cNvGrpSpPr/>
        <p:nvPr/>
      </p:nvGrpSpPr>
      <p:grpSpPr>
        <a:xfrm>
          <a:off x="0" y="0"/>
          <a:ext cx="0" cy="0"/>
          <a:chOff x="0" y="0"/>
          <a:chExt cx="0" cy="0"/>
        </a:xfrm>
      </p:grpSpPr>
      <p:sp>
        <p:nvSpPr>
          <p:cNvPr id="11273" name="Rectangle 1127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2" descr="Có thể là hình ảnh về văn bản cho biết 'BÀI ĐỌC 2 Bàitrich Bài trích thư thứ nhất của thánh Gioan tông đồ &quot;Khi DỨC Kitô xuất hiên, chúng ta sẽ nên giống như Người, VÌ Người thê nào, chúng ta sẽ thãy NgưỜi như vậy.&quot; (1Ga3,13) 3, 13] (1 (1Ga'">
            <a:extLst>
              <a:ext uri="{FF2B5EF4-FFF2-40B4-BE49-F238E27FC236}">
                <a16:creationId xmlns:a16="http://schemas.microsoft.com/office/drawing/2014/main" id="{256B13F7-81A5-F641-E361-BF3165A856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56756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D70DF-BF06-12BF-831E-18AA154388EE}"/>
            </a:ext>
          </a:extLst>
        </p:cNvPr>
        <p:cNvGrpSpPr/>
        <p:nvPr/>
      </p:nvGrpSpPr>
      <p:grpSpPr>
        <a:xfrm>
          <a:off x="0" y="0"/>
          <a:ext cx="0" cy="0"/>
          <a:chOff x="0" y="0"/>
          <a:chExt cx="0" cy="0"/>
        </a:xfrm>
      </p:grpSpPr>
      <p:pic>
        <p:nvPicPr>
          <p:cNvPr id="2050" name="Picture 2" descr="Có thể là hình ảnh về đền thờ và văn bản cho biết '01.11 Mừng Kính Lễ CÁC THÁNH NAM NỮ &quot;Anh em hãy vui mừng hỡn hở, VÌ phần thưởng dành cho anh em Ở trên trời thạt lỡn lao.&quot; (Mt5,112a] (Mt 5, -12a]'">
            <a:extLst>
              <a:ext uri="{FF2B5EF4-FFF2-40B4-BE49-F238E27FC236}">
                <a16:creationId xmlns:a16="http://schemas.microsoft.com/office/drawing/2014/main" id="{07BC5C61-00DB-9104-EFA3-85E6E1BA91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39855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330199"/>
            <a:ext cx="9144000" cy="4813301"/>
          </a:xfrm>
          <a:solidFill>
            <a:schemeClr val="bg1"/>
          </a:solidFill>
        </p:spPr>
        <p:txBody>
          <a:bodyPr lIns="91440" tIns="0" rIns="91440" bIns="0">
            <a:noAutofit/>
          </a:bodyPr>
          <a:lstStyle/>
          <a:p>
            <a:r>
              <a:rPr lang="en-US" sz="8000" b="1" i="1" dirty="0">
                <a:solidFill>
                  <a:srgbClr val="EE0000"/>
                </a:solidFill>
                <a:effectLst/>
                <a:latin typeface="Times New Roman (Headings)"/>
                <a:cs typeface="Arial" panose="020B0604020202020204" pitchFamily="34" charset="0"/>
              </a:rPr>
              <a:t>All… All...</a:t>
            </a:r>
            <a:r>
              <a:rPr lang="en-US" sz="8000" b="1" dirty="0">
                <a:solidFill>
                  <a:srgbClr val="EE0000"/>
                </a:solidFill>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phán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rằng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hãy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với</a:t>
            </a:r>
            <a:r>
              <a:rPr lang="en-US" sz="8000" b="1" dirty="0">
                <a:effectLst/>
                <a:latin typeface="Times New Roman (Headings)"/>
                <a:cs typeface="Arial" panose="020B0604020202020204" pitchFamily="34" charset="0"/>
              </a:rPr>
              <a:t> Ta, </a:t>
            </a:r>
            <a:r>
              <a:rPr lang="en-US" sz="8000" b="1" dirty="0" err="1">
                <a:effectLst/>
                <a:latin typeface="Times New Roman (Headings)"/>
                <a:cs typeface="Arial" panose="020B0604020202020204" pitchFamily="34" charset="0"/>
              </a:rPr>
              <a:t>hỡi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những</a:t>
            </a:r>
            <a:r>
              <a:rPr lang="en-US" sz="8000" b="1" dirty="0">
                <a:effectLst/>
                <a:latin typeface="Times New Roman (Headings)"/>
                <a:cs typeface="Arial" panose="020B0604020202020204" pitchFamily="34" charset="0"/>
              </a:rPr>
              <a:t> ai</a:t>
            </a:r>
            <a:endParaRPr lang="en-US" sz="8000" b="1" i="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50800"/>
            <a:ext cx="9144000" cy="6350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FF0000"/>
                </a:solidFill>
                <a:latin typeface="Times New Roman" panose="02020603050405020304" pitchFamily="18" charset="0"/>
                <a:cs typeface="Times New Roman" panose="02020603050405020304" pitchFamily="18" charset="0"/>
              </a:rPr>
              <a:t>TUNG </a:t>
            </a:r>
            <a:r>
              <a:rPr lang="en-US" sz="3200" b="1" dirty="0" err="1">
                <a:solidFill>
                  <a:srgbClr val="FF0000"/>
                </a:solidFill>
                <a:latin typeface="Times New Roman" panose="02020603050405020304" pitchFamily="18" charset="0"/>
                <a:cs typeface="Times New Roman" panose="02020603050405020304" pitchFamily="18" charset="0"/>
              </a:rPr>
              <a:t>HÔ</a:t>
            </a:r>
            <a:r>
              <a:rPr lang="en-US" sz="3200" b="1" dirty="0">
                <a:solidFill>
                  <a:srgbClr val="FF0000"/>
                </a:solidFill>
                <a:latin typeface="Times New Roman" panose="02020603050405020304" pitchFamily="18" charset="0"/>
                <a:cs typeface="Times New Roman" panose="02020603050405020304" pitchFamily="18" charset="0"/>
              </a:rPr>
              <a:t> TIN </a:t>
            </a:r>
            <a:r>
              <a:rPr lang="en-US" sz="3200" b="1" dirty="0" err="1">
                <a:solidFill>
                  <a:srgbClr val="FF0000"/>
                </a:solidFill>
                <a:latin typeface="Times New Roman" panose="02020603050405020304" pitchFamily="18" charset="0"/>
                <a:cs typeface="Times New Roman" panose="02020603050405020304" pitchFamily="18" charset="0"/>
              </a:rPr>
              <a:t>MỪNG</a:t>
            </a:r>
            <a:endParaRPr lang="vi-VN" sz="32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3118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65F3-7093-0EC2-264B-B9FBEDD05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9FB56-98B7-8F01-187F-0001B0B908B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latin typeface="Times New Roman (Headings)"/>
                <a:cs typeface="Arial" panose="020B0604020202020204" pitchFamily="34" charset="0"/>
              </a:rPr>
              <a:t>khó nhọc và gánh nặng nề, Ta sẽ nâng đỡ bổ sức cho các ngươi</a:t>
            </a:r>
            <a:r>
              <a:rPr lang="en-US" sz="8000" b="1" dirty="0">
                <a:latin typeface="Times New Roman (Headings)"/>
                <a:cs typeface="Arial" panose="020B0604020202020204" pitchFamily="34" charset="0"/>
              </a:rPr>
              <a:t>”. </a:t>
            </a:r>
            <a:r>
              <a:rPr lang="en-US" sz="8000" b="1" i="1" dirty="0">
                <a:solidFill>
                  <a:srgbClr val="EE0000"/>
                </a:solidFill>
                <a:latin typeface="Times New Roman (Headings)"/>
                <a:cs typeface="Arial" panose="020B0604020202020204" pitchFamily="34" charset="0"/>
              </a:rPr>
              <a:t>All…All…</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1908389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FE6CD-6A7C-3451-4EAD-B335DB393B7F}"/>
            </a:ext>
          </a:extLst>
        </p:cNvPr>
        <p:cNvGrpSpPr/>
        <p:nvPr/>
      </p:nvGrpSpPr>
      <p:grpSpPr>
        <a:xfrm>
          <a:off x="0" y="0"/>
          <a:ext cx="0" cy="0"/>
          <a:chOff x="0" y="0"/>
          <a:chExt cx="0" cy="0"/>
        </a:xfrm>
      </p:grpSpPr>
      <p:pic>
        <p:nvPicPr>
          <p:cNvPr id="2" name="Picture 2" descr="Có thể là hình ảnh về văn bản cho biết 'TIN MỪNG CHÚA GIÊSU KITÔ Theo Thánh Matthêu Anh em hãy vui mừng hôn hở, VÌ phần thương dành cho anh em Ở trên trời thật lỡn lao.&quot; (Mt 5, t5,112a) 1 12a)'">
            <a:extLst>
              <a:ext uri="{FF2B5EF4-FFF2-40B4-BE49-F238E27FC236}">
                <a16:creationId xmlns:a16="http://schemas.microsoft.com/office/drawing/2014/main" id="{6C3209B3-DD6D-9712-055F-E878B8030A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04692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CT: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toàn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năng</a:t>
            </a:r>
            <a:r>
              <a:rPr lang="en-US" sz="88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73600"/>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hữu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Ki-</a:t>
            </a:r>
            <a:r>
              <a:rPr lang="en-US" sz="8800" b="1" dirty="0" err="1">
                <a:effectLst/>
                <a:latin typeface="Times New Roman (Headings)"/>
                <a:cs typeface="Arial" panose="020B0604020202020204" pitchFamily="34" charset="0"/>
              </a:rPr>
              <a:t>tô</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sinh bởi Đức Chúa Cha từ trước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nhờ Người mà muôn vật được tạo thành.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Bởi phép Đức Chúa Thánh Thần, Người đã nhập thể trong lòng Trinh Nữ Ma-ri-a, </a:t>
            </a:r>
            <a:br>
              <a:rPr lang="en-US" sz="7000" b="1" dirty="0">
                <a:effectLst/>
                <a:latin typeface="Times New Roman (Headings)"/>
                <a:cs typeface="Arial" panose="020B0604020202020204" pitchFamily="34" charset="0"/>
              </a:rPr>
            </a:br>
            <a:r>
              <a:rPr lang="vi-VN" sz="7000" b="1" dirty="0">
                <a:effectLst/>
                <a:latin typeface="Times New Roman (Headings)"/>
                <a:cs typeface="Arial" panose="020B0604020202020204" pitchFamily="34" charset="0"/>
              </a:rPr>
              <a:t>và đã làm người.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a:t>
            </a:r>
            <a:r>
              <a:rPr lang="vi-VN" sz="7200" b="1" dirty="0">
                <a:effectLst/>
                <a:latin typeface="Times New Roman (Headings)"/>
                <a:cs typeface="Arial" panose="020B0604020202020204" pitchFamily="34" charset="0"/>
              </a:rPr>
              <a:t>Phong-xi</a:t>
            </a:r>
            <a:r>
              <a:rPr lang="en-US" sz="7200" b="1" dirty="0">
                <a:effectLst/>
                <a:latin typeface="Times New Roman (Headings)"/>
                <a:cs typeface="Arial" panose="020B0604020202020204" pitchFamily="34" charset="0"/>
              </a:rPr>
              <a:t>-</a:t>
            </a:r>
            <a:r>
              <a:rPr lang="vi-VN" sz="7200" b="1" dirty="0">
                <a:effectLst/>
                <a:latin typeface="Times New Roman (Headings)"/>
                <a:cs typeface="Arial" panose="020B0604020202020204" pitchFamily="34" charset="0"/>
              </a:rPr>
              <a:t>ô</a:t>
            </a:r>
            <a:r>
              <a:rPr lang="en-US" sz="8000" b="1" dirty="0">
                <a:latin typeface="Times New Roman (Headings)"/>
                <a:cs typeface="Arial" panose="020B0604020202020204" pitchFamily="34" charset="0"/>
              </a:rPr>
              <a:t> </a:t>
            </a:r>
            <a:r>
              <a:rPr lang="vi-VN" sz="7200" b="1" dirty="0">
                <a:effectLst/>
                <a:latin typeface="Times New Roman (Headings)"/>
                <a:cs typeface="Arial" panose="020B0604020202020204" pitchFamily="34" charset="0"/>
              </a:rPr>
              <a:t>Phi-la-tô</a:t>
            </a:r>
            <a:r>
              <a:rPr lang="vi-VN" sz="8000" b="1" dirty="0">
                <a:effectLst/>
                <a:latin typeface="Times New Roman (Headings)"/>
                <a:cs typeface="Arial" panose="020B0604020202020204" pitchFamily="34" charset="0"/>
              </a:rPr>
              <a:t>;</a:t>
            </a:r>
            <a:r>
              <a:rPr lang="en-US" sz="1050" b="1" dirty="0">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lên trời, ngự bên hữu Đức Chúa Cha.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Tôi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kính</a:t>
            </a:r>
            <a:r>
              <a:rPr lang="en-US" sz="7200" b="1" dirty="0">
                <a:effectLst/>
                <a:latin typeface="Times New Roman (Headings)"/>
                <a:cs typeface="Arial" panose="020B0604020202020204" pitchFamily="34" charset="0"/>
              </a:rPr>
              <a:t> Đức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Đấng</a:t>
            </a:r>
            <a:r>
              <a:rPr lang="en-US" sz="7200" b="1" dirty="0">
                <a:effectLst/>
                <a:latin typeface="Times New Roman (Headings)"/>
                <a:cs typeface="Arial" panose="020B0604020202020204" pitchFamily="34" charset="0"/>
              </a:rPr>
              <a:t> ban </a:t>
            </a:r>
            <a:r>
              <a:rPr lang="en-US" sz="7200" b="1" dirty="0" err="1">
                <a:effectLst/>
                <a:latin typeface="Times New Roman (Headings)"/>
                <a:cs typeface="Arial" panose="020B0604020202020204" pitchFamily="34" charset="0"/>
              </a:rPr>
              <a:t>sự</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sống</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Người được phụng thờ và tôn vinh cùng với Đức Chúa Cha và Đức Chúa Con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9F2FE-E3EF-BB69-FB04-BF77351B7FA8}"/>
            </a:ext>
          </a:extLst>
        </p:cNvPr>
        <p:cNvGrpSpPr/>
        <p:nvPr/>
      </p:nvGrpSpPr>
      <p:grpSpPr>
        <a:xfrm>
          <a:off x="0" y="0"/>
          <a:ext cx="0" cy="0"/>
          <a:chOff x="0" y="0"/>
          <a:chExt cx="0" cy="0"/>
        </a:xfrm>
      </p:grpSpPr>
      <p:pic>
        <p:nvPicPr>
          <p:cNvPr id="2050" name="Picture 2" descr="Có thể là hình ảnh về đền thờ và văn bản cho biết '01.11 Mừng Kính Lễ CÁC THÁNH NAM NỮ &quot;Anh em hãy vui mừng hỡn hở, VÌ phần thưởng dành cho anh em Ở trên trời thạt lỡn lao.&quot; (Mt5,112a] (Mt 5, -12a]'">
            <a:extLst>
              <a:ext uri="{FF2B5EF4-FFF2-40B4-BE49-F238E27FC236}">
                <a16:creationId xmlns:a16="http://schemas.microsoft.com/office/drawing/2014/main" id="{494CAE1F-DAE7-87EA-CDD8-640C9EB11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57637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 CHÚA TRỜI</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Phanxicô</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Dâng dâng Chúa Trời lúa thơm nho chín đỏ, cây xanh hoa đẹp trái ngon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6042738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9A2D4-6308-FB7F-512C-5F0B8B5A6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07FE1A-8BB6-D6C6-DE6A-BA2449C0664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Cả hương lòng dâng thắm nồng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6062057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A798-468A-0C11-83D1-031682B0E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B27F0-AE5E-C1DC-08E6-F61BE14EB7A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Dâng dâng lên Chúa đây nắng úa với đây mưa hồng.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4684188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F07E3-A7D8-B094-D2F8-578FDD1EB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4255E-933C-C6FA-8C56-10E22727CAF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latin typeface="Times New Roman (Headings)"/>
                <a:cs typeface="Arial" panose="020B0604020202020204" pitchFamily="34" charset="0"/>
              </a:rPr>
              <a:t> Kính dâng Ngài trót cuộc đời. Ước mơ hoài thắm tươi.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2536849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8FD6C-6517-09A3-45DC-5C52FD43D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165C5-4873-F018-A626-31770263340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latin typeface="Times New Roman (Headings)"/>
                <a:cs typeface="Arial" panose="020B0604020202020204" pitchFamily="34" charset="0"/>
              </a:rPr>
              <a:t>2</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Dâng dâng tháng ngày thế gian luôn biến đổi, hoa xuân, mưa hạ gió thu.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3254928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D1307-CC4D-9E52-C4F4-FACBEF186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08EA97-9F22-51F9-5E7A-E44527521D2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latin typeface="Times New Roman (Headings)"/>
                <a:cs typeface="Arial" panose="020B0604020202020204" pitchFamily="34" charset="0"/>
              </a:rPr>
              <a:t>Một năm buồ</a:t>
            </a:r>
            <a:r>
              <a:rPr lang="en-US" sz="8000" b="1" dirty="0">
                <a:latin typeface="Times New Roman (Headings)"/>
                <a:cs typeface="Arial" panose="020B0604020202020204" pitchFamily="34" charset="0"/>
              </a:rPr>
              <a:t>n</a:t>
            </a:r>
            <a:r>
              <a:rPr lang="vi-VN" sz="8000" b="1" dirty="0">
                <a:latin typeface="Times New Roman (Headings)"/>
                <a:cs typeface="Arial" panose="020B0604020202020204" pitchFamily="34" charset="0"/>
              </a:rPr>
              <a:t> vui mấy mùa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4359461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78AFE-A4A2-495E-7F6F-38235C9AC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C28D7-B0E1-598A-2211-FB2FD47ECC7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Dâng dâng lên Chúa đây nắng úa với đây mưa hồng.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829251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F80BD-68AC-2D5D-87BC-563B83BE6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1456C-B009-331F-8E57-F54ED560CD0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latin typeface="Times New Roman (Headings)"/>
                <a:cs typeface="Arial" panose="020B0604020202020204" pitchFamily="34" charset="0"/>
              </a:rPr>
              <a:t> Kính dâng Ngài trót cuộc đời. Ước mơ hoài thắm tươi.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0615326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59B76-49E0-D194-06D4-975EAC45D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06B1A-8FBF-07F3-A83C-D624B6ACDDA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latin typeface="Times New Roman (Headings)"/>
                <a:cs typeface="Arial" panose="020B0604020202020204" pitchFamily="34" charset="0"/>
              </a:rPr>
              <a:t>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Dâng dâng kiêp người ví như con suối nhỏ, lênh đênh trôi về biển khơi.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9333553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4C01C-EB6B-9C18-A695-94DCE8293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EA248-2A07-7A6C-13E5-DCC7DCD5419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latin typeface="Times New Roman (Headings)"/>
                <a:cs typeface="Arial" panose="020B0604020202020204" pitchFamily="34" charset="0"/>
              </a:rPr>
              <a:t>Nguyện mong sạch trong suốt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9728895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FDB2B-B8AD-F6CF-29D7-2CE697F04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E0DF0-6463-81A7-2304-74F046EEF11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Dâng dâng lên Chúa đây nắng úa với đây mưa hồng.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6302434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ED769-CD63-41C5-A83C-C56E9723E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F551D-0BDA-8ECD-3120-6564F323B0D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latin typeface="Times New Roman (Headings)"/>
                <a:cs typeface="Arial" panose="020B0604020202020204" pitchFamily="34" charset="0"/>
              </a:rPr>
              <a:t> Kính dâng Ngài trót cuộc đời. Ước mơ hoài thắm tươi.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8879714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C783-343F-41E1-A9A3-C0E589351673}"/>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9CCBCF23-AD9F-5D42-DBB7-995EE45D93F5}"/>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171511861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8D9D5-A23E-6BBB-E98F-ED8501C4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1DBD5-CA43-B2C0-FCBF-3EE6E690A9E8}"/>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a:effectLst/>
                <a:latin typeface="Times New Roman (Headings)"/>
                <a:cs typeface="Arial" panose="020B0604020202020204" pitchFamily="34" charset="0"/>
              </a:rPr>
              <a:t>Thánh! Thánh! Thánh!</a:t>
            </a:r>
          </a:p>
        </p:txBody>
      </p:sp>
      <p:sp>
        <p:nvSpPr>
          <p:cNvPr id="3" name="Title 1">
            <a:extLst>
              <a:ext uri="{FF2B5EF4-FFF2-40B4-BE49-F238E27FC236}">
                <a16:creationId xmlns:a16="http://schemas.microsoft.com/office/drawing/2014/main" id="{7EC67625-A584-71C9-DC6A-48D77CA02FDC}"/>
              </a:ext>
            </a:extLst>
          </p:cNvPr>
          <p:cNvSpPr txBox="1">
            <a:spLocks/>
          </p:cNvSpPr>
          <p:nvPr/>
        </p:nvSpPr>
        <p:spPr>
          <a:xfrm>
            <a:off x="736600" y="0"/>
            <a:ext cx="7670800" cy="6985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THÁNH, THÁNH, THÁNH</a:t>
            </a:r>
            <a:endParaRPr lang="en-US" sz="2800" b="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14647467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2A77-D47F-6FC9-C5D9-0C8132835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C6FC8-E179-2295-EF89-D415ACCECA51}"/>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a:latin typeface="Times New Roman (Headings)"/>
                <a:cs typeface="Arial" panose="020B0604020202020204" pitchFamily="34" charset="0"/>
              </a:rPr>
              <a:t>Chúa </a:t>
            </a:r>
            <a:r>
              <a:rPr lang="en-US" sz="8800" b="1" dirty="0" err="1">
                <a:latin typeface="Times New Roman (Headings)"/>
                <a:cs typeface="Arial" panose="020B0604020202020204" pitchFamily="34" charset="0"/>
              </a:rPr>
              <a:t>là</a:t>
            </a:r>
            <a:r>
              <a:rPr lang="en-US" sz="8800" b="1" dirty="0">
                <a:latin typeface="Times New Roman (Headings)"/>
                <a:cs typeface="Arial" panose="020B0604020202020204" pitchFamily="34" charset="0"/>
              </a:rPr>
              <a:t> </a:t>
            </a:r>
            <a:br>
              <a:rPr lang="en-US" sz="8800" b="1" dirty="0">
                <a:latin typeface="Times New Roman (Headings)"/>
                <a:cs typeface="Arial" panose="020B0604020202020204" pitchFamily="34" charset="0"/>
              </a:rPr>
            </a:br>
            <a:r>
              <a:rPr lang="en-US" sz="8800" b="1" dirty="0">
                <a:latin typeface="Times New Roman (Headings)"/>
                <a:cs typeface="Arial" panose="020B0604020202020204" pitchFamily="34" charset="0"/>
              </a:rPr>
              <a:t>Thiên Chúa </a:t>
            </a:r>
            <a:br>
              <a:rPr lang="en-US" sz="8800" b="1" dirty="0">
                <a:latin typeface="Times New Roman (Headings)"/>
                <a:cs typeface="Arial" panose="020B0604020202020204" pitchFamily="34" charset="0"/>
              </a:rPr>
            </a:br>
            <a:r>
              <a:rPr lang="en-US" sz="8800" b="1" dirty="0">
                <a:latin typeface="Times New Roman (Headings)"/>
                <a:cs typeface="Arial" panose="020B0604020202020204" pitchFamily="34" charset="0"/>
              </a:rPr>
              <a:t>các </a:t>
            </a:r>
            <a:r>
              <a:rPr lang="en-US" sz="8800" b="1" dirty="0" err="1">
                <a:latin typeface="Times New Roman (Headings)"/>
                <a:cs typeface="Arial" panose="020B0604020202020204" pitchFamily="34" charset="0"/>
              </a:rPr>
              <a:t>đạo</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binh</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3069247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4BFAA-906B-F87D-63C3-7344518A4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24FC7-0BA2-DEAE-6637-B73C85F20CE3}"/>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đất</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đầy</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vinh</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quang</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204912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696E-4182-1AC5-4ABA-92D137924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9062E-7A11-0161-7949-18A7EC1C1416}"/>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a:latin typeface="Times New Roman (Headings)"/>
                <a:cs typeface="Arial" panose="020B0604020202020204" pitchFamily="34" charset="0"/>
              </a:rPr>
              <a:t>Hoan </a:t>
            </a:r>
            <a:r>
              <a:rPr lang="en-US" sz="8800" b="1" dirty="0" err="1">
                <a:latin typeface="Times New Roman (Headings)"/>
                <a:cs typeface="Arial" panose="020B0604020202020204" pitchFamily="34" charset="0"/>
              </a:rPr>
              <a:t>hô</a:t>
            </a:r>
            <a:r>
              <a:rPr lang="en-US" sz="8800" b="1" dirty="0">
                <a:latin typeface="Times New Roman (Headings)"/>
                <a:cs typeface="Arial" panose="020B0604020202020204" pitchFamily="34" charset="0"/>
              </a:rPr>
              <a:t> Chúa </a:t>
            </a:r>
            <a:r>
              <a:rPr lang="en-US" sz="8800" b="1" dirty="0" err="1">
                <a:latin typeface="Times New Roman (Headings)"/>
                <a:cs typeface="Arial" panose="020B0604020202020204" pitchFamily="34" charset="0"/>
              </a:rPr>
              <a:t>trên</a:t>
            </a:r>
            <a:r>
              <a:rPr lang="en-US" sz="8800" b="1" dirty="0">
                <a:latin typeface="Times New Roman (Headings)"/>
                <a:cs typeface="Arial" panose="020B0604020202020204" pitchFamily="34" charset="0"/>
              </a:rPr>
              <a:t> các </a:t>
            </a:r>
            <a:r>
              <a:rPr lang="en-US" sz="8800" b="1" dirty="0" err="1">
                <a:latin typeface="Times New Roman (Headings)"/>
                <a:cs typeface="Arial" panose="020B0604020202020204" pitchFamily="34" charset="0"/>
              </a:rPr>
              <a:t>tầng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2178841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EA2B5-8FE4-BFF3-4455-EAC3FA4E0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0518-4B59-8673-42A7-31FD8D869A58}"/>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800" b="1" dirty="0">
                <a:latin typeface="Times New Roman (Headings)"/>
                <a:cs typeface="Arial" panose="020B0604020202020204" pitchFamily="34" charset="0"/>
              </a:rPr>
              <a:t>Chúc tụng Đấng ngự đến nhân </a:t>
            </a:r>
            <a:br>
              <a:rPr lang="en-US" sz="8800" b="1" dirty="0">
                <a:latin typeface="Times New Roman (Headings)"/>
                <a:cs typeface="Arial" panose="020B0604020202020204" pitchFamily="34" charset="0"/>
              </a:rPr>
            </a:br>
            <a:r>
              <a:rPr lang="vi-VN" sz="8800" b="1" dirty="0">
                <a:latin typeface="Times New Roman (Headings)"/>
                <a:cs typeface="Arial" panose="020B0604020202020204" pitchFamily="34" charset="0"/>
              </a:rPr>
              <a:t>danh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1307230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2E839-4BC2-5D4E-067A-AD6D93382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8827E-2C60-01F6-969D-0E1E94C95517}"/>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a:latin typeface="Times New Roman (Headings)"/>
                <a:cs typeface="Arial" panose="020B0604020202020204" pitchFamily="34" charset="0"/>
              </a:rPr>
              <a:t>Hoan </a:t>
            </a:r>
            <a:r>
              <a:rPr lang="en-US" sz="8800" b="1" dirty="0" err="1">
                <a:latin typeface="Times New Roman (Headings)"/>
                <a:cs typeface="Arial" panose="020B0604020202020204" pitchFamily="34" charset="0"/>
              </a:rPr>
              <a:t>hô</a:t>
            </a:r>
            <a:r>
              <a:rPr lang="en-US" sz="8800" b="1" dirty="0">
                <a:latin typeface="Times New Roman (Headings)"/>
                <a:cs typeface="Arial" panose="020B0604020202020204" pitchFamily="34" charset="0"/>
              </a:rPr>
              <a:t> Chúa </a:t>
            </a:r>
            <a:r>
              <a:rPr lang="en-US" sz="8800" b="1" dirty="0" err="1">
                <a:latin typeface="Times New Roman (Headings)"/>
                <a:cs typeface="Arial" panose="020B0604020202020204" pitchFamily="34" charset="0"/>
              </a:rPr>
              <a:t>trên</a:t>
            </a:r>
            <a:r>
              <a:rPr lang="en-US" sz="8800" b="1" dirty="0">
                <a:latin typeface="Times New Roman (Headings)"/>
                <a:cs typeface="Arial" panose="020B0604020202020204" pitchFamily="34" charset="0"/>
              </a:rPr>
              <a:t> các </a:t>
            </a:r>
            <a:r>
              <a:rPr lang="en-US" sz="8800" b="1" dirty="0" err="1">
                <a:latin typeface="Times New Roman (Headings)"/>
                <a:cs typeface="Arial" panose="020B0604020202020204" pitchFamily="34" charset="0"/>
              </a:rPr>
              <a:t>tầng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8616002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0F89C-26B8-18AE-AE4C-5724908A07AB}"/>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B07FA62F-0CDA-A0F3-FC21-14D12741DD86}"/>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293863704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DD8AB-9376-DF47-3B62-C62770DC3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52319-7BB2-33A4-5530-FDC4D0620253}"/>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br>
              <a:rPr lang="en-US"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Lạy Chiên Thiên Chúa, Đấng xóa tội trần gian:</a:t>
            </a:r>
            <a:endParaRPr lang="en-US" sz="8800" b="1" dirty="0">
              <a:effectLst/>
              <a:latin typeface="Times New Roman (Headings)"/>
              <a:cs typeface="Arial" panose="020B0604020202020204" pitchFamily="34" charset="0"/>
            </a:endParaRPr>
          </a:p>
        </p:txBody>
      </p:sp>
      <p:sp>
        <p:nvSpPr>
          <p:cNvPr id="3" name="Title 1">
            <a:extLst>
              <a:ext uri="{FF2B5EF4-FFF2-40B4-BE49-F238E27FC236}">
                <a16:creationId xmlns:a16="http://schemas.microsoft.com/office/drawing/2014/main" id="{1A1C776A-278F-4296-FCAC-16D992471F07}"/>
              </a:ext>
            </a:extLst>
          </p:cNvPr>
          <p:cNvSpPr txBox="1">
            <a:spLocks/>
          </p:cNvSpPr>
          <p:nvPr/>
        </p:nvSpPr>
        <p:spPr>
          <a:xfrm>
            <a:off x="736600" y="0"/>
            <a:ext cx="7670800" cy="6985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LẠY</a:t>
            </a:r>
            <a:r>
              <a:rPr lang="en-US"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CHIÊN</a:t>
            </a:r>
            <a:r>
              <a:rPr lang="en-US"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THIÊN CHÚA</a:t>
            </a:r>
            <a:endParaRPr lang="en-US" sz="2800" b="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63202170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25D1-87B6-20FB-BEE9-7CED28EFFF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3141D-F132-B717-062E-FDD830CDFAB7}"/>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800" b="1" dirty="0">
                <a:latin typeface="Times New Roman (Headings)"/>
                <a:cs typeface="Arial" panose="020B0604020202020204" pitchFamily="34" charset="0"/>
              </a:rPr>
              <a:t>xin thương xót chúng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3562428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D8A8A-E7FC-32F9-295C-DDB8635E2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364102-F419-D02C-ED70-305683D10273}"/>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err="1">
                <a:latin typeface="Times New Roman (Headings)"/>
                <a:cs typeface="Arial" panose="020B0604020202020204" pitchFamily="34" charset="0"/>
              </a:rPr>
              <a:t>Lạy</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Chiên</a:t>
            </a:r>
            <a:r>
              <a:rPr lang="en-US" sz="8800" b="1" dirty="0">
                <a:latin typeface="Times New Roman (Headings)"/>
                <a:cs typeface="Arial" panose="020B0604020202020204" pitchFamily="34" charset="0"/>
              </a:rPr>
              <a:t> Thiên Chúa, </a:t>
            </a:r>
            <a:r>
              <a:rPr lang="en-US" sz="8800" b="1" dirty="0" err="1">
                <a:latin typeface="Times New Roman (Headings)"/>
                <a:cs typeface="Arial" panose="020B0604020202020204" pitchFamily="34" charset="0"/>
              </a:rPr>
              <a:t>Đấng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xóa</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tội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trần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gian</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6882587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A0A03-4090-0847-0BE3-DEDBCAA31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5AACF-BB62-9B64-F105-737A986CA799}"/>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800" b="1" dirty="0">
                <a:latin typeface="Times New Roman (Headings)"/>
                <a:cs typeface="Arial" panose="020B0604020202020204" pitchFamily="34" charset="0"/>
              </a:rPr>
              <a:t>xin thương xót chúng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1720292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AF561-BBB5-7246-BAC6-A618CC522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5C9F2-7EEF-CDB7-E770-CC363BD46758}"/>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Chiên</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xóa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tội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gian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00206525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A9862-3D27-1788-F65E-C8EE1DD06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3BCC7-4C43-5215-0548-437F6500DF7A}"/>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ban </a:t>
            </a:r>
            <a:r>
              <a:rPr lang="en-US" sz="8800" b="1" dirty="0" err="1">
                <a:effectLst/>
                <a:latin typeface="Times New Roman (Headings)"/>
                <a:cs typeface="Arial" panose="020B0604020202020204" pitchFamily="34" charset="0"/>
              </a:rPr>
              <a:t>bình</a:t>
            </a:r>
            <a:r>
              <a:rPr lang="en-US" sz="8800" b="1" dirty="0">
                <a:effectLst/>
                <a:latin typeface="Times New Roman (Headings)"/>
                <a:cs typeface="Arial" panose="020B0604020202020204" pitchFamily="34" charset="0"/>
              </a:rPr>
              <a:t> an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chúng</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82605438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C489F-0128-0A65-2D7F-8FE0A2674507}"/>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A57232F5-7FD6-0AC4-321C-401ABC3B5C6C}"/>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301989707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2632E-045F-429D-89C2-2B23C4BEE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C97BC-3BA8-E80B-21BF-07457BED83DA}"/>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800" b="1" dirty="0">
                <a:effectLst/>
                <a:latin typeface="Times New Roman (Headings)"/>
                <a:cs typeface="Arial" panose="020B0604020202020204" pitchFamily="34" charset="0"/>
              </a:rPr>
              <a:t>Phúc cho ai có lòng trong sạch,</a:t>
            </a:r>
          </a:p>
        </p:txBody>
      </p:sp>
      <p:sp>
        <p:nvSpPr>
          <p:cNvPr id="3" name="Title 1">
            <a:extLst>
              <a:ext uri="{FF2B5EF4-FFF2-40B4-BE49-F238E27FC236}">
                <a16:creationId xmlns:a16="http://schemas.microsoft.com/office/drawing/2014/main" id="{2F46BA91-2D2C-80B4-9A2D-0CAA88032323}"/>
              </a:ext>
            </a:extLst>
          </p:cNvPr>
          <p:cNvSpPr txBox="1">
            <a:spLocks/>
          </p:cNvSpPr>
          <p:nvPr/>
        </p:nvSpPr>
        <p:spPr>
          <a:xfrm>
            <a:off x="736600" y="0"/>
            <a:ext cx="7670800" cy="6985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6000" b="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33982992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3D426-8AEE-C717-24AB-2C50A3B71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B7419-B699-D60E-76AB-13B6181FFAD8}"/>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800" b="1" dirty="0">
                <a:latin typeface="Times New Roman (Headings)"/>
                <a:cs typeface="Arial" panose="020B0604020202020204" pitchFamily="34" charset="0"/>
              </a:rPr>
              <a:t>vì họ sẽ được nhìn xem Thiên Chúa;</a:t>
            </a:r>
            <a:endParaRPr lang="vi-VN"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89254914"/>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BAE16-7B1C-A853-C14D-F4008C8C7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51E10-8D43-7472-087D-3CCE9795F2DF}"/>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000" b="1" dirty="0">
                <a:effectLst/>
                <a:latin typeface="Times New Roman (Headings)"/>
                <a:cs typeface="Arial" panose="020B0604020202020204" pitchFamily="34" charset="0"/>
              </a:rPr>
              <a:t>phúc cho những ai ăn ở thuận hòa, vì họ sẽ được gọi là con Thiên Chúa;</a:t>
            </a:r>
          </a:p>
        </p:txBody>
      </p:sp>
    </p:spTree>
    <p:extLst>
      <p:ext uri="{BB962C8B-B14F-4D97-AF65-F5344CB8AC3E}">
        <p14:creationId xmlns:p14="http://schemas.microsoft.com/office/powerpoint/2010/main" val="164613045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FD03A-BFF6-FD21-B7AB-06089266F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6E3B3-7439-F2B1-50DF-408EDCAF1003}"/>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000" b="1" dirty="0">
                <a:effectLst/>
                <a:latin typeface="Times New Roman (Headings)"/>
                <a:cs typeface="Arial" panose="020B0604020202020204" pitchFamily="34" charset="0"/>
              </a:rPr>
              <a:t>phúc cho những ai bị bách hại vì lẽ công chính, vì nước trời là của họ.</a:t>
            </a:r>
          </a:p>
        </p:txBody>
      </p:sp>
    </p:spTree>
    <p:extLst>
      <p:ext uri="{BB962C8B-B14F-4D97-AF65-F5344CB8AC3E}">
        <p14:creationId xmlns:p14="http://schemas.microsoft.com/office/powerpoint/2010/main" val="285845068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AD1D8-F18D-881D-7FBD-A9B194736C29}"/>
            </a:ext>
          </a:extLst>
        </p:cNvPr>
        <p:cNvGrpSpPr/>
        <p:nvPr/>
      </p:nvGrpSpPr>
      <p:grpSpPr>
        <a:xfrm>
          <a:off x="0" y="0"/>
          <a:ext cx="0" cy="0"/>
          <a:chOff x="0" y="0"/>
          <a:chExt cx="0" cy="0"/>
        </a:xfrm>
      </p:grpSpPr>
      <p:pic>
        <p:nvPicPr>
          <p:cNvPr id="3" name="Picture 2" descr="A gold chalice and two round objects on a plate&#10;&#10;AI-generated content may be incorrect.">
            <a:extLst>
              <a:ext uri="{FF2B5EF4-FFF2-40B4-BE49-F238E27FC236}">
                <a16:creationId xmlns:a16="http://schemas.microsoft.com/office/drawing/2014/main" id="{829ED5CD-2CE5-D529-9A44-0B1FCEE5A9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1"/>
            <a:ext cx="9144000" cy="5141658"/>
          </a:xfrm>
          <a:prstGeom prst="rect">
            <a:avLst/>
          </a:prstGeom>
        </p:spPr>
      </p:pic>
    </p:spTree>
    <p:extLst>
      <p:ext uri="{BB962C8B-B14F-4D97-AF65-F5344CB8AC3E}">
        <p14:creationId xmlns:p14="http://schemas.microsoft.com/office/powerpoint/2010/main" val="283421354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TÌNH CHÚA</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CAO VỜI</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(Duy Thiên)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Tình yêu Chúa cao vời biết bao, nào con biết đáp đền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thế nào,</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153937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để cho cân xứng Chúa ơi, để cho cân xứng Chúa 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DE67-0396-4438-3555-C90668888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FACCA-2CF0-D1A9-EA52-B49B03B9CDD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Ôi tình yêu thương Chúa cao vời, tình yêu thương Chúa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924329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Người yêu con từ ngàn xưa. Từ khi chưa có đồi non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4124727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B303E-E7A7-5F79-75DA-073479AE6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9E630-D309-2F4F-C615-EE0ABEE3CCC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từ khi chưa có trời cao, chưa có vầng trăng với ngàn sao,</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5780142"/>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C0F39-8D97-B35F-9EF8-48E7A4E24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F6487-B13D-E570-AB1F-4DEECD9613E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gọi con giữa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muôn muôn người,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tìm con giữa nơi bùn nhơ.</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7050260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94A7C-E48E-9F8F-7B09-2E7045F86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C5136-4C8B-FE11-3051-E81BD272743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Tình yêu Chúa cao vời biết bao, nào con biết đáp đền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thế nào,</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13636517"/>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7AF5D-FDCB-405F-6716-375016DD8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DDCE0-AF83-C579-69FC-9B757358B4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để cho cân xứng Chúa ơi, để cho cân xứng Chúa 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0934271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8F43A-694B-EF87-37D2-5CB28C751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60CE7-46B0-5D3E-66D4-001EE763DED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latin typeface="Times New Roman (Headings)"/>
                <a:cs typeface="Arial" panose="020B0604020202020204" pitchFamily="34" charset="0"/>
              </a:rPr>
              <a:t>2</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Ôi vì thương con Chúa quên mình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vì yêu nên hiến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thân mình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4129371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C7D9C-F1F8-5C97-45B1-7E158DF27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A089B-00DC-0F60-B37E-2FF01E6FADB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gọi con nên bạn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tình Cha. Dù bao sóng gió hiểm nguy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4552065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25567-27B4-8AD3-6460-E8CC9F5DF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07357-C1C2-5E19-D043-57DA0FA98FE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dìu con đi giữa trần gian ơn Chúa ngày đêm ủ ấp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0479761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714AB-6FF7-EEF8-9F1D-B1912A217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D1C46-78B4-E394-1927-3355E84245F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vì con Chúa quên thân mình, đời con dám mơ gì hơn.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5697291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CD281-EA4E-3180-566E-8273AE0A99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F00BE-F4C7-6634-97B5-CD409457A95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Tình yêu Chúa cao vời biết bao, nào con biết đáp đền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thế nào,</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911024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FF7D-83DE-2F31-1FA9-28F6AFED8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2E7BC-51B0-93F3-9603-0250C1D8C1F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để cho cân xứng Chúa ơi, để cho cân xứng Chúa 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3616271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46C31-9A2E-F23D-0D5F-3D3ECB00B8DB}"/>
            </a:ext>
          </a:extLst>
        </p:cNvPr>
        <p:cNvGrpSpPr/>
        <p:nvPr/>
      </p:nvGrpSpPr>
      <p:grpSpPr>
        <a:xfrm>
          <a:off x="0" y="0"/>
          <a:ext cx="0" cy="0"/>
          <a:chOff x="0" y="0"/>
          <a:chExt cx="0" cy="0"/>
        </a:xfrm>
      </p:grpSpPr>
      <p:pic>
        <p:nvPicPr>
          <p:cNvPr id="2050" name="Picture 2" descr="Có thể là hình ảnh về đền thờ và văn bản cho biết '01.11 Mừng Kính Lễ CÁC THÁNH NAM NỮ &quot;Anh em hãy vui mừng hỡn hở, VÌ phần thưởng dành cho anh em Ở trên trời thạt lỡn lao.&quot; (Mt5,112a] (Mt 5, -12a]'">
            <a:extLst>
              <a:ext uri="{FF2B5EF4-FFF2-40B4-BE49-F238E27FC236}">
                <a16:creationId xmlns:a16="http://schemas.microsoft.com/office/drawing/2014/main" id="{8663DEF0-3C7E-1569-AC7D-5581D11999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30830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XIN TRI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ÂN</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0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(Anh Tuấn)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rgbClr val="FF0000"/>
                </a:solidFill>
                <a:effectLst/>
                <a:latin typeface="Times New Roman (Headings)"/>
                <a:cs typeface="Arial" panose="020B0604020202020204" pitchFamily="34" charset="0"/>
              </a:rPr>
              <a:t>1. </a:t>
            </a:r>
            <a:r>
              <a:rPr lang="vi-VN" sz="8800" b="1" dirty="0">
                <a:effectLst/>
                <a:latin typeface="Times New Roman (Headings)"/>
                <a:cs typeface="Arial" panose="020B0604020202020204" pitchFamily="34" charset="0"/>
              </a:rPr>
              <a:t>Lời tạ ơn con dâng lên Chúa khi nắng hồng vừa mới lên.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F87FA-82FA-3037-8D46-81278E1B6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24856-44B2-4B64-E287-BB989C85EE8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Khi hoàng hôn đang xuống dần, xuống dần.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457649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81B0-309F-E878-9532-D07978650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E39EE-F4A0-0AF6-9FAF-E3F9846F3C05}"/>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Vì ngàn hồng ân như muôn lớp sóng Chúa thương đổ xuống trên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9760525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16F35-B57B-80EA-B76E-522A24BB4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5A4BA-116A-14C6-C9E1-5B42F561A2A5}"/>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tháng năm hoài vẫn miên man.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8031009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8249B-5F0D-635A-9BA1-4339FEB90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B272B-4168-EBCA-9B9C-7615C71A3A8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solidFill>
                  <a:srgbClr val="FF0000"/>
                </a:solidFill>
                <a:effectLst/>
                <a:latin typeface="Times New Roman (Headings)"/>
                <a:cs typeface="Arial" panose="020B0604020202020204" pitchFamily="34" charset="0"/>
              </a:rPr>
              <a:t>ĐK</a:t>
            </a:r>
            <a:r>
              <a:rPr lang="en-US" sz="8800" b="1" dirty="0">
                <a:solidFill>
                  <a:srgbClr val="FF0000"/>
                </a:solidFill>
                <a:effectLst/>
                <a:latin typeface="Times New Roman (Headings)"/>
                <a:cs typeface="Arial" panose="020B0604020202020204" pitchFamily="34" charset="0"/>
              </a:rPr>
              <a:t>: </a:t>
            </a:r>
            <a:r>
              <a:rPr lang="en-US" sz="8800" b="1" dirty="0">
                <a:effectLst/>
                <a:latin typeface="Times New Roman (Headings)"/>
                <a:cs typeface="Arial" panose="020B0604020202020204" pitchFamily="34" charset="0"/>
              </a:rPr>
              <a:t>Xin tri </a:t>
            </a:r>
            <a:r>
              <a:rPr lang="en-US" sz="8800" b="1" dirty="0" err="1">
                <a:effectLst/>
                <a:latin typeface="Times New Roman (Headings)"/>
                <a:cs typeface="Arial" panose="020B0604020202020204" pitchFamily="34" charset="0"/>
              </a:rPr>
              <a:t>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bằng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hoan</a:t>
            </a:r>
            <a:r>
              <a:rPr lang="en-US" sz="8800" b="1" dirty="0">
                <a:effectLst/>
                <a:latin typeface="Times New Roman (Headings)"/>
                <a:cs typeface="Arial" panose="020B0604020202020204" pitchFamily="34" charset="0"/>
              </a:rPr>
              <a:t> ca,</a:t>
            </a:r>
          </a:p>
        </p:txBody>
      </p:sp>
    </p:spTree>
    <p:extLst>
      <p:ext uri="{BB962C8B-B14F-4D97-AF65-F5344CB8AC3E}">
        <p14:creationId xmlns:p14="http://schemas.microsoft.com/office/powerpoint/2010/main" val="621345706"/>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EAA17-3107-6D70-0226-5A7A9E187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145EF-FB37-21A5-5F7D-17660950FC1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trong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gian</a:t>
            </a:r>
            <a:r>
              <a:rPr lang="en-US" sz="8800" b="1" dirty="0">
                <a:effectLst/>
                <a:latin typeface="Times New Roman (Headings)"/>
                <a:cs typeface="Arial" panose="020B0604020202020204" pitchFamily="34" charset="0"/>
              </a:rPr>
              <a:t> vang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09305362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E696B-3AE6-5C1B-87D8-418F5A5B1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73E4E-AABE-DFCA-FE4C-28990D64901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Bao </a:t>
            </a:r>
            <a:r>
              <a:rPr lang="en-US" sz="8800" b="1" dirty="0" err="1">
                <a:effectLst/>
                <a:latin typeface="Times New Roman (Headings)"/>
                <a:cs typeface="Arial" panose="020B0604020202020204" pitchFamily="34" charset="0"/>
              </a:rPr>
              <a:t>nhiêu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tâm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dệt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hoan</a:t>
            </a:r>
            <a:r>
              <a:rPr lang="en-US" sz="8800" b="1" dirty="0">
                <a:effectLst/>
                <a:latin typeface="Times New Roman (Headings)"/>
                <a:cs typeface="Arial" panose="020B0604020202020204" pitchFamily="34" charset="0"/>
              </a:rPr>
              <a:t> ca.</a:t>
            </a:r>
          </a:p>
        </p:txBody>
      </p:sp>
    </p:spTree>
    <p:extLst>
      <p:ext uri="{BB962C8B-B14F-4D97-AF65-F5344CB8AC3E}">
        <p14:creationId xmlns:p14="http://schemas.microsoft.com/office/powerpoint/2010/main" val="188979470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5A5F6-5C9F-6BB3-1A6E-415C76174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88E9C-1361-C563-74C4-028A435CA95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Xin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tri </a:t>
            </a:r>
            <a:r>
              <a:rPr lang="en-US" sz="8800" b="1" dirty="0" err="1">
                <a:effectLst/>
                <a:latin typeface="Times New Roman (Headings)"/>
                <a:cs typeface="Arial" panose="020B0604020202020204" pitchFamily="34" charset="0"/>
              </a:rPr>
              <a:t>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76415121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922C4-3E0B-9680-FFD0-B06B0A6F0FD3}"/>
            </a:ext>
          </a:extLst>
        </p:cNvPr>
        <p:cNvGrpSpPr/>
        <p:nvPr/>
      </p:nvGrpSpPr>
      <p:grpSpPr>
        <a:xfrm>
          <a:off x="0" y="0"/>
          <a:ext cx="0" cy="0"/>
          <a:chOff x="0" y="0"/>
          <a:chExt cx="0" cy="0"/>
        </a:xfrm>
      </p:grpSpPr>
      <p:pic>
        <p:nvPicPr>
          <p:cNvPr id="2050" name="Picture 2" descr="Có thể là hình ảnh về đền thờ và văn bản cho biết '01.11 Mừng Kính Lễ CÁC THÁNH NAM NỮ &quot;Anh em hãy vui mừng hỡn hở, VÌ phần thưởng dành cho anh em Ở trên trời thạt lỡn lao.&quot; (Mt5,112a] (Mt 5, -12a]'">
            <a:extLst>
              <a:ext uri="{FF2B5EF4-FFF2-40B4-BE49-F238E27FC236}">
                <a16:creationId xmlns:a16="http://schemas.microsoft.com/office/drawing/2014/main" id="{56A92764-ADDF-FEA1-34DC-D76B99F94F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579548"/>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1671</TotalTime>
  <Words>3714</Words>
  <Application>Microsoft Office PowerPoint</Application>
  <PresentationFormat>On-screen Show (16:9)</PresentationFormat>
  <Paragraphs>383</Paragraphs>
  <Slides>238</Slides>
  <Notes>77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238</vt:i4>
      </vt:variant>
    </vt:vector>
  </HeadingPairs>
  <TitlesOfParts>
    <vt:vector size="245"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MỪNG CÁC THÁNH (Lm. Hoài Đức)</vt:lpstr>
      <vt:lpstr>ĐK: Hào quang Thiên Quốc tươi sáng vô cùng!</vt:lpstr>
      <vt:lpstr>Nhạc ca Thiên Quốc ngây ngất vô cùng! </vt:lpstr>
      <vt:lpstr>Bên Chúa vinh quang Thần Thánh vui mừng.</vt:lpstr>
      <vt:lpstr>Bảo tòa triều  thiên chứng minh toàn công.</vt:lpstr>
      <vt:lpstr>1. Trần gian không đường đàn không tiếng ca,</vt:lpstr>
      <vt:lpstr>Trần thế không điệu nhạc không tứ thơ. </vt:lpstr>
      <vt:lpstr>Mong tượng trưng diễn đạt được nơi trường xuân.</vt:lpstr>
      <vt:lpstr>Nơi nhạc thơ quyến hồn đàn ca Thần Thánh ngân.</vt:lpstr>
      <vt:lpstr>Một nơi không còn thời gian ước mơ. Và hết kinh hoàng sầu bi lắng lo. </vt:lpstr>
      <vt:lpstr>Các Thánh ngắm chầu nhan Chúa không lúc rời.</vt:lpstr>
      <vt:lpstr>Đức kính mến nguyên tuyền không còn nhạt phai.</vt:lpstr>
      <vt:lpstr>ĐK: Hào quang Thiên Quốc tươi sáng vô cùng!</vt:lpstr>
      <vt:lpstr>Nhạc ca Thiên Quốc ngây ngất vô cùng! </vt:lpstr>
      <vt:lpstr>Bên Chúa vinh quang Thần Thánh vui mừng.</vt:lpstr>
      <vt:lpstr>Bảo tòa triều  thiên chứng minh toàn công.</vt:lpstr>
      <vt:lpstr>PowerPoint Presentation</vt:lpstr>
      <vt:lpstr>PowerPoint Presentation</vt:lpstr>
      <vt:lpstr>ĐÁP CA THÁNH VỊNH 23 (Lm. Thái Nguyên)  (03 câu)</vt:lpstr>
      <vt:lpstr>1/3. 1. Trái đất và muôn loài đều là của Chúa, hoàn cầu và muôn vật</vt:lpstr>
      <vt:lpstr>đều là của Ngài. Vì Chúa đã xây móng trong lòng đại dương,</vt:lpstr>
      <vt:lpstr>vì Chúa đã  dựng nên trên  các dòng sông.</vt:lpstr>
      <vt:lpstr>ĐK:  Lạy Chúa đây là dòng dõi của những kẻ tìm kiếm ngài. </vt:lpstr>
      <vt:lpstr>2/3. Ai sẽ được hân hạnh trèo lên núi Chúa? Người nào được may</vt:lpstr>
      <vt:lpstr>lành vào đền  thánh Ngài? Người đó có bàn tay vô tội sạch trong.</vt:lpstr>
      <vt:lpstr>Người đó có lòng thanh không sống tà gian. </vt:lpstr>
      <vt:lpstr>ĐK:  Lạy Chúa đây là dòng dõi của những kẻ tìm kiếm ngài. </vt:lpstr>
      <vt:lpstr>3/3. Ai tốt sẽ hưởng được lòng từ bi Chúa, và được Ngài chúc lành trọn</vt:lpstr>
      <vt:lpstr>đời sống này. Vì Chúa Đấng giải thoát cho người tìm Chúa,</vt:lpstr>
      <vt:lpstr>tìm kiếm Chúa Gia-cóp, Thiên Chúa của ngươi.</vt:lpstr>
      <vt:lpstr>ĐK:  Lạy Chúa đây là dòng dõi của những kẻ tìm kiếm ngài. </vt:lpstr>
      <vt:lpstr>PowerPoint Presentation</vt:lpstr>
      <vt:lpstr>PowerPoint Presentation</vt:lpstr>
      <vt:lpstr>All… All...   Chúa phán rằng: “Tất cả hãy đến với Ta, hỡi những ai</vt:lpstr>
      <vt:lpstr>khó nhọc và gánh nặng nề, Ta sẽ nâng đỡ bổ sức cho các ngươi”. All…All…</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DÂNG CHÚA TRỜI (Phanxicô)</vt:lpstr>
      <vt:lpstr>1. Dâng dâng Chúa Trời lúa thơm nho chín đỏ, cây xanh hoa đẹp trái ngon.</vt:lpstr>
      <vt:lpstr>Cả hương lòng dâng thắm nồng</vt:lpstr>
      <vt:lpstr>ĐK: Dâng dâng lên Chúa đây nắng úa với đây mưa hồng.</vt:lpstr>
      <vt:lpstr> Kính dâng Ngài trót cuộc đời. Ước mơ hoài thắm tươi.</vt:lpstr>
      <vt:lpstr>2. Dâng dâng tháng ngày thế gian luôn biến đổi, hoa xuân, mưa hạ gió thu. </vt:lpstr>
      <vt:lpstr>Một năm buồn vui mấy mùa</vt:lpstr>
      <vt:lpstr>ĐK: Dâng dâng lên Chúa đây nắng úa với đây mưa hồng.</vt:lpstr>
      <vt:lpstr> Kính dâng Ngài trót cuộc đời. Ước mơ hoài thắm tươi.</vt:lpstr>
      <vt:lpstr>3. Dâng dâng kiêp người ví như con suối nhỏ, lênh đênh trôi về biển khơi.</vt:lpstr>
      <vt:lpstr>Nguyện mong sạch trong suốt đời</vt:lpstr>
      <vt:lpstr>ĐK: Dâng dâng lên Chúa đây nắng úa với đây mưa hồng.</vt:lpstr>
      <vt:lpstr> Kính dâng Ngài trót cuộc đời. Ước mơ hoài thắm tươi.</vt:lpstr>
      <vt:lpstr>PowerPoint Presentation</vt:lpstr>
      <vt:lpstr>Thánh! Thánh! Thánh!</vt:lpstr>
      <vt:lpstr>Chúa là  Thiên Chúa  các đạo binh.</vt:lpstr>
      <vt:lpstr>Trời đất đầy vinh quang Chúa.</vt:lpstr>
      <vt:lpstr>Hoan hô Chúa trên các tầng trời.</vt:lpstr>
      <vt:lpstr>Chúc tụng Đấng ngự đến nhân  danh Chúa.</vt:lpstr>
      <vt:lpstr>Hoan hô Chúa trên các tầng trời.</vt:lpstr>
      <vt:lpstr>PowerPoint Presentation</vt:lpstr>
      <vt:lpstr> Lạy Chiên Thiên Chúa, Đấng xóa tội trần gian:</vt:lpstr>
      <vt:lpstr>xin thương xót chúng con.</vt:lpstr>
      <vt:lpstr>Lạy Chiên Thiên Chúa, Đấng xóa tội trần gian:</vt:lpstr>
      <vt:lpstr>xin thương xót chúng con.</vt:lpstr>
      <vt:lpstr>Lạy Chiên Thiên Chúa, Đấng xóa tội trần gian:</vt:lpstr>
      <vt:lpstr>xin ban bình an cho chúng con.</vt:lpstr>
      <vt:lpstr>PowerPoint Presentation</vt:lpstr>
      <vt:lpstr>Phúc cho ai có lòng trong sạch,</vt:lpstr>
      <vt:lpstr>vì họ sẽ được nhìn xem Thiên Chúa;</vt:lpstr>
      <vt:lpstr>phúc cho những ai ăn ở thuận hòa, vì họ sẽ được gọi là con Thiên Chúa;</vt:lpstr>
      <vt:lpstr>phúc cho những ai bị bách hại vì lẽ công chính, vì nước trời là của họ.</vt:lpstr>
      <vt:lpstr>PowerPoint Presentation</vt:lpstr>
      <vt:lpstr>HIỆP LỄ TÌNH CHÚA CAO VỜI (Duy Thiên)</vt:lpstr>
      <vt:lpstr>ĐK: Tình yêu Chúa cao vời biết bao, nào con biết đáp đền  thế nào,</vt:lpstr>
      <vt:lpstr>để cho cân xứng Chúa ơi, để cho cân xứng Chúa ơi.</vt:lpstr>
      <vt:lpstr>1. Ôi tình yêu thương Chúa cao vời, tình yêu thương Chúa muôn đời,</vt:lpstr>
      <vt:lpstr>Người yêu con từ ngàn xưa. Từ khi chưa có đồi non</vt:lpstr>
      <vt:lpstr>từ khi chưa có trời cao, chưa có vầng trăng với ngàn sao,</vt:lpstr>
      <vt:lpstr>gọi con giữa  muôn muôn người,  tìm con giữa nơi bùn nhơ.</vt:lpstr>
      <vt:lpstr>ĐK: Tình yêu Chúa cao vời biết bao, nào con biết đáp đền  thế nào,</vt:lpstr>
      <vt:lpstr>để cho cân xứng Chúa ơi, để cho cân xứng Chúa ơi.</vt:lpstr>
      <vt:lpstr>2. Ôi vì thương con Chúa quên mình  vì yêu nên hiến  thân mình</vt:lpstr>
      <vt:lpstr>gọi con nên bạn  tình Cha. Dù bao sóng gió hiểm nguy</vt:lpstr>
      <vt:lpstr>dìu con đi giữa trần gian ơn Chúa ngày đêm ủ ấp con,</vt:lpstr>
      <vt:lpstr>vì con Chúa quên thân mình, đời con dám mơ gì hơn.</vt:lpstr>
      <vt:lpstr>ĐK: Tình yêu Chúa cao vời biết bao, nào con biết đáp đền  thế nào,</vt:lpstr>
      <vt:lpstr>để cho cân xứng Chúa ơi, để cho cân xứng Chúa ơi.</vt:lpstr>
      <vt:lpstr>PowerPoint Presentation</vt:lpstr>
      <vt:lpstr>KẾT LỄ XIN TRI ÂN (Anh Tuấn)</vt:lpstr>
      <vt:lpstr>1. Lời tạ ơn con dâng lên Chúa khi nắng hồng vừa mới lên.</vt:lpstr>
      <vt:lpstr>Khi hoàng hôn đang xuống dần, xuống dần.</vt:lpstr>
      <vt:lpstr>Vì ngàn hồng ân như muôn lớp sóng Chúa thương đổ xuống trên con,</vt:lpstr>
      <vt:lpstr>tháng năm hoài vẫn miên man.</vt:lpstr>
      <vt:lpstr>ĐK: Xin tri ân Ngài bằng khúc hoan ca,</vt:lpstr>
      <vt:lpstr>trong không gian theo thời gian vang mãi.</vt:lpstr>
      <vt:lpstr>Bao nhiêu tâm tình dệt khúc hoan ca.</vt:lpstr>
      <vt:lpstr>Xin dâng lên Ngài, xin tri ân Ngài.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cp:lastModifiedBy>Lý Thanh Ngô</cp:lastModifiedBy>
  <cp:revision>1771</cp:revision>
  <cp:lastPrinted>2025-09-26T13:19:17Z</cp:lastPrinted>
  <dcterms:created xsi:type="dcterms:W3CDTF">2023-01-29T22:00:16Z</dcterms:created>
  <dcterms:modified xsi:type="dcterms:W3CDTF">2025-10-31T05:11:04Z</dcterms:modified>
</cp:coreProperties>
</file>