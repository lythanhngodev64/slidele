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125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117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1.xml"/>
  <Override ContentType="application/vnd.openxmlformats-officedocument.presentationml.notesSlide+xml" PartName="/ppt/notesSlides/notesSlide133.xml"/>
  <Override ContentType="application/vnd.openxmlformats-officedocument.presentationml.notesSlide+xml" PartName="/ppt/notesSlides/notesSlide109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07.xml"/>
  <Override ContentType="application/vnd.openxmlformats-officedocument.presentationml.notesSlide+xml" PartName="/ppt/notesSlides/notesSlide143.xml"/>
  <Override ContentType="application/vnd.openxmlformats-officedocument.presentationml.notesSlide+xml" PartName="/ppt/notesSlides/notesSlide151.xml"/>
  <Override ContentType="application/vnd.openxmlformats-officedocument.presentationml.notesSlide+xml" PartName="/ppt/notesSlides/notesSlide100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8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119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105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148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135.xml"/>
  <Override ContentType="application/vnd.openxmlformats-officedocument.presentationml.notesSlide+xml" PartName="/ppt/notesSlides/notesSlide137.xml"/>
  <Override ContentType="application/vnd.openxmlformats-officedocument.presentationml.notesSlide+xml" PartName="/ppt/notesSlides/notesSlide93.xml"/>
  <Override ContentType="application/vnd.openxmlformats-officedocument.presentationml.notesSlide+xml" PartName="/ppt/notesSlides/notesSlide87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141.xml"/>
  <Override ContentType="application/vnd.openxmlformats-officedocument.presentationml.notesSlide+xml" PartName="/ppt/notesSlides/notesSlide153.xml"/>
  <Override ContentType="application/vnd.openxmlformats-officedocument.presentationml.notesSlide+xml" PartName="/ppt/notesSlides/notesSlide123.xml"/>
  <Override ContentType="application/vnd.openxmlformats-officedocument.presentationml.notesSlide+xml" PartName="/ppt/notesSlides/notesSlide11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138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112.xml"/>
  <Override ContentType="application/vnd.openxmlformats-officedocument.presentationml.notesSlide+xml" PartName="/ppt/notesSlides/notesSlide103.xml"/>
  <Override ContentType="application/vnd.openxmlformats-officedocument.presentationml.notesSlide+xml" PartName="/ppt/notesSlides/notesSlide97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9.xml"/>
  <Override ContentType="application/vnd.openxmlformats-officedocument.presentationml.notesSlide+xml" PartName="/ppt/notesSlides/notesSlide146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120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29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144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131.xml"/>
  <Override ContentType="application/vnd.openxmlformats-officedocument.presentationml.notesSlide+xml" PartName="/ppt/notesSlides/notesSlide127.xml"/>
  <Override ContentType="application/vnd.openxmlformats-officedocument.presentationml.notesSlide+xml" PartName="/ppt/notesSlides/notesSlide114.xml"/>
  <Override ContentType="application/vnd.openxmlformats-officedocument.presentationml.notesSlide+xml" PartName="/ppt/notesSlides/notesSlide101.xml"/>
  <Override ContentType="application/vnd.openxmlformats-officedocument.presentationml.notesSlide+xml" PartName="/ppt/notesSlides/notesSlide95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92.xml"/>
  <Override ContentType="application/vnd.openxmlformats-officedocument.presentationml.notesSlide+xml" PartName="/ppt/notesSlides/notesSlide150.xml"/>
  <Override ContentType="application/vnd.openxmlformats-officedocument.presentationml.notesSlide+xml" PartName="/ppt/notesSlides/notesSlide142.xml"/>
  <Override ContentType="application/vnd.openxmlformats-officedocument.presentationml.notesSlide+xml" PartName="/ppt/notesSlides/notesSlide84.xml"/>
  <Override ContentType="application/vnd.openxmlformats-officedocument.presentationml.notesSlide+xml" PartName="/ppt/notesSlides/notesSlide116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24.xml"/>
  <Override ContentType="application/vnd.openxmlformats-officedocument.presentationml.notesSlide+xml" PartName="/ppt/notesSlides/notesSlide126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9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108.xml"/>
  <Override ContentType="application/vnd.openxmlformats-officedocument.presentationml.notesSlide+xml" PartName="/ppt/notesSlides/notesSlide90.xml"/>
  <Override ContentType="application/vnd.openxmlformats-officedocument.presentationml.notesSlide+xml" PartName="/ppt/notesSlides/notesSlide1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86.xml"/>
  <Override ContentType="application/vnd.openxmlformats-officedocument.presentationml.notesSlide+xml" PartName="/ppt/notesSlides/notesSlide106.xml"/>
  <Override ContentType="application/vnd.openxmlformats-officedocument.presentationml.notesSlide+xml" PartName="/ppt/notesSlides/notesSlide99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152.xml"/>
  <Override ContentType="application/vnd.openxmlformats-officedocument.presentationml.notesSlide+xml" PartName="/ppt/notesSlides/notesSlide122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118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140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88.xml"/>
  <Override ContentType="application/vnd.openxmlformats-officedocument.presentationml.notesSlide+xml" PartName="/ppt/notesSlides/notesSlide136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49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1.xml"/>
  <Override ContentType="application/vnd.openxmlformats-officedocument.presentationml.notesSlide+xml" PartName="/ppt/notesSlides/notesSlide139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13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98.xml"/>
  <Override ContentType="application/vnd.openxmlformats-officedocument.presentationml.notesSlide+xml" PartName="/ppt/notesSlides/notesSlide104.xml"/>
  <Override ContentType="application/vnd.openxmlformats-officedocument.presentationml.notesSlide+xml" PartName="/ppt/notesSlides/notesSlide1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3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21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8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132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45.xml"/>
  <Override ContentType="application/vnd.openxmlformats-officedocument.presentationml.notesSlide+xml" PartName="/ppt/notesSlides/notesSlide96.xml"/>
  <Override ContentType="application/vnd.openxmlformats-officedocument.presentationml.notesSlide+xml" PartName="/ppt/notesSlides/notesSlide102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83.xml"/>
  <Override ContentType="application/vnd.openxmlformats-officedocument.presentationml.notesSlide+xml" PartName="/ppt/notesSlides/notesSlide115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1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86.xml"/>
  <Override ContentType="application/vnd.openxmlformats-officedocument.presentationml.slide+xml" PartName="/ppt/slides/slide35.xml"/>
  <Override ContentType="application/vnd.openxmlformats-officedocument.presentationml.slide+xml" PartName="/ppt/slides/slide105.xml"/>
  <Override ContentType="application/vnd.openxmlformats-officedocument.presentationml.slide+xml" PartName="/ppt/slides/slide148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138.xml"/>
  <Override ContentType="application/vnd.openxmlformats-officedocument.presentationml.slide+xml" PartName="/ppt/slides/slide25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13.xml"/>
  <Override ContentType="application/vnd.openxmlformats-officedocument.presentationml.slide+xml" PartName="/ppt/slides/slide68.xml"/>
  <Override ContentType="application/vnd.openxmlformats-officedocument.presentationml.slide+xml" PartName="/ppt/slides/slide94.xml"/>
  <Override ContentType="application/vnd.openxmlformats-officedocument.presentationml.slide+xml" PartName="/ppt/slides/slide84.xml"/>
  <Override ContentType="application/vnd.openxmlformats-officedocument.presentationml.slide+xml" PartName="/ppt/slides/slide107.xml"/>
  <Override ContentType="application/vnd.openxmlformats-officedocument.presentationml.slide+xml" PartName="/ppt/slides/slide37.xml"/>
  <Override ContentType="application/vnd.openxmlformats-officedocument.presentationml.slide+xml" PartName="/ppt/slides/slide123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136.xml"/>
  <Override ContentType="application/vnd.openxmlformats-officedocument.presentationml.slide+xml" PartName="/ppt/slides/slide10.xml"/>
  <Override ContentType="application/vnd.openxmlformats-officedocument.presentationml.slide+xml" PartName="/ppt/slides/slide111.xml"/>
  <Override ContentType="application/vnd.openxmlformats-officedocument.presentationml.slide+xml" PartName="/ppt/slides/slide53.xml"/>
  <Override ContentType="application/vnd.openxmlformats-officedocument.presentationml.slide+xml" PartName="/ppt/slides/slide141.xml"/>
  <Override ContentType="application/vnd.openxmlformats-officedocument.presentationml.slide+xml" PartName="/ppt/slides/slide96.xml"/>
  <Override ContentType="application/vnd.openxmlformats-officedocument.presentationml.slide+xml" PartName="/ppt/slides/slide48.xml"/>
  <Override ContentType="application/vnd.openxmlformats-officedocument.presentationml.slide+xml" PartName="/ppt/slides/slide22.xml"/>
  <Override ContentType="application/vnd.openxmlformats-officedocument.presentationml.slide+xml" PartName="/ppt/slides/slide82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18.xml"/>
  <Override ContentType="application/vnd.openxmlformats-officedocument.presentationml.slide+xml" PartName="/ppt/slides/slide142.xml"/>
  <Override ContentType="application/vnd.openxmlformats-officedocument.presentationml.slide+xml" PartName="/ppt/slides/slide12.xml"/>
  <Override ContentType="application/vnd.openxmlformats-officedocument.presentationml.slide+xml" PartName="/ppt/slides/slide108.xml"/>
  <Override ContentType="application/vnd.openxmlformats-officedocument.presentationml.slide+xml" PartName="/ppt/slides/slide98.xml"/>
  <Override ContentType="application/vnd.openxmlformats-officedocument.presentationml.slide+xml" PartName="/ppt/slides/slide152.xml"/>
  <Override ContentType="application/vnd.openxmlformats-officedocument.presentationml.slide+xml" PartName="/ppt/slides/slide125.xml"/>
  <Override ContentType="application/vnd.openxmlformats-officedocument.presentationml.slide+xml" PartName="/ppt/slides/slide72.xml"/>
  <Override ContentType="application/vnd.openxmlformats-officedocument.presentationml.slide+xml" PartName="/ppt/slides/slide135.xml"/>
  <Override ContentType="application/vnd.openxmlformats-officedocument.presentationml.slide+xml" PartName="/ppt/slides/slide20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89.xml"/>
  <Override ContentType="application/vnd.openxmlformats-officedocument.presentationml.slide+xml" PartName="/ppt/slides/slide76.xml"/>
  <Override ContentType="application/vnd.openxmlformats-officedocument.presentationml.slide+xml" PartName="/ppt/slides/slide129.xml"/>
  <Override ContentType="application/vnd.openxmlformats-officedocument.presentationml.slide+xml" PartName="/ppt/slides/slide63.xml"/>
  <Override ContentType="application/vnd.openxmlformats-officedocument.presentationml.slide+xml" PartName="/ppt/slides/slide131.xml"/>
  <Override ContentType="application/vnd.openxmlformats-officedocument.presentationml.slide+xml" PartName="/ppt/slides/slide93.xml"/>
  <Override ContentType="application/vnd.openxmlformats-officedocument.presentationml.slide+xml" PartName="/ppt/slides/slide101.xml"/>
  <Override ContentType="application/vnd.openxmlformats-officedocument.presentationml.slide+xml" PartName="/ppt/slides/slide116.xml"/>
  <Override ContentType="application/vnd.openxmlformats-officedocument.presentationml.slide+xml" PartName="/ppt/slides/slide144.xml"/>
  <Override ContentType="application/vnd.openxmlformats-officedocument.presentationml.slide+xml" PartName="/ppt/slides/slide80.xml"/>
  <Override ContentType="application/vnd.openxmlformats-officedocument.presentationml.slide+xml" PartName="/ppt/slides/slide103.xml"/>
  <Override ContentType="application/vnd.openxmlformats-officedocument.presentationml.slide+xml" PartName="/ppt/slides/slide61.xml"/>
  <Override ContentType="application/vnd.openxmlformats-officedocument.presentationml.slide+xml" PartName="/ppt/slides/slide133.xml"/>
  <Override ContentType="application/vnd.openxmlformats-officedocument.presentationml.slide+xml" PartName="/ppt/slides/slide91.xml"/>
  <Override ContentType="application/vnd.openxmlformats-officedocument.presentationml.slide+xml" PartName="/ppt/slides/slide114.xml"/>
  <Override ContentType="application/vnd.openxmlformats-officedocument.presentationml.slide+xml" PartName="/ppt/slides/slide31.xml"/>
  <Override ContentType="application/vnd.openxmlformats-officedocument.presentationml.slide+xml" PartName="/ppt/slides/slide127.xml"/>
  <Override ContentType="application/vnd.openxmlformats-officedocument.presentationml.slide+xml" PartName="/ppt/slides/slide146.xml"/>
  <Override ContentType="application/vnd.openxmlformats-officedocument.presentationml.slide+xml" PartName="/ppt/slides/slide150.xml"/>
  <Override ContentType="application/vnd.openxmlformats-officedocument.presentationml.slide+xml" PartName="/ppt/slides/slide120.xml"/>
  <Override ContentType="application/vnd.openxmlformats-officedocument.presentationml.slide+xml" PartName="/ppt/slides/slide87.xml"/>
  <Override ContentType="application/vnd.openxmlformats-officedocument.presentationml.slide+xml" PartName="/ppt/slides/slide74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39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12.xml"/>
  <Override ContentType="application/vnd.openxmlformats-officedocument.presentationml.slide+xml" PartName="/ppt/slides/slide95.xml"/>
  <Override ContentType="application/vnd.openxmlformats-officedocument.presentationml.slide+xml" PartName="/ppt/slides/slide69.xml"/>
  <Override ContentType="application/vnd.openxmlformats-officedocument.presentationml.slide+xml" PartName="/ppt/slides/slide85.xml"/>
  <Override ContentType="application/vnd.openxmlformats-officedocument.presentationml.slide+xml" PartName="/ppt/slides/slide42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122.xml"/>
  <Override ContentType="application/vnd.openxmlformats-officedocument.presentationml.slide+xml" PartName="/ppt/slides/slide130.xml"/>
  <Override ContentType="application/vnd.openxmlformats-officedocument.presentationml.slide+xml" PartName="/ppt/slides/slide147.xml"/>
  <Override ContentType="application/vnd.openxmlformats-officedocument.presentationml.slide+xml" PartName="/ppt/slides/slide16.xml"/>
  <Override ContentType="application/vnd.openxmlformats-officedocument.presentationml.slide+xml" PartName="/ppt/slides/slide104.xml"/>
  <Override ContentType="application/vnd.openxmlformats-officedocument.presentationml.slide+xml" PartName="/ppt/slides/slide24.xml"/>
  <Override ContentType="application/vnd.openxmlformats-officedocument.presentationml.slide+xml" PartName="/ppt/slides/slide97.xml"/>
  <Override ContentType="application/vnd.openxmlformats-officedocument.presentationml.slide+xml" PartName="/ppt/slides/slide140.xml"/>
  <Override ContentType="application/vnd.openxmlformats-officedocument.presentationml.slide+xml" PartName="/ppt/slides/slide11.xml"/>
  <Override ContentType="application/vnd.openxmlformats-officedocument.presentationml.slide+xml" PartName="/ppt/slides/slide137.xml"/>
  <Override ContentType="application/vnd.openxmlformats-officedocument.presentationml.slide+xml" PartName="/ppt/slides/slide110.xml"/>
  <Override ContentType="application/vnd.openxmlformats-officedocument.presentationml.slide+xml" PartName="/ppt/slides/slide153.xml"/>
  <Override ContentType="application/vnd.openxmlformats-officedocument.presentationml.slide+xml" PartName="/ppt/slides/slide6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79.xml"/>
  <Override ContentType="application/vnd.openxmlformats-officedocument.presentationml.slide+xml" PartName="/ppt/slides/slide149.xml"/>
  <Override ContentType="application/vnd.openxmlformats-officedocument.presentationml.slide+xml" PartName="/ppt/slides/slide49.xml"/>
  <Override ContentType="application/vnd.openxmlformats-officedocument.presentationml.slide+xml" PartName="/ppt/slides/slide124.xml"/>
  <Override ContentType="application/vnd.openxmlformats-officedocument.presentationml.slide+xml" PartName="/ppt/slides/slide83.xml"/>
  <Override ContentType="application/vnd.openxmlformats-officedocument.presentationml.slide+xml" PartName="/ppt/slides/slide106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119.xml"/>
  <Override ContentType="application/vnd.openxmlformats-officedocument.presentationml.slide+xml" PartName="/ppt/slides/slide40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126.xml"/>
  <Override ContentType="application/vnd.openxmlformats-officedocument.presentationml.slide+xml" PartName="/ppt/slides/slide151.xml"/>
  <Override ContentType="application/vnd.openxmlformats-officedocument.presentationml.slide+xml" PartName="/ppt/slides/slide109.xml"/>
  <Override ContentType="application/vnd.openxmlformats-officedocument.presentationml.slide+xml" PartName="/ppt/slides/slide134.xml"/>
  <Override ContentType="application/vnd.openxmlformats-officedocument.presentationml.slide+xml" PartName="/ppt/slides/slide99.xml"/>
  <Override ContentType="application/vnd.openxmlformats-officedocument.presentationml.slide+xml" PartName="/ppt/slides/slide3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47.xml"/>
  <Override ContentType="application/vnd.openxmlformats-officedocument.presentationml.slide+xml" PartName="/ppt/slides/slide21.xml"/>
  <Override ContentType="application/vnd.openxmlformats-officedocument.presentationml.slide+xml" PartName="/ppt/slides/slide100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90.xml"/>
  <Override ContentType="application/vnd.openxmlformats-officedocument.presentationml.slide+xml" PartName="/ppt/slides/slide8.xml"/>
  <Override ContentType="application/vnd.openxmlformats-officedocument.presentationml.slide+xml" PartName="/ppt/slides/slide143.xml"/>
  <Override ContentType="application/vnd.openxmlformats-officedocument.presentationml.slide+xml" PartName="/ppt/slides/slide117.xml"/>
  <Override ContentType="application/vnd.openxmlformats-officedocument.presentationml.slide+xml" PartName="/ppt/slides/slide145.xml"/>
  <Override ContentType="application/vnd.openxmlformats-officedocument.presentationml.slide+xml" PartName="/ppt/slides/slide132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88.xml"/>
  <Override ContentType="application/vnd.openxmlformats-officedocument.presentationml.slide+xml" PartName="/ppt/slides/slide128.xml"/>
  <Override ContentType="application/vnd.openxmlformats-officedocument.presentationml.slide+xml" PartName="/ppt/slides/slide92.xml"/>
  <Override ContentType="application/vnd.openxmlformats-officedocument.presentationml.slide+xml" PartName="/ppt/slides/slide115.xml"/>
  <Override ContentType="application/vnd.openxmlformats-officedocument.presentationml.slide+xml" PartName="/ppt/slides/slide102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  <p:sldId id="328" r:id="rId78"/>
    <p:sldId id="329" r:id="rId79"/>
    <p:sldId id="330" r:id="rId80"/>
    <p:sldId id="331" r:id="rId81"/>
    <p:sldId id="332" r:id="rId82"/>
    <p:sldId id="333" r:id="rId83"/>
    <p:sldId id="334" r:id="rId84"/>
    <p:sldId id="335" r:id="rId85"/>
    <p:sldId id="336" r:id="rId86"/>
    <p:sldId id="337" r:id="rId87"/>
    <p:sldId id="338" r:id="rId88"/>
    <p:sldId id="339" r:id="rId89"/>
    <p:sldId id="340" r:id="rId90"/>
    <p:sldId id="341" r:id="rId91"/>
    <p:sldId id="342" r:id="rId92"/>
    <p:sldId id="343" r:id="rId93"/>
    <p:sldId id="344" r:id="rId94"/>
    <p:sldId id="345" r:id="rId95"/>
    <p:sldId id="346" r:id="rId96"/>
    <p:sldId id="347" r:id="rId97"/>
    <p:sldId id="348" r:id="rId98"/>
    <p:sldId id="349" r:id="rId99"/>
    <p:sldId id="350" r:id="rId100"/>
    <p:sldId id="351" r:id="rId101"/>
    <p:sldId id="352" r:id="rId102"/>
    <p:sldId id="353" r:id="rId103"/>
    <p:sldId id="354" r:id="rId104"/>
    <p:sldId id="355" r:id="rId105"/>
    <p:sldId id="356" r:id="rId106"/>
    <p:sldId id="357" r:id="rId107"/>
    <p:sldId id="358" r:id="rId108"/>
    <p:sldId id="359" r:id="rId109"/>
    <p:sldId id="360" r:id="rId110"/>
    <p:sldId id="361" r:id="rId111"/>
    <p:sldId id="362" r:id="rId112"/>
    <p:sldId id="363" r:id="rId113"/>
    <p:sldId id="364" r:id="rId114"/>
    <p:sldId id="365" r:id="rId115"/>
    <p:sldId id="366" r:id="rId116"/>
    <p:sldId id="367" r:id="rId117"/>
    <p:sldId id="368" r:id="rId118"/>
    <p:sldId id="369" r:id="rId119"/>
    <p:sldId id="370" r:id="rId120"/>
    <p:sldId id="371" r:id="rId121"/>
    <p:sldId id="372" r:id="rId122"/>
    <p:sldId id="373" r:id="rId123"/>
    <p:sldId id="374" r:id="rId124"/>
    <p:sldId id="375" r:id="rId125"/>
    <p:sldId id="376" r:id="rId126"/>
    <p:sldId id="377" r:id="rId127"/>
    <p:sldId id="378" r:id="rId128"/>
    <p:sldId id="379" r:id="rId129"/>
    <p:sldId id="380" r:id="rId130"/>
    <p:sldId id="381" r:id="rId131"/>
    <p:sldId id="382" r:id="rId132"/>
    <p:sldId id="383" r:id="rId133"/>
    <p:sldId id="384" r:id="rId134"/>
    <p:sldId id="385" r:id="rId135"/>
    <p:sldId id="386" r:id="rId136"/>
    <p:sldId id="387" r:id="rId137"/>
    <p:sldId id="388" r:id="rId138"/>
    <p:sldId id="389" r:id="rId139"/>
    <p:sldId id="390" r:id="rId140"/>
    <p:sldId id="391" r:id="rId141"/>
    <p:sldId id="392" r:id="rId142"/>
    <p:sldId id="393" r:id="rId143"/>
    <p:sldId id="394" r:id="rId144"/>
    <p:sldId id="395" r:id="rId145"/>
    <p:sldId id="396" r:id="rId146"/>
    <p:sldId id="397" r:id="rId147"/>
    <p:sldId id="398" r:id="rId148"/>
    <p:sldId id="399" r:id="rId149"/>
    <p:sldId id="400" r:id="rId150"/>
    <p:sldId id="401" r:id="rId151"/>
    <p:sldId id="402" r:id="rId152"/>
    <p:sldId id="403" r:id="rId153"/>
    <p:sldId id="404" r:id="rId154"/>
    <p:sldId id="405" r:id="rId155"/>
    <p:sldId id="406" r:id="rId156"/>
    <p:sldId id="407" r:id="rId157"/>
    <p:sldId id="408" r:id="rId158"/>
  </p:sldIdLst>
  <p:sldSz cy="5143500" cx="9144000"/>
  <p:notesSz cx="9144000" cy="6858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159" roundtripDataSignature="AMtx7mg8nrW4SUIqvvEvm4axA9GDWDR9/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07" Type="http://schemas.openxmlformats.org/officeDocument/2006/relationships/slide" Target="slides/slide102.xml"/><Relationship Id="rId106" Type="http://schemas.openxmlformats.org/officeDocument/2006/relationships/slide" Target="slides/slide101.xml"/><Relationship Id="rId105" Type="http://schemas.openxmlformats.org/officeDocument/2006/relationships/slide" Target="slides/slide100.xml"/><Relationship Id="rId104" Type="http://schemas.openxmlformats.org/officeDocument/2006/relationships/slide" Target="slides/slide99.xml"/><Relationship Id="rId109" Type="http://schemas.openxmlformats.org/officeDocument/2006/relationships/slide" Target="slides/slide104.xml"/><Relationship Id="rId108" Type="http://schemas.openxmlformats.org/officeDocument/2006/relationships/slide" Target="slides/slide103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103" Type="http://schemas.openxmlformats.org/officeDocument/2006/relationships/slide" Target="slides/slide98.xml"/><Relationship Id="rId102" Type="http://schemas.openxmlformats.org/officeDocument/2006/relationships/slide" Target="slides/slide97.xml"/><Relationship Id="rId101" Type="http://schemas.openxmlformats.org/officeDocument/2006/relationships/slide" Target="slides/slide96.xml"/><Relationship Id="rId100" Type="http://schemas.openxmlformats.org/officeDocument/2006/relationships/slide" Target="slides/slide95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29" Type="http://schemas.openxmlformats.org/officeDocument/2006/relationships/slide" Target="slides/slide124.xml"/><Relationship Id="rId128" Type="http://schemas.openxmlformats.org/officeDocument/2006/relationships/slide" Target="slides/slide123.xml"/><Relationship Id="rId127" Type="http://schemas.openxmlformats.org/officeDocument/2006/relationships/slide" Target="slides/slide122.xml"/><Relationship Id="rId126" Type="http://schemas.openxmlformats.org/officeDocument/2006/relationships/slide" Target="slides/slide121.xml"/><Relationship Id="rId26" Type="http://schemas.openxmlformats.org/officeDocument/2006/relationships/slide" Target="slides/slide21.xml"/><Relationship Id="rId121" Type="http://schemas.openxmlformats.org/officeDocument/2006/relationships/slide" Target="slides/slide116.xml"/><Relationship Id="rId25" Type="http://schemas.openxmlformats.org/officeDocument/2006/relationships/slide" Target="slides/slide20.xml"/><Relationship Id="rId120" Type="http://schemas.openxmlformats.org/officeDocument/2006/relationships/slide" Target="slides/slide115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125" Type="http://schemas.openxmlformats.org/officeDocument/2006/relationships/slide" Target="slides/slide120.xml"/><Relationship Id="rId29" Type="http://schemas.openxmlformats.org/officeDocument/2006/relationships/slide" Target="slides/slide24.xml"/><Relationship Id="rId124" Type="http://schemas.openxmlformats.org/officeDocument/2006/relationships/slide" Target="slides/slide119.xml"/><Relationship Id="rId123" Type="http://schemas.openxmlformats.org/officeDocument/2006/relationships/slide" Target="slides/slide118.xml"/><Relationship Id="rId122" Type="http://schemas.openxmlformats.org/officeDocument/2006/relationships/slide" Target="slides/slide117.xml"/><Relationship Id="rId95" Type="http://schemas.openxmlformats.org/officeDocument/2006/relationships/slide" Target="slides/slide90.xml"/><Relationship Id="rId94" Type="http://schemas.openxmlformats.org/officeDocument/2006/relationships/slide" Target="slides/slide89.xml"/><Relationship Id="rId97" Type="http://schemas.openxmlformats.org/officeDocument/2006/relationships/slide" Target="slides/slide92.xml"/><Relationship Id="rId96" Type="http://schemas.openxmlformats.org/officeDocument/2006/relationships/slide" Target="slides/slide91.xml"/><Relationship Id="rId11" Type="http://schemas.openxmlformats.org/officeDocument/2006/relationships/slide" Target="slides/slide6.xml"/><Relationship Id="rId99" Type="http://schemas.openxmlformats.org/officeDocument/2006/relationships/slide" Target="slides/slide94.xml"/><Relationship Id="rId10" Type="http://schemas.openxmlformats.org/officeDocument/2006/relationships/slide" Target="slides/slide5.xml"/><Relationship Id="rId98" Type="http://schemas.openxmlformats.org/officeDocument/2006/relationships/slide" Target="slides/slide93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91" Type="http://schemas.openxmlformats.org/officeDocument/2006/relationships/slide" Target="slides/slide86.xml"/><Relationship Id="rId90" Type="http://schemas.openxmlformats.org/officeDocument/2006/relationships/slide" Target="slides/slide85.xml"/><Relationship Id="rId93" Type="http://schemas.openxmlformats.org/officeDocument/2006/relationships/slide" Target="slides/slide88.xml"/><Relationship Id="rId92" Type="http://schemas.openxmlformats.org/officeDocument/2006/relationships/slide" Target="slides/slide87.xml"/><Relationship Id="rId118" Type="http://schemas.openxmlformats.org/officeDocument/2006/relationships/slide" Target="slides/slide113.xml"/><Relationship Id="rId117" Type="http://schemas.openxmlformats.org/officeDocument/2006/relationships/slide" Target="slides/slide112.xml"/><Relationship Id="rId116" Type="http://schemas.openxmlformats.org/officeDocument/2006/relationships/slide" Target="slides/slide111.xml"/><Relationship Id="rId115" Type="http://schemas.openxmlformats.org/officeDocument/2006/relationships/slide" Target="slides/slide110.xml"/><Relationship Id="rId119" Type="http://schemas.openxmlformats.org/officeDocument/2006/relationships/slide" Target="slides/slide114.xml"/><Relationship Id="rId15" Type="http://schemas.openxmlformats.org/officeDocument/2006/relationships/slide" Target="slides/slide10.xml"/><Relationship Id="rId110" Type="http://schemas.openxmlformats.org/officeDocument/2006/relationships/slide" Target="slides/slide105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14" Type="http://schemas.openxmlformats.org/officeDocument/2006/relationships/slide" Target="slides/slide109.xml"/><Relationship Id="rId18" Type="http://schemas.openxmlformats.org/officeDocument/2006/relationships/slide" Target="slides/slide13.xml"/><Relationship Id="rId113" Type="http://schemas.openxmlformats.org/officeDocument/2006/relationships/slide" Target="slides/slide108.xml"/><Relationship Id="rId112" Type="http://schemas.openxmlformats.org/officeDocument/2006/relationships/slide" Target="slides/slide107.xml"/><Relationship Id="rId111" Type="http://schemas.openxmlformats.org/officeDocument/2006/relationships/slide" Target="slides/slide106.xml"/><Relationship Id="rId84" Type="http://schemas.openxmlformats.org/officeDocument/2006/relationships/slide" Target="slides/slide79.xml"/><Relationship Id="rId83" Type="http://schemas.openxmlformats.org/officeDocument/2006/relationships/slide" Target="slides/slide78.xml"/><Relationship Id="rId86" Type="http://schemas.openxmlformats.org/officeDocument/2006/relationships/slide" Target="slides/slide81.xml"/><Relationship Id="rId85" Type="http://schemas.openxmlformats.org/officeDocument/2006/relationships/slide" Target="slides/slide80.xml"/><Relationship Id="rId88" Type="http://schemas.openxmlformats.org/officeDocument/2006/relationships/slide" Target="slides/slide83.xml"/><Relationship Id="rId150" Type="http://schemas.openxmlformats.org/officeDocument/2006/relationships/slide" Target="slides/slide145.xml"/><Relationship Id="rId87" Type="http://schemas.openxmlformats.org/officeDocument/2006/relationships/slide" Target="slides/slide82.xml"/><Relationship Id="rId89" Type="http://schemas.openxmlformats.org/officeDocument/2006/relationships/slide" Target="slides/slide84.xml"/><Relationship Id="rId80" Type="http://schemas.openxmlformats.org/officeDocument/2006/relationships/slide" Target="slides/slide75.xml"/><Relationship Id="rId82" Type="http://schemas.openxmlformats.org/officeDocument/2006/relationships/slide" Target="slides/slide77.xml"/><Relationship Id="rId81" Type="http://schemas.openxmlformats.org/officeDocument/2006/relationships/slide" Target="slides/slide7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149" Type="http://schemas.openxmlformats.org/officeDocument/2006/relationships/slide" Target="slides/slide144.xml"/><Relationship Id="rId4" Type="http://schemas.openxmlformats.org/officeDocument/2006/relationships/slideMaster" Target="slideMasters/slideMaster1.xml"/><Relationship Id="rId148" Type="http://schemas.openxmlformats.org/officeDocument/2006/relationships/slide" Target="slides/slide143.xml"/><Relationship Id="rId9" Type="http://schemas.openxmlformats.org/officeDocument/2006/relationships/slide" Target="slides/slide4.xml"/><Relationship Id="rId143" Type="http://schemas.openxmlformats.org/officeDocument/2006/relationships/slide" Target="slides/slide138.xml"/><Relationship Id="rId142" Type="http://schemas.openxmlformats.org/officeDocument/2006/relationships/slide" Target="slides/slide137.xml"/><Relationship Id="rId141" Type="http://schemas.openxmlformats.org/officeDocument/2006/relationships/slide" Target="slides/slide136.xml"/><Relationship Id="rId140" Type="http://schemas.openxmlformats.org/officeDocument/2006/relationships/slide" Target="slides/slide135.xml"/><Relationship Id="rId5" Type="http://schemas.openxmlformats.org/officeDocument/2006/relationships/notesMaster" Target="notesMasters/notesMaster1.xml"/><Relationship Id="rId147" Type="http://schemas.openxmlformats.org/officeDocument/2006/relationships/slide" Target="slides/slide142.xml"/><Relationship Id="rId6" Type="http://schemas.openxmlformats.org/officeDocument/2006/relationships/slide" Target="slides/slide1.xml"/><Relationship Id="rId146" Type="http://schemas.openxmlformats.org/officeDocument/2006/relationships/slide" Target="slides/slide141.xml"/><Relationship Id="rId7" Type="http://schemas.openxmlformats.org/officeDocument/2006/relationships/slide" Target="slides/slide2.xml"/><Relationship Id="rId145" Type="http://schemas.openxmlformats.org/officeDocument/2006/relationships/slide" Target="slides/slide140.xml"/><Relationship Id="rId8" Type="http://schemas.openxmlformats.org/officeDocument/2006/relationships/slide" Target="slides/slide3.xml"/><Relationship Id="rId144" Type="http://schemas.openxmlformats.org/officeDocument/2006/relationships/slide" Target="slides/slide139.xml"/><Relationship Id="rId73" Type="http://schemas.openxmlformats.org/officeDocument/2006/relationships/slide" Target="slides/slide68.xml"/><Relationship Id="rId72" Type="http://schemas.openxmlformats.org/officeDocument/2006/relationships/slide" Target="slides/slide67.xml"/><Relationship Id="rId75" Type="http://schemas.openxmlformats.org/officeDocument/2006/relationships/slide" Target="slides/slide70.xml"/><Relationship Id="rId74" Type="http://schemas.openxmlformats.org/officeDocument/2006/relationships/slide" Target="slides/slide69.xml"/><Relationship Id="rId77" Type="http://schemas.openxmlformats.org/officeDocument/2006/relationships/slide" Target="slides/slide72.xml"/><Relationship Id="rId76" Type="http://schemas.openxmlformats.org/officeDocument/2006/relationships/slide" Target="slides/slide71.xml"/><Relationship Id="rId79" Type="http://schemas.openxmlformats.org/officeDocument/2006/relationships/slide" Target="slides/slide74.xml"/><Relationship Id="rId78" Type="http://schemas.openxmlformats.org/officeDocument/2006/relationships/slide" Target="slides/slide73.xml"/><Relationship Id="rId71" Type="http://schemas.openxmlformats.org/officeDocument/2006/relationships/slide" Target="slides/slide66.xml"/><Relationship Id="rId70" Type="http://schemas.openxmlformats.org/officeDocument/2006/relationships/slide" Target="slides/slide65.xml"/><Relationship Id="rId139" Type="http://schemas.openxmlformats.org/officeDocument/2006/relationships/slide" Target="slides/slide134.xml"/><Relationship Id="rId138" Type="http://schemas.openxmlformats.org/officeDocument/2006/relationships/slide" Target="slides/slide133.xml"/><Relationship Id="rId137" Type="http://schemas.openxmlformats.org/officeDocument/2006/relationships/slide" Target="slides/slide132.xml"/><Relationship Id="rId132" Type="http://schemas.openxmlformats.org/officeDocument/2006/relationships/slide" Target="slides/slide127.xml"/><Relationship Id="rId131" Type="http://schemas.openxmlformats.org/officeDocument/2006/relationships/slide" Target="slides/slide126.xml"/><Relationship Id="rId130" Type="http://schemas.openxmlformats.org/officeDocument/2006/relationships/slide" Target="slides/slide125.xml"/><Relationship Id="rId136" Type="http://schemas.openxmlformats.org/officeDocument/2006/relationships/slide" Target="slides/slide131.xml"/><Relationship Id="rId135" Type="http://schemas.openxmlformats.org/officeDocument/2006/relationships/slide" Target="slides/slide130.xml"/><Relationship Id="rId134" Type="http://schemas.openxmlformats.org/officeDocument/2006/relationships/slide" Target="slides/slide129.xml"/><Relationship Id="rId133" Type="http://schemas.openxmlformats.org/officeDocument/2006/relationships/slide" Target="slides/slide128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66" Type="http://schemas.openxmlformats.org/officeDocument/2006/relationships/slide" Target="slides/slide61.xml"/><Relationship Id="rId65" Type="http://schemas.openxmlformats.org/officeDocument/2006/relationships/slide" Target="slides/slide60.xml"/><Relationship Id="rId68" Type="http://schemas.openxmlformats.org/officeDocument/2006/relationships/slide" Target="slides/slide63.xml"/><Relationship Id="rId67" Type="http://schemas.openxmlformats.org/officeDocument/2006/relationships/slide" Target="slides/slide62.xml"/><Relationship Id="rId60" Type="http://schemas.openxmlformats.org/officeDocument/2006/relationships/slide" Target="slides/slide55.xml"/><Relationship Id="rId69" Type="http://schemas.openxmlformats.org/officeDocument/2006/relationships/slide" Target="slides/slide6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55" Type="http://schemas.openxmlformats.org/officeDocument/2006/relationships/slide" Target="slides/slide50.xml"/><Relationship Id="rId54" Type="http://schemas.openxmlformats.org/officeDocument/2006/relationships/slide" Target="slides/slide49.xml"/><Relationship Id="rId57" Type="http://schemas.openxmlformats.org/officeDocument/2006/relationships/slide" Target="slides/slide52.xml"/><Relationship Id="rId56" Type="http://schemas.openxmlformats.org/officeDocument/2006/relationships/slide" Target="slides/slide51.xml"/><Relationship Id="rId159" Type="http://customschemas.google.com/relationships/presentationmetadata" Target="metadata"/><Relationship Id="rId59" Type="http://schemas.openxmlformats.org/officeDocument/2006/relationships/slide" Target="slides/slide54.xml"/><Relationship Id="rId154" Type="http://schemas.openxmlformats.org/officeDocument/2006/relationships/slide" Target="slides/slide149.xml"/><Relationship Id="rId58" Type="http://schemas.openxmlformats.org/officeDocument/2006/relationships/slide" Target="slides/slide53.xml"/><Relationship Id="rId153" Type="http://schemas.openxmlformats.org/officeDocument/2006/relationships/slide" Target="slides/slide148.xml"/><Relationship Id="rId152" Type="http://schemas.openxmlformats.org/officeDocument/2006/relationships/slide" Target="slides/slide147.xml"/><Relationship Id="rId151" Type="http://schemas.openxmlformats.org/officeDocument/2006/relationships/slide" Target="slides/slide146.xml"/><Relationship Id="rId158" Type="http://schemas.openxmlformats.org/officeDocument/2006/relationships/slide" Target="slides/slide153.xml"/><Relationship Id="rId157" Type="http://schemas.openxmlformats.org/officeDocument/2006/relationships/slide" Target="slides/slide152.xml"/><Relationship Id="rId156" Type="http://schemas.openxmlformats.org/officeDocument/2006/relationships/slide" Target="slides/slide151.xml"/><Relationship Id="rId155" Type="http://schemas.openxmlformats.org/officeDocument/2006/relationships/slide" Target="slides/slide150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5179484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651391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baa6357486_0_11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6" name="Google Shape;86;g3baa6357486_0_118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6" name="Google Shape;96;p3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1" name="Google Shape;101;p4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6" name="Google Shape;106;p5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1" name="Google Shape;111;p6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6" name="Google Shape;116;p7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1" name="Google Shape;121;p8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6" name="Google Shape;126;p9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1" name="Google Shape;131;p10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6" name="Google Shape;136;p11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1" name="Google Shape;141;p12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6" name="Google Shape;146;p13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1" name="Google Shape;151;p14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6" name="Google Shape;156;p15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1" name="Google Shape;161;p16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6" name="Google Shape;166;p17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1" name="Google Shape;171;p18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6" name="Google Shape;176;p19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1" name="Google Shape;181;p20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6" name="Google Shape;186;p21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1" name="Google Shape;191;p22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6" name="Google Shape;196;p23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1" name="Google Shape;201;p24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6" name="Google Shape;206;p25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1" name="Google Shape;211;p26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6" name="Google Shape;216;p27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1" name="Google Shape;221;p28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6" name="Google Shape;226;p29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1" name="Google Shape;231;p30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6" name="Google Shape;236;p31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1" name="Google Shape;241;p32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6" name="Google Shape;246;p33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3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1" name="Google Shape;251;p34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6" name="Google Shape;256;p35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3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1" name="Google Shape;261;p36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6" name="Google Shape;266;p37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1" name="Google Shape;271;p38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6" name="Google Shape;276;p39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4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1" name="Google Shape;281;p40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4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6" name="Google Shape;286;p41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4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1" name="Google Shape;291;p42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4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6" name="Google Shape;296;p43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4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1" name="Google Shape;301;p44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4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6" name="Google Shape;306;p45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4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1" name="Google Shape;311;p46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4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6" name="Google Shape;316;p47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4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1" name="Google Shape;321;p48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4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6" name="Google Shape;326;p49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5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1" name="Google Shape;331;p50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3d414e586d7_0_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6" name="Google Shape;336;g3d414e586d7_0_1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3d173e4e587_0_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1" name="Google Shape;341;g3d173e4e587_0_0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3d173e4e587_0_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6" name="Google Shape;346;g3d173e4e587_0_4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3d173e4e587_0_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1" name="Google Shape;351;g3d173e4e587_0_8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3d173e4e587_0_1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6" name="Google Shape;356;g3d173e4e587_0_12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3dca01169ea_0_2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1" name="Google Shape;361;g3dca01169ea_0_26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3dca01169ea_0_3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6" name="Google Shape;366;g3dca01169ea_0_30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3d414e586d7_0_2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1" name="Google Shape;371;g3d414e586d7_0_25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3d414e586d7_0_2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6" name="Google Shape;376;g3d414e586d7_0_29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3d414e586d7_0_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1" name="Google Shape;381;g3d414e586d7_0_5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13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6" name="Google Shape;386;p133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3bf2e8d6b56_0_40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1" name="Google Shape;391;g3bf2e8d6b56_0_402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3bf2e8d6b56_0_40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6" name="Google Shape;396;g3bf2e8d6b56_0_406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3cb7c2c030f_0_6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1" name="Google Shape;401;g3cb7c2c030f_0_64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g3dca01169ea_0_3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6" name="Google Shape;406;g3dca01169ea_0_39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3dca01169ea_0_4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1" name="Google Shape;411;g3dca01169ea_0_47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g3dca01169ea_0_5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6" name="Google Shape;416;g3dca01169ea_0_51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g3d414e586d7_0_3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1" name="Google Shape;421;g3d414e586d7_0_36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g3dca01169ea_0_6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6" name="Google Shape;426;g3dca01169ea_0_63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g3dca01169ea_0_6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31" name="Google Shape;431;g3dca01169ea_0_67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3d414e586d7_0_4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36" name="Google Shape;436;g3d414e586d7_0_40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15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41" name="Google Shape;441;p155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156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7" name="Google Shape;447;p15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48" name="Google Shape;448;p156:notes"/>
          <p:cNvSpPr txBox="1"/>
          <p:nvPr>
            <p:ph idx="12" type="sldNum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g3d173e4e587_0_139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4" name="Google Shape;454;g3d173e4e587_0_13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55" name="Google Shape;455;g3d173e4e587_0_139:notes"/>
          <p:cNvSpPr txBox="1"/>
          <p:nvPr>
            <p:ph idx="12" type="sldNum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g3baa6357486_0_1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60" name="Google Shape;460;g3baa6357486_0_13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g3d414e586d7_0_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65" name="Google Shape;465;g3d414e586d7_0_9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g3d414e586d7_0_13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70" name="Google Shape;470;g3d414e586d7_0_137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g3d414e586d7_0_14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75" name="Google Shape;475;g3d414e586d7_0_141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g3d414e586d7_0_14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80" name="Google Shape;480;g3d414e586d7_0_149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g3d414e586d7_0_15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85" name="Google Shape;485;g3d414e586d7_0_153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g3d414e586d7_0_15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90" name="Google Shape;490;g3d414e586d7_0_157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3d414e586d7_0_16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95" name="Google Shape;495;g3d414e586d7_0_161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g3d414e586d7_0_16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00" name="Google Shape;500;g3d414e586d7_0_165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g3d414e586d7_0_16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05" name="Google Shape;505;g3d414e586d7_0_169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g3d414e586d7_0_17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10" name="Google Shape;510;g3d414e586d7_0_173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g3d414e586d7_0_17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15" name="Google Shape;515;g3d414e586d7_0_177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g3d414e586d7_0_18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20" name="Google Shape;520;g3d414e586d7_0_181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g3d414e586d7_0_18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25" name="Google Shape;525;g3d414e586d7_0_185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3d414e586d7_0_18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30" name="Google Shape;530;g3d414e586d7_0_189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g3d414e586d7_0_19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35" name="Google Shape;535;g3d414e586d7_0_193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g3d414e586d7_0_14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40" name="Google Shape;540;g3d414e586d7_0_145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g3d9fda13464_0_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45" name="Google Shape;545;g3d9fda13464_0_0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g3d9fda13464_0_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50" name="Google Shape;550;g3d9fda13464_0_4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g3d9fda13464_0_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55" name="Google Shape;555;g3d9fda13464_0_8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g3d9fda13464_0_1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60" name="Google Shape;560;g3d9fda13464_0_12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g3d9fda13464_0_2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65" name="Google Shape;565;g3d9fda13464_0_20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g3d9fda13464_0_2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70" name="Google Shape;570;g3d9fda13464_0_24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g3d9fda13464_0_3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75" name="Google Shape;575;g3d9fda13464_0_32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g3d9fda13464_0_3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80" name="Google Shape;580;g3d9fda13464_0_36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g3d9fda13464_0_4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85" name="Google Shape;585;g3d9fda13464_0_40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g3d414e586d7_0_4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90" name="Google Shape;590;g3d414e586d7_0_44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g3d414e586d7_0_4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95" name="Google Shape;595;g3d414e586d7_0_48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20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00" name="Google Shape;600;p201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20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05" name="Google Shape;605;p202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p20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10" name="Google Shape;610;p203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p20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15" name="Google Shape;615;p204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8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g3cb7c2c030f_0_7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20" name="Google Shape;620;g3cb7c2c030f_0_73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g3a42a8b53c1_2_26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25" name="Google Shape;625;g3a42a8b53c1_2_268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20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30" name="Google Shape;630;p207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p20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35" name="Google Shape;635;p208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g3cb7c2c030f_0_7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40" name="Google Shape;640;g3cb7c2c030f_0_77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3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g3c80dc9c1fd_0_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45" name="Google Shape;645;g3c80dc9c1fd_0_0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g3d414e586d7_0_5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51" name="Google Shape;651;g3d414e586d7_0_52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4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g3d414e586d7_0_5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56" name="Google Shape;656;g3d414e586d7_0_57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g3d414e586d7_0_6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61" name="Google Shape;661;g3d414e586d7_0_69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4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g3d414e586d7_0_7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66" name="Google Shape;666;g3d414e586d7_0_73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9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g3bf2e8d6b56_0_66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71" name="Google Shape;671;g3bf2e8d6b56_0_665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4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g3bf2e8d6b56_0_66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76" name="Google Shape;676;g3bf2e8d6b56_0_669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9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g3bf2e8d6b56_0_68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81" name="Google Shape;681;g3bf2e8d6b56_0_681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g3bf2e8d6b56_0_68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86" name="Google Shape;686;g3bf2e8d6b56_0_685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g3d414e586d7_0_19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91" name="Google Shape;691;g3d414e586d7_0_198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4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g3d414e586d7_0_20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96" name="Google Shape;696;g3d414e586d7_0_202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9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g3d414e586d7_0_20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01" name="Google Shape;701;g3d414e586d7_0_206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4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g3d414e586d7_0_21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06" name="Google Shape;706;g3d414e586d7_0_210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9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g3d414e586d7_0_6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11" name="Google Shape;711;g3d414e586d7_0_65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4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Google Shape;715;g3dca01169ea_0_14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16" name="Google Shape;716;g3dca01169ea_0_144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g3dca01169ea_0_14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21" name="Google Shape;721;g3dca01169ea_0_148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4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Google Shape;725;g3dca01169ea_0_15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26" name="Google Shape;726;g3dca01169ea_0_152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9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g3dca01169ea_0_15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31" name="Google Shape;731;g3dca01169ea_0_156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4" name="Shape 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Google Shape;735;g3d414e586d7_0_7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36" name="Google Shape;736;g3d414e586d7_0_77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9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g3d414e586d7_0_8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41" name="Google Shape;741;g3d414e586d7_0_81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g3d414e586d7_0_8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46" name="Google Shape;746;g3d414e586d7_0_85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g3d414e586d7_0_8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51" name="Google Shape;751;g3d414e586d7_0_89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4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g3d414e586d7_0_9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56" name="Google Shape;756;g3d414e586d7_0_93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9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g3d414e586d7_0_9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61" name="Google Shape;761;g3d414e586d7_0_97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4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g3d414e586d7_0_10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66" name="Google Shape;766;g3d414e586d7_0_101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9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g3d414e586d7_0_10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71" name="Google Shape;771;g3d414e586d7_0_105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4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g3d414e586d7_0_10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76" name="Google Shape;776;g3d414e586d7_0_109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9" name="Shape 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Google Shape;780;g3d414e586d7_0_11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81" name="Google Shape;781;g3d414e586d7_0_113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4" name="Shape 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" name="Google Shape;785;g3d414e586d7_0_11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86" name="Google Shape;786;g3d414e586d7_0_117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9" name="Shape 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" name="Google Shape;790;g3d414e586d7_0_12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91" name="Google Shape;791;g3d414e586d7_0_121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4" name="Shape 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5" name="Google Shape;795;g3d414e586d7_0_12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96" name="Google Shape;796;g3d414e586d7_0_125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9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Google Shape;800;g3d414e586d7_0_12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01" name="Google Shape;801;g3d414e586d7_0_129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4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g3d414e586d7_0_13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06" name="Google Shape;806;g3d414e586d7_0_133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9" name="Shape 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" name="Google Shape;810;g3d414e586d7_0_2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11" name="Google Shape;811;g3d414e586d7_0_21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4" name="Shape 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Google Shape;815;g3d414e586d7_0_21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16" name="Google Shape;816;g3d414e586d7_0_214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9" name="Shape 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" name="Google Shape;820;g3d414e586d7_0_21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21" name="Google Shape;821;g3d414e586d7_0_218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4" name="Shape 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5" name="Google Shape;825;g3d414e586d7_0_22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26" name="Google Shape;826;g3d414e586d7_0_222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9" name="Shape 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0" name="Google Shape;830;g3d414e586d7_0_23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31" name="Google Shape;831;g3d414e586d7_0_230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4" name="Shape 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5" name="Google Shape;835;g3d414e586d7_0_23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36" name="Google Shape;836;g3d414e586d7_0_234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9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g3d414e586d7_0_23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41" name="Google Shape;841;g3d414e586d7_0_238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4" name="Shape 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Google Shape;845;g3d414e586d7_0_24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46" name="Google Shape;846;g3d414e586d7_0_242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9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g3d414e586d7_0_24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51" name="Google Shape;851;g3d414e586d7_0_246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46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46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" name="Google Shape;18;p246"/>
          <p:cNvSpPr txBox="1"/>
          <p:nvPr>
            <p:ph idx="10" type="dt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46"/>
          <p:cNvSpPr txBox="1"/>
          <p:nvPr>
            <p:ph idx="11" type="ftr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46"/>
          <p:cNvSpPr txBox="1"/>
          <p:nvPr>
            <p:ph idx="12" type="sldNum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47"/>
          <p:cNvSpPr txBox="1"/>
          <p:nvPr>
            <p:ph type="ctrTitle"/>
          </p:nvPr>
        </p:nvSpPr>
        <p:spPr>
          <a:xfrm>
            <a:off x="685800" y="1597822"/>
            <a:ext cx="7772400" cy="1102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47"/>
          <p:cNvSpPr txBox="1"/>
          <p:nvPr>
            <p:ph idx="1" type="subTitle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4" name="Google Shape;24;p247"/>
          <p:cNvSpPr txBox="1"/>
          <p:nvPr>
            <p:ph idx="10" type="dt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47"/>
          <p:cNvSpPr txBox="1"/>
          <p:nvPr>
            <p:ph idx="11" type="ftr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47"/>
          <p:cNvSpPr txBox="1"/>
          <p:nvPr>
            <p:ph idx="12" type="sldNum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48"/>
          <p:cNvSpPr txBox="1"/>
          <p:nvPr>
            <p:ph type="title"/>
          </p:nvPr>
        </p:nvSpPr>
        <p:spPr>
          <a:xfrm>
            <a:off x="722313" y="3305178"/>
            <a:ext cx="7772400" cy="10215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48"/>
          <p:cNvSpPr txBox="1"/>
          <p:nvPr>
            <p:ph idx="1" type="body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48"/>
          <p:cNvSpPr txBox="1"/>
          <p:nvPr>
            <p:ph idx="10" type="dt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48"/>
          <p:cNvSpPr txBox="1"/>
          <p:nvPr>
            <p:ph idx="11" type="ftr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48"/>
          <p:cNvSpPr txBox="1"/>
          <p:nvPr>
            <p:ph idx="12" type="sldNum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49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49"/>
          <p:cNvSpPr txBox="1"/>
          <p:nvPr>
            <p:ph idx="1" type="body"/>
          </p:nvPr>
        </p:nvSpPr>
        <p:spPr>
          <a:xfrm>
            <a:off x="457200" y="1200150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49"/>
          <p:cNvSpPr txBox="1"/>
          <p:nvPr>
            <p:ph idx="2" type="body"/>
          </p:nvPr>
        </p:nvSpPr>
        <p:spPr>
          <a:xfrm>
            <a:off x="4648200" y="1200150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49"/>
          <p:cNvSpPr txBox="1"/>
          <p:nvPr>
            <p:ph idx="10" type="dt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49"/>
          <p:cNvSpPr txBox="1"/>
          <p:nvPr>
            <p:ph idx="11" type="ftr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49"/>
          <p:cNvSpPr txBox="1"/>
          <p:nvPr>
            <p:ph idx="12" type="sldNum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50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50"/>
          <p:cNvSpPr txBox="1"/>
          <p:nvPr>
            <p:ph idx="1" type="body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50"/>
          <p:cNvSpPr txBox="1"/>
          <p:nvPr>
            <p:ph idx="2" type="body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50"/>
          <p:cNvSpPr txBox="1"/>
          <p:nvPr>
            <p:ph idx="3" type="body"/>
          </p:nvPr>
        </p:nvSpPr>
        <p:spPr>
          <a:xfrm>
            <a:off x="4645031" y="1151335"/>
            <a:ext cx="4041775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50"/>
          <p:cNvSpPr txBox="1"/>
          <p:nvPr>
            <p:ph idx="4" type="body"/>
          </p:nvPr>
        </p:nvSpPr>
        <p:spPr>
          <a:xfrm>
            <a:off x="4645031" y="1631156"/>
            <a:ext cx="4041775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50"/>
          <p:cNvSpPr txBox="1"/>
          <p:nvPr>
            <p:ph idx="10" type="dt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50"/>
          <p:cNvSpPr txBox="1"/>
          <p:nvPr>
            <p:ph idx="11" type="ftr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50"/>
          <p:cNvSpPr txBox="1"/>
          <p:nvPr>
            <p:ph idx="12" type="sldNum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51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51"/>
          <p:cNvSpPr txBox="1"/>
          <p:nvPr>
            <p:ph idx="10" type="dt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51"/>
          <p:cNvSpPr txBox="1"/>
          <p:nvPr>
            <p:ph idx="11" type="ftr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51"/>
          <p:cNvSpPr txBox="1"/>
          <p:nvPr>
            <p:ph idx="12" type="sldNum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52"/>
          <p:cNvSpPr txBox="1"/>
          <p:nvPr>
            <p:ph idx="10" type="dt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52"/>
          <p:cNvSpPr txBox="1"/>
          <p:nvPr>
            <p:ph idx="11" type="ftr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52"/>
          <p:cNvSpPr txBox="1"/>
          <p:nvPr>
            <p:ph idx="12" type="sldNum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53"/>
          <p:cNvSpPr txBox="1"/>
          <p:nvPr>
            <p:ph type="title"/>
          </p:nvPr>
        </p:nvSpPr>
        <p:spPr>
          <a:xfrm>
            <a:off x="457206" y="204788"/>
            <a:ext cx="3008313" cy="8715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53"/>
          <p:cNvSpPr txBox="1"/>
          <p:nvPr>
            <p:ph idx="1" type="body"/>
          </p:nvPr>
        </p:nvSpPr>
        <p:spPr>
          <a:xfrm>
            <a:off x="3575050" y="204789"/>
            <a:ext cx="5111750" cy="43898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253"/>
          <p:cNvSpPr txBox="1"/>
          <p:nvPr>
            <p:ph idx="2" type="body"/>
          </p:nvPr>
        </p:nvSpPr>
        <p:spPr>
          <a:xfrm>
            <a:off x="457206" y="1076328"/>
            <a:ext cx="3008313" cy="35182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253"/>
          <p:cNvSpPr txBox="1"/>
          <p:nvPr>
            <p:ph idx="10" type="dt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53"/>
          <p:cNvSpPr txBox="1"/>
          <p:nvPr>
            <p:ph idx="11" type="ftr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53"/>
          <p:cNvSpPr txBox="1"/>
          <p:nvPr>
            <p:ph idx="12" type="sldNum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54"/>
          <p:cNvSpPr txBox="1"/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54"/>
          <p:cNvSpPr/>
          <p:nvPr>
            <p:ph idx="2" type="pic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54"/>
          <p:cNvSpPr txBox="1"/>
          <p:nvPr>
            <p:ph idx="1" type="body"/>
          </p:nvPr>
        </p:nvSpPr>
        <p:spPr>
          <a:xfrm>
            <a:off x="1792288" y="4025504"/>
            <a:ext cx="5486400" cy="6036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254"/>
          <p:cNvSpPr txBox="1"/>
          <p:nvPr>
            <p:ph idx="10" type="dt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54"/>
          <p:cNvSpPr txBox="1"/>
          <p:nvPr>
            <p:ph idx="11" type="ftr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54"/>
          <p:cNvSpPr txBox="1"/>
          <p:nvPr>
            <p:ph idx="12" type="sldNum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55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55"/>
          <p:cNvSpPr txBox="1"/>
          <p:nvPr>
            <p:ph idx="1" type="body"/>
          </p:nvPr>
        </p:nvSpPr>
        <p:spPr>
          <a:xfrm rot="5400000">
            <a:off x="2874764" y="-1217414"/>
            <a:ext cx="3394472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55"/>
          <p:cNvSpPr txBox="1"/>
          <p:nvPr>
            <p:ph idx="10" type="dt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55"/>
          <p:cNvSpPr txBox="1"/>
          <p:nvPr>
            <p:ph idx="11" type="ftr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55"/>
          <p:cNvSpPr txBox="1"/>
          <p:nvPr>
            <p:ph idx="12" type="sldNum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56"/>
          <p:cNvSpPr txBox="1"/>
          <p:nvPr>
            <p:ph type="title"/>
          </p:nvPr>
        </p:nvSpPr>
        <p:spPr>
          <a:xfrm rot="5400000">
            <a:off x="5463778" y="1371603"/>
            <a:ext cx="4388644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56"/>
          <p:cNvSpPr txBox="1"/>
          <p:nvPr>
            <p:ph idx="1" type="body"/>
          </p:nvPr>
        </p:nvSpPr>
        <p:spPr>
          <a:xfrm rot="5400000">
            <a:off x="1272778" y="-609597"/>
            <a:ext cx="4388644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56"/>
          <p:cNvSpPr txBox="1"/>
          <p:nvPr>
            <p:ph idx="10" type="dt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56"/>
          <p:cNvSpPr txBox="1"/>
          <p:nvPr>
            <p:ph idx="11" type="ftr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56"/>
          <p:cNvSpPr txBox="1"/>
          <p:nvPr>
            <p:ph idx="12" type="sldNum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45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245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245"/>
          <p:cNvSpPr txBox="1"/>
          <p:nvPr>
            <p:ph idx="10" type="dt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245"/>
          <p:cNvSpPr txBox="1"/>
          <p:nvPr>
            <p:ph idx="11" type="ftr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245"/>
          <p:cNvSpPr txBox="1"/>
          <p:nvPr>
            <p:ph idx="12" type="sldNum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3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3.pn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2.png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5.png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Relationship Id="rId3" Type="http://schemas.openxmlformats.org/officeDocument/2006/relationships/image" Target="../media/image4.png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Relationship Id="rId3" Type="http://schemas.openxmlformats.org/officeDocument/2006/relationships/image" Target="../media/image3.png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8.xml"/></Relationships>
</file>

<file path=ppt/slides/_rels/slide8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9.xml"/></Relationships>
</file>

<file path=ppt/slides/_rels/slide9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0.xml"/></Relationships>
</file>

<file path=ppt/slides/_rels/slide9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Relationship Id="rId3" Type="http://schemas.openxmlformats.org/officeDocument/2006/relationships/image" Target="../media/image3.png"/></Relationships>
</file>

<file path=ppt/slides/_rels/slide9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2.xml"/></Relationships>
</file>

<file path=ppt/slides/_rels/slide9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3.xml"/></Relationships>
</file>

<file path=ppt/slides/_rels/slide9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4.xml"/></Relationships>
</file>

<file path=ppt/slides/_rels/slide9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5.xml"/></Relationships>
</file>

<file path=ppt/slides/_rels/slide9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6.xml"/></Relationships>
</file>

<file path=ppt/slides/_rels/slide9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7.xml"/></Relationships>
</file>

<file path=ppt/slides/_rels/slide9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8.xml"/></Relationships>
</file>

<file path=ppt/slides/_rels/slide9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9.xml"/></Relationships>
</file>

<file path=ppt/slides/_rels/slide10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0.xml"/></Relationships>
</file>

<file path=ppt/slides/_rels/slide10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1.xml"/></Relationships>
</file>

<file path=ppt/slides/_rels/slide10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2.xml"/></Relationships>
</file>

<file path=ppt/slides/_rels/slide10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3.xml"/><Relationship Id="rId3" Type="http://schemas.openxmlformats.org/officeDocument/2006/relationships/image" Target="../media/image1.jpg"/></Relationships>
</file>

<file path=ppt/slides/_rels/slide10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4.xml"/></Relationships>
</file>

<file path=ppt/slides/_rels/slide10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5.xml"/></Relationships>
</file>

<file path=ppt/slides/_rels/slide10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6.xml"/></Relationships>
</file>

<file path=ppt/slides/_rels/slide10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7.xml"/><Relationship Id="rId3" Type="http://schemas.openxmlformats.org/officeDocument/2006/relationships/image" Target="../media/image1.jpg"/></Relationships>
</file>

<file path=ppt/slides/_rels/slide10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8.xml"/></Relationships>
</file>

<file path=ppt/slides/_rels/slide10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9.xml"/></Relationships>
</file>

<file path=ppt/slides/_rels/slide1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0.xml"/></Relationships>
</file>

<file path=ppt/slides/_rels/slide1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1.xml"/><Relationship Id="rId3" Type="http://schemas.openxmlformats.org/officeDocument/2006/relationships/image" Target="../media/image1.jpg"/></Relationships>
</file>

<file path=ppt/slides/_rels/slide1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2.xml"/></Relationships>
</file>

<file path=ppt/slides/_rels/slide1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3.xml"/></Relationships>
</file>

<file path=ppt/slides/_rels/slide1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4.xml"/></Relationships>
</file>

<file path=ppt/slides/_rels/slide1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5.xml"/><Relationship Id="rId3" Type="http://schemas.openxmlformats.org/officeDocument/2006/relationships/image" Target="../media/image3.png"/></Relationships>
</file>

<file path=ppt/slides/_rels/slide1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6.xml"/></Relationships>
</file>

<file path=ppt/slides/_rels/slide1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7.xml"/></Relationships>
</file>

<file path=ppt/slides/_rels/slide1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8.xml"/></Relationships>
</file>

<file path=ppt/slides/_rels/slide1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9.xml"/></Relationships>
</file>

<file path=ppt/slides/_rels/slide1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0.xml"/></Relationships>
</file>

<file path=ppt/slides/_rels/slide1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1.xml"/></Relationships>
</file>

<file path=ppt/slides/_rels/slide1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2.xml"/></Relationships>
</file>

<file path=ppt/slides/_rels/slide1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3.xml"/></Relationships>
</file>

<file path=ppt/slides/_rels/slide1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4.xml"/></Relationships>
</file>

<file path=ppt/slides/_rels/slide1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5.xml"/><Relationship Id="rId3" Type="http://schemas.openxmlformats.org/officeDocument/2006/relationships/image" Target="../media/image3.png"/></Relationships>
</file>

<file path=ppt/slides/_rels/slide1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6.xml"/></Relationships>
</file>

<file path=ppt/slides/_rels/slide1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7.xml"/></Relationships>
</file>

<file path=ppt/slides/_rels/slide1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8.xml"/></Relationships>
</file>

<file path=ppt/slides/_rels/slide1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9.xml"/></Relationships>
</file>

<file path=ppt/slides/_rels/slide1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0.xml"/></Relationships>
</file>

<file path=ppt/slides/_rels/slide1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1.xml"/></Relationships>
</file>

<file path=ppt/slides/_rels/slide1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2.xml"/></Relationships>
</file>

<file path=ppt/slides/_rels/slide1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3.xml"/></Relationships>
</file>

<file path=ppt/slides/_rels/slide1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4.xml"/></Relationships>
</file>

<file path=ppt/slides/_rels/slide1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5.xml"/></Relationships>
</file>

<file path=ppt/slides/_rels/slide1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6.xml"/></Relationships>
</file>

<file path=ppt/slides/_rels/slide1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7.xml"/></Relationships>
</file>

<file path=ppt/slides/_rels/slide1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8.xml"/></Relationships>
</file>

<file path=ppt/slides/_rels/slide1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9.xml"/></Relationships>
</file>

<file path=ppt/slides/_rels/slide1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0.xml"/></Relationships>
</file>

<file path=ppt/slides/_rels/slide1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1.xml"/></Relationships>
</file>

<file path=ppt/slides/_rels/slide1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2.xml"/></Relationships>
</file>

<file path=ppt/slides/_rels/slide1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3.xml"/></Relationships>
</file>

<file path=ppt/slides/_rels/slide1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4.xml"/></Relationships>
</file>

<file path=ppt/slides/_rels/slide1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5.xml"/><Relationship Id="rId3" Type="http://schemas.openxmlformats.org/officeDocument/2006/relationships/image" Target="../media/image3.png"/></Relationships>
</file>

<file path=ppt/slides/_rels/slide1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6.xml"/></Relationships>
</file>

<file path=ppt/slides/_rels/slide1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7.xml"/></Relationships>
</file>

<file path=ppt/slides/_rels/slide1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8.xml"/></Relationships>
</file>

<file path=ppt/slides/_rels/slide1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9.xml"/></Relationships>
</file>

<file path=ppt/slides/_rels/slide1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0.xml"/></Relationships>
</file>

<file path=ppt/slides/_rels/slide1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1.xml"/></Relationships>
</file>

<file path=ppt/slides/_rels/slide1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2.xml"/></Relationships>
</file>

<file path=ppt/slides/_rels/slide1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3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g3baa6357486_0_1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4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Nhân danh Cha </a:t>
            </a:r>
            <a:r>
              <a:rPr b="1" lang="en-US" sz="8000">
                <a:solidFill>
                  <a:srgbClr val="EE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†</a:t>
            </a: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và Con </a:t>
            </a:r>
            <a:r>
              <a:rPr b="1" lang="en-US" sz="8000">
                <a:solidFill>
                  <a:srgbClr val="EE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†</a:t>
            </a: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và Thánh Thần </a:t>
            </a:r>
            <a:r>
              <a:rPr b="1" lang="en-US" sz="8000">
                <a:solidFill>
                  <a:srgbClr val="EE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†</a:t>
            </a: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Amen.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 cap="flat" cmpd="sng" w="9525">
            <a:solidFill>
              <a:srgbClr val="0020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000"/>
              <a:buNone/>
            </a:pPr>
            <a:r>
              <a:rPr b="1" lang="en-US" sz="4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KINH CHÚA THÁNH THẦN</a:t>
            </a:r>
            <a:endParaRPr b="1" sz="4000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Chúng con lạy ơn Đức Chúa Thánh Thần, thiêng liêng sáng láng vô cùng. </a:t>
            </a:r>
            <a:endParaRPr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Chúng con xin Đức Chúa Thánh Thần xuống đầy lòng chúng con, là kẻ tin cậy Đức Chúa Trời,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91425" lIns="91425" spcFirstLastPara="1" rIns="91425" wrap="square" tIns="18287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và đốt lửa kính mến Đức Chúa Trời trong lòng chúng con;</a:t>
            </a:r>
            <a:endParaRPr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6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Chúng con xin Đức Chúa Trời cho Đức Chúa Thánh Thần xuống,</a:t>
            </a:r>
            <a:endParaRPr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7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18287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sửa lại mọi sự trong ngoài chúng con. Chúng con cầu cùng Đức Chúa Trời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8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18287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xưa đã cho Đức Chúa Thánh Thần xuống soi lòng dạy dỗ các Thánh Tông Đồ, 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9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thì rày chúng con cũng xin Đức Chúa Trời cho Đức Chúa Thánh Thần lại xuống 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0"/>
          <p:cNvSpPr txBox="1"/>
          <p:nvPr>
            <p:ph idx="1" type="subTitle"/>
          </p:nvPr>
        </p:nvSpPr>
        <p:spPr>
          <a:xfrm>
            <a:off x="1" y="0"/>
            <a:ext cx="9144000" cy="514349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 ủi dạy dỗ chúng con làm những việc lành,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1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vì công nghiệp vô cùng Đức Chúa Giêsu Kitô là Chúa chúng con. Amen.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2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fontScale="25000" lnSpcReduction="2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ct val="100000"/>
              <a:buNone/>
            </a:pPr>
            <a:r>
              <a:rPr b="1" lang="en-US" sz="176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KINH TRUYỀN TIN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ct val="100000"/>
              <a:buNone/>
            </a:pPr>
            <a:r>
              <a:rPr b="1" i="1" lang="en-US" sz="19200" u="sng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Xướng:</a:t>
            </a:r>
            <a:r>
              <a:rPr b="1" lang="en-US" sz="264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-US" sz="28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Đức Chúa Trời sai Thánh Thiên Thần truyền tin cho Rất Thánh Đức Bà Maria.</a:t>
            </a:r>
            <a:endParaRPr/>
          </a:p>
          <a:p>
            <a:pPr indent="0" lvl="0" marL="0" rtl="0" algn="ctr">
              <a:lnSpc>
                <a:spcPct val="120000"/>
              </a:lnSpc>
              <a:spcBef>
                <a:spcPts val="64"/>
              </a:spcBef>
              <a:spcAft>
                <a:spcPts val="0"/>
              </a:spcAft>
              <a:buClr>
                <a:srgbClr val="888888"/>
              </a:buClr>
              <a:buSzPct val="100000"/>
              <a:buNone/>
            </a:pPr>
            <a:r>
              <a:t/>
            </a:r>
            <a:endParaRPr sz="1275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3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</a:pPr>
            <a:r>
              <a:rPr b="1" i="1" lang="en-US" sz="48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Đáp: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Và Rất Thánh Đức Bà chịu thai bởi phép Đức Chúa Thánh Thần. </a:t>
            </a:r>
            <a:r>
              <a:rPr b="1" i="1" lang="en-US" sz="48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Kính mừng….. </a:t>
            </a:r>
            <a:br>
              <a:rPr b="1" i="1" lang="en-US" sz="6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b="1" i="1" sz="6000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4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r>
              <a:t/>
            </a:r>
            <a:endParaRPr b="1" i="1" sz="7200" u="sng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</a:pPr>
            <a:r>
              <a:rPr b="1" i="1" lang="en-US" sz="48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Xướng: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Này tôi là tôi tá Đức Chúa Trời.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5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</a:pPr>
            <a:r>
              <a:rPr b="1" i="1" lang="en-US" sz="48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Đáp: </a:t>
            </a:r>
            <a:r>
              <a:rPr b="1" lang="en-US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Tôi xin vâng như lời Thánh Thiên Thần truyền.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</a:pPr>
            <a:r>
              <a:rPr b="1" i="1" lang="en-US" sz="48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Kính mừng….. </a:t>
            </a:r>
            <a:br>
              <a:rPr b="1" i="1" lang="en-US" sz="48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b="1" i="1" sz="4800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6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4400"/>
              <a:buNone/>
            </a:pPr>
            <a:r>
              <a:t/>
            </a:r>
            <a:endParaRPr b="1" i="1" sz="4400" u="sng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</a:pPr>
            <a:r>
              <a:rPr b="1" i="1" lang="en-US" sz="4800" u="sng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Xướng:</a:t>
            </a: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Chốc ấy Ngôi Thứ Hai xuống thế làm người.</a:t>
            </a:r>
            <a:endParaRPr b="1" sz="6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7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</a:pPr>
            <a:br>
              <a:rPr b="1" i="1" lang="en-US" sz="4800" u="sng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i="1" lang="en-US" sz="48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Đáp: </a:t>
            </a: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Và ở cùng </a:t>
            </a:r>
            <a:b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chúng con.</a:t>
            </a:r>
            <a:endParaRPr b="1" sz="6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</a:pPr>
            <a:r>
              <a:rPr b="1" i="1" lang="en-US" sz="48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Kính mừng….. </a:t>
            </a:r>
            <a:br>
              <a:rPr b="1" i="1" lang="en-US" sz="48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b="1" i="1" sz="4800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8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4000"/>
              <a:buNone/>
            </a:pPr>
            <a:r>
              <a:t/>
            </a:r>
            <a:endParaRPr b="1" i="1" sz="4000" u="sng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</a:pPr>
            <a:r>
              <a:rPr b="1" i="1" lang="en-US" sz="48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Xướng:</a:t>
            </a: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Lạy Rất Thánh Đức Mẹ Chúa Trời, xin cầu cho chúng con.</a:t>
            </a:r>
            <a:endParaRPr b="1" sz="6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9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4400"/>
              <a:buNone/>
            </a:pPr>
            <a:r>
              <a:t/>
            </a:r>
            <a:endParaRPr b="1" i="1" sz="4400" u="sng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</a:pPr>
            <a:r>
              <a:rPr b="1" i="1" lang="en-US" sz="48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Đáp:</a:t>
            </a:r>
            <a:r>
              <a:rPr b="1" i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Đáng chịu lấy những sự Chúa Kitô đã hứa.</a:t>
            </a:r>
            <a:endParaRPr b="1" sz="6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0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ct val="100000"/>
              <a:buNone/>
            </a:pPr>
            <a:r>
              <a:rPr b="1" lang="en-US" sz="48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LỜI NGUYỆN</a:t>
            </a:r>
            <a:endParaRPr b="1" sz="4950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572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b="1" lang="en-US" sz="8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Lạy Chúa, chúng con xin Chúa ban ơn Chúa xuống trong linh hồn chúng con,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1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là kẻ đã nhờ lời Thánh Thiên Thần truyền, mà biết thật Chúa Kitô là Con Chúa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2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đã xuống thế làm người, thì xin vì công ơn Con Chúa chịu nạn 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3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chịu chết trên cây Thánh Giá, cho chúng con ngày sau khi sống lại,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4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</a:pPr>
            <a:r>
              <a:t/>
            </a:r>
            <a:endParaRPr b="1" sz="1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None/>
            </a:pPr>
            <a:r>
              <a:rPr b="1" lang="en-US" sz="7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được đến nơi vinh hiển, cũng vì công nghiệp Chúa Kitô là Chúa chúng con. Amen.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5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ct val="100000"/>
              <a:buNone/>
            </a:pPr>
            <a:r>
              <a:rPr b="1" lang="en-US" sz="44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KINH TIN</a:t>
            </a:r>
            <a:endParaRPr b="1" sz="4950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8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Lạy Chúa con, con tin thật có một Đức Chúa Trời là Đấng thưởng phạt vô cùng.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6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 lại tin thật Đức Chúa Trời có Ba Ngôi, mà Ngôi Thứ Hai đã xuống thế làm người, 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7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chịu nạn chịu chết mà chuộc tội cho thiên hạ.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8"/>
          <p:cNvSpPr txBox="1"/>
          <p:nvPr>
            <p:ph idx="1" type="subTitle"/>
          </p:nvPr>
        </p:nvSpPr>
        <p:spPr>
          <a:xfrm>
            <a:off x="0" y="1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Bấy nhiêu điều ấy cùng các điều Hội Thánh dạy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9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thì con tin vững vàng, vì Chúa là</a:t>
            </a:r>
            <a:b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Đấng thông minh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0"/>
          <p:cNvSpPr txBox="1"/>
          <p:nvPr>
            <p:ph idx="1" type="subTitle"/>
          </p:nvPr>
        </p:nvSpPr>
        <p:spPr>
          <a:xfrm>
            <a:off x="0" y="-9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và chân thật vô cùng đã phán truyền cho Hội Thánh. Amen.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1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ct val="100000"/>
              <a:buNone/>
            </a:pPr>
            <a:r>
              <a:rPr b="1" lang="en-US" sz="44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KINH CẬY</a:t>
            </a:r>
            <a:endParaRPr b="1" sz="4400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8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Lạy Chúa con, con trông cậy vững vàng, vì công nghiệp Đức Chúa Giêsu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2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thì Chúa sẽ ban ơn cho con giữ đạo nên ở đời này,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3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cho ngày sau được lên thiên đàng xem thấy mặt Đức Chúa Trời hưởng phước đời đời,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4"/>
          <p:cNvSpPr txBox="1"/>
          <p:nvPr>
            <p:ph idx="1" type="subTitle"/>
          </p:nvPr>
        </p:nvSpPr>
        <p:spPr>
          <a:xfrm>
            <a:off x="0" y="1"/>
            <a:ext cx="9144000" cy="514349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vì Chúa là Đấng phép tắc và lòng lành vô cùng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35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t/>
            </a:r>
            <a:endParaRPr b="1" sz="4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đã phán hứa sự ấy chẳng có lẽ nào sai đặng.  Amen.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36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137150">
            <a:normAutofit fontScale="92500" lnSpcReduction="1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ct val="100000"/>
              <a:buNone/>
            </a:pPr>
            <a:r>
              <a:rPr b="1" lang="en-US" sz="44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KINH MẾN</a:t>
            </a:r>
            <a:endParaRPr b="1" sz="4400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43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b="1" lang="en-US" sz="7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Lạy Chúa con, con kính mến Chúa hết lòng hết sức trên hết mọi sự,</a:t>
            </a:r>
            <a:endParaRPr b="1" sz="7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7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b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vì Chúa là Đấng trọn tốt trọn lành vô cùng,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38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lại vì Chúa thì con thương yêu người ta như mình con vậy.  Amen.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39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400"/>
              <a:buNone/>
            </a:pPr>
            <a:r>
              <a:rPr b="1" lang="en-US" sz="44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KINH SẤP MÌNH</a:t>
            </a:r>
            <a:endParaRPr b="1" sz="4400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Lạy Chúa con, con sấp mình xuống trước mặt Chúa con. Con tin thật Chúa ở khắp mọi nơi,</a:t>
            </a:r>
            <a:endParaRPr b="1" sz="8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40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thông biết mọi sự, hằng xem thấy con, hằng nghe lời con cầu nguyện.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41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Xin Chúa rất nhân từ  hãy đoái xem sự nghèo ngặt con và nhậm lời con nguyện.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42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Lạy Chúa, xin hãy mở miệng lưỡi con ra, thì con sẽ cao rao những lời ngợi khen Chúa.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43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Lạy Chúa chúng con! Vì dấu † Thánh giá, xin chữa † chúng con, cho khỏi † kẻ thù.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44"/>
          <p:cNvSpPr txBox="1"/>
          <p:nvPr>
            <p:ph idx="1" type="subTitle"/>
          </p:nvPr>
        </p:nvSpPr>
        <p:spPr>
          <a:xfrm>
            <a:off x="0" y="1"/>
            <a:ext cx="9030984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br>
              <a:rPr b="1" lang="en-US" sz="4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Nhân danh Cha </a:t>
            </a:r>
            <a:r>
              <a:rPr b="1" lang="en-US" sz="7200">
                <a:solidFill>
                  <a:srgbClr val="EE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†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và Con </a:t>
            </a:r>
            <a:r>
              <a:rPr b="1" lang="en-US" sz="7200">
                <a:solidFill>
                  <a:srgbClr val="EE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†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và Thánh Thần </a:t>
            </a:r>
            <a:r>
              <a:rPr b="1" lang="en-US" sz="7200">
                <a:solidFill>
                  <a:srgbClr val="EE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†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Amen.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45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ct val="100000"/>
              <a:buNone/>
            </a:pPr>
            <a:r>
              <a:rPr b="1" lang="en-US" sz="44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KINH LẠY NỮ VƯƠNG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43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b="1" lang="en-US" sz="7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Lạy Nữ Vương, Mẹ nhân lành làm cho chúng con đặng sống, đặng vui, đặng cậy.</a:t>
            </a:r>
            <a:endParaRPr b="1" sz="7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46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Thân lạy Mẹ! chúng con, con cháu Evà ở chốn khách đày kêu đến cùng Bà,</a:t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47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chúng con ở nơi khóc lóc than thở kêu khẩn Bà thương. Hỡi Ôi! Bà là chủ bầu chúng con,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48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None/>
            </a:pPr>
            <a:r>
              <a:t/>
            </a:r>
            <a:endParaRPr b="1" sz="44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None/>
            </a:pPr>
            <a:r>
              <a:rPr b="1" lang="en-US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xin ghé mắt thương xem chúng con. Đến sau khỏi đày, </a:t>
            </a:r>
            <a:endParaRPr b="1"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49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xin cho chúng con được thấy Đức Chúa Giêsu con lòng Bà gồm phúc lạ. 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50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Ôi khoan thay! nhân thay! dịu thay! Thánh Maria trọn đời đồng trinh. Amen.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r>
              <a:t/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8" name="Google Shape;338;g3d414e586d7_0_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4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3d173e4e587_0_0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700"/>
              <a:buFont typeface="Times New Roman"/>
              <a:buNone/>
            </a:pPr>
            <a:r>
              <a:rPr b="1" lang="en-US" sz="47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NHẬP LỄ</a:t>
            </a:r>
            <a:br>
              <a:rPr b="1" lang="en-US" sz="47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67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THẬP GIÁ</a:t>
            </a:r>
            <a:br>
              <a:rPr b="1" lang="en-US" sz="67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67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NIỀM TỰ NÀO</a:t>
            </a:r>
            <a:br>
              <a:rPr b="1" i="0" lang="en-US" sz="47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i="1" lang="en-US" sz="33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b="1" i="1" lang="en-US" sz="33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Lm. Thái Nguyên</a:t>
            </a:r>
            <a:r>
              <a:rPr b="1" i="1" lang="en-US" sz="33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b="1" sz="3300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3d173e4e587_0_4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en-US" sz="75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ĐK:</a:t>
            </a:r>
            <a:r>
              <a:rPr b="1" lang="en-US" sz="75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-US" sz="75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Niềm tự hào của tôi là Thánh Giá Chúa tôi.</a:t>
            </a:r>
            <a:endParaRPr b="1" sz="75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3d173e4e587_0_8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Niềm tự hào của tôi là vác Thánh Giá đi lên mỗi ngày.</a:t>
            </a:r>
            <a:endParaRPr b="1"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3d173e4e587_0_12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en-US" sz="80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</a:t>
            </a:r>
            <a:r>
              <a:rPr b="1" lang="en-US" sz="8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-US" sz="8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 đi lên đi lên, lòng vui vác thập tự giá.</a:t>
            </a:r>
            <a:endParaRPr b="1" sz="80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3dca01169ea_0_26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en-US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 đi lên đi lên trong hy vọng niềm tin sáng tươi.</a:t>
            </a:r>
            <a:endParaRPr b="1"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3dca01169ea_0_30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Vì sự nghiệp của ta là Thập tự giá.</a:t>
            </a:r>
            <a:endParaRPr b="1"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3d414e586d7_0_25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en-US" sz="75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ĐK:</a:t>
            </a:r>
            <a:r>
              <a:rPr b="1" lang="en-US" sz="75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Niềm tự hào của tôi là Thánh Giá Chúa tôi.</a:t>
            </a:r>
            <a:endParaRPr b="1" sz="75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3d414e586d7_0_29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Niềm tự hào của tôi là vác Thánh Giá đi lên mỗi ngày.</a:t>
            </a:r>
            <a:endParaRPr b="1"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3" name="Google Shape;383;g3d414e586d7_0_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4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8" name="Google Shape;388;p1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76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3bf2e8d6b56_0_402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700"/>
              <a:buFont typeface="Times New Roman"/>
              <a:buNone/>
            </a:pPr>
            <a:r>
              <a:rPr b="1" lang="en-US" sz="47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ĐÁP CA</a:t>
            </a:r>
            <a:br>
              <a:rPr b="1" lang="en-US" sz="47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67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THÁNH VỊNH 115</a:t>
            </a:r>
            <a:br>
              <a:rPr b="1" i="0" lang="en-US" sz="47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i="1" lang="en-US" sz="47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(Lm. Thái Nguyên)</a:t>
            </a:r>
            <a:br>
              <a:rPr b="1" i="1" lang="en-US" sz="47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i="1" lang="en-US" sz="47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(03 câu)</a:t>
            </a:r>
            <a:endParaRPr b="1" sz="4700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3bf2e8d6b56_0_406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5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</a:t>
            </a:r>
            <a:r>
              <a:rPr b="1" lang="en-US" sz="75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-US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Này đây con lấy gì dâng Chúa, mà đền đáp những ơn lành cao cả trong đời.</a:t>
            </a:r>
            <a:endParaRPr b="1"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3cb7c2c030f_0_64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 sẽ nhận chén nhận chén cứu độ, và con sẽ khẩn cầu, khẩn cầu danh Chúa.</a:t>
            </a:r>
            <a:endParaRPr b="1"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3dca01169ea_0_39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ĐK: </a:t>
            </a: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Chén chúc tụng là sự hiệp thông, là sự hiệp thông máu Chúa Ki-tô.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g3dca01169ea_0_47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6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</a:t>
            </a:r>
            <a:r>
              <a:rPr b="1" lang="en-US" sz="7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Vì đây trước Chúa thật cao quý, thật cao quý những ai mà đã chết cho Ngài.</a:t>
            </a:r>
            <a:endParaRPr b="1" sz="7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3dca01169ea_0_51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 là đầy tớ, đầy tớ của Ngài, Ngài đã bẻ xích xiềng, cứu độ cho con.</a:t>
            </a:r>
            <a:endParaRPr b="1" sz="7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g3d414e586d7_0_36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ĐK: </a:t>
            </a: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Chén chúc tụng là sự hiệp thông, là sự hiệp thông máu Chúa Ki-tô.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3dca01169ea_0_63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5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</a:t>
            </a:r>
            <a:r>
              <a:rPr b="1" lang="en-US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Thành tâm dâng Chúa lời ngợi ca, như của lễ với lòng thành kêu khấn Danh Ngài.</a:t>
            </a:r>
            <a:endParaRPr b="1"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g3dca01169ea_0_67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 thề nguyền luôn, nguyện luôn giữ trọn lời khấn ước cùng Ngài trước mặt muôn dân.</a:t>
            </a:r>
            <a:endParaRPr b="1" sz="71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g3d414e586d7_0_40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ĐK: </a:t>
            </a: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Chén chúc tụng là sự hiệp thông, là sự hiệp thông máu Chúa Ki-tô.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155"/>
          <p:cNvSpPr/>
          <p:nvPr/>
        </p:nvSpPr>
        <p:spPr>
          <a:xfrm>
            <a:off x="1143" y="0"/>
            <a:ext cx="9141714" cy="514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44" name="Google Shape;444;p1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156"/>
          <p:cNvSpPr txBox="1"/>
          <p:nvPr>
            <p:ph type="ctrTitle"/>
          </p:nvPr>
        </p:nvSpPr>
        <p:spPr>
          <a:xfrm>
            <a:off x="0" y="497175"/>
            <a:ext cx="9144000" cy="46461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8000"/>
              <a:buFont typeface="Times"/>
              <a:buNone/>
            </a:pPr>
            <a:r>
              <a:rPr b="1" lang="en-US" sz="77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Chúa phán rằng: “Thầy ban cho các con một điều răn mới:</a:t>
            </a:r>
            <a:endParaRPr b="1" sz="77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451" name="Google Shape;451;p156"/>
          <p:cNvSpPr txBox="1"/>
          <p:nvPr/>
        </p:nvSpPr>
        <p:spPr>
          <a:xfrm>
            <a:off x="0" y="-50800"/>
            <a:ext cx="9144000" cy="635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Times New Roman"/>
              <a:buNone/>
            </a:pPr>
            <a:r>
              <a:rPr b="1" i="0" lang="en-US" sz="3200" u="none" cap="none" strike="noStrik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TUNG HÔ TIN MỪNG</a:t>
            </a:r>
            <a:endParaRPr b="1" i="0" sz="3200" u="none" cap="none" strike="noStrike">
              <a:solidFill>
                <a:schemeClr val="accen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g3d173e4e587_0_139"/>
          <p:cNvSpPr txBox="1"/>
          <p:nvPr>
            <p:ph type="ctrTitle"/>
          </p:nvPr>
        </p:nvSpPr>
        <p:spPr>
          <a:xfrm>
            <a:off x="0" y="-225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8000"/>
              <a:buFont typeface="Times"/>
              <a:buNone/>
            </a:pPr>
            <a:r>
              <a:rPr b="1" lang="en-US" sz="80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Là hãy yêu thương nhau như Thầy yêu thương các con”.</a:t>
            </a:r>
            <a:endParaRPr b="1" sz="80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2" name="Google Shape;462;g3baa6357486_0_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7" name="Google Shape;467;g3d414e586d7_0_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4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g3d414e586d7_0_137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700"/>
              <a:buFont typeface="Times New Roman"/>
              <a:buNone/>
            </a:pPr>
            <a:r>
              <a:rPr b="1" lang="en-US" sz="47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RỬA CHÂN</a:t>
            </a:r>
            <a:br>
              <a:rPr b="1" lang="en-US" sz="47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67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CHÚA RỬA CHÂN CON SAO?</a:t>
            </a:r>
            <a:endParaRPr b="1" sz="6700">
              <a:solidFill>
                <a:srgbClr val="FFFF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700"/>
              <a:buFont typeface="Times New Roman"/>
              <a:buNone/>
            </a:pPr>
            <a:r>
              <a:rPr b="1" i="1" lang="en-US" sz="47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b="1" i="1" lang="en-US" sz="47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Cát Minh</a:t>
            </a:r>
            <a:r>
              <a:rPr b="1" i="1" lang="en-US" sz="47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b="1" sz="6700">
              <a:solidFill>
                <a:srgbClr val="FFFF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g3d414e586d7_0_141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69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ĐK:</a:t>
            </a:r>
            <a:r>
              <a:rPr b="1" lang="en-US" sz="69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-US" sz="69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Chúa mà rửa chân con sao? Lạy Chúa! Chúa mà rửa chân con sao? Lạy Chúa!</a:t>
            </a:r>
            <a:endParaRPr b="1" sz="69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g3d414e586d7_0_149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0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</a:t>
            </a:r>
            <a:r>
              <a:rPr b="1" lang="en-US" sz="7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Nếu Thầy không rửa chân anh, anh không được chung phần với Thầy.</a:t>
            </a:r>
            <a:endParaRPr b="1" sz="7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3d414e586d7_0_153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Việc Thầy làm anh không hiểu thấu nhưng mai này anh sẽ hiểu.</a:t>
            </a:r>
            <a:endParaRPr b="1" sz="7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g3d414e586d7_0_157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69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ĐK: </a:t>
            </a:r>
            <a:r>
              <a:rPr b="1" lang="en-US" sz="69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Chúa mà rửa chân con sao? Lạy Chúa! Chúa mà rửa chân con sao? Lạy Chúa!</a:t>
            </a:r>
            <a:endParaRPr b="1" sz="69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g3d414e586d7_0_161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0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b="1" lang="en-US" sz="70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r>
              <a:rPr b="1" lang="en-US" sz="7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Nếu Thầy là Chúa, là Thầy, mà Thầy còn rửa chân anh em,</a:t>
            </a:r>
            <a:endParaRPr b="1" sz="7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3d414e586d7_0_165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mà Thầy còn rửa chân anh em thì anh em phải rửa chân cho nhau.</a:t>
            </a:r>
            <a:endParaRPr b="1" sz="7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g3d414e586d7_0_169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69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ĐK: </a:t>
            </a:r>
            <a:r>
              <a:rPr b="1" lang="en-US" sz="69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Chúa mà rửa chân con sao? Lạy Chúa! Chúa mà rửa chân con sao? Lạy Chúa!</a:t>
            </a:r>
            <a:endParaRPr b="1" sz="69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3d414e586d7_0_173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0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b="1" lang="en-US" sz="70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r>
              <a:rPr b="1" lang="en-US" sz="7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Mọi người sẽ nhận biết anh em là môn đệ Thầy, nếu anh em một lòng yêu thương nhau,</a:t>
            </a:r>
            <a:endParaRPr b="1" sz="7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g3d414e586d7_0_177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nếu anh em một lòng yêu thương nhau.</a:t>
            </a:r>
            <a:endParaRPr b="1" sz="7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g3d414e586d7_0_181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69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ĐK: </a:t>
            </a:r>
            <a:r>
              <a:rPr b="1" lang="en-US" sz="69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Chúa mà rửa chân con sao? Lạy Chúa! Chúa mà rửa chân con sao? Lạy Chúa!</a:t>
            </a:r>
            <a:endParaRPr b="1" sz="69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g3d414e586d7_0_185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0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b="1" lang="en-US" sz="70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r>
              <a:rPr b="1" lang="en-US" sz="7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Thầy ban cho anh em một điều răn mới là phải yêu thương nhau </a:t>
            </a:r>
            <a:endParaRPr b="1" sz="7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d414e586d7_0_189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như chính Thầy yêu thương anh em.</a:t>
            </a:r>
            <a:endParaRPr b="1" sz="7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g3d414e586d7_0_193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69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ĐK: </a:t>
            </a:r>
            <a:r>
              <a:rPr b="1" lang="en-US" sz="69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Chúa mà rửa chân con sao? Lạy Chúa! Chúa mà rửa chân con sao? Lạy Chúa!</a:t>
            </a:r>
            <a:endParaRPr b="1" sz="69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2" name="Google Shape;542;g3d414e586d7_0_1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4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g3d9fda13464_0_0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700"/>
              <a:buFont typeface="Times New Roman"/>
              <a:buNone/>
            </a:pPr>
            <a:r>
              <a:rPr b="1" lang="en-US" sz="47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DÂNG LỄ</a:t>
            </a:r>
            <a:br>
              <a:rPr b="1" lang="en-US" sz="47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67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LẠY CHA, </a:t>
            </a:r>
            <a:br>
              <a:rPr b="1" lang="en-US" sz="67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67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 DÂNG LÊN</a:t>
            </a:r>
            <a:endParaRPr b="1" sz="6700">
              <a:solidFill>
                <a:srgbClr val="FFFF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700"/>
              <a:buFont typeface="Times New Roman"/>
              <a:buNone/>
            </a:pPr>
            <a:r>
              <a:rPr b="1" i="1" lang="en-US" sz="47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b="1" i="1" lang="en-US" sz="47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Tuyên Văn</a:t>
            </a:r>
            <a:r>
              <a:rPr b="1" i="1" lang="en-US" sz="47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b="1" sz="6700">
              <a:solidFill>
                <a:srgbClr val="FFFF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g3d9fda13464_0_4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</a:t>
            </a: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Lạy Cha, con dâng lên bánh thơm nầy từ bao công lao của con người,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g3d9fda13464_0_8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là bao hy sinh mưa nắng. Cùng với bao niềm vui từng ngày,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g3d9fda13464_0_12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chứa chan hồng ân tuyệt vời, đây lễ dâng cảm tạ tôn thờ.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g3d9fda13464_0_20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5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ĐK: </a:t>
            </a:r>
            <a:r>
              <a:rPr b="1" lang="en-US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Xin Cha thương nhận lấy, biến nên thành. </a:t>
            </a:r>
            <a:endParaRPr b="1"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g3d9fda13464_0_24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Mình Con Chúa, để nên của ăn nuôi sống tâm hồn chúng con.</a:t>
            </a:r>
            <a:endParaRPr b="1"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g3d9fda13464_0_32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</a:t>
            </a: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Lạy Cha, con dâng lên chén nho nầy từ bao công lao của con người,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g3d9fda13464_0_36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là bao hy sinh mưa nắng. Cùng tiến dâng hồn xác vẹn toàn,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g3d9fda13464_0_40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niềm mến yêu tha thiết mặn nồng, đây lễ dâng cảm tạ tôn thờ.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g3d414e586d7_0_44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5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ĐK: </a:t>
            </a:r>
            <a:r>
              <a:rPr b="1" lang="en-US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Xin Cha thương nhận lấy, biến nên thành. </a:t>
            </a:r>
            <a:endParaRPr b="1"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g3d414e586d7_0_48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Mình Con Chúa, để nên của ăn nuôi sống tâm hồn chúng con.</a:t>
            </a:r>
            <a:endParaRPr b="1"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2" name="Google Shape;602;p201" title="Gemini_Generated_Image_kq0fxwkq0fxwkq0f.jp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21601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p202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000"/>
              <a:buFont typeface="Times"/>
              <a:buNone/>
            </a:pPr>
            <a:br>
              <a:rPr b="1" lang="en-US" sz="40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</a:br>
            <a:r>
              <a:rPr b="1" lang="en-US" sz="40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  <a:t>KINH THÁNH, THÁNH</a:t>
            </a:r>
            <a:br>
              <a:rPr b="1" lang="en-US" sz="40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</a:br>
            <a: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Thánh, Thánh, Thánh. Chúa là Thiên Chúa các đạo binh</a:t>
            </a:r>
            <a:b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</a:br>
            <a:endParaRPr b="1" sz="72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p203"/>
          <p:cNvSpPr txBox="1"/>
          <p:nvPr>
            <p:ph type="ctrTitle"/>
          </p:nvPr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Trời đất đầy vinh quang Chúa. Hoan hô Chúa trên các tầng trời.</a:t>
            </a:r>
            <a:endParaRPr b="1" sz="72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p204"/>
          <p:cNvSpPr txBox="1"/>
          <p:nvPr>
            <p:ph type="ctrTitle"/>
          </p:nvPr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Chúc tụng Đấng ngự đến nhân danh Chúa. Hoan hô Chúa trên các tầng trời.</a:t>
            </a:r>
            <a:endParaRPr b="1" sz="72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2" name="Google Shape;622;g3cb7c2c030f_0_73" title="Gemini_Generated_Image_kq0fxwkq0fxwkq0f.jp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21601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6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g3a42a8b53c1_2_268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000"/>
              <a:buFont typeface="Times"/>
              <a:buNone/>
            </a:pPr>
            <a:br>
              <a:rPr b="1" lang="en-US" sz="40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</a:br>
            <a:r>
              <a:rPr b="1" lang="en-US" sz="40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  <a:t>CHIÊN THIÊN CHÚA</a:t>
            </a:r>
            <a:endParaRPr b="1" sz="4000">
              <a:solidFill>
                <a:schemeClr val="accent4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000"/>
              <a:buFont typeface="Times"/>
              <a:buNone/>
            </a:pPr>
            <a:r>
              <a:rPr b="1" lang="en-US" sz="66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Lạy Chiên Thiên Chúa, Đấng xóa tội trần gian, xin thương xót chúng con.</a:t>
            </a:r>
            <a:b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</a:br>
            <a:endParaRPr b="1" sz="72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p207"/>
          <p:cNvSpPr txBox="1"/>
          <p:nvPr>
            <p:ph type="ctrTitle"/>
          </p:nvPr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Times"/>
              <a:buNone/>
            </a:pPr>
            <a:r>
              <a:rPr b="1" lang="en-US" sz="70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Lạy Chiên Thiên Chúa, Đấng xóa tội trần gian: xin thương xót chúng con.</a:t>
            </a:r>
            <a:endParaRPr b="1" sz="70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p208"/>
          <p:cNvSpPr txBox="1"/>
          <p:nvPr>
            <p:ph type="ctrTitle"/>
          </p:nvPr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Times"/>
              <a:buNone/>
            </a:pPr>
            <a:r>
              <a:rPr b="1" lang="en-US" sz="70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Lạy Chiên Thiên Chúa, Đấng xóa tội trần gian: xin ban bình an cho chúng con.</a:t>
            </a:r>
            <a:endParaRPr b="1" sz="70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2" name="Google Shape;642;g3cb7c2c030f_0_77" title="Gemini_Generated_Image_kq0fxwkq0fxwkq0f.jp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21601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6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g3c80dc9c1fd_0_0"/>
          <p:cNvSpPr txBox="1"/>
          <p:nvPr>
            <p:ph type="ctrTitle"/>
          </p:nvPr>
        </p:nvSpPr>
        <p:spPr>
          <a:xfrm>
            <a:off x="0" y="680400"/>
            <a:ext cx="9144000" cy="44631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000"/>
              <a:buFont typeface="Times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Chúa phán: “Này là mình Ta, sẽ bị nộp vì các con, 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48" name="Google Shape;648;g3c80dc9c1fd_0_0"/>
          <p:cNvSpPr txBox="1"/>
          <p:nvPr/>
        </p:nvSpPr>
        <p:spPr>
          <a:xfrm>
            <a:off x="0" y="0"/>
            <a:ext cx="9144000" cy="8004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  <a:t>CA HIỆP LỄ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g3d414e586d7_0_52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000"/>
              <a:buFont typeface="Times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chén này là Tân Ước trong Máu Ta, mỗi khi các con uống, 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g3d414e586d7_0_57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000"/>
              <a:buFont typeface="Times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các con hãy làm việc này mà nhớ đến Ta”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3" name="Google Shape;663;g3d414e586d7_0_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4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7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g3d414e586d7_0_73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700"/>
              <a:buFont typeface="Times New Roman"/>
              <a:buNone/>
            </a:pPr>
            <a:r>
              <a:rPr b="1" lang="en-US" sz="47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HIỆP LỄ</a:t>
            </a:r>
            <a:br>
              <a:rPr b="1" lang="en-US" sz="47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67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MÌNH MÁU THÁNH</a:t>
            </a:r>
            <a:endParaRPr b="1" sz="6700">
              <a:solidFill>
                <a:srgbClr val="FFFF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700"/>
              <a:buFont typeface="Times New Roman"/>
              <a:buNone/>
            </a:pPr>
            <a:r>
              <a:rPr b="1" i="1" lang="en-US" sz="47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b="1" i="1" lang="en-US" sz="47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Thu Lâm</a:t>
            </a:r>
            <a:r>
              <a:rPr b="1" i="1" lang="en-US" sz="47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b="1" sz="6700">
              <a:solidFill>
                <a:srgbClr val="FFFF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g3bf2e8d6b56_0_665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68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</a:t>
            </a:r>
            <a:r>
              <a:rPr b="1" lang="en-US" sz="6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Giê-su yêu con, yêu con thật hết tình. Này Mình Máu Thánh nuôi hồn con thêm thắm tình.</a:t>
            </a:r>
            <a:endParaRPr b="1" sz="6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7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g3bf2e8d6b56_0_669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6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Giê-su yêu con, yêu con quên cả chính mình. Này Mình Máu Thánh đủ minh chứng cho tình yêu.</a:t>
            </a:r>
            <a:endParaRPr b="1" sz="6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2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g3bf2e8d6b56_0_681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68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ĐK: </a:t>
            </a:r>
            <a:r>
              <a:rPr b="1" lang="en-US" sz="6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Tâm tư con hoan lạc được rước Mình Máu Thánh. Tâm tư con hân hạnh được diện kiến Giê-su.</a:t>
            </a:r>
            <a:endParaRPr b="1" sz="6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7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g3bf2e8d6b56_0_685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6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Biết nói chi cho cân tình Chúa thương đã dành. Biết đáp chi cho cân tình Chúa thương rộng ban.</a:t>
            </a:r>
            <a:endParaRPr b="1" sz="6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g3d414e586d7_0_198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68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b="1" lang="en-US" sz="68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r>
              <a:rPr b="1" lang="en-US" sz="6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Giê-su yêu con, yêu con thật hải hà. Này Mình Máu Thánh nuôi hồn con khỏi giá lạnh.</a:t>
            </a:r>
            <a:endParaRPr b="1" sz="6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7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g3d414e586d7_0_202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6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Giê-su yêu con, yêu con ôi thật hải hà. Này Mình Máu Thánh lò nung nóng con người ta.</a:t>
            </a:r>
            <a:endParaRPr b="1" sz="6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2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g3d414e586d7_0_206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68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ĐK: </a:t>
            </a:r>
            <a:r>
              <a:rPr b="1" lang="en-US" sz="6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Tâm tư con hoan lạc được rước Mình Máu Thánh. Tâm tư con hân hạnh được diện kiến Giê-su.</a:t>
            </a:r>
            <a:endParaRPr b="1" sz="6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7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g3d414e586d7_0_210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6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Biết nói chi cho cân tình Chúa thương đã dành. Biết đáp chi cho cân tình Chúa thương rộng ban.</a:t>
            </a:r>
            <a:endParaRPr b="1" sz="6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2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3" name="Google Shape;713;g3d414e586d7_0_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4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7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g3dca01169ea_0_144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700"/>
              <a:buFont typeface="Times New Roman"/>
              <a:buNone/>
            </a:pPr>
            <a:r>
              <a:rPr b="1" lang="en-US" sz="47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KIỆU MÌNH CHÚA</a:t>
            </a:r>
            <a:br>
              <a:rPr b="1" lang="en-US" sz="47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67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PANGE LINGUA</a:t>
            </a:r>
            <a:br>
              <a:rPr b="1" lang="en-US" sz="67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i="1" lang="en-US" sz="4700">
                <a:solidFill>
                  <a:srgbClr val="FFD9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(Lm. Văn Chi)</a:t>
            </a:r>
            <a:endParaRPr b="1" sz="4700">
              <a:solidFill>
                <a:srgbClr val="FFD9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g3dca01169ea_0_148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0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</a:t>
            </a:r>
            <a:r>
              <a:rPr b="1" lang="en-US" sz="7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Hôm nay giáo dân hân hoan cất tiếng, hát lên câu ca mừng Chúa cứu chuộc.</a:t>
            </a:r>
            <a:endParaRPr b="1" sz="7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7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Google Shape;728;g3dca01169ea_0_152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Này đây xác Chúa muôn đời khải hoàn. Đây máu vinh quang đã cứu thế trần,</a:t>
            </a:r>
            <a:endParaRPr b="1" sz="7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2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g3dca01169ea_0_156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toàn dân nâng lời ca hát chúc khen, Thân xác và máu Chúa hiển vinh.</a:t>
            </a:r>
            <a:endParaRPr b="1" sz="7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7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g3d414e586d7_0_77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0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b="1" lang="en-US" sz="70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r>
              <a:rPr b="1" lang="en-US" sz="7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Vua trên các Vua năm xưa giáng thế, đến do nơi cung lòng rất thanh sạch.</a:t>
            </a:r>
            <a:endParaRPr b="1" sz="7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2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g3d414e586d7_0_81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Người sinh xuống giữa ta tại gian trần. Ban phát cho ta Lời quí giá Người.</a:t>
            </a:r>
            <a:endParaRPr b="1" sz="7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7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Google Shape;748;g3d414e586d7_0_85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Và khi toan về nơi Đức Chúa Cha. Ban chính thịt máu nuôi trần gian.</a:t>
            </a:r>
            <a:endParaRPr b="1" sz="7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g3d414e586d7_0_89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0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b="1" lang="en-US" sz="70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r>
              <a:rPr b="1" lang="en-US" sz="7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Trong đêm thứ năm ăn chiên tế hiến, Chúa ban cho Tông đồ dấu thiết tình.</a:t>
            </a:r>
            <a:endParaRPr b="1" sz="7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g3d414e586d7_0_93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Người ban xác thánh cho đoàn chiên Người. Ban phát cho môn đồ Máu Thánh Người.</a:t>
            </a:r>
            <a:endParaRPr b="1" sz="7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g3d414e586d7_0_97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Người nên lương thần nuôi sống thế nhân, nên chính của uống ban ngàn ân.</a:t>
            </a:r>
            <a:endParaRPr b="1" sz="7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7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g3d414e586d7_0_101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0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b="1" lang="en-US" sz="70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r>
              <a:rPr b="1" lang="en-US" sz="7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Giê-su trước khi treo trên Thánh Giá, hiến ban cho nhân loại Bí tích Người,</a:t>
            </a:r>
            <a:endParaRPr b="1" sz="7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2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g3d414e586d7_0_105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truyền cho bánh miến nên thành thân Người. Cho trái nho tươi thành máu cứu đời.</a:t>
            </a:r>
            <a:endParaRPr b="1" sz="7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7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g3d414e586d7_0_109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Giờ đây không còn rượu với bánh xưa, nhưng chính Thịt Máu Chúa Giê-su.</a:t>
            </a:r>
            <a:endParaRPr b="1" sz="7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2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Google Shape;783;g3d414e586d7_0_113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0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b="1" lang="en-US" sz="70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r>
              <a:rPr b="1" lang="en-US" sz="7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Khi đưa mắt lên cung chiêm Bí tích, Chúa Giê-su nương mình dưới Bánh Rượu,</a:t>
            </a:r>
            <a:endParaRPr b="1" sz="7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7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Google Shape;788;g3d414e586d7_0_117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lòng vững tin chắc không hề nghi ngờ, tuy mắt không trông nhìn thấy nhãn tiền.</a:t>
            </a:r>
            <a:endParaRPr b="1" sz="7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2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Google Shape;793;g3d414e586d7_0_121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Từ đây khai mạc Giao ước thánh ân, niêm ấn bằng Máu Chiên Vượt qua.</a:t>
            </a:r>
            <a:endParaRPr b="1" sz="7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7" name="Shape 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" name="Google Shape;798;g3d414e586d7_0_125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0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r>
              <a:rPr b="1" lang="en-US" sz="70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r>
              <a:rPr b="1" lang="en-US" sz="7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Tôn vinh Chúa Cha vinh quang chiếu sáng, Chúa Ngôi Con muôn đời đáng chúc tụng,</a:t>
            </a:r>
            <a:endParaRPr b="1" sz="7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2" name="Shape 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Google Shape;803;g3d414e586d7_0_129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6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cùng chung ánh sáng vinh dự uy quyền. Trong ánh vinh quang cùng Chúa Thánh Thần.</a:t>
            </a:r>
            <a:endParaRPr b="1" sz="6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7" name="Shape 8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" name="Google Shape;808;g3d414e586d7_0_133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Từ nơi dương trần vang tiếng chúc ca lên tới toà Chúa chốn trời cao. A-men.</a:t>
            </a:r>
            <a:endParaRPr b="1" sz="7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2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3" name="Google Shape;813;g3d414e586d7_0_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4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7" name="Shape 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Google Shape;818;g3d414e586d7_0_214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700"/>
              <a:buFont typeface="Times New Roman"/>
              <a:buNone/>
            </a:pPr>
            <a:r>
              <a:rPr b="1" lang="en-US" sz="47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ĐẶT </a:t>
            </a:r>
            <a:r>
              <a:rPr b="1" lang="en-US" sz="47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MÌNH CHÚA</a:t>
            </a:r>
            <a:br>
              <a:rPr b="1" lang="en-US" sz="47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67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ĐOÀN CON</a:t>
            </a:r>
            <a:br>
              <a:rPr b="1" lang="en-US" sz="67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67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ĐẾN ĐÂY</a:t>
            </a:r>
            <a:br>
              <a:rPr b="1" lang="en-US" sz="67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i="1" lang="en-US" sz="4700">
                <a:solidFill>
                  <a:srgbClr val="FFD9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b="1" i="1" lang="en-US" sz="4700">
                <a:solidFill>
                  <a:srgbClr val="FFD9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Hoài Chiên</a:t>
            </a:r>
            <a:r>
              <a:rPr b="1" i="1" lang="en-US" sz="4700">
                <a:solidFill>
                  <a:srgbClr val="FFD9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b="1" sz="4700">
              <a:solidFill>
                <a:srgbClr val="FFD9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2" name="Shape 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3" name="Google Shape;823;g3d414e586d7_0_218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0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</a:t>
            </a:r>
            <a:r>
              <a:rPr b="1" lang="en-US" sz="7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Đoàn con đến đây, dâng lời ước nguyền. Ngày đêm mến yêu cho trọn khối tình con:</a:t>
            </a:r>
            <a:endParaRPr b="1" sz="7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7" name="Shape 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8" name="Google Shape;828;g3d414e586d7_0_222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Được yêu Chúa luôn, bao là êm đềm. Hồn con sướng vui, tháng năm hết ưu phiền.</a:t>
            </a:r>
            <a:endParaRPr b="1" sz="7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2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g3d414e586d7_0_230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0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ĐK:</a:t>
            </a:r>
            <a:r>
              <a:rPr b="1" lang="en-US" sz="70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-US" sz="7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Kính dâng lên tình yêu chúng con. Vững tin luôn niềm tin sắt son.</a:t>
            </a:r>
            <a:endParaRPr b="1" sz="7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7" name="Shape 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8" name="Google Shape;838;g3d414e586d7_0_234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Đem hết tâm hồn dẫn dắt chiên lạc đường. </a:t>
            </a:r>
            <a:endParaRPr b="1" sz="7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Về cùng Chúa hưởng bao mối tình thương. </a:t>
            </a:r>
            <a:endParaRPr b="1" sz="7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2" name="Shape 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3" name="Google Shape;843;g3d414e586d7_0_238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Kính dâng lên tình yêu chúng con. Vững tin luôn niềm tin sắt son.</a:t>
            </a:r>
            <a:endParaRPr b="1" sz="7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b="1" sz="7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7" name="Shape 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" name="Google Shape;848;g3d414e586d7_0_242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Cho đến khi nào ly thoát khỏi cõi đời. Về cùng Chúa hưởng vinh phúc trên trời.</a:t>
            </a:r>
            <a:endParaRPr b="1" sz="7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2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3" name="Google Shape;853;g3d414e586d7_0_2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4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2013 - 20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2023-01-29T22:00:16Z</dcterms:created>
</cp:coreProperties>
</file>