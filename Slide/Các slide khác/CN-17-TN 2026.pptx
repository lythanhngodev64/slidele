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27" roundtripDataSignature="AMtx7mixhZ7bSTmRMm9bvFqslRgFG6hNs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106" Type="http://schemas.openxmlformats.org/officeDocument/2006/relationships/slide" Target="slides/slide101.xml"/><Relationship Id="rId227" Type="http://customschemas.google.com/relationships/presentationmetadata" Target="metadata"/><Relationship Id="rId105" Type="http://schemas.openxmlformats.org/officeDocument/2006/relationships/slide" Target="slides/slide100.xml"/><Relationship Id="rId226" Type="http://schemas.openxmlformats.org/officeDocument/2006/relationships/slide" Target="slides/slide221.xml"/><Relationship Id="rId104" Type="http://schemas.openxmlformats.org/officeDocument/2006/relationships/slide" Target="slides/slide99.xml"/><Relationship Id="rId225" Type="http://schemas.openxmlformats.org/officeDocument/2006/relationships/slide" Target="slides/slide220.xml"/><Relationship Id="rId109" Type="http://schemas.openxmlformats.org/officeDocument/2006/relationships/slide" Target="slides/slide104.xml"/><Relationship Id="rId108" Type="http://schemas.openxmlformats.org/officeDocument/2006/relationships/slide" Target="slides/slide103.xml"/><Relationship Id="rId220" Type="http://schemas.openxmlformats.org/officeDocument/2006/relationships/slide" Target="slides/slide215.xml"/><Relationship Id="rId103" Type="http://schemas.openxmlformats.org/officeDocument/2006/relationships/slide" Target="slides/slide98.xml"/><Relationship Id="rId224" Type="http://schemas.openxmlformats.org/officeDocument/2006/relationships/slide" Target="slides/slide219.xml"/><Relationship Id="rId102" Type="http://schemas.openxmlformats.org/officeDocument/2006/relationships/slide" Target="slides/slide97.xml"/><Relationship Id="rId223" Type="http://schemas.openxmlformats.org/officeDocument/2006/relationships/slide" Target="slides/slide218.xml"/><Relationship Id="rId101" Type="http://schemas.openxmlformats.org/officeDocument/2006/relationships/slide" Target="slides/slide96.xml"/><Relationship Id="rId222" Type="http://schemas.openxmlformats.org/officeDocument/2006/relationships/slide" Target="slides/slide217.xml"/><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eb98287b44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eb98287b44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5a0c7ab5b_0_3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e5a0c7ab5b_0_3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5a0c7ab5b_0_3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e5a0c7ab5b_0_3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5a0c7ab5b_0_3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e5a0c7ab5b_0_3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5a0c7ab5b_0_3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3e5a0c7ab5b_0_3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a0c7ab5b_0_3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e5a0c7ab5b_0_3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5a0c7ab5b_0_3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5a0c7ab5b_0_3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a0c7ab5b_0_4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e5a0c7ab5b_0_4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5a0c7ab5b_0_4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e5a0c7ab5b_0_4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a0c7ab5b_0_4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e5a0c7ab5b_0_4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5a0c7ab5b_0_4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e5a0c7ab5b_0_4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a0c7ab5b_0_4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e5a0c7ab5b_0_4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a0c7ab5b_0_4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e5a0c7ab5b_0_4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5a0c7ab5b_0_4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e5a0c7ab5b_0_4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5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5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5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5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5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5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6" name="Google Shape;59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1" name="Google Shape;61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6" name="Google Shape;61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1" name="Google Shape;62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6" name="Google Shape;62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1" name="Google Shape;63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6" name="Google Shape;63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1" name="Google Shape;64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 name="Google Shape;64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f95afb83fa_0_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g3f95afb83fa_0_1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e27e67361b_1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e27e67361b_1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f0aa96aa8e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f0aa96aa8e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f0aa96aa8e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f0aa96aa8e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f95afb83fa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f95afb83fa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f95afb83fa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f95afb83fa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f95afb83fa_0_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f95afb83fa_0_1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2" name="Google Shape;70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03" name="Google Shape;70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8" name="Google Shape;70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09" name="Google Shape;70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4" name="Google Shape;71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15" name="Google Shape;71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0" name="Google Shape;72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1" name="Google Shape;72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6" name="Google Shape;72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7" name="Google Shape;72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2" name="Google Shape;73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3" name="Google Shape;73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8" name="Google Shape;73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9" name="Google Shape;73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4" name="Google Shape;74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45" name="Google Shape;74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0" name="Google Shape;75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1" name="Google Shape;75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6" name="Google Shape;75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7" name="Google Shape;75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2" name="Google Shape;76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3" name="Google Shape;76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8" name="Google Shape;76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9" name="Google Shape;76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4" name="Google Shape;77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75" name="Google Shape;77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3f95afb83fa_0_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0" name="Google Shape;780;g3f95afb83fa_0_1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1" name="Google Shape;791;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6" name="Google Shape;796;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3e8a8273fd3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1" name="Google Shape;801;g3e8a8273fd3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3f95afb83fa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6" name="Google Shape;806;g3f95afb83fa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1" name="Google Shape;811;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3f282feffb0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6" name="Google Shape;816;g3f282feffb0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3f282feffb0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1" name="Google Shape;821;g3f282feffb0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3f95afb83fa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6" name="Google Shape;826;g3f95afb83fa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f95afb83fa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1" name="Google Shape;831;g3f95afb83fa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3f282feffb0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6" name="Google Shape;836;g3f282feffb0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f282feffb0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1" name="Google Shape;841;g3f282feffb0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f54ad4d3bd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6" name="Google Shape;846;g3f54ad4d3bd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3f95afb83fa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1" name="Google Shape;851;g3f95afb83fa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6" name="Google Shape;856;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2" name="Google Shape;862;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3" name="Google Shape;863;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9" name="Google Shape;869;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4" name="Google Shape;874;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g3f95afb83fa_0_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9" name="Google Shape;879;g3f95afb83fa_0_1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4" name="Google Shape;884;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0" name="Google Shape;890;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5" name="Google Shape;895;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5" name="Google Shape;975;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0" name="Google Shape;980;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3f95afb83fa_0_1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5" name="Google Shape;985;g3f95afb83fa_0_1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g3f95afb83fa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0" name="Google Shape;990;g3f95afb83fa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g3f95afb83fa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5" name="Google Shape;995;g3f95afb83fa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3f95afb83fa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0" name="Google Shape;1000;g3f95afb83fa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g3f95afb83fa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5" name="Google Shape;1005;g3f95afb83fa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3f95afb83fa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0" name="Google Shape;1010;g3f95afb83fa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3f95afb83fa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5" name="Google Shape;1015;g3f95afb83fa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g3f95afb83fa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0" name="Google Shape;1020;g3f95afb83fa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g3f95afb83fa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5" name="Google Shape;1025;g3f95afb83fa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g3f95afb83fa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0" name="Google Shape;1030;g3f95afb83fa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g3f95afb83fa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5" name="Google Shape;1035;g3f95afb83fa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3f95afb83fa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0" name="Google Shape;1040;g3f95afb83fa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3f95afb83fa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5" name="Google Shape;1045;g3f95afb83fa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g3e5a0c7ab5b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0" name="Google Shape;1050;g3e5a0c7ab5b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5" name="Google Shape;1055;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0" name="Google Shape;1060;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5" name="Google Shape;1065;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g3e5a0c7ab5b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0" name="Google Shape;1070;g3e5a0c7ab5b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5" name="Google Shape;1075;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0" name="Google Shape;1080;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5" name="Google Shape;1085;p2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3e5a0c7ab5b_0_3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0" name="Google Shape;1090;g3e5a0c7ab5b_0_3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g3e9ce9eb37a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5" name="Google Shape;1095;g3e9ce9eb37a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g3e5a0c7ab5b_0_3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1" name="Google Shape;1101;g3e5a0c7ab5b_0_3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3f491e64396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6" name="Google Shape;1106;g3f491e64396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3f491e64396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1" name="Google Shape;1111;g3f491e64396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3f491e64396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6" name="Google Shape;1116;g3f491e64396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g3f54ad4d3bd_0_1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1" name="Google Shape;1121;g3f54ad4d3bd_0_1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g3f491e64396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6" name="Google Shape;1126;g3f491e64396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g3f491e64396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1" name="Google Shape;1131;g3f491e64396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3f95afb83fa_0_1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6" name="Google Shape;1136;g3f95afb83fa_0_14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g3f54ad4d3bd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1" name="Google Shape;1141;g3f54ad4d3bd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g3f54ad4d3bd_0_1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6" name="Google Shape;1146;g3f54ad4d3bd_0_1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g3f54ad4d3bd_0_1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1" name="Google Shape;1151;g3f54ad4d3bd_0_1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g3f54ad4d3bd_0_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6" name="Google Shape;1156;g3f54ad4d3bd_0_1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g3f95afb83fa_0_1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1" name="Google Shape;1161;g3f95afb83fa_0_15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g3f95afb83fa_0_1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6" name="Google Shape;1166;g3f95afb83fa_0_1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g3f0aa96aa8e_0_1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1" name="Google Shape;1171;g3f0aa96aa8e_0_1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g3f0aa96aa8e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6" name="Google Shape;1176;g3f0aa96aa8e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g3f0aa96aa8e_0_1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1" name="Google Shape;1181;g3f0aa96aa8e_0_1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g3f0aa96aa8e_0_1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6" name="Google Shape;1186;g3f0aa96aa8e_0_1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g3f54ad4d3bd_0_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1" name="Google Shape;1191;g3f54ad4d3bd_0_1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g3f95afb83fa_0_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6" name="Google Shape;1196;g3f95afb83fa_0_1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3f95afb83fa_0_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1" name="Google Shape;1201;g3f95afb83fa_0_1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g3f95afb83fa_0_1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6" name="Google Shape;1206;g3f95afb83fa_0_1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3.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 Id="rId3" Type="http://schemas.openxmlformats.org/officeDocument/2006/relationships/image" Target="../media/image3.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 Id="rId3" Type="http://schemas.openxmlformats.org/officeDocument/2006/relationships/image" Target="../media/image3.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 Id="rId3" Type="http://schemas.openxmlformats.org/officeDocument/2006/relationships/image" Target="../media/image1.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 Id="rId3" Type="http://schemas.openxmlformats.org/officeDocument/2006/relationships/image" Target="../media/image5.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 Id="rId3" Type="http://schemas.openxmlformats.org/officeDocument/2006/relationships/image" Target="../media/image4.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 Id="rId3" Type="http://schemas.openxmlformats.org/officeDocument/2006/relationships/image" Target="../media/image3.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3.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2.jp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2.jp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2.jp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2.jp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3.xml"/><Relationship Id="rId3" Type="http://schemas.openxmlformats.org/officeDocument/2006/relationships/image" Target="../media/image3.pn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1.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eb98287b44_0_85"/>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e5a0c7ab5b_0_3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1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5a0c7ab5b_0_3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5a0c7ab5b_0_3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5a0c7ab5b_0_3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5a0c7ab5b_0_3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5a0c7ab5b_0_3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5a0c7ab5b_0_4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5a0c7ab5b_0_4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5a0c7ab5b_0_4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5a0c7ab5b_0_4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e5a0c7ab5b_0_4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e5a0c7ab5b_0_4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e5a0c7ab5b_0_4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NGHĨA ĐỨC TIN</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Ngày Chúa Nhật hôm nay, chúng con hợp nhau kính lạy thờ phượng Chúa,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khong khen cảm tạ ơn Chúa về mọi ơn lành Chúa đã ban cho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phạt tạ Chúa vì những tội lỗi chúng con đã phạm mất lòng Chúa:</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4"/>
          <p:cNvSpPr txBox="1"/>
          <p:nvPr>
            <p:ph idx="1" type="subTitle"/>
          </p:nvPr>
        </p:nvSpPr>
        <p:spPr>
          <a:xfrm>
            <a:off x="92467" y="-205483"/>
            <a:ext cx="9051533" cy="5348983"/>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thì chúng con dám xin Chúa hãy khứng ban những ơn cần kíp cho chúng con được rỗi linh hồn.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300"/>
              <a:buNone/>
            </a:pPr>
            <a:r>
              <a:rPr b="1" lang="en-US" sz="7300">
                <a:solidFill>
                  <a:schemeClr val="lt1"/>
                </a:solidFill>
                <a:latin typeface="Times New Roman"/>
                <a:ea typeface="Times New Roman"/>
                <a:cs typeface="Times New Roman"/>
                <a:sym typeface="Times New Roman"/>
              </a:rPr>
              <a:t>Nên chúng con cả lòng tin vững vàng mọi điều đạo thánh Chúa dạy,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nhất là những điều cần kíp này là có một Đức Chúa Trời phép tắc vô cùng dựng nên trời đất,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7"/>
          <p:cNvSpPr txBox="1"/>
          <p:nvPr>
            <p:ph idx="1" type="subTitle"/>
          </p:nvPr>
        </p:nvSpPr>
        <p:spPr>
          <a:xfrm>
            <a:off x="0" y="-308225"/>
            <a:ext cx="9144000" cy="5451725"/>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mà Người có Ba Ngôi. Ngôi Thứ Nhất là Cha, Ngôi Thứ Hai là Con, Ngôi Thứ Ba là Thánh Thần; </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Ba Ngôi cũng một tính một phép, cho nên Ba Ngôi cũng một Chúa mà thôi.</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tin Ngôi Thứ Hai ra đời làm người, sinh bởi Bà Maria Đồng Trinh,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đặt tên là Giêsu, ở thế gian ba mươi ba năm, đoạn chịu chết trên cây Thánh giá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chuộc tội cho thiên hạ, đến ngày thứ ba Người sống lại;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2"/>
          <p:cNvSpPr txBox="1"/>
          <p:nvPr>
            <p:ph idx="1" type="subTitle"/>
          </p:nvPr>
        </p:nvSpPr>
        <p:spPr>
          <a:xfrm>
            <a:off x="0" y="-164387"/>
            <a:ext cx="9144000" cy="5307887"/>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khỏi bốn mươi ngày lên trời; đủ mười ngày lại cho Đức Chúa Thánh Thần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3"/>
          <p:cNvSpPr txBox="1"/>
          <p:nvPr>
            <p:ph idx="1" type="subTitle"/>
          </p:nvPr>
        </p:nvSpPr>
        <p:spPr>
          <a:xfrm>
            <a:off x="0" y="0"/>
            <a:ext cx="9226193"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xuống trên các thánh Tông đồ và Hội Thánh mới lập;</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ai chẳng thông công cùng Hội Thánh ấy thì chẳng đặng rỗi linh hồn;</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5"/>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linh hồn là giống thiêng liêng chẳng hề chết đặng; và đến ngày tận thế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xác loài người ta sẽ sống lại mà chịu phán xét;</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kẻ lành lên thiên đàng hưởng phước đời đời; kẻ dữ sa hỏa ngục chịu phạt vô cùng.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chúng con tin các sự ấy mà thôi thì chưa đủ cho đặng lên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thiên đàng;</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song phải giữ Mười điều răn Đức Chúa Trời cùng Năm luật điều Hội Thánh,</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làm những việc lành phước đức.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Nhân vì sự ấy, chúng con hằng phải sợ hãi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trốn tránh các tội lỗi, nhất là bảy mối tội đầu, là căn nguyên mọi tội lỗi khác.</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2"/>
          <p:cNvSpPr txBox="1"/>
          <p:nvPr>
            <p:ph idx="1" type="subTitle"/>
          </p:nvPr>
        </p:nvSpPr>
        <p:spPr>
          <a:xfrm>
            <a:off x="0" y="-246580"/>
            <a:ext cx="9144000" cy="539008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6800"/>
              <a:buNone/>
            </a:pPr>
            <a:r>
              <a:rPr b="1" lang="en-US" sz="6800">
                <a:solidFill>
                  <a:schemeClr val="lt1"/>
                </a:solidFill>
                <a:latin typeface="Times New Roman"/>
                <a:ea typeface="Times New Roman"/>
                <a:cs typeface="Times New Roman"/>
                <a:sym typeface="Times New Roman"/>
              </a:rPr>
              <a:t>Vậy chúng con phải ân cần lo lắng mà năng chịu các phép bí tích Đức</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Chúa</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Giêsu đã truyền,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những phương linh nghiệm cho chúng con đặng nên thánh.</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Có bảy phép bí tích mà thôi, song phép Rửa tội, phép Mình Thánh Chúa,</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phép Giải tội, là ba phép cần kíp hơn cho chúng con đặng rỗi.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Ấy vậy chúng con hằng phải ra sức lo lắng thể nào mà chịu các phép trọng ấy cho nên,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tin thật vững vàng mà giữ cẩn thận các điều trước này,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mới đặng hưởng  phúc thanh nhàn đời đời kiếp kiếp. Amen.</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pic>
        <p:nvPicPr>
          <p:cNvPr id="653" name="Google Shape;653;g3f95afb83fa_0_164"/>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ĐÂY THÁNH CUNG HUY HOÀNG</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a:t>
            </a:r>
            <a:r>
              <a:rPr b="1" i="1" lang="en-US" sz="3300">
                <a:solidFill>
                  <a:schemeClr val="accent4"/>
                </a:solidFill>
                <a:latin typeface="Times New Roman"/>
                <a:ea typeface="Times New Roman"/>
                <a:cs typeface="Times New Roman"/>
                <a:sym typeface="Times New Roman"/>
              </a:rPr>
              <a:t>Quang Trịnh</a:t>
            </a:r>
            <a:r>
              <a:rPr b="1" i="1" lang="en-US" sz="3300">
                <a:solidFill>
                  <a:schemeClr val="accent4"/>
                </a:solidFill>
                <a:latin typeface="Times New Roman"/>
                <a:ea typeface="Times New Roman"/>
                <a:cs typeface="Times New Roman"/>
                <a:sym typeface="Times New Roman"/>
              </a:rPr>
              <a:t>)</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Đây Thánh Cung huy hoàng tràn lan bao hồng ân Chúa,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e27e67361b_1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về đây hát khúc hoan ca, kính dâng Cha với lòng mến yêu.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f0aa96aa8e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Tâm tư con vui sướng bước vào đền thờ Thiên Chúa.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f0aa96aa8e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Dâng lên Cha chí thánh muôn người trong thánh lễ này.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f95afb83fa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Đây Thánh Cung huy hoàng tràn lan bao hồng ân Chúa,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f95afb83fa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về đây hát khúc hoan ca, kính dâng Cha với lòng mến yêu.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pic>
        <p:nvPicPr>
          <p:cNvPr id="693" name="Google Shape;693;g3f95afb83fa_0_168"/>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699" name="Google Shape;699;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0" name="Shape 710"/>
        <p:cNvGrpSpPr/>
        <p:nvPr/>
      </p:nvGrpSpPr>
      <p:grpSpPr>
        <a:xfrm>
          <a:off x="0" y="0"/>
          <a:ext cx="0" cy="0"/>
          <a:chOff x="0" y="0"/>
          <a:chExt cx="0" cy="0"/>
        </a:xfrm>
      </p:grpSpPr>
      <p:sp>
        <p:nvSpPr>
          <p:cNvPr id="711" name="Google Shape;71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pic>
        <p:nvPicPr>
          <p:cNvPr id="782" name="Google Shape;782;g3f95afb83fa_0_172"/>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86" name="Shape 786"/>
        <p:cNvGrpSpPr/>
        <p:nvPr/>
      </p:nvGrpSpPr>
      <p:grpSpPr>
        <a:xfrm>
          <a:off x="0" y="0"/>
          <a:ext cx="0" cy="0"/>
          <a:chOff x="0" y="0"/>
          <a:chExt cx="0" cy="0"/>
        </a:xfrm>
      </p:grpSpPr>
      <p:sp>
        <p:nvSpPr>
          <p:cNvPr id="787" name="Google Shape;787;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88" name="Google Shape;788;g3d48ab63a6f_0_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118</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1. </a:t>
            </a:r>
            <a:r>
              <a:rPr b="1" lang="en-US" sz="7000">
                <a:solidFill>
                  <a:schemeClr val="lt1"/>
                </a:solidFill>
                <a:latin typeface="Times New Roman"/>
                <a:ea typeface="Times New Roman"/>
                <a:cs typeface="Times New Roman"/>
                <a:sym typeface="Times New Roman"/>
              </a:rPr>
              <a:t>Con vẫn thân thưa rằng gia nghiệp con thực là chính Chúa.</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g3e8a8273fd3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Nguyện Ngài thương đỡ nâng, giúp con giữ trọn lời Ngài đã truyền ban.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g3f95afb83fa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Luật pháp Chúa ôi thật quý hơn muôn châu báu bạc vàng.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Lạy Chúa con yêu chuộng luật Chúa bao nhiêu, với Lời Ngài con mến yêu nhiều.</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g3f282feffb0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Nguyện xót thương con hèn như lời xưa Ngài đã phán hứa.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g3f282feffb0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Vì tình thương của Chúa đã cho con được hưởng sự sống đẹp tươi.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g3f95afb83fa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Luật pháp Chúa là niềm sướng vui cho con những đêm ngày.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g3f95afb83fa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Lạy Chúa con yêu chuộng luật Chúa bao nhiêu, với Lời Ngài con mến yêu nhiều.</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g3f282feffb0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3. </a:t>
            </a:r>
            <a:r>
              <a:rPr b="1" lang="en-US" sz="7500">
                <a:solidFill>
                  <a:schemeClr val="lt1"/>
                </a:solidFill>
                <a:latin typeface="Times New Roman"/>
                <a:ea typeface="Times New Roman"/>
                <a:cs typeface="Times New Roman"/>
                <a:sym typeface="Times New Roman"/>
              </a:rPr>
              <a:t>Con vẫn luôn thiết tha với Lời Chúa, còn hơn châu báu.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g3f282feffb0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Và đời con đã quyết hết tâm kiếm tìm một mình Chúa mà thôi.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g3f54ad4d3bd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Nguyện đời con gian tà tránh xa, chỉ yêu lấy Lời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g3f95afb83fa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Lạy Chúa con yêu chuộng luật Chúa bao nhiêu, với Lời Ngài con mến yêu nhiều.</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57" name="Shape 857"/>
        <p:cNvGrpSpPr/>
        <p:nvPr/>
      </p:nvGrpSpPr>
      <p:grpSpPr>
        <a:xfrm>
          <a:off x="0" y="0"/>
          <a:ext cx="0" cy="0"/>
          <a:chOff x="0" y="0"/>
          <a:chExt cx="0" cy="0"/>
        </a:xfrm>
      </p:grpSpPr>
      <p:sp>
        <p:nvSpPr>
          <p:cNvPr id="858" name="Google Shape;858;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59" name="Google Shape;859;g3d89366497e_0_44"/>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5700">
                <a:solidFill>
                  <a:srgbClr val="FFFF00"/>
                </a:solidFill>
                <a:latin typeface="Times New Roman"/>
                <a:ea typeface="Times New Roman"/>
                <a:cs typeface="Times New Roman"/>
                <a:sym typeface="Times New Roman"/>
              </a:rPr>
              <a:t>All… All…</a:t>
            </a:r>
            <a:r>
              <a:rPr b="1" i="1" lang="en-US" sz="7200">
                <a:solidFill>
                  <a:srgbClr val="EE0000"/>
                </a:solidFill>
                <a:latin typeface="Times New Roman"/>
                <a:ea typeface="Times New Roman"/>
                <a:cs typeface="Times New Roman"/>
                <a:sym typeface="Times New Roman"/>
              </a:rPr>
              <a:t> </a:t>
            </a:r>
            <a:br>
              <a:rPr b="1" i="1" lang="en-US" sz="7400">
                <a:solidFill>
                  <a:srgbClr val="EE0000"/>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Lời Chúa tồn tại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rgbClr val="EE0000"/>
              </a:buClr>
              <a:buSzPts val="8000"/>
              <a:buFont typeface="Times"/>
              <a:buNone/>
            </a:pPr>
            <a:r>
              <a:rPr b="1" lang="en-US" sz="7200">
                <a:solidFill>
                  <a:schemeClr val="lt1"/>
                </a:solidFill>
                <a:latin typeface="Times New Roman"/>
                <a:ea typeface="Times New Roman"/>
                <a:cs typeface="Times New Roman"/>
                <a:sym typeface="Times New Roman"/>
              </a:rPr>
              <a:t>mãi đến muôn đời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rgbClr val="EE0000"/>
              </a:buClr>
              <a:buSzPts val="8000"/>
              <a:buFont typeface="Times"/>
              <a:buNone/>
            </a:pPr>
            <a:r>
              <a:rPr b="1" lang="en-US" sz="7200">
                <a:solidFill>
                  <a:schemeClr val="lt1"/>
                </a:solidFill>
                <a:latin typeface="Times New Roman"/>
                <a:ea typeface="Times New Roman"/>
                <a:cs typeface="Times New Roman"/>
                <a:sym typeface="Times New Roman"/>
              </a:rPr>
              <a:t>chẳng phai, </a:t>
            </a:r>
            <a:endParaRPr b="1" sz="7200">
              <a:solidFill>
                <a:schemeClr val="lt1"/>
              </a:solidFill>
              <a:latin typeface="Times New Roman"/>
              <a:ea typeface="Times New Roman"/>
              <a:cs typeface="Times New Roman"/>
              <a:sym typeface="Times New Roman"/>
            </a:endParaRPr>
          </a:p>
        </p:txBody>
      </p:sp>
      <p:sp>
        <p:nvSpPr>
          <p:cNvPr id="866" name="Google Shape;866;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sp>
        <p:nvSpPr>
          <p:cNvPr id="871" name="Google Shape;871;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7600">
                <a:solidFill>
                  <a:schemeClr val="lt1"/>
                </a:solidFill>
                <a:latin typeface="Times New Roman"/>
                <a:ea typeface="Times New Roman"/>
                <a:cs typeface="Times New Roman"/>
                <a:sym typeface="Times New Roman"/>
              </a:rPr>
              <a:t>đó là lời Tin Mừng đã loan báo </a:t>
            </a:r>
            <a:endParaRPr b="1" sz="7600">
              <a:solidFill>
                <a:schemeClr val="lt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dk1"/>
              </a:buClr>
              <a:buSzPts val="8000"/>
              <a:buFont typeface="Times"/>
              <a:buNone/>
            </a:pPr>
            <a:r>
              <a:rPr b="1" lang="en-US" sz="7600">
                <a:solidFill>
                  <a:schemeClr val="lt1"/>
                </a:solidFill>
                <a:latin typeface="Times New Roman"/>
                <a:ea typeface="Times New Roman"/>
                <a:cs typeface="Times New Roman"/>
                <a:sym typeface="Times New Roman"/>
              </a:rPr>
              <a:t>cho anh em.</a:t>
            </a:r>
            <a:br>
              <a:rPr b="1" lang="en-US" sz="6500">
                <a:solidFill>
                  <a:schemeClr val="lt1"/>
                </a:solidFill>
                <a:latin typeface="Times New Roman"/>
                <a:ea typeface="Times New Roman"/>
                <a:cs typeface="Times New Roman"/>
                <a:sym typeface="Times New Roman"/>
              </a:rPr>
            </a:br>
            <a:r>
              <a:rPr b="1" i="1" lang="en-US" sz="6500">
                <a:solidFill>
                  <a:srgbClr val="FFFF00"/>
                </a:solidFill>
                <a:latin typeface="Times New Roman"/>
                <a:ea typeface="Times New Roman"/>
                <a:cs typeface="Times New Roman"/>
                <a:sym typeface="Times New Roman"/>
              </a:rPr>
              <a:t>All.. All..</a:t>
            </a:r>
            <a:endParaRPr b="1" sz="6500">
              <a:solidFill>
                <a:srgbClr val="FFFF00"/>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pic>
        <p:nvPicPr>
          <p:cNvPr id="876" name="Google Shape;876;g3baa6357486_0_13"/>
          <p:cNvPicPr preferRelativeResize="0"/>
          <p:nvPr/>
        </p:nvPicPr>
        <p:blipFill>
          <a:blip r:embed="rId3">
            <a:alphaModFix/>
          </a:blip>
          <a:stretch>
            <a:fillRect/>
          </a:stretch>
        </p:blipFill>
        <p:spPr>
          <a:xfrm>
            <a:off x="0" y="0"/>
            <a:ext cx="9143990" cy="5143500"/>
          </a:xfrm>
          <a:prstGeom prst="rect">
            <a:avLst/>
          </a:prstGeom>
          <a:noFill/>
          <a:ln>
            <a:noFill/>
          </a:ln>
        </p:spPr>
      </p:pic>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pic>
        <p:nvPicPr>
          <p:cNvPr id="881" name="Google Shape;881;g3f95afb83fa_0_176"/>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887" name="Google Shape;887;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pic>
        <p:nvPicPr>
          <p:cNvPr id="987" name="Google Shape;987;g3f95afb83fa_0_180"/>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g3f95afb83fa_0_24"/>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DÂNG LỜI</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CẢM MẾN</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(Phanxicô)</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g3f95afb83fa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Như dòng nến trôi trên bàn thờ, tâm hồn con lâng lâng niềm cảm mến vô bờ.</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g3f95afb83fa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tiến dâng đây con tim ươm bao ước vọng,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g3f95afb83fa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tiến dâng đây con tim ươm bao ước vọng, hằng muốn sắt son một đời mến yêu.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g3f95afb83fa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Kính tiến Chúa tình yêu bao nhiêu mà có gì. Xin hãy thánh hoá lòng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g3f95afb83fa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tình yêu mới bước tới ngày mai.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g3f95afb83fa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Bao ngày tháng xuôi theo dòng đời,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g3f95afb83fa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tâm hồn con lênh đênh tìm hạnh phúc mong chờ.</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g3f95afb83fa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Chúa thương khi con đây trông mong đến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g3f95afb83fa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là Núi đá che chở người tháng năm.</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g3f95afb83fa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Kính tiến Chúa tình yêu bao nhiêu mà có gì. Xin hãy thánh hoá lòng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g3f95afb83fa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tình yêu mới bước tới ngày mai.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pic>
        <p:nvPicPr>
          <p:cNvPr id="1052" name="Google Shape;1052;g3e5a0c7ab5b_0_25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pic>
        <p:nvPicPr>
          <p:cNvPr id="1072" name="Google Shape;1072;g3e5a0c7ab5b_0_335"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sp>
        <p:nvSpPr>
          <p:cNvPr id="1077" name="Google Shape;1077;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20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pic>
        <p:nvPicPr>
          <p:cNvPr id="1092" name="Google Shape;1092;g3e5a0c7ab5b_0_339"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6" name="Shape 1096"/>
        <p:cNvGrpSpPr/>
        <p:nvPr/>
      </p:nvGrpSpPr>
      <p:grpSpPr>
        <a:xfrm>
          <a:off x="0" y="0"/>
          <a:ext cx="0" cy="0"/>
          <a:chOff x="0" y="0"/>
          <a:chExt cx="0" cy="0"/>
        </a:xfrm>
      </p:grpSpPr>
      <p:sp>
        <p:nvSpPr>
          <p:cNvPr id="1097" name="Google Shape;1097;g3e9ce9eb37a_0_183"/>
          <p:cNvSpPr txBox="1"/>
          <p:nvPr>
            <p:ph type="ctrTitle"/>
          </p:nvPr>
        </p:nvSpPr>
        <p:spPr>
          <a:xfrm>
            <a:off x="0" y="680400"/>
            <a:ext cx="9144000" cy="44631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6900">
                <a:solidFill>
                  <a:schemeClr val="lt1"/>
                </a:solidFill>
                <a:latin typeface="Times New Roman"/>
                <a:ea typeface="Times New Roman"/>
                <a:cs typeface="Times New Roman"/>
                <a:sym typeface="Times New Roman"/>
              </a:rPr>
              <a:t>Linh hồn tôi ơi, hãy chúc tụng Chúa, và chớ khá quên mọi ân huệ của Người.</a:t>
            </a:r>
            <a:endParaRPr b="1" sz="6900">
              <a:solidFill>
                <a:schemeClr val="lt1"/>
              </a:solidFill>
              <a:latin typeface="Times New Roman"/>
              <a:ea typeface="Times New Roman"/>
              <a:cs typeface="Times New Roman"/>
              <a:sym typeface="Times New Roman"/>
            </a:endParaRPr>
          </a:p>
        </p:txBody>
      </p:sp>
      <p:sp>
        <p:nvSpPr>
          <p:cNvPr id="1098" name="Google Shape;1098;g3e9ce9eb37a_0_183"/>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pic>
        <p:nvPicPr>
          <p:cNvPr id="1103" name="Google Shape;1103;g3e5a0c7ab5b_0_343"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g3f491e64396_0_4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NƯỚC TRỜI </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(Mt 13, 44-45)</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(Phanxicô)</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g3f491e64396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Nước Trời như là hạt ngọc quý vùi trong ruộng sâu biết đâu mà tìm.</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g3f491e64396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Có người buôn phương xa đi tìm mua ngọc ngà,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sp>
        <p:nvSpPr>
          <p:cNvPr id="1123" name="Google Shape;1123;g3f54ad4d3bd_0_1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tìm được viên ngọc quý rất vui mừng.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g3f491e64396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Người về bán đi luôn của cải chốn quê hương,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g3f491e64396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mua ngọc quý đi mua Nước Trời.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g3f95afb83fa_0_1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Nước Trời như là hạt ngọc quý vùi trong ruộng sâu biết đâu mà tìm.</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2" name="Shape 1142"/>
        <p:cNvGrpSpPr/>
        <p:nvPr/>
      </p:nvGrpSpPr>
      <p:grpSpPr>
        <a:xfrm>
          <a:off x="0" y="0"/>
          <a:ext cx="0" cy="0"/>
          <a:chOff x="0" y="0"/>
          <a:chExt cx="0" cy="0"/>
        </a:xfrm>
      </p:grpSpPr>
      <p:sp>
        <p:nvSpPr>
          <p:cNvPr id="1143" name="Google Shape;1143;g3f54ad4d3bd_0_1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Nước Trời cho nhân gian trên đường đi ngập tràn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7" name="Shape 1147"/>
        <p:cNvGrpSpPr/>
        <p:nvPr/>
      </p:nvGrpSpPr>
      <p:grpSpPr>
        <a:xfrm>
          <a:off x="0" y="0"/>
          <a:ext cx="0" cy="0"/>
          <a:chOff x="0" y="0"/>
          <a:chExt cx="0" cy="0"/>
        </a:xfrm>
      </p:grpSpPr>
      <p:sp>
        <p:nvSpPr>
          <p:cNvPr id="1148" name="Google Shape;1148;g3f54ad4d3bd_0_1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là một viên ngọc quý Chúa thương ban.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sp>
        <p:nvSpPr>
          <p:cNvPr id="1153" name="Google Shape;1153;g3f54ad4d3bd_0_1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Bằng cuộc sống thương đau, bằng tận hiến dâng trao,</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g3f54ad4d3bd_0_1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xin ngọc quý, xin ban Nước Trời.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g3f95afb83fa_0_1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Nước Trời như là hạt ngọc quý vùi trong ruộng sâu biết đâu mà tìm.</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pic>
        <p:nvPicPr>
          <p:cNvPr id="1168" name="Google Shape;1168;g3f95afb83fa_0_184"/>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g3f0aa96aa8e_0_179"/>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LẠY MẸ </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XIN YÊN ỦI</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rgbClr val="FFD966"/>
                </a:solidFill>
                <a:latin typeface="Times New Roman"/>
                <a:ea typeface="Times New Roman"/>
                <a:cs typeface="Times New Roman"/>
                <a:sym typeface="Times New Roman"/>
              </a:rPr>
              <a:t>(</a:t>
            </a:r>
            <a:r>
              <a:rPr b="1" i="1" lang="en-US" sz="4700">
                <a:solidFill>
                  <a:srgbClr val="FFD966"/>
                </a:solidFill>
                <a:latin typeface="Times New Roman"/>
                <a:ea typeface="Times New Roman"/>
                <a:cs typeface="Times New Roman"/>
                <a:sym typeface="Times New Roman"/>
              </a:rPr>
              <a:t>Nguyễn Khắc Xuyên</a:t>
            </a:r>
            <a:r>
              <a:rPr b="1" i="1" lang="en-US" sz="4700">
                <a:solidFill>
                  <a:srgbClr val="FFD966"/>
                </a:solidFill>
                <a:latin typeface="Times New Roman"/>
                <a:ea typeface="Times New Roman"/>
                <a:cs typeface="Times New Roman"/>
                <a:sym typeface="Times New Roman"/>
              </a:rPr>
              <a:t>)</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g3f0aa96aa8e_0_1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000">
                <a:solidFill>
                  <a:srgbClr val="FFFF00"/>
                </a:solidFill>
                <a:latin typeface="Times New Roman"/>
                <a:ea typeface="Times New Roman"/>
                <a:cs typeface="Times New Roman"/>
                <a:sym typeface="Times New Roman"/>
              </a:rPr>
              <a:t>ĐK:</a:t>
            </a:r>
            <a:r>
              <a:rPr b="1" lang="en-US" sz="7000">
                <a:solidFill>
                  <a:srgbClr val="FFFFFF"/>
                </a:solidFill>
                <a:latin typeface="Times New Roman"/>
                <a:ea typeface="Times New Roman"/>
                <a:cs typeface="Times New Roman"/>
                <a:sym typeface="Times New Roman"/>
              </a:rPr>
              <a:t> </a:t>
            </a:r>
            <a:r>
              <a:rPr b="1" lang="en-US" sz="7000">
                <a:solidFill>
                  <a:srgbClr val="FFFFFF"/>
                </a:solidFill>
                <a:latin typeface="Times New Roman"/>
                <a:ea typeface="Times New Roman"/>
                <a:cs typeface="Times New Roman"/>
                <a:sym typeface="Times New Roman"/>
              </a:rPr>
              <a:t>Lạy Mẹ xin yên ủi chúng con luôn luôn. Mẹ từ bi xin phá những nỗi u buồn.</a:t>
            </a:r>
            <a:endParaRPr b="1" sz="7000">
              <a:solidFill>
                <a:srgbClr val="FFFFFF"/>
              </a:solidFill>
              <a:latin typeface="Times New Roman"/>
              <a:ea typeface="Times New Roman"/>
              <a:cs typeface="Times New Roman"/>
              <a:sym typeface="Times New Roman"/>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g3f0aa96aa8e_0_1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Vì đời con gieo rắc biết bao đau thương. Và tràn lan gai góc vướng trên con đường.</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g3f0aa96aa8e_0_1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6700">
                <a:solidFill>
                  <a:srgbClr val="FFFF00"/>
                </a:solidFill>
                <a:latin typeface="Times New Roman"/>
                <a:ea typeface="Times New Roman"/>
                <a:cs typeface="Times New Roman"/>
                <a:sym typeface="Times New Roman"/>
              </a:rPr>
              <a:t>1.</a:t>
            </a:r>
            <a:r>
              <a:rPr b="1" lang="en-US" sz="6700">
                <a:solidFill>
                  <a:schemeClr val="lt1"/>
                </a:solidFill>
                <a:latin typeface="Times New Roman"/>
                <a:ea typeface="Times New Roman"/>
                <a:cs typeface="Times New Roman"/>
                <a:sym typeface="Times New Roman"/>
              </a:rPr>
              <a:t> </a:t>
            </a:r>
            <a:r>
              <a:rPr b="1" lang="en-US" sz="6700">
                <a:solidFill>
                  <a:schemeClr val="lt1"/>
                </a:solidFill>
                <a:latin typeface="Times New Roman"/>
                <a:ea typeface="Times New Roman"/>
                <a:cs typeface="Times New Roman"/>
                <a:sym typeface="Times New Roman"/>
              </a:rPr>
              <a:t>Ở Mẹ rất nhân từ Mẹ quên sao được hôm xưa, lời Mẹ hứa khi ở trên núi kia.</a:t>
            </a:r>
            <a:endParaRPr b="1" sz="6700">
              <a:solidFill>
                <a:schemeClr val="lt1"/>
              </a:solidFill>
              <a:latin typeface="Times New Roman"/>
              <a:ea typeface="Times New Roman"/>
              <a:cs typeface="Times New Roman"/>
              <a:sym typeface="Times New Roman"/>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sp>
        <p:nvSpPr>
          <p:cNvPr id="1193" name="Google Shape;1193;g3f54ad4d3bd_0_1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000">
                <a:solidFill>
                  <a:srgbClr val="FFFFFF"/>
                </a:solidFill>
                <a:latin typeface="Times New Roman"/>
                <a:ea typeface="Times New Roman"/>
                <a:cs typeface="Times New Roman"/>
                <a:sym typeface="Times New Roman"/>
              </a:rPr>
              <a:t>Lúc mà Chúa sinh thì Mẹ đứng âu sầu lặng yên là Mẹ chúng con Mẹ xin lĩnh quyền.</a:t>
            </a:r>
            <a:endParaRPr b="1" sz="7000">
              <a:solidFill>
                <a:srgbClr val="FFFFFF"/>
              </a:solidFill>
              <a:latin typeface="Times New Roman"/>
              <a:ea typeface="Times New Roman"/>
              <a:cs typeface="Times New Roman"/>
              <a:sym typeface="Times New Roman"/>
            </a:endParaRPr>
          </a:p>
        </p:txBody>
      </p: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g3f95afb83fa_0_1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7000">
                <a:solidFill>
                  <a:srgbClr val="FFFF00"/>
                </a:solidFill>
                <a:latin typeface="Times New Roman"/>
                <a:ea typeface="Times New Roman"/>
                <a:cs typeface="Times New Roman"/>
                <a:sym typeface="Times New Roman"/>
              </a:rPr>
              <a:t>ĐK:</a:t>
            </a:r>
            <a:r>
              <a:rPr b="1" lang="en-US" sz="7000">
                <a:solidFill>
                  <a:srgbClr val="FFFFFF"/>
                </a:solidFill>
                <a:latin typeface="Times New Roman"/>
                <a:ea typeface="Times New Roman"/>
                <a:cs typeface="Times New Roman"/>
                <a:sym typeface="Times New Roman"/>
              </a:rPr>
              <a:t> Lạy Mẹ xin yên ủi chúng con luôn luôn. Mẹ từ bi xin phá những nỗi u buồn.</a:t>
            </a:r>
            <a:endParaRPr b="1" sz="7000">
              <a:solidFill>
                <a:srgbClr val="FFFFFF"/>
              </a:solidFill>
              <a:latin typeface="Times New Roman"/>
              <a:ea typeface="Times New Roman"/>
              <a:cs typeface="Times New Roman"/>
              <a:sym typeface="Times New Roman"/>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g3f95afb83fa_0_1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Vì đời con gieo rắc biết bao đau thương. Và tràn lan gai góc vướng trên con đường.</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pic>
        <p:nvPicPr>
          <p:cNvPr id="1208" name="Google Shape;1208;g3f95afb83fa_0_188"/>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