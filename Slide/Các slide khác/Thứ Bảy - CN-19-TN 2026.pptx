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3" roundtripDataSignature="AMtx7mhBfOT/kD0meJAx/UDtzvx9fTr/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3"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69acae762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69acae762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69acae762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69acae762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69acae762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69acae762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69acae762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69acae762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69acae762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69acae762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69acae762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69acae762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69acae762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69acae762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69acae762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69acae762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69acae762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69acae762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69acae762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69acae762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69acae762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f69acae762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69acae762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69acae762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95afb83fa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95afb83fa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69acae762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69acae762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69acae762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69acae762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69acae76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69acae76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69acae76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69acae76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69acae76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69acae76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f618189ee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g3f618189ee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61066985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61066985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61066985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61066985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61066985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61066985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61066985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61066985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69acae762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69acae762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69acae762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69acae762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69acae762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69acae762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69acae76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69acae76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69acae762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69acae762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69acae76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69acae76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69acae762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69acae762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69acae762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69acae762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69acae762_0_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69acae762_0_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4.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4.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4.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4.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69acae762_0_18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ĐI VỀ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Linh)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Đi về nhà Chúa bao năm cách xa Nhan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ngập tràn.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69acae762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Đi về nhà Chúa tâm tư sướng vui đầy vơi, đi về nhà Chúa dâng lên khúc ca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Hân hoan hân hoan vào thánh điện Ngài, dâng lên dâng lên một bài ca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Tôn vinh tôn vinh Thiên Chúa đất trời tạo tác muôn loài.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69acae762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Đấng mến thương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69acae762_0_1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69acae762_0_18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Con nay lẳng lặng nghe Chúa nay phán truyền, lời cầu bình an ban tặng dân Chúa.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Cứu ai hằng kính sợ tôn danh Chúa dọi chiếu ánh quang vinh Ngài.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xin cho chúng con, được nhìn thấy tình thương của Ngài.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69acae762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Ngài thương ban cho chúng con ơn cứu độ của Chúa muôn đời.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Tín nghĩa và ân phúc đến nay tao ngộ, hoà bình công lý nay đã giao duyên.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Đất nay đã nẩy mầm sự công chính, thành tín giáng lâm bởi trời.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69acae762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xin cho chúng con, được nhìn thấy tình thương của Ngài.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69acae762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Ngài thương ban cho chúng con ơn cứu độ của Chúa muôn đời.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Đây chính Ngài ban phúc quá ư dư đầy, và đồng ruộng đã nở rộ hoa trái.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Tín trung rầy đã là tiền phong Chúa, mở lối bước chân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69acae762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xin cho chúng con, được nhìn thấy tình thương của Ngài.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69acae762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Ngài thương ban cho chúng con ơn cứu độ của Chúa muôn đời.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9" name="Google Shape;71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Ngôi Lời đã làm người và Ngài đang ngự giữa chúng ta.</a:t>
            </a:r>
            <a:r>
              <a:rPr b="1" lang="en-US" sz="7200">
                <a:solidFill>
                  <a:schemeClr val="lt1"/>
                </a:solidFill>
                <a:latin typeface="Times New Roman"/>
                <a:ea typeface="Times New Roman"/>
                <a:cs typeface="Times New Roman"/>
                <a:sym typeface="Times New Roman"/>
              </a:rPr>
              <a:t> </a:t>
            </a:r>
            <a:endParaRPr b="1" sz="7200">
              <a:solidFill>
                <a:schemeClr val="lt1"/>
              </a:solidFill>
              <a:latin typeface="Times New Roman"/>
              <a:ea typeface="Times New Roman"/>
              <a:cs typeface="Times New Roman"/>
              <a:sym typeface="Times New Roman"/>
            </a:endParaRPr>
          </a:p>
        </p:txBody>
      </p:sp>
      <p:sp>
        <p:nvSpPr>
          <p:cNvPr id="726" name="Google Shape;72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Những ai đón nhận </a:t>
            </a:r>
            <a:endParaRPr b="1" sz="67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Ngài thì Ngài ban cho họ quyền làm </a:t>
            </a:r>
            <a:endParaRPr b="1" sz="67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con Thiên Chúa.</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69acae762_0_19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7" name="Google Shape;74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g3f69acae762_0_19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TRỌN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CUỘC ĐỜI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Phanxicô</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dâng trọn cuộc đời, với bao yêu thương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Này là hương hoa đồng lúa quê nhà. Này là hương hoa vườn trái phương xa.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95afb83fa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Hiệp lòng dâng Cha cùng với câu ca và niềm mơ ước đời sống chan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dâng trọn cuộc đời, với bao yêu thương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Trời dọi tia nắng để trái đơm cành. Trời làm cơn mưa để lúa lên nhanh.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69acae762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Trời dệt yêu thương để trái tim xanh. Nhờ Trời con có đời sống an lành.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69acae762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dâng trọn cuộc đời, với bao yêu thương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69acae762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a:t>
            </a:r>
            <a:r>
              <a:rPr b="1" lang="en-US" sz="7300">
                <a:solidFill>
                  <a:srgbClr val="FFFF00"/>
                </a:solidFill>
                <a:latin typeface="Times New Roman"/>
                <a:ea typeface="Times New Roman"/>
                <a:cs typeface="Times New Roman"/>
                <a:sym typeface="Times New Roman"/>
              </a:rPr>
              <a:t>. </a:t>
            </a:r>
            <a:r>
              <a:rPr b="1" lang="en-US" sz="7300">
                <a:solidFill>
                  <a:schemeClr val="lt1"/>
                </a:solidFill>
                <a:latin typeface="Times New Roman"/>
                <a:ea typeface="Times New Roman"/>
                <a:cs typeface="Times New Roman"/>
                <a:sym typeface="Times New Roman"/>
              </a:rPr>
              <a:t>Nguyện đời con như rượu bánh cho Người. Đời tìm chăm lo hạnh phúc muôn nơi.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69acae76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rượu thơm ngon là bánh tinh khôi. Trọn đời con sống là để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69acae76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dâng trọn cuộc đời, với bao yêu thương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Hỡi Giê-ru-sa-lem,</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hãy ca tụng Chúa,</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Đấng đã cho ngươi</a:t>
            </a:r>
            <a:endParaRPr b="1" sz="8000">
              <a:solidFill>
                <a:schemeClr val="lt1"/>
              </a:solidFill>
              <a:latin typeface="Times New Roman"/>
              <a:ea typeface="Times New Roman"/>
              <a:cs typeface="Times New Roman"/>
              <a:sym typeface="Times New Roman"/>
            </a:endParaRPr>
          </a:p>
        </p:txBody>
      </p:sp>
      <p:sp>
        <p:nvSpPr>
          <p:cNvPr id="953" name="Google Shape;95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g3f618189eeb_0_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ăn no tinh hoa lúa mì.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CHÚA GIÊSU CON TIN NƠI NGÀI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Quang Trịnh</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luôn tin Ngài, cả trái tim con vang vọng lời cảm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luôn tin Ngài bằng áng hương kinh với trọn lòng tin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tri ân, tri ân Thiên Chúa đã ban lòng mến tin.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ơi! Con xin vun trồng, niềm tin Chúa ban sớm chiều luôn sáng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Giê-su con tin nơi Ngài, là Đức Ki-tô là Con Thiên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trời như ánh bình minh, như mùa xuân mới Ngài xuống dương gian.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Giê-su, con tin nơi Ngài giàu lòng từ bi, yêu thương con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tin bàn tay yêu thương Ngài dắt con đi từng bước bình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61066985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Con luôn tin Ngài, dù lúc an vui hay muộn phiền cay đắng.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61066985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luôn tin Ngài, Ngài vẫn theo con trên đường đời con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61066985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Khi con đang tâm, đi theo gian trá với bao lần ngã sa.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61066985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thương đưa con quay về, rộng lượng thứ tha trong tình yêu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69acae762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Giê-su con tin nơi Ngài, là Đức Ki-tô là Con Thiên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69acae762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trời như ánh bình minh, như mùa xuân mới Ngài xuống dương gian.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69acae762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Giê-su, con tin nơi Ngài giàu lòng từ bi, yêu thương con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69acae76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tin bàn tay yêu thương Ngài dắt con đi từng bước bình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pic>
        <p:nvPicPr>
          <p:cNvPr id="1053" name="Google Shape;1053;g3f69acae762_0_20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RA VỀ AN BÌNH</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Ngọc Linh</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t>
            </a:r>
            <a:r>
              <a:rPr b="1" lang="en-US" sz="7000">
                <a:solidFill>
                  <a:srgbClr val="FFFFFF"/>
                </a:solidFill>
                <a:latin typeface="Times New Roman"/>
                <a:ea typeface="Times New Roman"/>
                <a:cs typeface="Times New Roman"/>
                <a:sym typeface="Times New Roman"/>
              </a:rPr>
              <a:t>Ra về chúng con đi vào thế giới. Ra về loan tin mừng ơn cứu rỗi.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69acae76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Sống chứng nhân của Ngài sống đức tin rạng ngời. Ra về chúng con ra về an bình.</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Xin tạ ơn Thiên Chúa, xin tạ ơn muôn đời hòa lời hát chúc khen tình Ngài quá vô biên.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69acae762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Ra về chúng con đi vào thế giới. Ra về loan tin mừng ơn cứu rỗi.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69acae762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Sống chứng nhân của Ngài sống đức tin rạng ngời. Ra về chúng con ra về an bình.</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pic>
        <p:nvPicPr>
          <p:cNvPr id="1088" name="Google Shape;1088;g3f69acae762_0_208" title="ChatGPT Image Aug 8, 2026, 07_46_37 AM.png"/>
          <p:cNvPicPr preferRelativeResize="0"/>
          <p:nvPr/>
        </p:nvPicPr>
        <p:blipFill>
          <a:blip r:embed="rId3">
            <a:alphaModFix/>
          </a:blip>
          <a:stretch>
            <a:fillRect/>
          </a:stretch>
        </p:blipFill>
        <p:spPr>
          <a:xfrm>
            <a:off x="0" y="0"/>
            <a:ext cx="9139127"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