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  <p:sldId id="476" r:id="rId226"/>
    <p:sldId id="477" r:id="rId227"/>
    <p:sldId id="478" r:id="rId228"/>
    <p:sldId id="479" r:id="rId229"/>
    <p:sldId id="480" r:id="rId230"/>
    <p:sldId id="481" r:id="rId231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2" roundtripDataSignature="AMtx7misSktxu1dWsEgQV/ZYylOkSZ30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228" Type="http://schemas.openxmlformats.org/officeDocument/2006/relationships/slide" Target="slides/slide223.xml"/><Relationship Id="rId106" Type="http://schemas.openxmlformats.org/officeDocument/2006/relationships/slide" Target="slides/slide101.xml"/><Relationship Id="rId227" Type="http://schemas.openxmlformats.org/officeDocument/2006/relationships/slide" Target="slides/slide222.xml"/><Relationship Id="rId105" Type="http://schemas.openxmlformats.org/officeDocument/2006/relationships/slide" Target="slides/slide100.xml"/><Relationship Id="rId226" Type="http://schemas.openxmlformats.org/officeDocument/2006/relationships/slide" Target="slides/slide221.xml"/><Relationship Id="rId104" Type="http://schemas.openxmlformats.org/officeDocument/2006/relationships/slide" Target="slides/slide99.xml"/><Relationship Id="rId225" Type="http://schemas.openxmlformats.org/officeDocument/2006/relationships/slide" Target="slides/slide220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229" Type="http://schemas.openxmlformats.org/officeDocument/2006/relationships/slide" Target="slides/slide224.xml"/><Relationship Id="rId220" Type="http://schemas.openxmlformats.org/officeDocument/2006/relationships/slide" Target="slides/slide215.xml"/><Relationship Id="rId103" Type="http://schemas.openxmlformats.org/officeDocument/2006/relationships/slide" Target="slides/slide98.xml"/><Relationship Id="rId224" Type="http://schemas.openxmlformats.org/officeDocument/2006/relationships/slide" Target="slides/slide219.xml"/><Relationship Id="rId102" Type="http://schemas.openxmlformats.org/officeDocument/2006/relationships/slide" Target="slides/slide97.xml"/><Relationship Id="rId223" Type="http://schemas.openxmlformats.org/officeDocument/2006/relationships/slide" Target="slides/slide218.xml"/><Relationship Id="rId101" Type="http://schemas.openxmlformats.org/officeDocument/2006/relationships/slide" Target="slides/slide96.xml"/><Relationship Id="rId222" Type="http://schemas.openxmlformats.org/officeDocument/2006/relationships/slide" Target="slides/slide217.xml"/><Relationship Id="rId100" Type="http://schemas.openxmlformats.org/officeDocument/2006/relationships/slide" Target="slides/slide95.xml"/><Relationship Id="rId221" Type="http://schemas.openxmlformats.org/officeDocument/2006/relationships/slide" Target="slides/slide216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231" Type="http://schemas.openxmlformats.org/officeDocument/2006/relationships/slide" Target="slides/slide226.xml"/><Relationship Id="rId230" Type="http://schemas.openxmlformats.org/officeDocument/2006/relationships/slide" Target="slides/slide22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32" Type="http://customschemas.google.com/relationships/presentationmetadata" Target="metadata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9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9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10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1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1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95016f427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c95016f427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26357b4a1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b26357b4a1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bf2e8d6b56_0_5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bf2e8d6b56_0_5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bf2e8d6b56_0_5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g3bf2e8d6b56_0_5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bf2e8d6b56_0_5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bf2e8d6b56_0_5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bf2e8d6b56_0_5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g3bf2e8d6b56_0_5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bf2e8d6b56_0_5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g3bf2e8d6b56_0_5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bf2e8d6b56_0_5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g3bf2e8d6b56_0_5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c95016f427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g3c95016f427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f2e8d6b56_0_4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3bf2e8d6b56_0_4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bf2e8d6b56_0_4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bf2e8d6b56_0_4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bf2e8d6b56_0_4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g3bf2e8d6b56_0_4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bf2e8d6b56_0_4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bf2e8d6b56_0_4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bf2e8d6b56_0_4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g3bf2e8d6b56_0_44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bf2e8d6b56_0_4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g3bf2e8d6b56_0_4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bf2e8d6b56_0_4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3bf2e8d6b56_0_4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bf2e8d6b56_0_4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g3bf2e8d6b56_0_4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8" name="Google Shape;788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b224b7d20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4" name="Google Shape;794;g3b224b7d20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9" name="Google Shape;799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c95016f427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4" name="Google Shape;804;g3c95016f427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9" name="Google Shape;809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0" name="Google Shape;900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ca14f709a1_0_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g3ca14f709a1_0_1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5" name="Google Shape;915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5" name="Google Shape;925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a42a8b53c1_2_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0" name="Google Shape;930;g3a42a8b53c1_2_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a42a8b53c1_2_2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5" name="Google Shape;935;g3a42a8b53c1_2_2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b224b7d20a_0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0" name="Google Shape;940;g3b224b7d20a_0_1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bf2e8d6b56_0_5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g3bf2e8d6b56_0_5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86abb9ea5c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0" name="Google Shape;950;g386abb9ea5c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86abb9ea5c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g386abb9ea5c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86abb9ea5c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0" name="Google Shape;960;g386abb9ea5c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86abb9ea5c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g386abb9ea5c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bf2e8d6b56_0_5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0" name="Google Shape;970;g3bf2e8d6b56_0_5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bf2e8d6b56_0_5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5" name="Google Shape;975;g3bf2e8d6b56_0_5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bf2e8d6b56_0_5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0" name="Google Shape;980;g3bf2e8d6b56_0_5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5" name="Google Shape;985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0" name="Google Shape;990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5" name="Google Shape;995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0" name="Google Shape;1000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5" name="Google Shape;1005;p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0" name="Google Shape;1010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5" name="Google Shape;1015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0" name="Google Shape;1020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5" name="Google Shape;1025;p20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2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p2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6" name="Google Shape;1046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1" name="Google Shape;1051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6" name="Google Shape;1056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bf2e8d6b56_0_6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1" name="Google Shape;1061;g3bf2e8d6b56_0_6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6" name="Google Shape;1066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1" name="Google Shape;1071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6" name="Google Shape;1076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bf2e8d6b56_0_6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1" name="Google Shape;1081;g3bf2e8d6b56_0_6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bf2e8d6b56_0_6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6" name="Google Shape;1086;g3bf2e8d6b56_0_69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bf2e8d6b56_0_7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1" name="Google Shape;1091;g3bf2e8d6b56_0_70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bf2e8d6b56_0_7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6" name="Google Shape;1096;g3bf2e8d6b56_0_7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bf2e8d6b56_0_7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1" name="Google Shape;1101;g3bf2e8d6b56_0_70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bf2e8d6b56_0_7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6" name="Google Shape;1106;g3bf2e8d6b56_0_7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bf2e8d6b56_0_7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1" name="Google Shape;1111;g3bf2e8d6b56_0_7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bf2e8d6b56_0_7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6" name="Google Shape;1116;g3bf2e8d6b56_0_7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bf2e8d6b56_0_7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g3bf2e8d6b56_0_7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bf2e8d6b56_0_7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6" name="Google Shape;1126;g3bf2e8d6b56_0_7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bf2e8d6b56_0_7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1" name="Google Shape;1131;g3bf2e8d6b56_0_7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bf2e8d6b56_0_7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6" name="Google Shape;1136;g3bf2e8d6b56_0_7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bf2e8d6b56_0_7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1" name="Google Shape;1141;g3bf2e8d6b56_0_7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bf2e8d6b56_0_7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6" name="Google Shape;1146;g3bf2e8d6b56_0_7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bf2e8d6b56_0_7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1" name="Google Shape;1151;g3bf2e8d6b56_0_7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bf2e8d6b56_0_7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6" name="Google Shape;1156;g3bf2e8d6b56_0_7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bf2e8d6b56_0_7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1" name="Google Shape;1161;g3bf2e8d6b56_0_7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c95016f427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6" name="Google Shape;1166;g3c95016f427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1" name="Google Shape;1171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6" name="Google Shape;1176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1" name="Google Shape;1181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6" name="Google Shape;1186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bf2e8d6b56_0_8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1" name="Google Shape;1191;g3bf2e8d6b56_0_8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6" name="Google Shape;1196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1" name="Google Shape;1201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386abb9ea5c_0_1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6" name="Google Shape;1206;g386abb9ea5c_0_1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bf2e8d6b56_0_8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1" name="Google Shape;1211;g3bf2e8d6b56_0_8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c95016f427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6" name="Google Shape;1216;g3c95016f427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5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4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7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6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5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5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3.png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3.png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3.png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.jpg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5.png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NGHĨA ĐỨC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ts val="78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Chúa Nhật hôm nay, chúng con hợp nhau kính lạy thờ phượng Chúa, 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khong khen cảm tạ ơn Chúa về mọi ơn lành Chúa đã ban cho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phạt tạ Chúa vì những tội lỗi chúng con đã phạm mất lòng Chúa: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2"/>
          <p:cNvSpPr txBox="1"/>
          <p:nvPr>
            <p:ph idx="1" type="subTitle"/>
          </p:nvPr>
        </p:nvSpPr>
        <p:spPr>
          <a:xfrm>
            <a:off x="92467" y="-205483"/>
            <a:ext cx="9051600" cy="534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chúng con dám xin Chúa hãy khứng ban những ơn cần kíp cho chúng con được rỗi linh hồn.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chúng con cả lòng tin vững vàng mọi điều đạo thánh Chúa dạy, 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 là những điều cần kíp này là có một Đức Chúa Trời phép tắc vô cùng dựng nên trời đất,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4"/>
          <p:cNvSpPr txBox="1"/>
          <p:nvPr>
            <p:ph idx="1" type="subTitle"/>
          </p:nvPr>
        </p:nvSpPr>
        <p:spPr>
          <a:xfrm>
            <a:off x="0" y="-308225"/>
            <a:ext cx="9144000" cy="545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Người có Ba Ngôi. Ngôi Thứ Nhất là Cha, Ngôi Thứ Hai là Con, Ngôi Thứ Ba là Thánh Thần;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Ngôi cũng một tính một phép, cho nên Ba Ngôi cũng một Chúa mà thôi.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tin Ngôi Thứ Hai ra đời làm người, sinh bởi Bà Maria Đồng Trinh,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tên là Giêsu, ở thế gian ba mươi ba năm, đoạn chịu chết trên cây Thánh giá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chuộc tội cho thiên hạ, đến ngày thứ ba Người sống lại;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44"/>
          <p:cNvSpPr txBox="1"/>
          <p:nvPr>
            <p:ph idx="1" type="subTitle"/>
          </p:nvPr>
        </p:nvSpPr>
        <p:spPr>
          <a:xfrm>
            <a:off x="0" y="-164387"/>
            <a:ext cx="9144000" cy="5307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 bốn mươi ngày lên trời; đủ mười ngày lại cho Đức Chúa Thánh Thần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48"/>
          <p:cNvSpPr txBox="1"/>
          <p:nvPr>
            <p:ph idx="1" type="subTitle"/>
          </p:nvPr>
        </p:nvSpPr>
        <p:spPr>
          <a:xfrm>
            <a:off x="0" y="0"/>
            <a:ext cx="92262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 trên các thánh Tông đồ và Hội Thánh mới lập;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chẳng thông công cùng Hội Thánh ấy thì chẳng đặng rỗi linh hồn;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linh hồn là giống thiêng liêng chẳng hề chết đặng; và đến ngày tận thế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loài người ta sẽ sống lại mà chịu phán xét;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 lành lên thiên đàng hưởng phước đời đời; kẻ dữ sa hỏa ngục chịu phạt vô cùng.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chúng con tin các sự ấy mà thôi thì chưa đủ cho đặng lên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đàng;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phải giữ Mười điều răn Đức Chúa Trời cùng Năm luật điều Hội Thánh,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làm những việc lành phước đức.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vì sự ấy, chúng con hằng phải sợ hãi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trốn tránh các tội lỗi, nhất là bảy mối tội đầu, là căn nguyên mọi tội lỗi khác.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84"/>
          <p:cNvSpPr txBox="1"/>
          <p:nvPr>
            <p:ph idx="1" type="subTitle"/>
          </p:nvPr>
        </p:nvSpPr>
        <p:spPr>
          <a:xfrm>
            <a:off x="0" y="-246580"/>
            <a:ext cx="9144000" cy="5390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 chúng con phải ân cần lo lắng mà năng chịu các phép bí tích Đức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 đã truyền,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những phương linh nghiệm cho chúng con đặng nên thánh.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bảy phép bí tích mà thôi, song phép Rửa tội, phép Mình Thánh Chúa,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phép Giải tội, là ba phép cần kíp hơn cho chúng con đặng rỗi.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1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 vậy chúng con hằng phải ra sức lo lắng thể nào mà chịu các phép trọng ấy cho nên,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1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tin thật vững vàng mà giữ cẩn thận các điều trước này,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mới đặng hưởng  phúc thanh nhàn đời đời kiếp kiếp. Amen.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g3c95016f427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b26357b4a1_0_5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</a:t>
            </a: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TRỞ VỀ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bf2e8d6b56_0_5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f2e8d6b56_0_5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f2e8d6b56_0_5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Về đây, hỡi người, nào về đây! Tình thương Chúa Trời luôn nối kết.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bf2e8d6b56_0_5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 đây Thiên Chúa Ðấng từ bi, Người xóa hết tội ta, Người dẫn lối đời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bf2e8d6b56_0_5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bf2e8d6b56_0_5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c95016f427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50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xót thương con theo lòng nhân hậu của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xoá tội con theo lượng cả đức từ bi Ngài.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bf2e8d6b56_0_4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rửa hồn con tuyệt gốc hết những lỗi lầm,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bf2e8d6b56_0_4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thanh tẩy con sạch lâng muôn vàn tội ác.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chí tôn, xin dủ tình xót thương con theo lượng từ ái của Ngài. 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thương ban lại tấm lòng sạch trong,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hãy đổi thay tinh thần mới cho con vững vàng.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bf2e8d6b56_0_4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chớ loại con ra khỏi thánh nhan Chúa Trời,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f2e8d6b56_0_4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chớ rút lại Thần Linh tuôn tràn sức sống.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bf2e8d6b56_0_4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chí tôn, xin dủ tình xót thương con theo lượng từ ái của Ngài. 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xin thương ban niềm vui đời cứu rỗi,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hãy đỡ nâng theo cùng với tinh thần quảng đại.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bf2e8d6b56_0_4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từ nhân mở môi con ca tụng Ngài,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bf2e8d6b56_0_4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 đời hát ca đẹp thay ôi lòng nhân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bf2e8d6b56_0_4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chí tôn, xin dủ tình xót thương con theo lượng từ ái của Ngài. 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4" name="Google Shape;784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ta sống </a:t>
            </a:r>
            <a:b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không nguyên chỉ bằng cơm bánh,</a:t>
            </a:r>
            <a:endParaRPr b="1" sz="7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1" name="Google Shape;791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b224b7d20a_0_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nhưng bởi mọi lời do miệng Thiên Chúa phán ra.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g3baa635748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g3c95016f427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812" name="Google Shape;812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Google Shape;912;g3ca14f709a1_0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HIẾN LỄ ĐỜI CON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dâng Cha đây hiến lễ đời con, bánh thơm ngon tình chung ly rượu nồng,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 tấm lòng dệt bài thơ ước mong. Ước mong sao được nên như lòng Cha,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a42a8b53c1_2_2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giữa phong ba tình yêu không nhạt nhòa, </a:t>
            </a:r>
            <a:b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con là cánh hoa ươm hương tình Cha.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a42a8b53c1_2_2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hòa lên khúc yêu thương ngày mới,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b224b7d20a_0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ngời sáng trong ân tình Chúa ngàn nơi. Nguyện kết liên cuộc đời khối tình này,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bf2e8d6b56_0_5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con nên lễ dâng trong từng ngày.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86abb9ea5c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dâng Cha đây tiếng hát lời ca, với hương hoa tỏa lan trên bàn thờ,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86abb9ea5c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gói trọn lòng con trong tiếng thơ. Khấn xin Cha tỏa ánh sáng trời mơ,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86abb9ea5c_0_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 con thơ vượt qua trên nẻo về,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86abb9ea5c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vẹn câu thề sáng trong tấm lòng thủy chung.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bf2e8d6b56_0_5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hòa lên khúc yêu thương ngày mới,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bf2e8d6b56_0_5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ngời sáng trong ân tình Chúa ngàn nơi. Nguyện kết liên cuộc đời khối tình này,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bf2e8d6b56_0_55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con nên lễ dâng trong từng ngày.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987" name="Google Shape;987;p201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1007" name="Google Shape;1007;p205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1027" name="Google Shape;1027;p209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ta không sống nguyên bởi bánh, nhưng bởi mọi lời do miệng Thiên Chúa phán ra.</a:t>
            </a:r>
            <a:endParaRPr b="1" sz="6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3" name="Google Shape;1033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 chalice and two round objects on a plate&#10;&#10;AI-generated content may be incorrect." id="1038" name="Google Shape;1038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1"/>
            <a:ext cx="9143998" cy="5141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TRONG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(Ngọc Linh)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xin bạc tiền làm hoen ố đôi tay,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cầu danh vọng, làm hư mất lương tri.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gian nan khốn cùng gửi đến trong thường ngày,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bf2e8d6b56_0_6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lấy máu hồng dâng hiến tế hôm nay.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dẫn trong đời, con còn có lo gì.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cơn giông tố, vững niềm tin ra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đôi môi rạng ngời, tim con mãi rung động.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bf2e8d6b56_0_6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 trong tay Chúa, có Ngài đâu lẻ loi.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bf2e8d6b56_0_6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xin cuộc đời, làm hạnh phúc mong manh.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bf2e8d6b56_0_7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cầu mối tình vùi thân chốn điêu linh.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bf2e8d6b56_0_7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giam nơi hãi hùng để thấy con kiên cường.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bf2e8d6b56_0_7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giông tố bão bùng con vững bước ung dung.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bf2e8d6b56_0_7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dẫn trong đời, con còn có lo gì.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bf2e8d6b56_0_7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cơn giông tố, vững niềm tin ra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bf2e8d6b56_0_7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đôi môi rạng ngời, tim con mãi rung động.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bf2e8d6b56_0_7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 trong tay Chúa, có Ngài đâu lẻ loi.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bf2e8d6b56_0_7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xin ngọt bùi tìm quên lãng chua cay,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bf2e8d6b56_0_7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không cầu yên hàn vùi sâu những thương đau.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bf2e8d6b56_0_7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giam nơi hãi hùng để thấy con kiên cường.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bf2e8d6b56_0_7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giông tố bão bùng con vững bước ung dung.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bf2e8d6b56_0_7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dẫn trong đời, con còn có lo gì.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bf2e8d6b56_0_7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cơn giông tố, vững niềm tin ra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bf2e8d6b56_0_75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đôi môi rạng ngời, tim con mãi rung động.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bf2e8d6b56_0_7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yêu trong tay Chúa, có Ngài đâu lẻ loi.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8" name="Google Shape;1168;g3c95016f427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 XƯA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CÂY SỒI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 Huy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 xưa trên cây sồi, làng Fatima xa xôi. 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Mẹ Chúa Trời hiện ra uy linh sáng láng.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nhắn nhủ người đời: “Hãy mau ăn năn đền tội,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bf2e8d6b56_0_8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tôn sùng Mẫu Tâm, hãy siêng năng lần hạt Mân Côi.”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Maria ơi, Mẹ Maria ơi, con vâng nghe Mẹ rồi, 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sớm chiều từ nay thống hối.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86abb9ea5c_0_1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Maria ơi! Xin Mẹ đoái thương nhận lời: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3bf2e8d6b56_0_8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nước Việt xinh tươi Ðức Tin sáng ngời.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g3c95016f427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