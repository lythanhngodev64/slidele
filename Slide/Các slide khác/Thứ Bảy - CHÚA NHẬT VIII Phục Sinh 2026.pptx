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7" roundtripDataSignature="AMtx7mgqo290WVw6DGAvRxpJfCaD1VY3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7" Type="http://customschemas.google.com/relationships/presentationmetadata" Target="metadata"/><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73131aa0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d573131aa0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e9dfc09bba_0_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g3e9dfc09bba_0_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e9ce9eb37a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e9ce9eb37a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e27e67361b_1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e27e67361b_1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e27e67361b_1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e27e67361b_1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e27e67361b_1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e27e67361b_1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e9dfc09bba_0_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e9dfc09bba_0_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d48ab63a6f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d48ab63a6f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48ab63a6f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d48ab63a6f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d48ab63a6f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d48ab63a6f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d48ab63a6f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g3d48ab63a6f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d48ab63a6f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g3d48ab63a6f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d48ab63a6f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g3d48ab63a6f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3" name="Google Shape;6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09" name="Google Shape;6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5" name="Google Shape;6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1" name="Google Shape;6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7" name="Google Shape;6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3" name="Google Shape;6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9" name="Google Shape;6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5" name="Google Shape;6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1" name="Google Shape;6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7" name="Google Shape;6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3" name="Google Shape;6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9" name="Google Shape;6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75" name="Google Shape;6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e9dfc09bba_0_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g3e9dfc09bba_0_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5" name="Google Shape;68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e6e2da66e2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e6e2da66e2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e6e2da66e2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e6e2da66e2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e9ce9eb37a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e9ce9eb37a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e26ec1f821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e26ec1f821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e26ec1f821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e26ec1f821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e9ce9eb37a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e9ce9eb37a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e9ce9eb37a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1" name="Google Shape;741;g3e9ce9eb37a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e9ce9eb37a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6" name="Google Shape;746;g3e9ce9eb37a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e9ce9eb37a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1" name="Google Shape;751;g3e9ce9eb37a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6" name="Google Shape;75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3" name="Google Shape;76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9" name="Google Shape;76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4" name="Google Shape;77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e9dfc09bba_0_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9" name="Google Shape;779;g3e9dfc09bba_0_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4" name="Google Shape;78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e9dfc09bba_0_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e9dfc09bba_0_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e26ec1f821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e26ec1f821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e26ec1f821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e26ec1f821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e26ec1f821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e26ec1f821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e26ec1f821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e26ec1f821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e26ec1f821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e26ec1f821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e26ec1f821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e26ec1f821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e26ec1f821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e26ec1f821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e9ce9eb37a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e9ce9eb37a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e9ce9eb37a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e9ce9eb37a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e26ec1f821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e26ec1f821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e26ec1f821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e26ec1f821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e9ce9eb37a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e9ce9eb37a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e9ce9eb37a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e9ce9eb37a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e9ce9eb37a_1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e9ce9eb37a_1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e9ce9eb37a_1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e9ce9eb37a_1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e9ce9eb37a_1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e9ce9eb37a_1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d48ab63a6f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d48ab63a6f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e9ce9eb37a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e9ce9eb37a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e9ce9eb37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e9ce9eb37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e9ce9eb37a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e9ce9eb37a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e9ce9eb37a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e9ce9eb37a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e9ce9eb37a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e9ce9eb37a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e9ce9eb37a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e9ce9eb37a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e9ce9eb37a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e9ce9eb37a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e9ce9eb37a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e9ce9eb37a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e9dfc09bba_0_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e9dfc09bba_0_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e26ec1f821_0_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e26ec1f821_0_2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e26ec1f821_0_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e26ec1f821_0_2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e26ec1f821_0_2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e26ec1f821_0_2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e26ec1f821_0_2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e26ec1f821_0_2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e9dfc09bba_0_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e9dfc09bba_0_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3.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5.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5.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5.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5.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17600"/>
              <a:buNone/>
            </a:pPr>
            <a:r>
              <a:rPr b="1" lang="en-US" sz="10000">
                <a:solidFill>
                  <a:schemeClr val="accent4"/>
                </a:solidFill>
                <a:latin typeface="Times New Roman"/>
                <a:ea typeface="Times New Roman"/>
                <a:cs typeface="Times New Roman"/>
                <a:sym typeface="Times New Roman"/>
              </a:rPr>
              <a:t>XIN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MỜI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ĐỨNG</a:t>
            </a:r>
            <a:endParaRPr sz="10000"/>
          </a:p>
          <a:p>
            <a:pPr indent="0" lvl="0" marL="0" rtl="0" algn="ctr">
              <a:lnSpc>
                <a:spcPct val="120000"/>
              </a:lnSpc>
              <a:spcBef>
                <a:spcPts val="64"/>
              </a:spcBef>
              <a:spcAft>
                <a:spcPts val="0"/>
              </a:spcAft>
              <a:buClr>
                <a:srgbClr val="888888"/>
              </a:buClr>
              <a:buSzPts val="1275"/>
              <a:buNone/>
            </a:pPr>
            <a:r>
              <a:t/>
            </a:r>
            <a:endParaRPr sz="100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d573131aa0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LẠY NỮ VƯƠNG THIÊN ĐÀNG</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Lạy Nữ Vương Thiên Đàng hãy vui mừng – Alleluia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Vì Đấng Mẹ đã đáng cưu mang trong lòng – Alleluia.</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Người đã sống lại thật như lời đã phán hứa – Alleluia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Xin cầu cùng Chúa cho chúng con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Thánh Nữ Đồng Trinh Maria hãy hỉ hoan khoái lạc – Alleluia.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Vì Chúa đã sống lại thật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8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ts val="8500"/>
              <a:buNone/>
            </a:pPr>
            <a:r>
              <a:rPr b="1" lang="en-US" sz="7500">
                <a:solidFill>
                  <a:schemeClr val="lt1"/>
                </a:solidFill>
                <a:latin typeface="Times New Roman"/>
                <a:ea typeface="Times New Roman"/>
                <a:cs typeface="Times New Roman"/>
                <a:sym typeface="Times New Roman"/>
              </a:rPr>
              <a:t>Lạy Chúa, là Đấng đã làm cho thiên hạ đặng vui mừng quá bội</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bởi Đức Chúa Giêsu Kitô là Con Chúa cùng là Chúa chúng con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400">
                <a:solidFill>
                  <a:schemeClr val="lt1"/>
                </a:solidFill>
                <a:latin typeface="Times New Roman"/>
                <a:ea typeface="Times New Roman"/>
                <a:cs typeface="Times New Roman"/>
                <a:sym typeface="Times New Roman"/>
              </a:rPr>
              <a:t>xin vì Đức Nữ Đồng Trinh Maria là Thánh Mẫu Người nguyện cầu </a:t>
            </a:r>
            <a:endParaRPr sz="7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cho chúng con được hưởng phúc vui vẻ hằng sống đời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500">
                <a:solidFill>
                  <a:schemeClr val="lt1"/>
                </a:solidFill>
                <a:latin typeface="Times New Roman"/>
                <a:ea typeface="Times New Roman"/>
                <a:cs typeface="Times New Roman"/>
                <a:sym typeface="Times New Roman"/>
              </a:rPr>
              <a:t>Vì công nghiệp Chúa Kitô là Chúa chúng con. Amen.</a:t>
            </a:r>
            <a:endParaRPr sz="7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id="508" name="Google Shape;508;g3e9dfc09bba_0_34"/>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THẦN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HÃY ĐẾN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(Thành Tâm)</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Thánh Thần, khẩn xin ngự đến. Hồn con đang mong chờ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Suối nguồn thánh ân hiện xuống, này dương gian, xin Ngài đổi mới.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Ngài ơi, xin Ngài hãy đến, chiếu sáng thế gian u mê, tối tăm.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e9ce9eb37a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Ngài ơi, xin Ngài hãy đến, hiển linh, Ngài ơi.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Ngài xin đến, dẫn dắt chúng con trên đời.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e27e67361b_1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Cầu Ngài liên kết, chúng con nhất tâm trong Ngài.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e27e67361b_1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Cầu Ngài ban ơn thêm sức, kiên vững không lay.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e27e67361b_1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Sống sao nên người con Chúa, chứng nhân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pic>
        <p:nvPicPr>
          <p:cNvPr id="558" name="Google Shape;558;g3e9dfc09bba_0_38"/>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d48ab63a6f_0_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RẢY NƯỚC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Văn Hoà)</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d48ab63a6f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Tôi đã thấy nước từ bên phải đền thờ chảy ra. Al-le-lu-ia!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d48ab63a6f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Và nước ấy chảy đến những ai thì tất cả đều được cứu rỗi và reo lên. Al-le-lu-ia! Al-le-lu-ia.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g3d48ab63a6f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Lạy Chúa xin thương xót con theo lượng từ bi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d48ab63a6f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Sáng danh Đức Chúa Cha và Đức Chúa Con và Đức Chúa Thánh Thần.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d48ab63a6f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như đã có trước vô cùng và bây giờ và hằng có và đời đời chẳng cùng. A-men.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3ab13fdb44f_0_290"/>
          <p:cNvSpPr txBox="1"/>
          <p:nvPr/>
        </p:nvSpPr>
        <p:spPr>
          <a:xfrm>
            <a:off x="0" y="-15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EE0000"/>
              </a:buClr>
              <a:buSzPts val="9600"/>
              <a:buFont typeface="Times"/>
              <a:buNone/>
            </a:pPr>
            <a:r>
              <a:rPr b="1" i="1" lang="en-US" sz="8000" u="none" cap="none" strike="noStrike">
                <a:solidFill>
                  <a:schemeClr val="lt1"/>
                </a:solidFill>
                <a:latin typeface="Times"/>
                <a:ea typeface="Times"/>
                <a:cs typeface="Times"/>
                <a:sym typeface="Times"/>
              </a:rPr>
              <a:t>Sau Lời nguyện Cộng đoàn đáp:</a:t>
            </a:r>
            <a:r>
              <a:rPr b="1" i="0" lang="en-US" sz="8000" u="none" cap="none" strike="noStrike">
                <a:solidFill>
                  <a:srgbClr val="FFFF00"/>
                </a:solidFill>
                <a:latin typeface="Times"/>
                <a:ea typeface="Times"/>
                <a:cs typeface="Times"/>
                <a:sym typeface="Times"/>
              </a:rPr>
              <a:t> AMEN</a:t>
            </a:r>
            <a:endParaRPr b="1" i="0" sz="8000" u="none" cap="none" strike="noStrike">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99" name="Google Shape;59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0" name="Shape 610"/>
        <p:cNvGrpSpPr/>
        <p:nvPr/>
      </p:nvGrpSpPr>
      <p:grpSpPr>
        <a:xfrm>
          <a:off x="0" y="0"/>
          <a:ext cx="0" cy="0"/>
          <a:chOff x="0" y="0"/>
          <a:chExt cx="0" cy="0"/>
        </a:xfrm>
      </p:grpSpPr>
      <p:sp>
        <p:nvSpPr>
          <p:cNvPr id="611" name="Google Shape;6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pic>
        <p:nvPicPr>
          <p:cNvPr id="682" name="Google Shape;682;g3e9dfc09bba_0_42"/>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6" name="Shape 686"/>
        <p:cNvGrpSpPr/>
        <p:nvPr/>
      </p:nvGrpSpPr>
      <p:grpSpPr>
        <a:xfrm>
          <a:off x="0" y="0"/>
          <a:ext cx="0" cy="0"/>
          <a:chOff x="0" y="0"/>
          <a:chExt cx="0" cy="0"/>
        </a:xfrm>
      </p:grpSpPr>
      <p:sp>
        <p:nvSpPr>
          <p:cNvPr id="687" name="Google Shape;68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88" name="Google Shape;688;g3d48ab63a6f_0_9"/>
          <p:cNvPicPr preferRelativeResize="0"/>
          <p:nvPr/>
        </p:nvPicPr>
        <p:blipFill>
          <a:blip r:embed="rId3">
            <a:alphaModFix/>
          </a:blip>
          <a:stretch>
            <a:fillRect/>
          </a:stretch>
        </p:blipFill>
        <p:spPr>
          <a:xfrm>
            <a:off x="-50" y="4465"/>
            <a:ext cx="9144003" cy="5134572"/>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103</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Hồn con xin chúc tụng Chúa, lạy Thiên Chúa con tôn thờ,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e6e2da66e2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luôn lớn lao vô bờ quá nhiều việc tay Chúa làm, Ngài đã tác tạo dường bao.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sai Thánh Thần Chúa đến, để người đổi mới mặt đất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Kỳ công của Chúa tuyệt mỹ, thật phong phú trên địa cầu,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e6e2da66e2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yêu Chúa đã tác tạo, biển rộng đồi cao núi sâu, vạn vật muôn loài đẹp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e9ce9eb37a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sai Thánh Thần Chúa đến, để người đổi mới mặt đất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e26ec1f821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Kìa muôn thú ngước nhìn Chúa, đợi trông Chúa thương đoái nhìn,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e26ec1f821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dọn cho bữa ăn mặc tình, vui vầy cuộc sống tốt xinh, ngày ngày an bình hỉ hoan.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g3e9ce9eb37a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sai Thánh Thần Chúa đến, để người đổi mới mặt đất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g3e9ce9eb37a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4. </a:t>
            </a:r>
            <a:r>
              <a:rPr b="1" lang="en-US" sz="7500">
                <a:solidFill>
                  <a:schemeClr val="lt1"/>
                </a:solidFill>
                <a:latin typeface="Times New Roman"/>
                <a:ea typeface="Times New Roman"/>
                <a:cs typeface="Times New Roman"/>
                <a:sym typeface="Times New Roman"/>
              </a:rPr>
              <a:t>Vừa khi Chúa rút Thần Khí, là thân chúng ra tro bụi,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g3e9ce9eb37a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còn đâu xác thân đập vui. Chúa là niềm vui cõi đời, Ngài làm mới lại trần gian.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e9ce9eb37a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sai Thánh Thần Chúa đến, để người đổi mới mặt đất này.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7" name="Shape 757"/>
        <p:cNvGrpSpPr/>
        <p:nvPr/>
      </p:nvGrpSpPr>
      <p:grpSpPr>
        <a:xfrm>
          <a:off x="0" y="0"/>
          <a:ext cx="0" cy="0"/>
          <a:chOff x="0" y="0"/>
          <a:chExt cx="0" cy="0"/>
        </a:xfrm>
      </p:grpSpPr>
      <p:sp>
        <p:nvSpPr>
          <p:cNvPr id="758" name="Google Shape;75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59" name="Google Shape;759;g3d89366497e_0_44"/>
          <p:cNvPicPr preferRelativeResize="0"/>
          <p:nvPr/>
        </p:nvPicPr>
        <p:blipFill>
          <a:blip r:embed="rId3">
            <a:alphaModFix/>
          </a:blip>
          <a:stretch>
            <a:fillRect/>
          </a:stretch>
        </p:blipFill>
        <p:spPr>
          <a:xfrm>
            <a:off x="0" y="7144"/>
            <a:ext cx="9144000" cy="5129213"/>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5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300">
                <a:solidFill>
                  <a:schemeClr val="lt1"/>
                </a:solidFill>
                <a:latin typeface="Times New Roman"/>
                <a:ea typeface="Times New Roman"/>
                <a:cs typeface="Times New Roman"/>
                <a:sym typeface="Times New Roman"/>
              </a:rPr>
              <a:t>Lạy Chúa Thánh Thần xin xuống </a:t>
            </a:r>
            <a:br>
              <a:rPr b="1" lang="en-US" sz="7300">
                <a:solidFill>
                  <a:schemeClr val="lt1"/>
                </a:solidFill>
                <a:latin typeface="Times New Roman"/>
                <a:ea typeface="Times New Roman"/>
                <a:cs typeface="Times New Roman"/>
                <a:sym typeface="Times New Roman"/>
              </a:rPr>
            </a:br>
            <a:r>
              <a:rPr b="1" lang="en-US" sz="7300">
                <a:solidFill>
                  <a:schemeClr val="lt1"/>
                </a:solidFill>
                <a:latin typeface="Times New Roman"/>
                <a:ea typeface="Times New Roman"/>
                <a:cs typeface="Times New Roman"/>
                <a:sym typeface="Times New Roman"/>
              </a:rPr>
              <a:t>ngập tràn </a:t>
            </a:r>
            <a:endParaRPr b="1" sz="7300">
              <a:solidFill>
                <a:schemeClr val="lt1"/>
              </a:solidFill>
              <a:latin typeface="Times New Roman"/>
              <a:ea typeface="Times New Roman"/>
              <a:cs typeface="Times New Roman"/>
              <a:sym typeface="Times New Roman"/>
            </a:endParaRPr>
          </a:p>
        </p:txBody>
      </p:sp>
      <p:sp>
        <p:nvSpPr>
          <p:cNvPr id="766" name="Google Shape;76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400">
                <a:solidFill>
                  <a:schemeClr val="lt1"/>
                </a:solidFill>
                <a:latin typeface="Times New Roman"/>
                <a:ea typeface="Times New Roman"/>
                <a:cs typeface="Times New Roman"/>
                <a:sym typeface="Times New Roman"/>
              </a:rPr>
              <a:t>trong tâm hồn tín hữu, và xin nhóm lửa tình yêu trong lòng mọi người. </a:t>
            </a:r>
            <a:r>
              <a:rPr b="1" i="1" lang="en-US" sz="7500">
                <a:solidFill>
                  <a:srgbClr val="FFFF00"/>
                </a:solidFill>
                <a:latin typeface="Times New Roman"/>
                <a:ea typeface="Times New Roman"/>
                <a:cs typeface="Times New Roman"/>
                <a:sym typeface="Times New Roman"/>
              </a:rPr>
              <a:t>All..</a:t>
            </a:r>
            <a:endParaRPr b="1" sz="7500">
              <a:solidFill>
                <a:srgbClr val="FFFF00"/>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pic>
        <p:nvPicPr>
          <p:cNvPr id="776" name="Google Shape;776;g3baa6357486_0_13"/>
          <p:cNvPicPr preferRelativeResize="0"/>
          <p:nvPr/>
        </p:nvPicPr>
        <p:blipFill>
          <a:blip r:embed="rId3">
            <a:alphaModFix/>
          </a:blip>
          <a:stretch>
            <a:fillRect/>
          </a:stretch>
        </p:blipFill>
        <p:spPr>
          <a:xfrm>
            <a:off x="0" y="0"/>
            <a:ext cx="9143997" cy="5134566"/>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pic>
        <p:nvPicPr>
          <p:cNvPr id="781" name="Google Shape;781;g3e9dfc09bba_0_46"/>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87" name="Google Shape;78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pic>
        <p:nvPicPr>
          <p:cNvPr id="887" name="Google Shape;887;g3e9dfc09bba_0_50"/>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e26ec1f821_0_5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LỄ GIAO HOÀ</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(Nguyên Kha)</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e26ec1f821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Kính tiến lên Cha nhân từ, trọn niềm vui bao ước mơ.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e26ec1f821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lễ hy sinh toàn thiêu, đẹp như lễ dâng ban chiều.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e26ec1f821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rgbClr val="FFFF00"/>
                </a:solidFill>
                <a:latin typeface="Times New Roman"/>
                <a:ea typeface="Times New Roman"/>
                <a:cs typeface="Times New Roman"/>
                <a:sym typeface="Times New Roman"/>
              </a:rPr>
              <a:t>ĐK:</a:t>
            </a:r>
            <a:r>
              <a:rPr b="1" lang="en-US" sz="7700">
                <a:solidFill>
                  <a:schemeClr val="lt1"/>
                </a:solidFill>
                <a:latin typeface="Times New Roman"/>
                <a:ea typeface="Times New Roman"/>
                <a:cs typeface="Times New Roman"/>
                <a:sym typeface="Times New Roman"/>
              </a:rPr>
              <a:t> Này lễ vật giao hoà, này lễ vật vô giá đoàn con dâng Chúa từ nhân.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e26ec1f821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Này lễ vật toàn thiêu, tha thiết con nguyện cầu, xin Thiên Chúa thứ tha lỗi lầm.</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e26ec1f821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Kính tiến lên Cha cuộc đời, nhiều gian lao bao đắng cay.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e26ec1f821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Nước mắt tuôn rơi tràn mi, nguyện nâng đỡ con đêm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g3e9ce9eb37a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rgbClr val="FFFF00"/>
                </a:solidFill>
                <a:latin typeface="Times New Roman"/>
                <a:ea typeface="Times New Roman"/>
                <a:cs typeface="Times New Roman"/>
                <a:sym typeface="Times New Roman"/>
              </a:rPr>
              <a:t>ĐK:</a:t>
            </a:r>
            <a:r>
              <a:rPr b="1" lang="en-US" sz="7700">
                <a:solidFill>
                  <a:schemeClr val="lt1"/>
                </a:solidFill>
                <a:latin typeface="Times New Roman"/>
                <a:ea typeface="Times New Roman"/>
                <a:cs typeface="Times New Roman"/>
                <a:sym typeface="Times New Roman"/>
              </a:rPr>
              <a:t> Này lễ vật giao hoà, này lễ vật vô giá đoàn con dâng Chúa từ nhân.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e9ce9eb37a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Này lễ vật toàn thiêu, tha thiết con nguyện cầu, xin Thiên Chúa thứ tha lỗi lầm.</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g3e26ec1f821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Tiếng hát con dâng cao vời, tựa làn hương thơm ngất bay.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e26ec1f821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tiến lên Cha cực linh, nguyện ban xuống ơn an bình.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g3e9ce9eb37a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rgbClr val="FFFF00"/>
                </a:solidFill>
                <a:latin typeface="Times New Roman"/>
                <a:ea typeface="Times New Roman"/>
                <a:cs typeface="Times New Roman"/>
                <a:sym typeface="Times New Roman"/>
              </a:rPr>
              <a:t>ĐK:</a:t>
            </a:r>
            <a:r>
              <a:rPr b="1" lang="en-US" sz="7700">
                <a:solidFill>
                  <a:schemeClr val="lt1"/>
                </a:solidFill>
                <a:latin typeface="Times New Roman"/>
                <a:ea typeface="Times New Roman"/>
                <a:cs typeface="Times New Roman"/>
                <a:sym typeface="Times New Roman"/>
              </a:rPr>
              <a:t> Này lễ vật giao hoà, này lễ vật vô giá đoàn con dâng Chúa từ nhân.</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g3e9ce9eb37a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Này lễ vật toàn thiêu, tha thiết con nguyện cầu, xin Thiên Chúa thứ tha lỗi lầm.</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pic>
        <p:nvPicPr>
          <p:cNvPr id="957" name="Google Shape;957;g3e9ce9eb37a_1_9" title="ChatGPT Image May 23, 2026, 07_24_13 AM.png"/>
          <p:cNvPicPr preferRelativeResize="0"/>
          <p:nvPr/>
        </p:nvPicPr>
        <p:blipFill rotWithShape="1">
          <a:blip r:embed="rId3">
            <a:alphaModFix/>
          </a:blip>
          <a:srcRect b="0" l="0" r="0" t="0"/>
          <a:stretch/>
        </p:blipFill>
        <p:spPr>
          <a:xfrm>
            <a:off x="0" y="0"/>
            <a:ext cx="9139127" cy="5143499"/>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id="977" name="Google Shape;977;g3e9ce9eb37a_1_5" title="ChatGPT Image May 23, 2026, 07_24_13 AM.png"/>
          <p:cNvPicPr preferRelativeResize="0"/>
          <p:nvPr/>
        </p:nvPicPr>
        <p:blipFill rotWithShape="1">
          <a:blip r:embed="rId3">
            <a:alphaModFix/>
          </a:blip>
          <a:srcRect b="0" l="0" r="0" t="0"/>
          <a:stretch/>
        </p:blipFill>
        <p:spPr>
          <a:xfrm>
            <a:off x="0" y="0"/>
            <a:ext cx="9139127" cy="5143499"/>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pic>
        <p:nvPicPr>
          <p:cNvPr id="997" name="Google Shape;997;g3e9ce9eb37a_1_1" title="ChatGPT Image May 23, 2026, 07_24_13 AM.png"/>
          <p:cNvPicPr preferRelativeResize="0"/>
          <p:nvPr/>
        </p:nvPicPr>
        <p:blipFill rotWithShape="1">
          <a:blip r:embed="rId3">
            <a:alphaModFix/>
          </a:blip>
          <a:srcRect b="0" l="0" r="0" t="0"/>
          <a:stretch/>
        </p:blipFill>
        <p:spPr>
          <a:xfrm>
            <a:off x="0" y="0"/>
            <a:ext cx="9139127" cy="5143499"/>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New Roman"/>
                <a:ea typeface="Times New Roman"/>
                <a:cs typeface="Times New Roman"/>
                <a:sym typeface="Times New Roman"/>
              </a:rPr>
              <a:t>Vào ngày cuối cùng dịp lễ, Chúa Giêsu đứng lên giảng lớn tiếng rằng: </a:t>
            </a:r>
            <a:endParaRPr b="1" sz="7300">
              <a:solidFill>
                <a:schemeClr val="lt1"/>
              </a:solidFill>
              <a:latin typeface="Times New Roman"/>
              <a:ea typeface="Times New Roman"/>
              <a:cs typeface="Times New Roman"/>
              <a:sym typeface="Times New Roman"/>
            </a:endParaRPr>
          </a:p>
        </p:txBody>
      </p:sp>
      <p:sp>
        <p:nvSpPr>
          <p:cNvPr id="1003" name="Google Shape;100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a42a8b53c1_2_27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accent4"/>
              </a:buClr>
              <a:buSzPts val="4000"/>
              <a:buFont typeface="Times"/>
              <a:buNone/>
            </a:pPr>
            <a:r>
              <a:rPr b="1" lang="en-US" sz="7500">
                <a:solidFill>
                  <a:schemeClr val="lt1"/>
                </a:solidFill>
                <a:latin typeface="Times New Roman"/>
                <a:ea typeface="Times New Roman"/>
                <a:cs typeface="Times New Roman"/>
                <a:sym typeface="Times New Roman"/>
              </a:rPr>
              <a:t>Ai Khát nước, hãy đến cùng Ta và hãy uống – Alleluia.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pic>
        <p:nvPicPr>
          <p:cNvPr id="1013" name="Google Shape;1013;g3d48ab63a6f_0_274" title="ChatGPT Image May 23, 2026, 07_24_13 AM.png"/>
          <p:cNvPicPr preferRelativeResize="0"/>
          <p:nvPr/>
        </p:nvPicPr>
        <p:blipFill rotWithShape="1">
          <a:blip r:embed="rId3">
            <a:alphaModFix/>
          </a:blip>
          <a:srcRect b="0" l="0" r="0" t="0"/>
          <a:stretch/>
        </p:blipFill>
        <p:spPr>
          <a:xfrm>
            <a:off x="0" y="0"/>
            <a:ext cx="9139127" cy="5143499"/>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SỐNG TRONG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NIỀM VUI</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Duy)</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Một đời lần trong đêm tối, tình yêu con nay như hao mòn.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đời tìm trong thao thức, lòng con ngập tràn bao nỗi buồn.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e9ce9eb37a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ơi, xin thương giữ hồn con, về đây xin dâng cả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e9ce9eb37a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tin rằng Ngài là Thiên Chúa, bên Ngài, hạnh phúc suốt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lạy Chúa con, chính con trông cậy ở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Chúa, lạy Chúa con, hãy đưa con về, sống trong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e9ce9eb37a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2.</a:t>
            </a:r>
            <a:r>
              <a:rPr b="1" lang="en-US" sz="8000">
                <a:solidFill>
                  <a:srgbClr val="FFFFFF"/>
                </a:solidFill>
                <a:latin typeface="Times New Roman"/>
                <a:ea typeface="Times New Roman"/>
                <a:cs typeface="Times New Roman"/>
                <a:sym typeface="Times New Roman"/>
              </a:rPr>
              <a:t> Gọi thầm rằng con hãy nhớ, tình yêu sẽ biến đổi phận người.</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e9ce9eb37a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Arial"/>
              <a:buNone/>
            </a:pPr>
            <a:r>
              <a:rPr b="1" lang="en-US" sz="8000">
                <a:solidFill>
                  <a:schemeClr val="lt1"/>
                </a:solidFill>
                <a:latin typeface="Times New Roman"/>
                <a:ea typeface="Times New Roman"/>
                <a:cs typeface="Times New Roman"/>
                <a:sym typeface="Times New Roman"/>
              </a:rPr>
              <a:t>Phận người từ trong tiếng khóc, một mai tình Ngài cho tiếng cười.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e9ce9eb37a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Chúa ơi, nay con xin gửi trao, đời con những đắng cay khổ sầu.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e9ce9eb37a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Nơi Ngài, hồn con nương náu, nỗi vui từ nay thắm màu.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e9ce9eb37a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lạy Chúa con, chính con trông cậy ở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e9ce9eb37a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Lạy Chúa, lạy Chúa con, hãy đưa con về, sống trong niềm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pic>
        <p:nvPicPr>
          <p:cNvPr id="1083" name="Google Shape;1083;g3e9dfc09bba_0_54"/>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e26ec1f821_0_20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NHƯ CHA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ĐÃ SAI THẦY</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(Nguyễn Văn Hoà)</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3e26ec1f821_0_2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300">
                <a:solidFill>
                  <a:srgbClr val="FFFF00"/>
                </a:solidFill>
                <a:latin typeface="Times New Roman"/>
                <a:ea typeface="Times New Roman"/>
                <a:cs typeface="Times New Roman"/>
                <a:sym typeface="Times New Roman"/>
              </a:rPr>
              <a:t>ĐK:</a:t>
            </a:r>
            <a:r>
              <a:rPr b="1" lang="en-US" sz="7300">
                <a:solidFill>
                  <a:srgbClr val="FFFFFF"/>
                </a:solidFill>
                <a:latin typeface="Times New Roman"/>
                <a:ea typeface="Times New Roman"/>
                <a:cs typeface="Times New Roman"/>
                <a:sym typeface="Times New Roman"/>
              </a:rPr>
              <a:t> Như Cha đã sai Thầy, Thầy cũng sai các con. Các con hãy nhận lấy Thánh Thần.</a:t>
            </a:r>
            <a:endParaRPr b="1" sz="7300">
              <a:solidFill>
                <a:srgbClr val="FFFFFF"/>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e26ec1f821_0_2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100">
                <a:solidFill>
                  <a:srgbClr val="FFFF00"/>
                </a:solidFill>
                <a:latin typeface="Times New Roman"/>
                <a:ea typeface="Times New Roman"/>
                <a:cs typeface="Times New Roman"/>
                <a:sym typeface="Times New Roman"/>
              </a:rPr>
              <a:t>1.</a:t>
            </a:r>
            <a:r>
              <a:rPr b="1" lang="en-US" sz="8100">
                <a:solidFill>
                  <a:srgbClr val="FFFFFF"/>
                </a:solidFill>
                <a:latin typeface="Times New Roman"/>
                <a:ea typeface="Times New Roman"/>
                <a:cs typeface="Times New Roman"/>
                <a:sym typeface="Times New Roman"/>
              </a:rPr>
              <a:t> Lạy Chúa Thánh Thần xin Ngài ngự đến, </a:t>
            </a:r>
            <a:endParaRPr b="1" sz="8100">
              <a:solidFill>
                <a:srgbClr val="FFFFFF"/>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e26ec1f821_0_2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Arial"/>
              <a:buNone/>
            </a:pPr>
            <a:r>
              <a:rPr b="1" lang="en-US" sz="8000">
                <a:solidFill>
                  <a:schemeClr val="lt1"/>
                </a:solidFill>
                <a:latin typeface="Times New Roman"/>
                <a:ea typeface="Times New Roman"/>
                <a:cs typeface="Times New Roman"/>
                <a:sym typeface="Times New Roman"/>
              </a:rPr>
              <a:t>để Ngài đổi mới, đổi mới tâm hồn chúng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pic>
        <p:nvPicPr>
          <p:cNvPr id="1108" name="Google Shape;1108;g3e9dfc09bba_0_58"/>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