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8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184.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92" roundtripDataSignature="AMtx7mjcfwyw3J0gRCkNu1k+TOeZEvoq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192" Type="http://customschemas.google.com/relationships/presentationmetadata" Target="metadata"/><Relationship Id="rId45" Type="http://schemas.openxmlformats.org/officeDocument/2006/relationships/slide" Target="slides/slide40.xml"/><Relationship Id="rId191" Type="http://schemas.openxmlformats.org/officeDocument/2006/relationships/slide" Target="slides/slide186.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89" Type="http://schemas.openxmlformats.org/officeDocument/2006/relationships/slide" Target="slides/slide184.xml"/><Relationship Id="rId100" Type="http://schemas.openxmlformats.org/officeDocument/2006/relationships/slide" Target="slides/slide95.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16ddd2213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16ddd2213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16ddd221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16ddd221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16ddd221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16ddd221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16ddd2213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16ddd2213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16ddd2213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f16ddd2213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8a8273fd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8a8273fd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16ddd221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16ddd221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8a8273fd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8a8273fd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16ddd221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16ddd221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8" name="Google Shape;70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f16ddd2213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f16ddd2213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f16ddd2213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g3f16ddd2213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16ddd221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16ddd221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16ddd221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16ddd221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16ddd221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16ddd221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16ddd221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16ddd221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16ddd221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16ddd221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6" name="Google Shape;93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1" name="Google Shape;94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6" name="Google Shape;94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f16ddd221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1" name="Google Shape;951;g3f16ddd221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f16ddd221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f16ddd221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16ddd221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f16ddd221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16ddd221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f16ddd221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16ddd221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16ddd221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16ddd221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16ddd221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16ddd221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16ddd221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16ddd221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16ddd221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16ddd221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16ddd221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16ddd2213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16ddd2213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eb98287b4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eb98287b4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16ddd221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16ddd221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b98287b4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eb98287b4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16ddd221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16ddd221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4.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4.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4.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4.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16ddd2213_0_8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Đây lễ vật hy sinh, Con Chúa Trời uy linh. Dâng mình trên thánh giá,</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nay tiến dâng trên muôn bàn thờ, đây bánh thơm, đây ly rượu nồng, lễ vật vẹn sạch tinh trong.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16ddd221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16ddd221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f16ddd2213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f16ddd2213_0_8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Vì Chúa con chịu nhục thân, bị anh em đoạn nghĩa chia tình, bị thân nhân khinh ghét riêng mình.</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Sự nhiệt tâm Nhà Chúa, khiến con mỏi mòn thổn thức. Điều làm tủi nhục Ngài lại đổ lên trên mình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nhậm lời con khẩn cầu vì lòng từ bi nhân hậu, xin mau cứu thoát cuộc đời bể dâu.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 </a:t>
            </a:r>
            <a:r>
              <a:rPr b="1" lang="en-US" sz="6700">
                <a:solidFill>
                  <a:schemeClr val="lt1"/>
                </a:solidFill>
                <a:latin typeface="Times New Roman"/>
                <a:ea typeface="Times New Roman"/>
                <a:cs typeface="Times New Roman"/>
                <a:sym typeface="Times New Roman"/>
              </a:rPr>
              <a:t>Này con dâng lời nguyện xin: tình yêu thương Ngài hãy biểu lộ, nguyện thương con theo đức nhân hậu.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8a8273fd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Nhậm lời con Ngài ơi, chiếu theo đức cả từ bi. Vì lòng tín trung Ngài, nguyện xót thương thân phận con.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16ddd221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nhậm lời con khẩn cầu vì lòng từ bi nhân hậu, xin mau cứu thoát cuộc đời bể dâu.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3. </a:t>
            </a:r>
            <a:r>
              <a:rPr b="1" lang="en-US" sz="6700">
                <a:solidFill>
                  <a:schemeClr val="lt1"/>
                </a:solidFill>
                <a:latin typeface="Times New Roman"/>
                <a:ea typeface="Times New Roman"/>
                <a:cs typeface="Times New Roman"/>
                <a:sym typeface="Times New Roman"/>
              </a:rPr>
              <a:t>Vì Chúa thương người cùng đinh, và không chê bỏ kẻ thân tình hằng kêu xin tìm kiếm nhan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8a8273fd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Người hiền hãy mừng vui, hãy hoan hỉ và hồi sinh. Ngợi mừng Chúa cao vời, trời đất bao la biển khơi.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16ddd221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nhậm lời con khẩn cầu vì lòng từ bi nhân hậu, xin mau cứu thoát cuộc đời bể dâu.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2" name="Shape 702"/>
        <p:cNvGrpSpPr/>
        <p:nvPr/>
      </p:nvGrpSpPr>
      <p:grpSpPr>
        <a:xfrm>
          <a:off x="0" y="0"/>
          <a:ext cx="0" cy="0"/>
          <a:chOff x="0" y="0"/>
          <a:chExt cx="0" cy="0"/>
        </a:xfrm>
      </p:grpSpPr>
      <p:sp>
        <p:nvSpPr>
          <p:cNvPr id="703" name="Google Shape;70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4" name="Google Shape;70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Chúa phán rằng: “Lời Cha là chân lý, lời ban niềm vui sống, </a:t>
            </a:r>
            <a:endParaRPr b="1" sz="6300">
              <a:solidFill>
                <a:schemeClr val="lt1"/>
              </a:solidFill>
              <a:latin typeface="Times New Roman"/>
              <a:ea typeface="Times New Roman"/>
              <a:cs typeface="Times New Roman"/>
              <a:sym typeface="Times New Roman"/>
            </a:endParaRPr>
          </a:p>
        </p:txBody>
      </p:sp>
      <p:sp>
        <p:nvSpPr>
          <p:cNvPr id="711" name="Google Shape;71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xin Ngài thánh hoá chúng trong sự thật”.</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pic>
        <p:nvPicPr>
          <p:cNvPr id="721" name="Google Shape;72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g3f16ddd2213_0_9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32" name="Google Shape;73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g3f16ddd2213_0_9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CỦA LỄ HIẾN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(Thái Nguyên)</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Này là của lễ đời con, dâng về Thiên Chúa huyền siêu. Này đời con có bao nhiêu, dù cho bao điều vẫn thiếu.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Cậy nhờ hy lễ toàn thiêu, Chúa đã dâng hiến một chiều, trên đồi thập giá cô liêu, để cho nhân thế tình yêu.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Này đây lễ vật tinh tuyền cầu mong công ơn Chúa Con cứu đời lắm than héo hon.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chemeClr val="lt1"/>
                </a:solidFill>
                <a:latin typeface="Times New Roman"/>
                <a:ea typeface="Times New Roman"/>
                <a:cs typeface="Times New Roman"/>
                <a:sym typeface="Times New Roman"/>
              </a:rPr>
              <a:t>Này đây lễ vật thanh khiết, Chúa ơi thương tình đoái nhận ban phần sự sống muôn đời.</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16ddd221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 </a:t>
            </a:r>
            <a:r>
              <a:rPr b="1" lang="en-US" sz="6700">
                <a:solidFill>
                  <a:schemeClr val="lt1"/>
                </a:solidFill>
                <a:latin typeface="Times New Roman"/>
                <a:ea typeface="Times New Roman"/>
                <a:cs typeface="Times New Roman"/>
                <a:sym typeface="Times New Roman"/>
              </a:rPr>
              <a:t>Này là tình mến gửi trao giữa ngàn nguy khó chẳng nao. Ngày dài năm tháng qua mau,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16ddd221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đời con bên Ngài nương náu. Lễ vật chẳng có là bao, nhưng lòng yêu mến dâng trào.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16ddd221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Xin nguồn ơn thánh trên cao, hồng ân ban xuống dạt dào.</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16ddd221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Này đây lễ vật tinh tuyền cầu mong công ơn Chúa Con cứu đời lắm than héo hon.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16ddd221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chemeClr val="lt1"/>
                </a:solidFill>
                <a:latin typeface="Times New Roman"/>
                <a:ea typeface="Times New Roman"/>
                <a:cs typeface="Times New Roman"/>
                <a:sym typeface="Times New Roman"/>
              </a:rPr>
              <a:t>Này đây lễ vật thanh khiết, Chúa ơi thương tình đoái nhận ban phần sự sống muôn đời.</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300">
                <a:solidFill>
                  <a:schemeClr val="lt1"/>
                </a:solidFill>
                <a:latin typeface="Times New Roman"/>
                <a:ea typeface="Times New Roman"/>
                <a:cs typeface="Times New Roman"/>
                <a:sym typeface="Times New Roman"/>
              </a:rPr>
              <a:t>Chúa phán: “Ta là mục tử tốt lành, </a:t>
            </a:r>
            <a:endParaRPr b="1" sz="6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300">
                <a:solidFill>
                  <a:schemeClr val="lt1"/>
                </a:solidFill>
                <a:latin typeface="Times New Roman"/>
                <a:ea typeface="Times New Roman"/>
                <a:cs typeface="Times New Roman"/>
                <a:sym typeface="Times New Roman"/>
              </a:rPr>
              <a:t>và Ta thí mạng sống Ta vì các chiên Ta”.</a:t>
            </a:r>
            <a:endParaRPr b="1" sz="6300">
              <a:solidFill>
                <a:schemeClr val="lt1"/>
              </a:solidFill>
              <a:latin typeface="Times New Roman"/>
              <a:ea typeface="Times New Roman"/>
              <a:cs typeface="Times New Roman"/>
              <a:sym typeface="Times New Roman"/>
            </a:endParaRPr>
          </a:p>
        </p:txBody>
      </p:sp>
      <p:sp>
        <p:nvSpPr>
          <p:cNvPr id="933" name="Google Shape;93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pic>
        <p:nvPicPr>
          <p:cNvPr id="938" name="Google Shape;93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Ý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(Thái Nguyên)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g3f16ddd221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Xin cho con tìm theo ý Chúa, không hoang mang không sợ đau thương, không vấn vương trên con đường.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g3f16ddd221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f16ddd221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f16ddd221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 </a:t>
            </a:r>
            <a:r>
              <a:rPr b="1" lang="en-US" sz="6700">
                <a:solidFill>
                  <a:schemeClr val="lt1"/>
                </a:solidFill>
                <a:latin typeface="Times New Roman"/>
                <a:ea typeface="Times New Roman"/>
                <a:cs typeface="Times New Roman"/>
                <a:sym typeface="Times New Roman"/>
              </a:rPr>
              <a:t>Xin cho con một tình yêu mến, luôn hăng say tuân hành ý Chúa, không đắn đo không lo ngại.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16ddd221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16ddd221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16ddd221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3. </a:t>
            </a:r>
            <a:r>
              <a:rPr b="1" lang="en-US" sz="6700">
                <a:solidFill>
                  <a:schemeClr val="lt1"/>
                </a:solidFill>
                <a:latin typeface="Times New Roman"/>
                <a:ea typeface="Times New Roman"/>
                <a:cs typeface="Times New Roman"/>
                <a:sym typeface="Times New Roman"/>
              </a:rPr>
              <a:t>Con không mong điều chi hơn nữa, nhưng mong sao cho đẹp ý Chúa, luôn hết tâm lo kiếm tìm.</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16ddd221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16ddd2213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id="1003" name="Google Shape;1003;g3f16ddd2213_0_10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ĐỒNG HÀNH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VỚI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(Ngọc Linh)</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eb98287b4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1.</a:t>
            </a:r>
            <a:r>
              <a:rPr b="1" lang="en-US" sz="6800">
                <a:solidFill>
                  <a:srgbClr val="FFFFFF"/>
                </a:solidFill>
                <a:latin typeface="Times New Roman"/>
                <a:ea typeface="Times New Roman"/>
                <a:cs typeface="Times New Roman"/>
                <a:sym typeface="Times New Roman"/>
              </a:rPr>
              <a:t> Mẹ ơi, trên con đường đời, xin Mẹ hằng luôn nâng đỡ. </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16ddd221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FF"/>
                </a:solidFill>
                <a:latin typeface="Times New Roman"/>
                <a:ea typeface="Times New Roman"/>
                <a:cs typeface="Times New Roman"/>
                <a:sym typeface="Times New Roman"/>
              </a:rPr>
              <a:t>Cùng con gieo chân khắp nơi, đắp xây Nước Trời chẳng ngơi; giữa nơi gian trần đẹp tươi.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eb98287b4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Kính dâng Mẹ lòng mến yêu nhiều kính dâng Mẹ tình con không thiếu. </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16ddd221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FF"/>
                </a:solidFill>
                <a:latin typeface="Times New Roman"/>
                <a:ea typeface="Times New Roman"/>
                <a:cs typeface="Times New Roman"/>
                <a:sym typeface="Times New Roman"/>
              </a:rPr>
              <a:t>Bước bên Mẹ lòng không cô liêu, sống trong Mẹ hồn ngập thương yêu.</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pic>
        <p:nvPicPr>
          <p:cNvPr id="1033" name="Google Shape;1033;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