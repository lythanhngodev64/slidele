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7" roundtripDataSignature="AMtx7mh8rapEZS2GodWSGlu2CwK1jzIQ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7" Type="http://customschemas.google.com/relationships/presentationmetadata" Target="metadata"/><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5c12958b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a5c12958b4_0_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5c728cec8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5c728cec8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26357b4a1_0_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b26357b4a1_0_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5c728cec8_0_1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b5c728cec8_0_1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26357b4a1_0_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b26357b4a1_0_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b5c728cec8_0_1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b5c728cec8_0_1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b26357b4a1_0_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b26357b4a1_0_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b5c728cec8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b5c728cec8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b5c728cec8_0_1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b5c728cec8_0_1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b5c728cec8_0_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b5c728cec8_0_1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b5c728cec8_0_1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b5c728cec8_0_1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b5c728cec8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g3b5c728cec8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 name="Google Shape;58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8" name="Google Shape;58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94" name="Google Shape;59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9" name="Google Shape;59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0" name="Google Shape;60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6" name="Google Shape;60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2" name="Google Shape;61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 name="Google Shape;61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8" name="Google Shape;61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4" name="Google Shape;62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0" name="Google Shape;63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6" name="Google Shape;63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2" name="Google Shape;64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 name="Google Shape;64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8" name="Google Shape;64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4" name="Google Shape;65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0" name="Google Shape;66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b5c728cec8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5" name="Google Shape;665;g3b5c728cec8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0" name="Google Shape;670;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4" name="Google Shape;684;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9" name="Google Shape;689;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b26357b4a1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4" name="Google Shape;694;g3b26357b4a1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9" name="Google Shape;699;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4" name="Google Shape;704;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b26357b4a1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4" name="Google Shape;714;g3b26357b4a1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5c728cec8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b5c728cec8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b26357b4a1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g3b26357b4a1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b5c728cec8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g3b5c728cec8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1" name="Google Shape;751;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7" name="Google Shape;757;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b5c728cec8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2" name="Google Shape;762;g3b5c728cec8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7" name="Google Shape;767;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3" name="Google Shape;773;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8" name="Google Shape;778;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8" name="Google Shape;798;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3" name="Google Shape;803;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8" name="Google Shape;808;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3" name="Google Shape;813;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8" name="Google Shape;818;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3" name="Google Shape;823;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8" name="Google Shape;828;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3" name="Google Shape;833;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3" name="Google Shape;843;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8" name="Google Shape;858;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3" name="Google Shape;863;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b5c728cec8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8" name="Google Shape;868;g3b5c728cec8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3" name="Google Shape;873;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3" name="Google Shape;883;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b5c728cec8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8" name="Google Shape;888;g3b5c728cec8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b5c728cec8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3" name="Google Shape;893;g3b5c728cec8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3" name="Google Shape;90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b26357b4a1_0_2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8" name="Google Shape;908;g3b26357b4a1_0_2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b26357b4a1_0_2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3" name="Google Shape;913;g3b26357b4a1_0_2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b26357b4a1_0_3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g3b26357b4a1_0_3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b5c728cec8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g3b5c728cec8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b5c728cec8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g3b5c728cec8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b5c728cec8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g3b5c728cec8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b26357b4a1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9" name="Google Shape;989;g3b26357b4a1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4" name="Google Shape;994;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9" name="Google Shape;999;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9" name="Google Shape;1009;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b5c728cec8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4" name="Google Shape;1014;g3b5c728cec8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b26357b4a1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9" name="Google Shape;1019;g3b26357b4a1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b26357b4a1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4" name="Google Shape;1024;g3b26357b4a1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b5c728cec8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9" name="Google Shape;1029;g3b5c728cec8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b5c728cec8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4" name="Google Shape;1034;g3b5c728cec8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b5c728cec8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9" name="Google Shape;1039;g3b5c728cec8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b5c728cec8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4" name="Google Shape;1044;g3b5c728cec8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3b5c728cec8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9" name="Google Shape;1049;g3b5c728cec8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b5c728cec8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4" name="Google Shape;1054;g3b5c728cec8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b5c728cec8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9" name="Google Shape;1059;g3b5c728cec8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b5c728cec8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4" name="Google Shape;1064;g3b5c728cec8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b5c728cec8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9" name="Google Shape;1069;g3b5c728cec8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b5c728cec8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4" name="Google Shape;1074;g3b5c728cec8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b5c728cec8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9" name="Google Shape;1079;g3b5c728cec8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4" name="Google Shape;1084;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9" name="Google Shape;1089;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4" name="Google Shape;1094;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9" name="Google Shape;1099;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3b26357b4a1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4" name="Google Shape;1104;g3b26357b4a1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3b5c728cec8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9" name="Google Shape;1109;g3b5c728cec8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6.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5.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6.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6.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jp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6.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a5c12958b4_0_0"/>
          <p:cNvPicPr preferRelativeResize="0"/>
          <p:nvPr/>
        </p:nvPicPr>
        <p:blipFill rotWithShape="1">
          <a:blip r:embed="rId3">
            <a:alphaModFix/>
          </a:blip>
          <a:srcRect b="0" l="0" r="0" t="0"/>
          <a:stretch/>
        </p:blipFill>
        <p:spPr>
          <a:xfrm>
            <a:off x="0" y="0"/>
            <a:ext cx="9144003"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b5c728cec8_0_89"/>
          <p:cNvPicPr preferRelativeResize="0"/>
          <p:nvPr/>
        </p:nvPicPr>
        <p:blipFill rotWithShape="1">
          <a:blip r:embed="rId3">
            <a:alphaModFix/>
          </a:blip>
          <a:srcRect b="0" l="0" r="0" t="0"/>
          <a:stretch/>
        </p:blipFill>
        <p:spPr>
          <a:xfrm>
            <a:off x="0" y="0"/>
            <a:ext cx="9144003" cy="514349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CÁC TẦNG TRỜI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MỞ RA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Thái Nguyên)</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Các tầng trời mở ra mở ra, mở ra.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Thánh Thần ngự đến như hình bồ câu đậu xuống trên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b26357b4a1_0_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Rồi tiếng Chúa Cha tuyên phán: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b5c728cec8_0_1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là Con Ta yêu dấu Con đẹp lòng Ta mọi đàng”.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b26357b4a1_0_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Xin cho chúng con là đoàn dân thánh được đổi mới.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b5c728cec8_0_1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Nhờ ơn Chúa dòng nước Thánh Linh tuôn tràn sức sống,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b26357b4a1_0_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cho chúng con một lòng vững chí, để thi hành thánh ý Cha.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b5c728cec8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Các tầng trời mở ra mở ra, mở ra.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b5c728cec8_0_1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Thánh Thần ngự đến như hình bồ câu đậu xuống trên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b5c728cec8_0_1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Rồi tiếng Chúa Cha tuyên phán: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b5c728cec8_0_1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là Con Ta yêu dấu Con đẹp lòng Ta mọi đàng”.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pic>
        <p:nvPicPr>
          <p:cNvPr id="578" name="Google Shape;578;g3b5c728cec8_0_85"/>
          <p:cNvPicPr preferRelativeResize="0"/>
          <p:nvPr/>
        </p:nvPicPr>
        <p:blipFill rotWithShape="1">
          <a:blip r:embed="rId3">
            <a:alphaModFix/>
          </a:blip>
          <a:srcRect b="0" l="0" r="0" t="0"/>
          <a:stretch/>
        </p:blipFill>
        <p:spPr>
          <a:xfrm>
            <a:off x="0" y="0"/>
            <a:ext cx="9144003" cy="5143499"/>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84" name="Google Shape;584;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5" name="Shape 595"/>
        <p:cNvGrpSpPr/>
        <p:nvPr/>
      </p:nvGrpSpPr>
      <p:grpSpPr>
        <a:xfrm>
          <a:off x="0" y="0"/>
          <a:ext cx="0" cy="0"/>
          <a:chOff x="0" y="0"/>
          <a:chExt cx="0" cy="0"/>
        </a:xfrm>
      </p:grpSpPr>
      <p:sp>
        <p:nvSpPr>
          <p:cNvPr id="596" name="Google Shape;59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pic>
        <p:nvPicPr>
          <p:cNvPr id="667" name="Google Shape;667;g3b5c728cec8_0_93"/>
          <p:cNvPicPr preferRelativeResize="0"/>
          <p:nvPr/>
        </p:nvPicPr>
        <p:blipFill rotWithShape="1">
          <a:blip r:embed="rId3">
            <a:alphaModFix/>
          </a:blip>
          <a:srcRect b="0" l="0" r="0" t="0"/>
          <a:stretch/>
        </p:blipFill>
        <p:spPr>
          <a:xfrm>
            <a:off x="0" y="0"/>
            <a:ext cx="9144003" cy="5143499"/>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1" name="Shape 671"/>
        <p:cNvGrpSpPr/>
        <p:nvPr/>
      </p:nvGrpSpPr>
      <p:grpSpPr>
        <a:xfrm>
          <a:off x="0" y="0"/>
          <a:ext cx="0" cy="0"/>
          <a:chOff x="0" y="0"/>
          <a:chExt cx="0" cy="0"/>
        </a:xfrm>
      </p:grpSpPr>
      <p:sp>
        <p:nvSpPr>
          <p:cNvPr id="672" name="Google Shape;672;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3" name="Google Shape;673;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4" name="Google Shape;674;p133"/>
          <p:cNvSpPr/>
          <p:nvPr/>
        </p:nvSpPr>
        <p:spPr>
          <a:xfrm flipH="1" rot="10800000">
            <a:off x="-1733" y="0"/>
            <a:ext cx="6803134" cy="5143179"/>
          </a:xfrm>
          <a:prstGeom prst="rect">
            <a:avLst/>
          </a:prstGeom>
          <a:gradFill>
            <a:gsLst>
              <a:gs pos="0">
                <a:srgbClr val="000000">
                  <a:alpha val="49411"/>
                </a:srgbClr>
              </a:gs>
              <a:gs pos="8000">
                <a:srgbClr val="000000">
                  <a:alpha val="49411"/>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5" name="Google Shape;675;p133"/>
          <p:cNvSpPr/>
          <p:nvPr/>
        </p:nvSpPr>
        <p:spPr>
          <a:xfrm flipH="1" rot="-5400000">
            <a:off x="2737118" y="-1264380"/>
            <a:ext cx="3670923" cy="9145160"/>
          </a:xfrm>
          <a:prstGeom prst="rect">
            <a:avLst/>
          </a:prstGeom>
          <a:gradFill>
            <a:gsLst>
              <a:gs pos="0">
                <a:srgbClr val="9CC2E5">
                  <a:alpha val="0"/>
                </a:srgbClr>
              </a:gs>
              <a:gs pos="100000">
                <a:srgbClr val="000000">
                  <a:alpha val="43529"/>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76" name="Google Shape;676;p133"/>
          <p:cNvPicPr preferRelativeResize="0"/>
          <p:nvPr/>
        </p:nvPicPr>
        <p:blipFill rotWithShape="1">
          <a:blip r:embed="rId3">
            <a:alphaModFix/>
          </a:blip>
          <a:srcRect b="0" l="0" r="0" t="0"/>
          <a:stretch/>
        </p:blipFill>
        <p:spPr>
          <a:xfrm>
            <a:off x="0" y="4465"/>
            <a:ext cx="9144003" cy="5134572"/>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28</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Nào người con cái Chúa hãy dâng kính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kính Ngài quyền năng vinh quang xứng với cao danh thánh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g3b26357b4a1_0_3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Hãy mang lễ phục thánh để thờ lạy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sẽ chúc phúc cho dân Ngài trong cảnh thái bình.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Và này đây tiếng Chúa đã âm vang dội,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âm vang dội từ trên sóng nước, tiếng Chúa phán trong uy quyền.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b26357b4a1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Chính Ngài đã ngự đến thật là oai linh.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g3b5c728cec8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sẽ chúc phúc cho dân Ngài trong cảnh thái bình.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Ngài làm cho sấm sét nổ ran thánh đài,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hết mọi người đều kêu lên: “Tôn vinh” Chúa trên thuỷ triều.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g3b26357b4a1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ngự đến làm Vua ngàn đời muôn kiếp.</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b5c728cec8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sẽ chúc phúc cho dân Ngài trong cảnh thái bình.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5" name="Shape 745"/>
        <p:cNvGrpSpPr/>
        <p:nvPr/>
      </p:nvGrpSpPr>
      <p:grpSpPr>
        <a:xfrm>
          <a:off x="0" y="0"/>
          <a:ext cx="0" cy="0"/>
          <a:chOff x="0" y="0"/>
          <a:chExt cx="0" cy="0"/>
        </a:xfrm>
      </p:grpSpPr>
      <p:sp>
        <p:nvSpPr>
          <p:cNvPr id="746" name="Google Shape;746;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47" name="Google Shape;747;p155"/>
          <p:cNvPicPr preferRelativeResize="0"/>
          <p:nvPr/>
        </p:nvPicPr>
        <p:blipFill rotWithShape="1">
          <a:blip r:embed="rId3">
            <a:alphaModFix/>
          </a:blip>
          <a:srcRect b="0" l="0" r="0" t="0"/>
          <a:stretch/>
        </p:blipFill>
        <p:spPr>
          <a:xfrm>
            <a:off x="0" y="4465"/>
            <a:ext cx="9144003" cy="5134572"/>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156"/>
          <p:cNvSpPr txBox="1"/>
          <p:nvPr>
            <p:ph type="ctrTitle"/>
          </p:nvPr>
        </p:nvSpPr>
        <p:spPr>
          <a:xfrm>
            <a:off x="0" y="584200"/>
            <a:ext cx="9144000" cy="4559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7700">
                <a:solidFill>
                  <a:schemeClr val="lt1"/>
                </a:solidFill>
                <a:latin typeface="Times"/>
                <a:ea typeface="Times"/>
                <a:cs typeface="Times"/>
                <a:sym typeface="Times"/>
              </a:rPr>
              <a:t>Các tầng trời mở ra. Tiếng Chúa Cha tuyên phán:</a:t>
            </a:r>
            <a:endParaRPr b="1" i="1" sz="7700">
              <a:solidFill>
                <a:schemeClr val="lt1"/>
              </a:solidFill>
              <a:latin typeface="Times"/>
              <a:ea typeface="Times"/>
              <a:cs typeface="Times"/>
              <a:sym typeface="Times"/>
            </a:endParaRPr>
          </a:p>
        </p:txBody>
      </p:sp>
      <p:sp>
        <p:nvSpPr>
          <p:cNvPr id="754" name="Google Shape;754;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“Này là Con Ta </a:t>
            </a:r>
            <a:br>
              <a:rPr b="1" lang="en-US" sz="8000">
                <a:solidFill>
                  <a:schemeClr val="lt1"/>
                </a:solidFill>
                <a:latin typeface="Times"/>
                <a:ea typeface="Times"/>
                <a:cs typeface="Times"/>
                <a:sym typeface="Times"/>
              </a:rPr>
            </a:br>
            <a:r>
              <a:rPr b="1" lang="en-US" sz="8000">
                <a:solidFill>
                  <a:schemeClr val="lt1"/>
                </a:solidFill>
                <a:latin typeface="Times"/>
                <a:ea typeface="Times"/>
                <a:cs typeface="Times"/>
                <a:sym typeface="Times"/>
              </a:rPr>
              <a:t>yêu dấu hãy nghe lời Ngài”.</a:t>
            </a:r>
            <a:br>
              <a:rPr b="1" i="1" lang="en-US" sz="8000">
                <a:latin typeface="Times"/>
                <a:ea typeface="Times"/>
                <a:cs typeface="Times"/>
                <a:sym typeface="Times"/>
              </a:rPr>
            </a:br>
            <a:r>
              <a:rPr b="1" i="1" lang="en-US" sz="8000">
                <a:solidFill>
                  <a:srgbClr val="FFFF00"/>
                </a:solidFill>
                <a:latin typeface="Times"/>
                <a:ea typeface="Times"/>
                <a:cs typeface="Times"/>
                <a:sym typeface="Times"/>
              </a:rPr>
              <a:t>All..</a:t>
            </a:r>
            <a:endParaRPr b="1" sz="8000">
              <a:solidFill>
                <a:srgbClr val="FFFF00"/>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pic>
        <p:nvPicPr>
          <p:cNvPr id="764" name="Google Shape;764;g3b5c728cec8_0_97"/>
          <p:cNvPicPr preferRelativeResize="0"/>
          <p:nvPr/>
        </p:nvPicPr>
        <p:blipFill rotWithShape="1">
          <a:blip r:embed="rId3">
            <a:alphaModFix/>
          </a:blip>
          <a:srcRect b="0" l="0" r="0" t="0"/>
          <a:stretch/>
        </p:blipFill>
        <p:spPr>
          <a:xfrm>
            <a:off x="0" y="0"/>
            <a:ext cx="9144003" cy="5143499"/>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70" name="Google Shape;770;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pic>
        <p:nvPicPr>
          <p:cNvPr id="870" name="Google Shape;870;g3b5c728cec8_0_101"/>
          <p:cNvPicPr preferRelativeResize="0"/>
          <p:nvPr/>
        </p:nvPicPr>
        <p:blipFill rotWithShape="1">
          <a:blip r:embed="rId3">
            <a:alphaModFix/>
          </a:blip>
          <a:srcRect b="0" l="0" r="0" t="0"/>
          <a:stretch/>
        </p:blipFill>
        <p:spPr>
          <a:xfrm>
            <a:off x="0" y="0"/>
            <a:ext cx="9144003" cy="5143499"/>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ĐÔI TAY NÀY</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(Ân Duy)</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Đôi tay này con dâng lên Cha, dâng tình con yêu thương thiết tha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như trầm hương bay tới thiên tòa. Con thành tâm tiến dâng về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g3b5c728cec8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Ngài tâm tư con đây, khi buồn vui hay khi đắng cay.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g3b5c728cec8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được tin yêu suốt đêm ngày, như lời kinh ngát bay về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cùng bánh nương đồng, Cha yêu ơi hãy thương nhận lấy.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lên cùng chén rượu nồng. Cha yêu ơi khứng cho lòng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g3b26357b4a1_0_2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Đôi tay này con dâng lên Cha, bao tội khiên bao năm tháng qua.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g3b26357b4a1_0_2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hiệp dâng lên trước thiên tòa. Mong được Cha đoái thương bỏ qua.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g3b26357b4a1_0_3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Ngài nhọc lao hôm nay, bao lầm than lo âu trĩu vai.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g3b5c728cec8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về tương lai tối đen màu, xin tình Cha đỡ nâng kiếp đọa đày.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g3b5c728cec8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cùng bánh nương đồng, Cha yêu ơi hãy thương nhận lấy.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g3b5c728cec8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lên cùng chén rượu nồng. Cha yêu ơi khứng cho lòng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pic>
        <p:nvPicPr>
          <p:cNvPr descr="A golden chalice and a cross next to a book&#10;&#10;AI-generated content may be incorrect." id="940" name="Google Shape;940;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pic>
        <p:nvPicPr>
          <p:cNvPr descr="A golden chalice and a cross next to a book&#10;&#10;AI-generated content may be incorrect." id="960" name="Google Shape;960;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pic>
        <p:nvPicPr>
          <p:cNvPr descr="A golden chalice and a cross next to a book&#10;&#10;AI-generated content may be incorrect." id="980" name="Google Shape;980;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a:ea typeface="Times"/>
                <a:cs typeface="Times"/>
                <a:sym typeface="Times"/>
              </a:rPr>
              <a:t>Đây là Đấng mà ông Gio-an đã nói: </a:t>
            </a:r>
            <a:endParaRPr b="1" sz="7500">
              <a:solidFill>
                <a:schemeClr val="lt1"/>
              </a:solidFill>
              <a:latin typeface="Times"/>
              <a:ea typeface="Times"/>
              <a:cs typeface="Times"/>
              <a:sym typeface="Times"/>
            </a:endParaRPr>
          </a:p>
        </p:txBody>
      </p:sp>
      <p:sp>
        <p:nvSpPr>
          <p:cNvPr id="986" name="Google Shape;986;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g3b26357b4a1_0_3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a:ea typeface="Times"/>
                <a:cs typeface="Times"/>
                <a:sym typeface="Times"/>
              </a:rPr>
              <a:t>“Tôi đã thấy và xin làm chứng rằng: Người là Con Thiên Chúa”.</a:t>
            </a:r>
            <a:endParaRPr b="1" sz="75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pic>
        <p:nvPicPr>
          <p:cNvPr descr="A gold chalice and two round objects on a plate&#10;&#10;AI-generated content may be incorrect." id="996" name="Google Shape;996;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CHÚNG CON CẦN ĐẾN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(Phanxiô)</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Tựa nép bên lòng Chúa con xin ngỏ hết tâm tư. Vui buồn của đời sống dương gian.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Đêm ngày miệt mài những lo toan. khi vội vàng,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g3b5c728cec8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khi muộn màng, tiếng cười giọt lệ những miên man.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g3b26357b4a1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vẫn biết chúng con cần đến Chúa, tháng năm ưu tư ngập tràn.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g3b26357b4a1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vẫn biết chúng con cần đến Chúa dẫn đưa đời vui sống bình 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g3b5c728cec8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Ngày tháng năm đời sống không ai nhìn thấy tương lai.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g3b5c728cec8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Mong chờ chỉ còn biết hôm nay. Lao nhọc cả đời trắng đôi tay.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g3b5c728cec8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Trong nụ cười bao ngậm ngùi nơi nào trọn vẹn nghĩa an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g3b5c728cec8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vẫn biết chúng con cần đến Chúa, tháng năm ưu tư ngập tràn.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g3b5c728cec8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vẫn biết chúng con cần đến Chúa dẫn đưa đời vui sống bình 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g3b5c728cec8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Đời sống như trời gió, thân con tựa cánh chim bay.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g3b5c728cec8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ngày miệt mài kiếp tha hương. Mong về cùng tổ ấm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g3b5c728cec8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Xa cội nguồn tim nặng buồn mong về tựa lòng Chúa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g3b5c728cec8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vẫn biết chúng con cần đến Chúa, tháng năm ưu tư ngập tràn.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g3b5c728cec8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vẫn biết chúng con cần đến Chúa dẫn đưa đời vui sống bình 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pic>
        <p:nvPicPr>
          <p:cNvPr id="1081" name="Google Shape;1081;g3b5c728cec8_0_105"/>
          <p:cNvPicPr preferRelativeResize="0"/>
          <p:nvPr/>
        </p:nvPicPr>
        <p:blipFill rotWithShape="1">
          <a:blip r:embed="rId3">
            <a:alphaModFix/>
          </a:blip>
          <a:srcRect b="0" l="0" r="0" t="0"/>
          <a:stretch/>
        </p:blipFill>
        <p:spPr>
          <a:xfrm>
            <a:off x="0" y="0"/>
            <a:ext cx="9144003" cy="5143499"/>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HOAN CA MARIA</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1.</a:t>
            </a:r>
            <a:r>
              <a:rPr b="1" lang="en-US" sz="8000">
                <a:solidFill>
                  <a:srgbClr val="FF00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Trong nắng mai huy hoàng rộn ràng chim trời ca hát,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muôn đóa hoa đẹp tươi theo Thần sứ con dâng lời.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Kính mừng Ma-ri-a đầy ơn phúc, Thiên Chúa ở cùng Mẹ liên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g3b26357b4a1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đẹp tươi diễm lệ khôn sánh ngàn đời dâng lời hoan ca Ma-ri-a.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pic>
        <p:nvPicPr>
          <p:cNvPr id="1111" name="Google Shape;1111;g3b5c728cec8_0_109"/>
          <p:cNvPicPr preferRelativeResize="0"/>
          <p:nvPr/>
        </p:nvPicPr>
        <p:blipFill rotWithShape="1">
          <a:blip r:embed="rId3">
            <a:alphaModFix/>
          </a:blip>
          <a:srcRect b="0" l="0" r="0" t="0"/>
          <a:stretch/>
        </p:blipFill>
        <p:spPr>
          <a:xfrm>
            <a:off x="0" y="0"/>
            <a:ext cx="9144003"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