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5" roundtripDataSignature="AMtx7mhrWVg7DUPAaROl4/vmpFvz3ojz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customschemas.google.com/relationships/presentationmetadata" Target="metadata"/><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5c728cec8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5c728cec8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26357b4a1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26357b4a1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5c728cec8_0_1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5c728cec8_0_1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26357b4a1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26357b4a1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b5c728cec8_0_1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b5c728cec8_0_1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b26357b4a1_0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b26357b4a1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b5c728cec8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b5c728cec8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b5c728cec8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b5c728cec8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b5c728cec8_0_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b5c728cec8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b5c728cec8_0_1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b5c728cec8_0_1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b5c728cec8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b5c728cec8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8" name="Google Shape;72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3" name="Google Shape;73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34" name="Google Shape;73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0" name="Google Shape;74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6" name="Google Shape;74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2" name="Google Shape;75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8" name="Google Shape;75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4" name="Google Shape;76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0" name="Google Shape;77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6" name="Google Shape;77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2" name="Google Shape;78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8" name="Google Shape;78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4" name="Google Shape;79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0" name="Google Shape;80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b5c728cec8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g3b5c728cec8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26357b4a1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26357b4a1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5c728cec8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5c728cec8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5c728cec8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5c728cec8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 name="Google Shape;89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b5c728cec8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2" name="Google Shape;902;g3b5c728cec8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7" name="Google Shape;90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b5c728cec8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g3b5c728cec8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b5c728cec8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b5c728cec8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b5c728cec8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3b5c728cec8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b26357b4a1_0_2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b26357b4a1_0_2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b26357b4a1_0_2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g3b26357b4a1_0_2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26357b4a1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3b26357b4a1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b5c728cec8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g3b5c728cec8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5c728cec8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g3b5c728cec8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b5c728cec8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g3b5c728cec8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3" name="Google Shape;111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3" name="Google Shape;112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b26357b4a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b26357b4a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5c728cec8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b5c728cec8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5c728cec8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5c728cec8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5c728cec8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5c728cec8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5c728cec8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5c728cec8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5c728cec8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5c728cec8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5c728cec8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5c728cec8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5c728cec8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5c728cec8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5c728cec8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5c728cec8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5c728cec8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5c728cec8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5c728cec8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5c728cec8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5c728cec8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5c728cec8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4" name="Google Shape;123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9" name="Google Shape;123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4" name="Google Shape;124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b5c728cec8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9" name="Google Shape;1249;g3b5c728cec8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6.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4.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4.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3.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jp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4.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5c728cec8_0_89"/>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a:t>
            </a:r>
            <a:r>
              <a:rPr b="1" lang="en-US" sz="4700">
                <a:solidFill>
                  <a:schemeClr val="accent4"/>
                </a:solidFill>
                <a:latin typeface="Times New Roman"/>
                <a:ea typeface="Times New Roman"/>
                <a:cs typeface="Times New Roman"/>
                <a:sym typeface="Times New Roman"/>
              </a:rPr>
              <a: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CÁC TẦNG TRỜI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MỞ RA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Thái Nguyên)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Các tầng trời mở ra mở ra, mở ra.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Thánh Thần ngự đến như hình bồ câu đậu xuống trên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26357b4a1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Rồi tiếng Chúa Cha tuyên phán: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5c728cec8_0_1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là Con Ta yêu dấu Con đẹp lòng Ta mọi đàng”.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b26357b4a1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cho chúng con là đoàn dân thánh được đổi mới.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b5c728cec8_0_1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Nhờ ơn Chúa dòng nước Thánh Linh tuôn tràn sức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b26357b4a1_0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cho chúng con một lòng vững chí, để thi hành thánh ý Cha.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b5c728cec8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Các tầng trời mở ra mở ra, mở ra.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b5c728cec8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Thánh Thần ngự đến như hình bồ câu đậu xuống trên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b5c728cec8_0_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Rồi tiếng Chúa Cha tuyên phán: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b5c728cec8_0_1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a:t>
            </a:r>
            <a:r>
              <a:rPr b="1" lang="en-US" sz="7500">
                <a:solidFill>
                  <a:schemeClr val="lt1"/>
                </a:solidFill>
                <a:latin typeface="Times New Roman"/>
                <a:ea typeface="Times New Roman"/>
                <a:cs typeface="Times New Roman"/>
                <a:sym typeface="Times New Roman"/>
              </a:rPr>
              <a:t>Đây là Con Ta yêu dấu Con đẹp lòng Ta mọi đàng”.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pic>
        <p:nvPicPr>
          <p:cNvPr id="718" name="Google Shape;718;g3b5c728cec8_0_85"/>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24" name="Google Shape;72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5" name="Shape 735"/>
        <p:cNvGrpSpPr/>
        <p:nvPr/>
      </p:nvGrpSpPr>
      <p:grpSpPr>
        <a:xfrm>
          <a:off x="0" y="0"/>
          <a:ext cx="0" cy="0"/>
          <a:chOff x="0" y="0"/>
          <a:chExt cx="0" cy="0"/>
        </a:xfrm>
      </p:grpSpPr>
      <p:sp>
        <p:nvSpPr>
          <p:cNvPr id="736" name="Google Shape;73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pic>
        <p:nvPicPr>
          <p:cNvPr id="807" name="Google Shape;807;g3b5c728cec8_0_93"/>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1" name="Shape 811"/>
        <p:cNvGrpSpPr/>
        <p:nvPr/>
      </p:nvGrpSpPr>
      <p:grpSpPr>
        <a:xfrm>
          <a:off x="0" y="0"/>
          <a:ext cx="0" cy="0"/>
          <a:chOff x="0" y="0"/>
          <a:chExt cx="0" cy="0"/>
        </a:xfrm>
      </p:grpSpPr>
      <p:sp>
        <p:nvSpPr>
          <p:cNvPr id="812" name="Google Shape;812;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3" name="Google Shape;813;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4" name="Google Shape;814;p133"/>
          <p:cNvSpPr/>
          <p:nvPr/>
        </p:nvSpPr>
        <p:spPr>
          <a:xfrm flipH="1" rot="10800000">
            <a:off x="-1733" y="0"/>
            <a:ext cx="6803134" cy="5143179"/>
          </a:xfrm>
          <a:prstGeom prst="rect">
            <a:avLst/>
          </a:prstGeom>
          <a:gradFill>
            <a:gsLst>
              <a:gs pos="0">
                <a:srgbClr val="000000">
                  <a:alpha val="49803"/>
                </a:srgbClr>
              </a:gs>
              <a:gs pos="8000">
                <a:srgbClr val="000000">
                  <a:alpha val="49803"/>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5" name="Google Shape;815;p133"/>
          <p:cNvSpPr/>
          <p:nvPr/>
        </p:nvSpPr>
        <p:spPr>
          <a:xfrm flipH="1" rot="-5400000">
            <a:off x="2737118" y="-1264380"/>
            <a:ext cx="3670923" cy="9145160"/>
          </a:xfrm>
          <a:prstGeom prst="rect">
            <a:avLst/>
          </a:prstGeom>
          <a:gradFill>
            <a:gsLst>
              <a:gs pos="0">
                <a:srgbClr val="9CC2E5">
                  <a:alpha val="0"/>
                </a:srgbClr>
              </a:gs>
              <a:gs pos="100000">
                <a:srgbClr val="000000">
                  <a:alpha val="43921"/>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16" name="Google Shape;816;p133"/>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Nào người con cái Chúa hãy dâng kính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kính Ngài quyền năng vinh quang xứng với cao danh thánh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26357b4a1_0_3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Hãy mang lễ phục thánh để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sẽ chúc phúc cho dân Ngài trong cảnh thái bình.</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Và này đây tiếng Chúa đã âm vang dội,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âm vang dội từ trên sóng nước, tiếng Chúa phán trong uy quyền.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Chính Ngài đã ngự đến thật là oai linh.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5c728cec8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sẽ chúc phúc cho dân Ngài trong cảnh thái bình.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Ngài làm cho sấm sét nổ ran thánh đài,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hết mọi người đều kêu lên: “Tôn vinh” Chúa trên thuỷ triều.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ngự đến làm Vua ngàn đời muôn kiếp.</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5c728cec8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sẽ chúc phúc cho dân Ngài trong cảnh thái bình.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5" name="Shape 885"/>
        <p:cNvGrpSpPr/>
        <p:nvPr/>
      </p:nvGrpSpPr>
      <p:grpSpPr>
        <a:xfrm>
          <a:off x="0" y="0"/>
          <a:ext cx="0" cy="0"/>
          <a:chOff x="0" y="0"/>
          <a:chExt cx="0" cy="0"/>
        </a:xfrm>
      </p:grpSpPr>
      <p:sp>
        <p:nvSpPr>
          <p:cNvPr id="886" name="Google Shape;88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87" name="Google Shape;887;p155"/>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56"/>
          <p:cNvSpPr txBox="1"/>
          <p:nvPr>
            <p:ph type="ctrTitle"/>
          </p:nvPr>
        </p:nvSpPr>
        <p:spPr>
          <a:xfrm>
            <a:off x="0" y="584200"/>
            <a:ext cx="9144000" cy="4559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Các tầng trời mở ra. Tiếng Chúa Cha tuyên phán:</a:t>
            </a:r>
            <a:endParaRPr b="1" i="1" sz="7700">
              <a:solidFill>
                <a:schemeClr val="lt1"/>
              </a:solidFill>
              <a:latin typeface="Times"/>
              <a:ea typeface="Times"/>
              <a:cs typeface="Times"/>
              <a:sym typeface="Times"/>
            </a:endParaRPr>
          </a:p>
        </p:txBody>
      </p:sp>
      <p:sp>
        <p:nvSpPr>
          <p:cNvPr id="894" name="Google Shape;89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“Này là Con Ta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yêu dấu hãy nghe lời Ngài”.</a:t>
            </a:r>
            <a:br>
              <a:rPr b="1" i="1" lang="en-US" sz="8000">
                <a:latin typeface="Times"/>
                <a:ea typeface="Times"/>
                <a:cs typeface="Times"/>
                <a:sym typeface="Times"/>
              </a:rPr>
            </a:br>
            <a:r>
              <a:rPr b="1" i="1" lang="en-US" sz="8000">
                <a:solidFill>
                  <a:srgbClr val="FFFF00"/>
                </a:solidFill>
                <a:latin typeface="Times"/>
                <a:ea typeface="Times"/>
                <a:cs typeface="Times"/>
                <a:sym typeface="Times"/>
              </a:rPr>
              <a:t>All..</a:t>
            </a:r>
            <a:endParaRPr b="1" sz="8000">
              <a:solidFill>
                <a:srgbClr val="FFFF00"/>
              </a:solidFill>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pic>
        <p:nvPicPr>
          <p:cNvPr id="904" name="Google Shape;904;g3b5c728cec8_0_97"/>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10" name="Google Shape;91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pic>
        <p:nvPicPr>
          <p:cNvPr id="1010" name="Google Shape;1010;g3b5c728cec8_0_101"/>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ĐÔI TAY NÀY</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(Ân Duy)</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Đôi tay này con dâng lên Cha, dâng tình con yêu thương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như trầm hương bay tới thiên tòa. Con thành tâm tiến dâng về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b5c728cec8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Ngài tâm tư con đây, khi buồn vui hay khi đắng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g3b5c728cec8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được tin yêu suốt đêm ngày, như lời kinh ngát bay về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cùng bánh nương đồng, Cha yêu ơi hãy thương nhận lấy.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cùng chén rượu nồng. Cha yêu ơi khứng cho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b26357b4a1_0_2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Đôi tay này con dâng lên Cha, bao tội khiên bao năm tháng qua.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3b26357b4a1_0_2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hiệp dâng lên trước thiên tòa. Mong được Cha đoái thương bỏ qua.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3b26357b4a1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Ngài nhọc lao hôm nay, bao lầm than lo âu trĩu vai.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b5c728cec8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về tương lai tối đen màu, xin tình Cha đỡ nâng kiếp đọa đày.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b5c728cec8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cùng bánh nương đồng, Cha yêu ơi hãy thương nhận lấy.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g3b5c728cec8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cùng chén rượu nồng. Cha yêu ơi khứng cho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pic>
        <p:nvPicPr>
          <p:cNvPr descr="A golden chalice and a cross next to a book&#10;&#10;AI-generated content may be incorrect." id="1080" name="Google Shape;108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descr="A golden chalice and a cross next to a book&#10;&#10;AI-generated content may be incorrect." id="1100" name="Google Shape;110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pic>
        <p:nvPicPr>
          <p:cNvPr descr="A golden chalice and a cross next to a book&#10;&#10;AI-generated content may be incorrect." id="1120" name="Google Shape;112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a:ea typeface="Times"/>
                <a:cs typeface="Times"/>
                <a:sym typeface="Times"/>
              </a:rPr>
              <a:t>Đây là Đấng mà ông Gio-an đã nói: </a:t>
            </a:r>
            <a:endParaRPr b="1" sz="7500">
              <a:solidFill>
                <a:schemeClr val="lt1"/>
              </a:solidFill>
              <a:latin typeface="Times"/>
              <a:ea typeface="Times"/>
              <a:cs typeface="Times"/>
              <a:sym typeface="Times"/>
            </a:endParaRPr>
          </a:p>
        </p:txBody>
      </p:sp>
      <p:sp>
        <p:nvSpPr>
          <p:cNvPr id="1126" name="Google Shape;112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b26357b4a1_0_3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a:ea typeface="Times"/>
                <a:cs typeface="Times"/>
                <a:sym typeface="Times"/>
              </a:rPr>
              <a:t>“Tôi đã thấy và xin làm chứng rằng: Người là Con Thiên Chúa”.</a:t>
            </a:r>
            <a:endParaRPr b="1" sz="7500">
              <a:solidFill>
                <a:schemeClr val="lt1"/>
              </a:solidFill>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pic>
        <p:nvPicPr>
          <p:cNvPr descr="A gold chalice and two round objects on a plate&#10;&#10;AI-generated content may be incorrect." id="1136" name="Google Shape;1136;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CHÚNG CON CẦN ĐẾN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(Phanxiô)</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Tựa nép bên lòng Chúa con xin ngỏ hết tâm tư. Vui buồn của đời sống dương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Đêm ngày miệt mài những lo toan. khi vội vàng,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khi muộn màng, tiếng cười giọt lệ những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Chúa vẫn biết chúng con cần đến Chúa, tháng năm ưu tư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vẫn biết chúng con cần đến Chúa dẫn đưa đời vui sống bình 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5c728cec8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Ngày tháng năm đời sống không ai nhìn thấy tương lai.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5c728cec8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Mong chờ chỉ còn biết hôm nay. Lao nhọc cả đời trắng đôi tay.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b5c728cec8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nụ cười bao ngậm ngùi nơi nào trọn vẹn nghĩa an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5c728cec8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vẫn biết chúng con cần đến Chúa, tháng năm ưu tư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5c728cec8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vẫn biết chúng con cần đến Chúa dẫn đưa đời vui sống bình 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5c728cec8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Đời sống như trời gió, thân con tựa cánh chim bay.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b5c728cec8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ngày miệt mài kiếp tha hương. Mong về cùng tổ ấm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5c728cec8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Xa cội nguồn tim nặng buồn mong về tựa lòng Chúa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b5c728cec8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vẫn biết chúng con cần đến Chúa, tháng năm ưu tư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5c728cec8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vẫn biết chúng con cần đến Chúa dẫn đưa đời vui sống bình 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pic>
        <p:nvPicPr>
          <p:cNvPr id="1221" name="Google Shape;1221;g3b5c728cec8_0_105"/>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HOAN CA MARIA</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rgbClr val="FF00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Trong nắng mai huy hoàng rộn ràng chim trời ca hát,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đóa hoa đẹp tươi theo Thần sứ con dâng lời.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Kính mừng Ma-ri-a đầy ơn phúc, Thiên Chúa ở cùng Mẹ liên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đẹp tươi diễm lệ khôn sánh ngàn đời dâng lời hoan ca Ma-ri-a.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pic>
        <p:nvPicPr>
          <p:cNvPr id="1251" name="Google Shape;1251;g3b5c728cec8_0_109"/>
          <p:cNvPicPr preferRelativeResize="0"/>
          <p:nvPr/>
        </p:nvPicPr>
        <p:blipFill>
          <a:blip r:embed="rId3">
            <a:alphaModFix/>
          </a:blip>
          <a:stretch>
            <a:fillRect/>
          </a:stretch>
        </p:blipFill>
        <p:spPr>
          <a:xfrm>
            <a:off x="0" y="0"/>
            <a:ext cx="9144003"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