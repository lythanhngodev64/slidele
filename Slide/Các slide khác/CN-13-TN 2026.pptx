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9" roundtripDataSignature="AMtx7mjAjG+gRZKE0wwgEn+lQFqiasrG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customschemas.google.com/relationships/presentationmetadata" Target="metadata"/><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282feffb0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282feffb0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282feffb0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282feffb0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282feffb0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282feffb0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282feffb0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f282feffb0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282feffb0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f282feffb0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282feffb0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f282feffb0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282feffb0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282feffb0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282feffb0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282feffb0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282feffb0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282feffb0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282feffb0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f282feffb0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282feffb0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f282feffb0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f282feffb0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f282feffb0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f282feffb0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f282feffb0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282feffb0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282feffb0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282feffb0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282feffb0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282feffb0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282feffb0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282feffb0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282feffb0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282feffb0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282feffb0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282feffb0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f282feffb0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f282feffb0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f282feffb0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282feffb0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282feffb0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16ddd221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16ddd221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16ddd221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16ddd221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16ddd221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16ddd221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16ddd221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16ddd221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282feffb0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282feffb0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282feffb0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282feffb0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282feffb0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282feffb0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282feffb0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282feffb0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282feffb0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282feffb0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282feffb0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282feffb0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282feffb0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282feffb0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eb98287b44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eb98287b44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16ddd221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16ddd221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b98287b44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eb98287b44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16ddd221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16ddd221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2.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2.jp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2.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282feffb0_0_10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TRÈO LÊN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CAO SƠN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Nam Hoa</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Trèo trèo lên, ai được trèo lên cao sơn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Ai được đứng trong thánh điện, đứng trong đền thờ.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Ấy là người vô tội, có lòng thật thà trong trắng,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không mê đắm bã phù hoa, không man trá chẳng thề gian.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Trèo trèo lên, ai được trèo lên cao sơn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282feffb0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Ai được đứng trong thánh điện, đứng trong đền thờ.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f282feffb0_0_10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f282feffb0_0_11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88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Tình thương Chúa Trời, ngàn đời con sẽ hát ca.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 muôn thế hệ, miệng con loan truyền đức trung tín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f282feffb0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Ngài đã phán: Tình thương Ta vững bền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f282feffb0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Trên cõi mây trời, Ta thiết lập lòng trung tín.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sẽ ca ngợi, con sẽ ca ngợi tình thương Chúa tới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Vinh phúc dân tộc mà được hân hoan bước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Đi trong ánh quang ngời sáng huy hoàng trước tôn nhan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282feffb0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Họ luôn vui sướng, lòng hoan ca chính vì Danh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282feffb0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luôn những tự hào vì Chúa thật là công minh.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282feffb0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sẽ ca ngợi, con sẽ ca ngợi tình thương Chúa tới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Vì Chúa chính là quyền năng vinh quang của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 ân phúc Ngài, quyền uy con được khắp nơi suy phục.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f282feffb0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Bởi vì chính Chúa chở che con, con còn lo gì.</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f282feffb0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Vua chúng con đây được giữ gìn thuộc về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f282feffb0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sẽ ca ngợi, con sẽ ca ngợi tình thương Chúa tới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2" name="Shape 872"/>
        <p:cNvGrpSpPr/>
        <p:nvPr/>
      </p:nvGrpSpPr>
      <p:grpSpPr>
        <a:xfrm>
          <a:off x="0" y="0"/>
          <a:ext cx="0" cy="0"/>
          <a:chOff x="0" y="0"/>
          <a:chExt cx="0" cy="0"/>
        </a:xfrm>
      </p:grpSpPr>
      <p:sp>
        <p:nvSpPr>
          <p:cNvPr id="873" name="Google Shape;87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4" name="Google Shape;87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Chúa phán: “Thầy là đường là sự thật và là sự sống;</a:t>
            </a:r>
            <a:endParaRPr b="1" sz="6300">
              <a:solidFill>
                <a:schemeClr val="lt1"/>
              </a:solidFill>
              <a:latin typeface="Times New Roman"/>
              <a:ea typeface="Times New Roman"/>
              <a:cs typeface="Times New Roman"/>
              <a:sym typeface="Times New Roman"/>
            </a:endParaRPr>
          </a:p>
        </p:txBody>
      </p:sp>
      <p:sp>
        <p:nvSpPr>
          <p:cNvPr id="881" name="Google Shape;88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không ai đến được </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với Cha mà lại </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không qua Thầy”.</a:t>
            </a:r>
            <a:r>
              <a:rPr b="1" lang="en-US" sz="6500">
                <a:solidFill>
                  <a:schemeClr val="lt1"/>
                </a:solidFill>
                <a:latin typeface="Times New Roman"/>
                <a:ea typeface="Times New Roman"/>
                <a:cs typeface="Times New Roman"/>
                <a:sym typeface="Times New Roman"/>
              </a:rPr>
              <a:t> </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g3f282feffb0_0_11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2" name="Google Shape;90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pic>
        <p:nvPicPr>
          <p:cNvPr id="1002" name="Google Shape;1002;g3f282feffb0_0_12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THÂN LÚA MIẾN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Lm. Mi Trầm</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ĐK:</a:t>
            </a:r>
            <a:r>
              <a:rPr b="1" lang="en-US" sz="6700">
                <a:solidFill>
                  <a:srgbClr val="FFFF00"/>
                </a:solidFill>
                <a:latin typeface="Times New Roman"/>
                <a:ea typeface="Times New Roman"/>
                <a:cs typeface="Times New Roman"/>
                <a:sym typeface="Times New Roman"/>
              </a:rPr>
              <a:t> </a:t>
            </a:r>
            <a:r>
              <a:rPr b="1" lang="en-US" sz="6700">
                <a:solidFill>
                  <a:schemeClr val="lt1"/>
                </a:solidFill>
                <a:latin typeface="Times New Roman"/>
                <a:ea typeface="Times New Roman"/>
                <a:cs typeface="Times New Roman"/>
                <a:sym typeface="Times New Roman"/>
              </a:rPr>
              <a:t>Chúa ơi, thân con là thân lúa miến (gieo vào lòng đời) Gieo vào lòng đời và mục nát với thời gian.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Bông lúa vàng kết thành tấm bánh và thân con trở thành hiến vật, nguyện dâng Cha như lễ toàn thiêu.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Đây thân con, đây trí lòng con, bao ưu tư vui buồn cuộc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Cha như một hiến vật, nguyện Chúa Trời thánh hoá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282feffb0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ĐK: </a:t>
            </a:r>
            <a:r>
              <a:rPr b="1" lang="en-US" sz="6700">
                <a:solidFill>
                  <a:schemeClr val="lt1"/>
                </a:solidFill>
                <a:latin typeface="Times New Roman"/>
                <a:ea typeface="Times New Roman"/>
                <a:cs typeface="Times New Roman"/>
                <a:sym typeface="Times New Roman"/>
              </a:rPr>
              <a:t>Chúa ơi, thân con là thân lúa miến (gieo vào lòng đời) Gieo vào lòng đời và mục nát với thời gian.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282feffb0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Bông lúa vàng kết thành tấm bánh và thân con trở thành hiến vật, nguyện dâng Cha như lễ toàn thiêu.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282feffb0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Đây tương lai, quá khứ đời con, bao bâng khuâng với ngàn mộng 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282feffb0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Cha như một hiến vật, nguyện Chúa Trời thánh hoá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f282feffb0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ĐK: </a:t>
            </a:r>
            <a:r>
              <a:rPr b="1" lang="en-US" sz="6700">
                <a:solidFill>
                  <a:schemeClr val="lt1"/>
                </a:solidFill>
                <a:latin typeface="Times New Roman"/>
                <a:ea typeface="Times New Roman"/>
                <a:cs typeface="Times New Roman"/>
                <a:sym typeface="Times New Roman"/>
              </a:rPr>
              <a:t>Chúa ơi, thân con là thân lúa miến (gieo vào lòng đời) Gieo vào lòng đời và mục nát với thời gian.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f282feffb0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Bông lúa vàng kết thành tấm bánh và thân con trở thành hiến vật, nguyện dâng Cha như lễ toàn thiêu.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pic>
        <p:nvPicPr>
          <p:cNvPr id="1062" name="Google Shape;106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pic>
        <p:nvPicPr>
          <p:cNvPr id="1082" name="Google Shape;108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pic>
        <p:nvPicPr>
          <p:cNvPr id="1102" name="Google Shape;110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nguyện rằng: “Lạy Cha, Con cầu xin cho chúng, </a:t>
            </a:r>
            <a:endParaRPr b="1" sz="8000">
              <a:solidFill>
                <a:schemeClr val="lt1"/>
              </a:solidFill>
              <a:latin typeface="Times New Roman"/>
              <a:ea typeface="Times New Roman"/>
              <a:cs typeface="Times New Roman"/>
              <a:sym typeface="Times New Roman"/>
            </a:endParaRPr>
          </a:p>
        </p:txBody>
      </p:sp>
      <p:sp>
        <p:nvSpPr>
          <p:cNvPr id="1108" name="Google Shape;110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282feffb0_0_13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900">
                <a:solidFill>
                  <a:schemeClr val="lt1"/>
                </a:solidFill>
                <a:latin typeface="Times New Roman"/>
                <a:ea typeface="Times New Roman"/>
                <a:cs typeface="Times New Roman"/>
                <a:sym typeface="Times New Roman"/>
              </a:rPr>
              <a:t>để chúng nên một như Ta, hầu thế gian tin rằng Cha đã sai Con”.</a:t>
            </a:r>
            <a:endParaRPr b="1" sz="79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pic>
        <p:nvPicPr>
          <p:cNvPr id="1118" name="Google Shape;111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CHỌN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NGÀI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Trần Hòa Yên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Giữa bao điều chọn lựa, con xin chọn lời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16ddd221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Giữa bao điều so sánh, con xin nhận lãnh lời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đời con mãi mãi là mùa Xuân không phai,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16ddd221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đời con mãi mãi sống trong ân tình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16ddd221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Ôi lời Ngài là sức thiêng dưỡng hồn, dẫn đưa con về nguồn ơn cứu rỗi.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16ddd221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lời Ngài là ánh sáng nơi nơi, dẫn đưa con đến hạnh phúc trên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282feffb0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Giữa tháng năm cuộc đời,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282feffb0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mong vững vàng đi tới khoác lên người áo mới canh tân cuộc sống một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282feffb0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Cậy vào ơn cứu rỗi, cậy vào tình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282feffb0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trần gian muôn phương, con sẽ không lạc đường.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282feffb0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Ôi lời Ngài là sức thiêng dưỡng hồn, dẫn đưa con về nguồn ơn cứu rỗi.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282feffb0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lời Ngài là ánh sáng nơi nơi, dẫn đưa con đến hạnh phúc trên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pic>
        <p:nvPicPr>
          <p:cNvPr id="1188" name="Google Shape;1188;g3f282feffb0_0_12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TRÁI TIM NGƯỜI</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Nguyễn Khắc Tuần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eb98287b44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00"/>
                </a:solidFill>
                <a:latin typeface="Times New Roman"/>
                <a:ea typeface="Times New Roman"/>
                <a:cs typeface="Times New Roman"/>
                <a:sym typeface="Times New Roman"/>
              </a:rPr>
              <a:t>1.</a:t>
            </a:r>
            <a:r>
              <a:rPr b="1" lang="en-US" sz="6900">
                <a:solidFill>
                  <a:srgbClr val="FFFFFF"/>
                </a:solidFill>
                <a:latin typeface="Times New Roman"/>
                <a:ea typeface="Times New Roman"/>
                <a:cs typeface="Times New Roman"/>
                <a:sym typeface="Times New Roman"/>
              </a:rPr>
              <a:t> </a:t>
            </a:r>
            <a:r>
              <a:rPr b="1" lang="en-US" sz="6900">
                <a:solidFill>
                  <a:srgbClr val="FFFFFF"/>
                </a:solidFill>
                <a:latin typeface="Times New Roman"/>
                <a:ea typeface="Times New Roman"/>
                <a:cs typeface="Times New Roman"/>
                <a:sym typeface="Times New Roman"/>
              </a:rPr>
              <a:t>Trái tim Người đầy lửa mến triền miên, sưởi lòng lạnh giá trong tình thương vô biên.</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16ddd221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FF"/>
                </a:solidFill>
                <a:latin typeface="Times New Roman"/>
                <a:ea typeface="Times New Roman"/>
                <a:cs typeface="Times New Roman"/>
                <a:sym typeface="Times New Roman"/>
              </a:rPr>
              <a:t>Trái Tim Người là mạch suối yêu mến, tắm mát tâm hồn ai trĩu nặng truân chuyên.</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eb98287b44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00"/>
                </a:solidFill>
                <a:latin typeface="Times New Roman"/>
                <a:ea typeface="Times New Roman"/>
                <a:cs typeface="Times New Roman"/>
                <a:sym typeface="Times New Roman"/>
              </a:rPr>
              <a:t>ĐK:</a:t>
            </a:r>
            <a:r>
              <a:rPr b="1" lang="en-US" sz="6900">
                <a:solidFill>
                  <a:srgbClr val="FFFFFF"/>
                </a:solidFill>
                <a:latin typeface="Times New Roman"/>
                <a:ea typeface="Times New Roman"/>
                <a:cs typeface="Times New Roman"/>
                <a:sym typeface="Times New Roman"/>
              </a:rPr>
              <a:t> </a:t>
            </a:r>
            <a:r>
              <a:rPr b="1" lang="en-US" sz="6900">
                <a:solidFill>
                  <a:srgbClr val="FFFFFF"/>
                </a:solidFill>
                <a:latin typeface="Times New Roman"/>
                <a:ea typeface="Times New Roman"/>
                <a:cs typeface="Times New Roman"/>
                <a:sym typeface="Times New Roman"/>
              </a:rPr>
              <a:t>Dừng lại đây bên Trái tim dịu hiền Chúa, lòng khô héo bừng cháy lên yêu thương.</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16ddd221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FF"/>
                </a:solidFill>
                <a:latin typeface="Times New Roman"/>
                <a:ea typeface="Times New Roman"/>
                <a:cs typeface="Times New Roman"/>
                <a:sym typeface="Times New Roman"/>
              </a:rPr>
              <a:t>Đời yên vui tâm trí con mong về Chúa, không biên giới mối tình Chúa mến thương.</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pic>
        <p:nvPicPr>
          <p:cNvPr id="1218" name="Google Shape;1218;g3e8a8273fd3_0_157"/>
          <p:cNvPicPr preferRelativeResize="0"/>
          <p:nvPr/>
        </p:nvPicPr>
        <p:blipFill rotWithShape="1">
          <a:blip r:embed="rId3">
            <a:alphaModFix/>
          </a:blip>
          <a:srcRect b="0" l="0" r="0" t="0"/>
          <a:stretch/>
        </p:blipFill>
        <p:spPr>
          <a:xfrm>
            <a:off x="0" y="-7444"/>
            <a:ext cx="9144001" cy="51462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