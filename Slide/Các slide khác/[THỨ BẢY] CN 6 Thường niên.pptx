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1" roundtripDataSignature="AMtx7mjB020KLCiHJ3REMQVApvB54xV6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1" Type="http://customschemas.google.com/relationships/presentationmetadata" Target="metadata"/><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e9254b0cc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e9254b0cc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e9254b0cc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be9254b0cc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be9254b0cc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be9254b0cc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be9254b0cc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be9254b0cc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4" name="Google Shape;65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4" name="Google Shape;664;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bc6b650b34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g3bc6b650b34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4" name="Google Shape;684;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9" name="Google Shape;689;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be9254b0cc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4" name="Google Shape;694;g3be9254b0cc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4" name="Google Shape;704;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be9254b0cc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g3be9254b0cc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2" name="Google Shape;732;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7" name="Google Shape;737;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be9254b0cc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2" name="Google Shape;742;g3be9254b0cc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7" name="Google Shape;747;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3" name="Google Shape;753;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8" name="Google Shape;758;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3" name="Google Shape;763;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8" name="Google Shape;768;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3" name="Google Shape;773;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8" name="Google Shape;778;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3" name="Google Shape;833;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3" name="Google Shape;843;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be9254b0cc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g3be9254b0cc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8" name="Google Shape;858;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bc6b650b3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8" name="Google Shape;868;g3bc6b650b3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be9254b0cc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g3be9254b0cc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be9254b0cc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8" name="Google Shape;888;g3be9254b0cc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be9254b0cc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g3be9254b0cc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be9254b0cc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g3be9254b0cc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be9254b0cc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g3be9254b0cc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be9254b0cc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g3be9254b0cc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c80dc9c1fd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g3c80dc9c1fd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c80dc9c1fd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4" name="Google Shape;964;g3c80dc9c1fd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9" name="Google Shape;96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4" name="Google Shape;974;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9" name="Google Shape;979;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4" name="Google Shape;984;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9" name="Google Shape;989;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4" name="Google Shape;994;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bbbf7d17f7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g3bbbf7d17f7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bbbf7d17f7_0_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3bbbf7d17f7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bbbf7d17f7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3bbbf7d17f7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bbbf7d17f7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4" name="Google Shape;1014;g3bbbf7d17f7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be9254b0cc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9" name="Google Shape;1019;g3be9254b0cc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be9254b0cc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4" name="Google Shape;1024;g3be9254b0cc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be9254b0cc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g3be9254b0cc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be9254b0cc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4" name="Google Shape;1034;g3be9254b0cc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be9254b0cc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9" name="Google Shape;1039;g3be9254b0cc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4" name="Google Shape;104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4" name="Google Shape;105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9" name="Google Shape;105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bd41fd8710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4" name="Google Shape;1064;g3bd41fd8710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bd41fd8710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9" name="Google Shape;1069;g3bd41fd8710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be9254b0cc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4" name="Google Shape;1074;g3be9254b0cc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be9254b0cc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9" name="Google Shape;1079;g3be9254b0cc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7.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5.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8.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8.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8.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3.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5.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be9254b0cc_0_1"/>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DẪN ĐƯA CON ĐI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Ánh sáng và chân lý Chúa xin dẫn bước con đi.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mãi về trên núi Thánh, về chốn quang minh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Con sẽ tiến tới bàn thờ Chúa, gần Ngài lòng con sướng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sẽ nảy đàn tuyên xưng Chúa, rằng Ngài là Thượng đế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Ánh sáng và chân lý Chúa xin dẫn bước con đi.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be9254b0cc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mãi về trên núi Thánh, về chốn quang minh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be9254b0cc_0_5"/>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be9254b0cc_0_9"/>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8" name="Google Shape;64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9" name="Google Shape;649;p133"/>
          <p:cNvSpPr/>
          <p:nvPr/>
        </p:nvSpPr>
        <p:spPr>
          <a:xfrm flipH="1" rot="10800000">
            <a:off x="-1733" y="0"/>
            <a:ext cx="6803134" cy="5143179"/>
          </a:xfrm>
          <a:prstGeom prst="rect">
            <a:avLst/>
          </a:prstGeom>
          <a:gradFill>
            <a:gsLst>
              <a:gs pos="0">
                <a:srgbClr val="000000">
                  <a:alpha val="48235"/>
                </a:srgbClr>
              </a:gs>
              <a:gs pos="8000">
                <a:srgbClr val="000000">
                  <a:alpha val="48235"/>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50" name="Google Shape;650;p133"/>
          <p:cNvSpPr/>
          <p:nvPr/>
        </p:nvSpPr>
        <p:spPr>
          <a:xfrm flipH="1" rot="-5400000">
            <a:off x="2737118" y="-1264380"/>
            <a:ext cx="3670923" cy="9145160"/>
          </a:xfrm>
          <a:prstGeom prst="rect">
            <a:avLst/>
          </a:prstGeom>
          <a:gradFill>
            <a:gsLst>
              <a:gs pos="0">
                <a:srgbClr val="9CC2E5">
                  <a:alpha val="0"/>
                </a:srgbClr>
              </a:gs>
              <a:gs pos="100000">
                <a:srgbClr val="000000">
                  <a:alpha val="42352"/>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51" name="Google Shape;651;p13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Hạnh phúc thay những ai theo đường lối tinh tuyền,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họ tiến thân trong luật Chúa. Phúc thay ai giữ lời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3bc6b650b34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hết tâm lo tìm kiếm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Phúc thay những ai tiến thân trong lề luật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Luật Chúa đã ban ra để người nắm giữ ân cần,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Chúa cho con vững chắc, biết theo giáo huấn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nhất tâm theo đường lối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g3be9254b0cc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Phúc thay những ai tiến thân trong lề luật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Nguyện Chúa thương gia ân cho đời sống tôi tớ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biết vâng theo Lời Chúa, biết theo ý muốn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sống trong tinh thần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be9254b0cc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Phúc thay những ai tiến thân trong lề luật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0" name="Shape 720"/>
        <p:cNvGrpSpPr/>
        <p:nvPr/>
      </p:nvGrpSpPr>
      <p:grpSpPr>
        <a:xfrm>
          <a:off x="0" y="0"/>
          <a:ext cx="0" cy="0"/>
          <a:chOff x="0" y="0"/>
          <a:chExt cx="0" cy="0"/>
        </a:xfrm>
      </p:grpSpPr>
      <p:sp>
        <p:nvSpPr>
          <p:cNvPr id="721" name="Google Shape;721;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22" name="Google Shape;722;p155"/>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Chúa phán: “Ta là sự sáng thế gian,</a:t>
            </a:r>
            <a:endParaRPr b="1" sz="8000">
              <a:solidFill>
                <a:schemeClr val="lt1"/>
              </a:solidFill>
              <a:latin typeface="Times"/>
              <a:ea typeface="Times"/>
              <a:cs typeface="Times"/>
              <a:sym typeface="Times"/>
            </a:endParaRPr>
          </a:p>
        </p:txBody>
      </p:sp>
      <p:sp>
        <p:nvSpPr>
          <p:cNvPr id="729" name="Google Shape;729;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ai theo Ta sẽ được ánh sáng ban sự sống”.</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pic>
        <p:nvPicPr>
          <p:cNvPr id="739" name="Google Shape;739;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pic>
        <p:nvPicPr>
          <p:cNvPr id="744" name="Google Shape;744;g3be9254b0cc_0_13"/>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50" name="Google Shape;750;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pic>
        <p:nvPicPr>
          <p:cNvPr id="850" name="Google Shape;850;g3be9254b0cc_0_17"/>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THEO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HƯƠNG </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TRẦM</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(Đỗ Vỹ Hạ)</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Theo hương trầm tỏa bay lên cao con cung tiến bánh rượu thơm nồng.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Do muôn bàn tay đã góp sức qua bao ngày gắng công vun trồng.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g3bc6b650b3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Ngài tâm tư con đây, khi buồn vui hay khi đắng cay.</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Cha thương thánh hóa lễ vật đơn hèn.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đôi tay chứa chan tình thơ yêu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g3be9254b0cc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xin được liên kết với Con Một Cha tiến dâng lên xác thân con làm của lễ giao hòa.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g3be9254b0cc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Đây muôn vàn nụ hoa xinh tươi cùng với những vui buồn kiếp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g3be9254b0cc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kết thành hy lễ dấu ái, xin dâng về trước tôn nhan Ngài.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3be9254b0cc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Cha thương thánh hóa lễ vật đơn hèn.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g3be9254b0cc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đôi tay chứa chan tình thơ yêu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g3be9254b0cc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xin được liên kết với Con Một Cha tiến dâng lên xác thân con làm của lễ giao hòa.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pic>
        <p:nvPicPr>
          <p:cNvPr descr="A golden chalice and a cross next to a book&#10;&#10;AI-generated content may be incorrect." id="915" name="Google Shape;915;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pic>
        <p:nvPicPr>
          <p:cNvPr descr="A golden chalice and a cross next to a book&#10;&#10;AI-generated content may be incorrect." id="935" name="Google Shape;935;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pic>
        <p:nvPicPr>
          <p:cNvPr descr="A golden chalice and a cross next to a book&#10;&#10;AI-generated content may be incorrect." id="955" name="Google Shape;955;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g3c80dc9c1fd_0_0"/>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Họ được ăn, ăn thật no nê, thèm thứ gì Chúa đãi cho thứ đó, </a:t>
            </a:r>
            <a:endParaRPr b="1" sz="7200">
              <a:solidFill>
                <a:schemeClr val="lt1"/>
              </a:solidFill>
              <a:latin typeface="Times"/>
              <a:ea typeface="Times"/>
              <a:cs typeface="Times"/>
              <a:sym typeface="Times"/>
            </a:endParaRPr>
          </a:p>
        </p:txBody>
      </p:sp>
      <p:sp>
        <p:nvSpPr>
          <p:cNvPr id="961" name="Google Shape;961;g3c80dc9c1fd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g3c80dc9c1fd_0_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ước ao chi, họ chẳng hề thất vọng.</a:t>
            </a: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pic>
        <p:nvPicPr>
          <p:cNvPr descr="A gold chalice and two round objects on a plate&#10;&#10;AI-generated content may be incorrect." id="971" name="Google Shape;971;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GIỮ CON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Mi Trầm)</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Xin giữ con để con phụng sự Chúa, con phụng sự Chúa trong suốt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khi mỏi mệt, dù khi chán chường. Xin giữ con luôn luôn phụng sự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chemeClr val="lt1"/>
                </a:solidFill>
                <a:latin typeface="Times New Roman"/>
                <a:ea typeface="Times New Roman"/>
                <a:cs typeface="Times New Roman"/>
                <a:sym typeface="Times New Roman"/>
              </a:rPr>
              <a:t>Nguyện xin Chúa giúp con bắt đầu và lại bắt đầu,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khi thất bại, dù khi mỏi mòn con vẫn cậy trông.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g3bbbf7d17f7_0_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xin Chúa giúp con bắt đầu và lại bắt đầu,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g3bbbf7d17f7_0_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này con chiến thắng, này con chiến thắng tươi sáng hy vọng.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3bbbf7d17f7_0_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Xin giữ con để con được đổi mới, đây đời của con sẽ mãi đẹp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g3bbbf7d17f7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khi phản bội, dù khi lỗi tội. Xin giữ con khiêm cung về với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g3be9254b0cc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chemeClr val="lt1"/>
                </a:solidFill>
                <a:latin typeface="Times New Roman"/>
                <a:ea typeface="Times New Roman"/>
                <a:cs typeface="Times New Roman"/>
                <a:sym typeface="Times New Roman"/>
              </a:rPr>
              <a:t>Nguyện xin Chúa giúp con bắt đầu và lại bắt đầu,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g3be9254b0cc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khi thất bại, dù khi mỏi mòn con vẫn cậy trông.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g3be9254b0cc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xin Chúa giúp con bắt đầu và lại bắt đầu,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g3be9254b0cc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này con chiến thắng, này con chiến thắng tươi sáng hy vọng.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pic>
        <p:nvPicPr>
          <p:cNvPr id="1041" name="Google Shape;1041;g3be9254b0cc_0_21"/>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CHÚT TÌNH</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THƠ</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Nguyễn Duy)</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Mẹ ơi! Trên trần gian con chưa thấy ai đến nhờ Mẹ mà Mẹ không thương giúp.</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ơi! Con biết rằng tình Mẹ rất bao la,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luôn dõi nhìn từng nhịp bước con thơ.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g3bd41fd8710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Mẹ nguồn cậy trông cho người thất vọng.</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g3bd41fd8710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là niềm tin cho người lữ thứ. Mẹ là niềm vui cho người buồn đau,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g3be9254b0cc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là nghỉ ngơi cho người đơn côi.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pic>
        <p:nvPicPr>
          <p:cNvPr id="1081" name="Google Shape;1081;g3be9254b0cc_0_25"/>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