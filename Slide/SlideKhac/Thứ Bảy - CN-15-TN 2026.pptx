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0" roundtripDataSignature="AMtx7mhjvI7t5IzJI4Lt0apoHXcuBCzM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220" Type="http://customschemas.google.com/relationships/presentationmetadata" Target="metadata"/><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491e64396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491e64396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491e64396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491e64396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491e64396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f491e64396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491e64396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491e64396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491e64396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491e64396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491e64396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491e64396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491e64396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491e64396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491e64396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491e64396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0aa96aa8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0aa96aa8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0aa96aa8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0aa96aa8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491e64396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f491e64396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491e64396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f491e64396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f491e64396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f491e64396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491e64396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491e64396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0aa96aa8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0aa96aa8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0aa96aa8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0aa96aa8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0aa96aa8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0aa96aa8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0aa96aa8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0aa96aa8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0aa96aa8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0aa96aa8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0aa96aa8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0aa96aa8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491e64396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491e64396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0aa96aa8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0aa96aa8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491e6439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491e6439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491e64396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f491e64396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491e64396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f491e64396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f491e64396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f491e64396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491e64396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f491e64396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f491e64396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f491e64396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f491e64396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f491e64396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f491e64396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f491e64396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f491e64396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f491e64396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f491e64396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f491e64396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491e64396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f491e64396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491e64396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491e64396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491e64396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491e64396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491e64396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491e64396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491e64396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491e64396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491e64396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491e64396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491e64396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491e64396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491e64396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491e64396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491e64396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491e64396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491e64396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491e64396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491e64396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491e64396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491e64396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491e64396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491e64396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491e64396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491e64396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491e64396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491e64396_0_2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491e64396_0_2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491e64396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491e64396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491e64396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491e64396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0aa96aa8e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0aa96aa8e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491e64396_0_2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491e64396_0_2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491e64396_0_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491e64396_0_2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491e64396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491e64396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491e64396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491e64396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491e64396_0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491e64396_0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4.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4.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4.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5.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491e64396_0_24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NÀO VỀ ĐÂY</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(Ngọc Khánh)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Nào về đây nơi Cha ta ngày đêm đứng trông chờ.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về đây nơi quê hương thân thương hằng nhung nhớ.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về đây nơi đồng xanh suối trong trôi lững lờ,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cùng nhau ca lên đi bài ca mến yêu vô bờ.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 lên muôn bài ca mới. Ngợi mừng Cứu Chúa không ngơi.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Ca lên hỡi ngàn dân ơi. Chúc khen Danh Người khắp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f491e64396_0_24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f491e64396_0_252"/>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thăm đất cho mưa gội nhuần, cho ngập tràn phú túc giàu sang.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cho nước mênh mông tràn bờ, đợi đến giờ cây lúa trổ bông.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491e64396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Đất đai Chúa lo thu dọn sạch, cho đường cày ứ nước bậm sâu.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san những mô cao làm bằng, hạt nẩy mầm tăng sức bội thu.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491e64396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491e64396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Phúc ân Chúa quanh năm tràn đầy, hoa mầu này ngập lối người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Nước tràn tới những hoang địa buồn, và núi đồi sức sống bừng lên.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491e64396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491e64396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0aa96aa8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 </a:t>
            </a:r>
            <a:r>
              <a:rPr b="1" lang="en-US" sz="8000">
                <a:solidFill>
                  <a:schemeClr val="lt1"/>
                </a:solidFill>
                <a:latin typeface="Times New Roman"/>
                <a:ea typeface="Times New Roman"/>
                <a:cs typeface="Times New Roman"/>
                <a:sym typeface="Times New Roman"/>
              </a:rPr>
              <a:t>Lúa tươi tốt rung rinh dạt dào, chiên cừu đầy phủ trắng đồng xanh.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0aa96aa8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Khắp nơi tiếng hoan ca tràn trề, lời hát hò đượm thắm tình quê.</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f491e64396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f491e64396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7" name="Shape 737"/>
        <p:cNvGrpSpPr/>
        <p:nvPr/>
      </p:nvGrpSpPr>
      <p:grpSpPr>
        <a:xfrm>
          <a:off x="0" y="0"/>
          <a:ext cx="0" cy="0"/>
          <a:chOff x="0" y="0"/>
          <a:chExt cx="0" cy="0"/>
        </a:xfrm>
      </p:grpSpPr>
      <p:sp>
        <p:nvSpPr>
          <p:cNvPr id="738" name="Google Shape;73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9" name="Google Shape;73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rằng: “Lời Cha là chân lý, Lời ban niềm vui sống,</a:t>
            </a:r>
            <a:endParaRPr b="1" sz="6000">
              <a:solidFill>
                <a:schemeClr val="lt1"/>
              </a:solidFill>
              <a:latin typeface="Times New Roman"/>
              <a:ea typeface="Times New Roman"/>
              <a:cs typeface="Times New Roman"/>
              <a:sym typeface="Times New Roman"/>
            </a:endParaRPr>
          </a:p>
        </p:txBody>
      </p:sp>
      <p:sp>
        <p:nvSpPr>
          <p:cNvPr id="746" name="Google Shape;74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xin Ngài thánh hoá chúng trong sự thật”.</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g3f491e64396_0_256"/>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7" name="Google Shape;76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pic>
        <p:nvPicPr>
          <p:cNvPr id="867" name="Google Shape;867;g3f491e64396_0_260"/>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0aa96aa8e_0_2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TIẾN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(Đào Trung)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0aa96aa8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Dâng lên tòa Chúa từ nhân, đây bánh thơm, ly rượu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0aa96aa8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tình yêu son sắt, xin Ngài thương đoái lễ vật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0aa96aa8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Dâng lên ngai tòa cao sáng, ngàn gian khổ, hy sinh, lắng lo.</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0aa96aa8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Xin dâng vui buồn cuộc sống, mọi nguyện ước chân thành con dâng.</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0aa96aa8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Nguyện Ngài thương ban tràn xuống hồng 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491e64396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Ngài thương tha thứ mọi lỗi lầm.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0aa96aa8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được sống trong tình yêu.</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liên kết trong bàn tay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491e64396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lên tòa Chúa từ nhân, đây bánh thơm, ly rượu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f491e64396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tình yêu son sắt, xin Ngài thương đoái lễ vật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f491e64396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ngai tòa cao sáng, ngàn gian khổ, hy sinh, lắng lo.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f491e64396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vui buồn cuộc sống, mọi nguyện ước chân thành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f491e64396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Vì tình yêu Chúa đã chết khổ đau.</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tình yêu nên bánh nuôi nhân trần.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f491e64396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Lời nguyện xin tỏa bay như trầm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f491e64396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đời con vui sống trong tình yêu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f491e64396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lên tòa Chúa từ nhân, đây bánh thơm, ly rượu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f491e64396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tình yêu son sắt, xin Ngài thương đoái lễ vật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g3f491e64396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ngai tòa cao sáng, ngàn gian khổ, hy sinh, lắng lo.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f491e64396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vui buồn cuộc sống, mọi nguyện ước chân thành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id="967" name="Google Shape;96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phán: “Ai ăn thịt Ta và uống máu Ta, thì ở trong Ta, </a:t>
            </a:r>
            <a:endParaRPr b="1" sz="8000">
              <a:solidFill>
                <a:schemeClr val="lt1"/>
              </a:solidFill>
              <a:latin typeface="Times New Roman"/>
              <a:ea typeface="Times New Roman"/>
              <a:cs typeface="Times New Roman"/>
              <a:sym typeface="Times New Roman"/>
            </a:endParaRPr>
          </a:p>
        </p:txBody>
      </p:sp>
      <p:sp>
        <p:nvSpPr>
          <p:cNvPr id="1013" name="Google Shape;101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282feffb0_0_13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và Ta ở trong kẻ ấy”.</a:t>
            </a:r>
            <a:endParaRPr b="1" sz="79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pic>
        <p:nvPicPr>
          <p:cNvPr id="1023" name="Google Shape;102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(Giang 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Bao la tình Chúa yêu con, mênh mông như biển Thái Bình,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491e64396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dạt dào như ngàn con sóng, vỗ về năm tháng đời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491e64396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Tình Ngài như mưa đỉnh núi, suốt đời tuôn đổ dạt dào.</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491e64396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Một tình yêu vô biên, một tình yêu vô biên.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Hồng ân Chúa như mưa như mưa, rơi xuống đời con miên man miên man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nâng đỡ tình con trong tay trong tay, vòng tay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thương mến.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491e64396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Đời có Chúa êm trôi êm trôi, Chúa dắt dìu con luôn luôn không thôi,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491e64396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491e64396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Xa xôi ngày tháng êm trôi, yêu thương như nước xuôi dòng,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491e64396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mặn nồng như từng hơi ấm, đổ đầy mưa nắng đời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491e64396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Còn gì như ân tình Chúa, dắt dìu con bước trong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f491e64396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Từng nhịp chân yêu thương, từng nhịp chân yêu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f491e64396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Hồng ân Chúa như mưa như mưa, rơi xuống đời con miên man miên man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491e64396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nâng đỡ tình con trong tay trong tay, vòng tay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thương mến.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491e64396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Đời có Chúa êm trôi êm trôi, Chúa dắt dìu con luôn luôn không thôi,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491e64396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pic>
        <p:nvPicPr>
          <p:cNvPr id="1113" name="Google Shape;1113;g3f491e64396_0_26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VUI BƯỚC</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TRÊN ĐƯỜNG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(Duy Thiên)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Hãy vui bước trên đường đi, Chúa đưa lối con ngại chi,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đường xa dù bao khó nguy, đi cùng Chúa con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491e64396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con đường trần gian, cho dẫu còn gian nan,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491e64396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luôn ở cùng con, xót chia nỗi buồn của con, Chúa vui nối vui đời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Nhìn đường xa mà lòng xao xuyến,</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xin cho đời con một niềm trung kiên.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0aa96aa8e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900">
                <a:solidFill>
                  <a:schemeClr val="lt1"/>
                </a:solidFill>
                <a:latin typeface="Times New Roman"/>
                <a:ea typeface="Times New Roman"/>
                <a:cs typeface="Times New Roman"/>
                <a:sym typeface="Times New Roman"/>
              </a:rPr>
              <a:t>Chúa ơi hãy thương chở che, tháng năm sống trên trần gian, cho đời con sống yên lành.</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491e64396_0_2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Hãy vui bước trên đường đi, Chúa đưa lối con ngại chi,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491e64396_0_2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đường xa dù bao khó nguy, đi cùng Chúa con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491e64396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con đường trần gian, cho dẫu còn gian nan,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491e64396_0_2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luôn ở cùng con, xót chia nỗi buồn của con, Chúa vui nối vui đời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pic>
        <p:nvPicPr>
          <p:cNvPr id="1173" name="Google Shape;1173;g3f491e64396_0_26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