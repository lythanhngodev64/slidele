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3" roundtripDataSignature="AMtx7mgqZh8KuvZRltZ4WlTtlvhgPhGv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233" Type="http://customschemas.google.com/relationships/presentationmetadata" Target="metadata"/><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e26ec1f821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e26ec1f821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27e67361b_1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27e67361b_1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7e67361b_1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27e67361b_1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26ec1f82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26ec1f82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26ec1f82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26ec1f82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9" name="Google Shape;74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1" name="Google Shape;79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7" name="Google Shape;79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3" name="Google Shape;80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9" name="Google Shape;80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5" name="Google Shape;81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26ec1f82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e26ec1f82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26ec1f82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e26ec1f82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26ec1f82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e26ec1f82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e26ec1f821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e26ec1f821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e26ec1f82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e26ec1f82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26ec1f82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26ec1f82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26ec1f821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e26ec1f821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e26ec1f821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e26ec1f821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26ec1f821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e26ec1f821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e26ec1f821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e26ec1f821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26ec1f821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e26ec1f821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26ec1f821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e26ec1f821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26ec1f821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26ec1f821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e26ec1f821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e26ec1f821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26ec1f821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26ec1f821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26ec1f821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e26ec1f821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26ec1f821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26ec1f821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e26ec1f821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e26ec1f821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26ec1f821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26ec1f821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26ec1f821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26ec1f821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26ec1f821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26ec1f821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26ec1f821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26ec1f821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26ec1f821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26ec1f821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df2325e04a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df2325e04a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df2325e04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df2325e04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e26ec1f821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e26ec1f821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e26ec1f821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e26ec1f821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26ec1f82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e26ec1f82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26ec1f82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e26ec1f82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e26ec1f82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e26ec1f82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e26ec1f821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e26ec1f821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e26ec1f821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e26ec1f821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e26ec1f821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e26ec1f821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e26ec1f821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e26ec1f821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3.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2.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2.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2.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e26ec1f821_0_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MỪNG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LÊN TRỜI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Mi Trầm</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Hôm nay mừng Chúa lên trời trần hoàn vang tiếng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Hôm nay mừng Chúa lên trời triều thần vang câu hát.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Này ngày vinh quang, rạng ngời ánh sáng khúc nhạc mừng trời đất hòa ca.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Ngợi khen Chúa lên trời trong ánh sáng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ngự trị trên chốn huy hoàng.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27e67361b_1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lên trời trong 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7e67361b_1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ngự trị trên chốn huy hoàng.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e26ec1f821_0_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pic>
        <p:nvPicPr>
          <p:cNvPr id="733" name="Google Shape;733;g3e26ec1f821_0_9"/>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9" name="Google Shape;73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0" name="Shape 750"/>
        <p:cNvGrpSpPr/>
        <p:nvPr/>
      </p:nvGrpSpPr>
      <p:grpSpPr>
        <a:xfrm>
          <a:off x="0" y="0"/>
          <a:ext cx="0" cy="0"/>
          <a:chOff x="0" y="0"/>
          <a:chExt cx="0" cy="0"/>
        </a:xfrm>
      </p:grpSpPr>
      <p:sp>
        <p:nvSpPr>
          <p:cNvPr id="751" name="Google Shape;75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g3e26ec1f821_0_13"/>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6" name="Shape 826"/>
        <p:cNvGrpSpPr/>
        <p:nvPr/>
      </p:nvGrpSpPr>
      <p:grpSpPr>
        <a:xfrm>
          <a:off x="0" y="0"/>
          <a:ext cx="0" cy="0"/>
          <a:chOff x="0" y="0"/>
          <a:chExt cx="0" cy="0"/>
        </a:xfrm>
      </p:grpSpPr>
      <p:sp>
        <p:nvSpPr>
          <p:cNvPr id="827" name="Google Shape;82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8" name="Google Shape;82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46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Vỗ tay đi nào ngàn muôn dân hỡi! Tán tụng Chúa Trời nào hãy hò reo.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Chúa Đấng Tối Cao khả úy, Ngài là Đại Đế Đấng thống trị trần gian.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Chúa tiến lên trong ngàn câu hoan chúc. Chúa ngự lên ngàn vạn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ta hãy ca mừng Thiên Chúa, mừng Ngài là Chúa khắp các vua trần 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e26ec1f821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Đức Vua cai trị toàn cả thế giới, xướng lên ca vịnh mừng Chúa là Vua.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e26ec1f821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Chúa Đấng thống trị vạn quốc, ngàn đời rực rỡ Chúa hiển trị ngàn thu.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e26ec1f821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2" name="Shape 882"/>
        <p:cNvGrpSpPr/>
        <p:nvPr/>
      </p:nvGrpSpPr>
      <p:grpSpPr>
        <a:xfrm>
          <a:off x="0" y="0"/>
          <a:ext cx="0" cy="0"/>
          <a:chOff x="0" y="0"/>
          <a:chExt cx="0" cy="0"/>
        </a:xfrm>
      </p:grpSpPr>
      <p:sp>
        <p:nvSpPr>
          <p:cNvPr id="883" name="Google Shape;88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84" name="Google Shape;88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Này đây Chúa phán: “Các con hãy đi giảng dạy muôn dân:</a:t>
            </a:r>
            <a:endParaRPr b="1" sz="7300">
              <a:solidFill>
                <a:schemeClr val="lt1"/>
              </a:solidFill>
              <a:latin typeface="Times New Roman"/>
              <a:ea typeface="Times New Roman"/>
              <a:cs typeface="Times New Roman"/>
              <a:sym typeface="Times New Roman"/>
            </a:endParaRPr>
          </a:p>
        </p:txBody>
      </p:sp>
      <p:sp>
        <p:nvSpPr>
          <p:cNvPr id="891" name="Google Shape;89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400">
                <a:solidFill>
                  <a:schemeClr val="lt1"/>
                </a:solidFill>
                <a:latin typeface="Times New Roman"/>
                <a:ea typeface="Times New Roman"/>
                <a:cs typeface="Times New Roman"/>
                <a:sym typeface="Times New Roman"/>
              </a:rPr>
              <a:t>Thầy sẽ ở cùng </a:t>
            </a:r>
            <a:br>
              <a:rPr b="1" lang="en-US" sz="7400">
                <a:solidFill>
                  <a:schemeClr val="lt1"/>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các con mọi ngày cho đến tận thế”.</a:t>
            </a:r>
            <a:r>
              <a:rPr b="1" lang="en-US" sz="7400">
                <a:solidFill>
                  <a:schemeClr val="lt1"/>
                </a:solidFill>
                <a:latin typeface="Times New Roman"/>
                <a:ea typeface="Times New Roman"/>
                <a:cs typeface="Times New Roman"/>
                <a:sym typeface="Times New Roman"/>
              </a:rPr>
              <a:t>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g3e26ec1f821_0_17"/>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12" name="Google Shape;91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pic>
        <p:nvPicPr>
          <p:cNvPr id="1012" name="Google Shape;1012;g3e26ec1f821_0_2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e26ec1f821_0_5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LÊN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e26ec1f821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e26ec1f821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e26ec1f821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e26ec1f821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e26ec1f821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e26ec1f821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Tiến dâng lên Thiên cung lời ước nguyện,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e26ec1f821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thương ban phúc bình yên,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e26ec1f821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tựa như nước nối kết trong rượu nồng, muôn tấm lòng hòa đồng trong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e26ec1f821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e26ec1f821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e26ec1f821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e26ec1f821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e26ec1f821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e26ec1f821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26ec1f821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e26ec1f821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id="1102" name="Google Shape;1102;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pic>
        <p:nvPicPr>
          <p:cNvPr id="1122" name="Google Shape;1122;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pic>
        <p:nvPicPr>
          <p:cNvPr id="1142" name="Google Shape;1142;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Các ngươi hãy ca mừng Chúa, Đấng lên trời cao thẳm, hướng về phía đông – Al-le-lu-ia.</a:t>
            </a:r>
            <a:endParaRPr b="1" sz="6700">
              <a:solidFill>
                <a:schemeClr val="lt1"/>
              </a:solidFill>
              <a:latin typeface="Times New Roman"/>
              <a:ea typeface="Times New Roman"/>
              <a:cs typeface="Times New Roman"/>
              <a:sym typeface="Times New Roman"/>
            </a:endParaRPr>
          </a:p>
        </p:txBody>
      </p:sp>
      <p:sp>
        <p:nvSpPr>
          <p:cNvPr id="1148" name="Google Shape;1148;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LÊN TRỜI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 đã lên trời, núi đồi đưa mắt nhìn theo. Chia ly đôi ngã ngàn dâu xanh ngắt một màu.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Thầy về quê hương xa vời ôi xa vời cuộc đời. Nhưng bao tình mến ơn trời mãi ở với Người.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Con nhìn lên cao thao thức với ngàn vì sao.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Khấn xin Người dìu đưa con bền tâm bước lên trời cao.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df2325e04a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Chúa đã xuống đời với người chung kiếp khổ đau. Lang thang muôn nẻo tìm đâu một chỗ tựa đầu.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df2325e04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về thiên cung nhưng chẳng quên cát bụi cuộc đời. Ta đi dọn chỗ cho ngươi ở nhà Chúa Trời.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e26ec1f821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nhìn lên cao thao thức với ngàn vì sao.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e26ec1f821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Khấn xin Người dìu đưa con bền tâm bước lên trời cao.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pic>
        <p:nvPicPr>
          <p:cNvPr id="1203" name="Google Shape;1203;g3e26ec1f821_0_2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e26ec1f821_0_20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e26ec1f82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Mẹ ơi, đời con dõi bước theo Mẹ, lòng con quyết noi gương Mẹ,</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e26ec1f821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Mẹ dạy con hai tiếng xin vâng. Mẹ ơi, đường đi trăm ngàn gian khó,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e26ec1f821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hiểm nguy dâng tràn đây đó, xin Mẹ dạy con hai tiếng xin vâng.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e26ec1f821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Xin vâng, Mẹ dạy con hai tiếng xin vâng: Hôm qua, hôm nay và ngày mai.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e26ec1f821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vâng, Mẹ dạy con hai tiếng xin vâng: Hôm nay, tương lai và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pic>
        <p:nvPicPr>
          <p:cNvPr id="1238" name="Google Shape;1238;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