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49.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250.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23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24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24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51.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235.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245.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241.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239.xml"/>
  <Override ContentType="application/vnd.openxmlformats-officedocument.presentationml.notesSlide+xml" PartName="/ppt/notesSlides/notesSlide24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247.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36.xml"/>
  <Override ContentType="application/vnd.openxmlformats-officedocument.presentationml.notesSlide+xml" PartName="/ppt/notesSlides/notesSlide244.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248.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233.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243.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37.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237.xml"/>
  <Override ContentType="application/vnd.openxmlformats-officedocument.presentationml.slide+xml" PartName="/ppt/slides/slide51.xml"/>
  <Override ContentType="application/vnd.openxmlformats-officedocument.presentationml.slide+xml" PartName="/ppt/slides/slide245.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249.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242.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244.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23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250.xml"/>
  <Override ContentType="application/vnd.openxmlformats-officedocument.presentationml.slide+xml" PartName="/ppt/slides/slide153.xml"/>
  <Override ContentType="application/vnd.openxmlformats-officedocument.presentationml.slide+xml" PartName="/ppt/slides/slide248.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243.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247.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235.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25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40.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238.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246.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234.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41.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239.xml"/>
  <Override ContentType="application/vnd.openxmlformats-officedocument.presentationml.slide+xml" PartName="/ppt/slides/slide15.xml"/>
  <Override ContentType="application/vnd.openxmlformats-officedocument.presentationml.slide+xml" PartName="/ppt/slides/slide230.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 id="485" r:id="rId235"/>
    <p:sldId id="486" r:id="rId236"/>
    <p:sldId id="487" r:id="rId237"/>
    <p:sldId id="488" r:id="rId238"/>
    <p:sldId id="489" r:id="rId239"/>
    <p:sldId id="490" r:id="rId240"/>
    <p:sldId id="491" r:id="rId241"/>
    <p:sldId id="492" r:id="rId242"/>
    <p:sldId id="493" r:id="rId243"/>
    <p:sldId id="494" r:id="rId244"/>
    <p:sldId id="495" r:id="rId245"/>
    <p:sldId id="496" r:id="rId246"/>
    <p:sldId id="497" r:id="rId247"/>
    <p:sldId id="498" r:id="rId248"/>
    <p:sldId id="499" r:id="rId249"/>
    <p:sldId id="500" r:id="rId250"/>
    <p:sldId id="501" r:id="rId251"/>
    <p:sldId id="502" r:id="rId252"/>
    <p:sldId id="503" r:id="rId253"/>
    <p:sldId id="504" r:id="rId254"/>
    <p:sldId id="505" r:id="rId255"/>
    <p:sldId id="506" r:id="rId256"/>
  </p:sldIdLst>
  <p:sldSz cy="5143500" cx="9144000"/>
  <p:notesSz cx="6858000" cy="9144000"/>
  <p:embeddedFontLst>
    <p:embeddedFont>
      <p:font typeface="Oswald"/>
      <p:regular r:id="rId257"/>
      <p:bold r:id="rId2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59" roundtripDataSignature="AMtx7mi3qAoiqmC3ck9z0j63t0IfSbWt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259" Type="http://customschemas.google.com/relationships/presentationmetadata" Target="metadata"/><Relationship Id="rId137" Type="http://schemas.openxmlformats.org/officeDocument/2006/relationships/slide" Target="slides/slide132.xml"/><Relationship Id="rId258" Type="http://schemas.openxmlformats.org/officeDocument/2006/relationships/font" Target="fonts/Oswald-bold.fntdata"/><Relationship Id="rId132" Type="http://schemas.openxmlformats.org/officeDocument/2006/relationships/slide" Target="slides/slide127.xml"/><Relationship Id="rId253" Type="http://schemas.openxmlformats.org/officeDocument/2006/relationships/slide" Target="slides/slide248.xml"/><Relationship Id="rId131" Type="http://schemas.openxmlformats.org/officeDocument/2006/relationships/slide" Target="slides/slide126.xml"/><Relationship Id="rId252" Type="http://schemas.openxmlformats.org/officeDocument/2006/relationships/slide" Target="slides/slide247.xml"/><Relationship Id="rId130" Type="http://schemas.openxmlformats.org/officeDocument/2006/relationships/slide" Target="slides/slide125.xml"/><Relationship Id="rId251" Type="http://schemas.openxmlformats.org/officeDocument/2006/relationships/slide" Target="slides/slide246.xml"/><Relationship Id="rId250" Type="http://schemas.openxmlformats.org/officeDocument/2006/relationships/slide" Target="slides/slide245.xml"/><Relationship Id="rId136" Type="http://schemas.openxmlformats.org/officeDocument/2006/relationships/slide" Target="slides/slide131.xml"/><Relationship Id="rId257" Type="http://schemas.openxmlformats.org/officeDocument/2006/relationships/font" Target="fonts/Oswald-regular.fntdata"/><Relationship Id="rId135" Type="http://schemas.openxmlformats.org/officeDocument/2006/relationships/slide" Target="slides/slide130.xml"/><Relationship Id="rId256" Type="http://schemas.openxmlformats.org/officeDocument/2006/relationships/slide" Target="slides/slide251.xml"/><Relationship Id="rId134" Type="http://schemas.openxmlformats.org/officeDocument/2006/relationships/slide" Target="slides/slide129.xml"/><Relationship Id="rId255" Type="http://schemas.openxmlformats.org/officeDocument/2006/relationships/slide" Target="slides/slide250.xml"/><Relationship Id="rId133" Type="http://schemas.openxmlformats.org/officeDocument/2006/relationships/slide" Target="slides/slide128.xml"/><Relationship Id="rId254" Type="http://schemas.openxmlformats.org/officeDocument/2006/relationships/slide" Target="slides/slide249.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249" Type="http://schemas.openxmlformats.org/officeDocument/2006/relationships/slide" Target="slides/slide244.xml"/><Relationship Id="rId127" Type="http://schemas.openxmlformats.org/officeDocument/2006/relationships/slide" Target="slides/slide122.xml"/><Relationship Id="rId248" Type="http://schemas.openxmlformats.org/officeDocument/2006/relationships/slide" Target="slides/slide243.xml"/><Relationship Id="rId126" Type="http://schemas.openxmlformats.org/officeDocument/2006/relationships/slide" Target="slides/slide121.xml"/><Relationship Id="rId247" Type="http://schemas.openxmlformats.org/officeDocument/2006/relationships/slide" Target="slides/slide242.xml"/><Relationship Id="rId121" Type="http://schemas.openxmlformats.org/officeDocument/2006/relationships/slide" Target="slides/slide116.xml"/><Relationship Id="rId242" Type="http://schemas.openxmlformats.org/officeDocument/2006/relationships/slide" Target="slides/slide237.xml"/><Relationship Id="rId120" Type="http://schemas.openxmlformats.org/officeDocument/2006/relationships/slide" Target="slides/slide115.xml"/><Relationship Id="rId241" Type="http://schemas.openxmlformats.org/officeDocument/2006/relationships/slide" Target="slides/slide236.xml"/><Relationship Id="rId240" Type="http://schemas.openxmlformats.org/officeDocument/2006/relationships/slide" Target="slides/slide235.xml"/><Relationship Id="rId125" Type="http://schemas.openxmlformats.org/officeDocument/2006/relationships/slide" Target="slides/slide120.xml"/><Relationship Id="rId246" Type="http://schemas.openxmlformats.org/officeDocument/2006/relationships/slide" Target="slides/slide241.xml"/><Relationship Id="rId124" Type="http://schemas.openxmlformats.org/officeDocument/2006/relationships/slide" Target="slides/slide119.xml"/><Relationship Id="rId245" Type="http://schemas.openxmlformats.org/officeDocument/2006/relationships/slide" Target="slides/slide240.xml"/><Relationship Id="rId123" Type="http://schemas.openxmlformats.org/officeDocument/2006/relationships/slide" Target="slides/slide118.xml"/><Relationship Id="rId244" Type="http://schemas.openxmlformats.org/officeDocument/2006/relationships/slide" Target="slides/slide239.xml"/><Relationship Id="rId122" Type="http://schemas.openxmlformats.org/officeDocument/2006/relationships/slide" Target="slides/slide117.xml"/><Relationship Id="rId243" Type="http://schemas.openxmlformats.org/officeDocument/2006/relationships/slide" Target="slides/slide238.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239" Type="http://schemas.openxmlformats.org/officeDocument/2006/relationships/slide" Target="slides/slide234.xml"/><Relationship Id="rId117" Type="http://schemas.openxmlformats.org/officeDocument/2006/relationships/slide" Target="slides/slide112.xml"/><Relationship Id="rId238" Type="http://schemas.openxmlformats.org/officeDocument/2006/relationships/slide" Target="slides/slide233.xml"/><Relationship Id="rId116" Type="http://schemas.openxmlformats.org/officeDocument/2006/relationships/slide" Target="slides/slide111.xml"/><Relationship Id="rId237" Type="http://schemas.openxmlformats.org/officeDocument/2006/relationships/slide" Target="slides/slide232.xml"/><Relationship Id="rId115" Type="http://schemas.openxmlformats.org/officeDocument/2006/relationships/slide" Target="slides/slide110.xml"/><Relationship Id="rId236" Type="http://schemas.openxmlformats.org/officeDocument/2006/relationships/slide" Target="slides/slide231.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235" Type="http://schemas.openxmlformats.org/officeDocument/2006/relationships/slide" Target="slides/slide230.xml"/><Relationship Id="rId113" Type="http://schemas.openxmlformats.org/officeDocument/2006/relationships/slide" Target="slides/slide108.xml"/><Relationship Id="rId234" Type="http://schemas.openxmlformats.org/officeDocument/2006/relationships/slide" Target="slides/slide229.xml"/><Relationship Id="rId112" Type="http://schemas.openxmlformats.org/officeDocument/2006/relationships/slide" Target="slides/slide107.xml"/><Relationship Id="rId233" Type="http://schemas.openxmlformats.org/officeDocument/2006/relationships/slide" Target="slides/slide228.xml"/><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p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p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p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p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p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1" name="Google Shape;471;p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1" name="Google Shape;481;p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p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p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p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p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1" name="Google Shape;511;p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6" name="Google Shape;516;p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1" name="Google Shape;521;p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6" name="Google Shape;526;p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1" name="Google Shape;531;p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6" name="Google Shape;536;p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1" name="Google Shape;541;p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6" name="Google Shape;546;p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1" name="Google Shape;551;p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6" name="Google Shape;556;p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1" name="Google Shape;561;p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6" name="Google Shape;566;p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1" name="Google Shape;571;p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p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1" name="Google Shape;581;p1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6" name="Google Shape;586;p1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1" name="Google Shape;591;p1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p1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1" name="Google Shape;601;p1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6" name="Google Shape;606;p1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1" name="Google Shape;611;p1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 name="Google Shape;616;p1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1" name="Google Shape;621;p1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0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6" name="Google Shape;626;p1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1" name="Google Shape;631;p1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6" name="Google Shape;636;p1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p1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 name="Google Shape;646;p1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1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1" name="Google Shape;651;p1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1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6" name="Google Shape;656;p1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1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1" name="Google Shape;661;p1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1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6" name="Google Shape;666;p1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1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1" name="Google Shape;671;p1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1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6" name="Google Shape;676;p1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1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1" name="Google Shape;681;p1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682" name="Google Shape;682;p1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1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7" name="Google Shape;687;p1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688" name="Google Shape;688;p1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1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3" name="Google Shape;693;p1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694" name="Google Shape;694;p1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1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9" name="Google Shape;699;p1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00" name="Google Shape;700;p1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1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5" name="Google Shape;705;p1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06" name="Google Shape;706;p1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1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1" name="Google Shape;711;p1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12" name="Google Shape;712;p1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1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7" name="Google Shape;717;p1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18" name="Google Shape;718;p1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1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3" name="Google Shape;723;p1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24" name="Google Shape;724;p1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1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9" name="Google Shape;729;p1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30" name="Google Shape;730;p1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1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5" name="Google Shape;735;p1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1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0" name="Google Shape;740;p1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1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6" name="Google Shape;746;p1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47" name="Google Shape;747;p1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1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2" name="Google Shape;752;p1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53" name="Google Shape;753;p1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1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8" name="Google Shape;758;p1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228600" rtl="0" algn="l">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59" name="Google Shape;759;p1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1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4" name="Google Shape;764;p1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65" name="Google Shape;765;p1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0" name="Google Shape;770;p1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71" name="Google Shape;771;p1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1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6" name="Google Shape;776;p1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77" name="Google Shape;777;p1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1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2" name="Google Shape;782;p1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83" name="Google Shape;783;p1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1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8" name="Google Shape;788;p1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89" name="Google Shape;789;p1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p1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4" name="Google Shape;794;p1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795" name="Google Shape;795;p1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0" name="Google Shape;800;p1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01" name="Google Shape;801;p1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1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6" name="Google Shape;806;p1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07" name="Google Shape;807;p1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p1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2" name="Google Shape;812;p1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13" name="Google Shape;813;p1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6" name="Shape 816"/>
        <p:cNvGrpSpPr/>
        <p:nvPr/>
      </p:nvGrpSpPr>
      <p:grpSpPr>
        <a:xfrm>
          <a:off x="0" y="0"/>
          <a:ext cx="0" cy="0"/>
          <a:chOff x="0" y="0"/>
          <a:chExt cx="0" cy="0"/>
        </a:xfrm>
      </p:grpSpPr>
      <p:sp>
        <p:nvSpPr>
          <p:cNvPr id="817" name="Google Shape;817;p1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8" name="Google Shape;818;p1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19" name="Google Shape;819;p1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1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4" name="Google Shape;824;p1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25" name="Google Shape;825;p1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0" name="Google Shape;830;p1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31" name="Google Shape;831;p1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1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6" name="Google Shape;836;p1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1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1" name="Google Shape;841;p1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p1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6" name="Google Shape;846;p1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1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1" name="Google Shape;851;p1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52" name="Google Shape;852;p1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1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7" name="Google Shape;857;p1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58" name="Google Shape;858;p1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1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3" name="Google Shape;863;p1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64" name="Google Shape;864;p15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1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9" name="Google Shape;869;p1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70" name="Google Shape;870;p1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1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5" name="Google Shape;875;p1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76" name="Google Shape;876;p1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p1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1" name="Google Shape;881;p1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82" name="Google Shape;882;p1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1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7" name="Google Shape;887;p1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88" name="Google Shape;888;p1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1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3" name="Google Shape;893;p1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894" name="Google Shape;894;p15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p1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9" name="Google Shape;899;p1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00" name="Google Shape;900;p15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1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5" name="Google Shape;905;p1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06" name="Google Shape;906;p1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1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1" name="Google Shape;911;p1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12" name="Google Shape;912;p1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p1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7" name="Google Shape;917;p1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18" name="Google Shape;918;p16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1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3" name="Google Shape;923;p1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24" name="Google Shape;924;p16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p1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9" name="Google Shape;929;p1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30" name="Google Shape;930;p16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5" name="Google Shape;935;p1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36" name="Google Shape;936;p16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p1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1" name="Google Shape;941;p1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42" name="Google Shape;942;p16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5" name="Shape 945"/>
        <p:cNvGrpSpPr/>
        <p:nvPr/>
      </p:nvGrpSpPr>
      <p:grpSpPr>
        <a:xfrm>
          <a:off x="0" y="0"/>
          <a:ext cx="0" cy="0"/>
          <a:chOff x="0" y="0"/>
          <a:chExt cx="0" cy="0"/>
        </a:xfrm>
      </p:grpSpPr>
      <p:sp>
        <p:nvSpPr>
          <p:cNvPr id="946" name="Google Shape;946;p1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7" name="Google Shape;947;p1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48" name="Google Shape;948;p16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1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3" name="Google Shape;953;p1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54" name="Google Shape;954;p16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p1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9" name="Google Shape;959;p1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60" name="Google Shape;960;p16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5" name="Google Shape;965;p1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66" name="Google Shape;966;p16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1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1" name="Google Shape;971;p1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72" name="Google Shape;972;p16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p1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7" name="Google Shape;977;p1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78" name="Google Shape;978;p17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1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3" name="Google Shape;983;p1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84" name="Google Shape;984;p17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p1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9" name="Google Shape;989;p1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990" name="Google Shape;990;p17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1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5" name="Google Shape;995;p1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1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0" name="Google Shape;1000;p1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p1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5" name="Google Shape;1005;p1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p1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1" name="Google Shape;1011;p1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p1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6" name="Google Shape;1016;p1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p1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1" name="Google Shape;1021;p1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p1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7" name="Google Shape;1027;p1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p1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2" name="Google Shape;1032;p1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p1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7" name="Google Shape;1037;p1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p1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2" name="Google Shape;1042;p1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p1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7" name="Google Shape;1047;p1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p1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2" name="Google Shape;1052;p1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p1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7" name="Google Shape;1057;p1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p1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2" name="Google Shape;1062;p18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p1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7" name="Google Shape;1067;p1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p1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2" name="Google Shape;1072;p1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p1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7" name="Google Shape;1077;p1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p1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2" name="Google Shape;1082;p1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p1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7" name="Google Shape;1087;p1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p19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2" name="Google Shape;1092;p1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p1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7" name="Google Shape;1097;p1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p1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2" name="Google Shape;1102;p1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p1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7" name="Google Shape;1107;p1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p1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2" name="Google Shape;1112;p1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p1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7" name="Google Shape;1117;p1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p1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2" name="Google Shape;1122;p1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p1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7" name="Google Shape;1127;p1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p2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2" name="Google Shape;1132;p2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p2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7" name="Google Shape;1137;p20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p2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2" name="Google Shape;1142;p2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p2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7" name="Google Shape;1147;p2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48" name="Google Shape;1148;p20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p2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3" name="Google Shape;1153;p2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54" name="Google Shape;1154;p20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p2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9" name="Google Shape;1159;p2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60" name="Google Shape;1160;p20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p2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5" name="Google Shape;1165;p2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66" name="Google Shape;1166;p20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p2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1" name="Google Shape;1171;p2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72" name="Google Shape;1172;p20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p2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7" name="Google Shape;1177;p2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78" name="Google Shape;1178;p20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p2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3" name="Google Shape;1183;p2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84" name="Google Shape;1184;p20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7" name="Shape 1187"/>
        <p:cNvGrpSpPr/>
        <p:nvPr/>
      </p:nvGrpSpPr>
      <p:grpSpPr>
        <a:xfrm>
          <a:off x="0" y="0"/>
          <a:ext cx="0" cy="0"/>
          <a:chOff x="0" y="0"/>
          <a:chExt cx="0" cy="0"/>
        </a:xfrm>
      </p:grpSpPr>
      <p:sp>
        <p:nvSpPr>
          <p:cNvPr id="1188" name="Google Shape;1188;p2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9" name="Google Shape;1189;p2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90" name="Google Shape;1190;p2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3" name="Shape 1193"/>
        <p:cNvGrpSpPr/>
        <p:nvPr/>
      </p:nvGrpSpPr>
      <p:grpSpPr>
        <a:xfrm>
          <a:off x="0" y="0"/>
          <a:ext cx="0" cy="0"/>
          <a:chOff x="0" y="0"/>
          <a:chExt cx="0" cy="0"/>
        </a:xfrm>
      </p:grpSpPr>
      <p:sp>
        <p:nvSpPr>
          <p:cNvPr id="1194" name="Google Shape;1194;p2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5" name="Google Shape;1195;p2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196" name="Google Shape;1196;p2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p2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1" name="Google Shape;1201;p2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02" name="Google Shape;1202;p2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5" name="Shape 1205"/>
        <p:cNvGrpSpPr/>
        <p:nvPr/>
      </p:nvGrpSpPr>
      <p:grpSpPr>
        <a:xfrm>
          <a:off x="0" y="0"/>
          <a:ext cx="0" cy="0"/>
          <a:chOff x="0" y="0"/>
          <a:chExt cx="0" cy="0"/>
        </a:xfrm>
      </p:grpSpPr>
      <p:sp>
        <p:nvSpPr>
          <p:cNvPr id="1206" name="Google Shape;1206;p2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7" name="Google Shape;1207;p2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08" name="Google Shape;1208;p2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p2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3" name="Google Shape;1213;p2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14" name="Google Shape;1214;p2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p2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9" name="Google Shape;1219;p2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20" name="Google Shape;1220;p2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p2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5" name="Google Shape;1225;p2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26" name="Google Shape;1226;p2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p2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1" name="Google Shape;1231;p2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p2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6" name="Google Shape;1236;p2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0" name="Shape 1240"/>
        <p:cNvGrpSpPr/>
        <p:nvPr/>
      </p:nvGrpSpPr>
      <p:grpSpPr>
        <a:xfrm>
          <a:off x="0" y="0"/>
          <a:ext cx="0" cy="0"/>
          <a:chOff x="0" y="0"/>
          <a:chExt cx="0" cy="0"/>
        </a:xfrm>
      </p:grpSpPr>
      <p:sp>
        <p:nvSpPr>
          <p:cNvPr id="1241" name="Google Shape;1241;p2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2" name="Google Shape;1242;p2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p2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7" name="Google Shape;1247;p2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0" name="Shape 1250"/>
        <p:cNvGrpSpPr/>
        <p:nvPr/>
      </p:nvGrpSpPr>
      <p:grpSpPr>
        <a:xfrm>
          <a:off x="0" y="0"/>
          <a:ext cx="0" cy="0"/>
          <a:chOff x="0" y="0"/>
          <a:chExt cx="0" cy="0"/>
        </a:xfrm>
      </p:grpSpPr>
      <p:sp>
        <p:nvSpPr>
          <p:cNvPr id="1251" name="Google Shape;1251;p2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2" name="Google Shape;1252;p2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53" name="Google Shape;1253;p2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p2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8" name="Google Shape;1258;p2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59" name="Google Shape;1259;p2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p2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4" name="Google Shape;1264;p2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65" name="Google Shape;1265;p2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8" name="Shape 1268"/>
        <p:cNvGrpSpPr/>
        <p:nvPr/>
      </p:nvGrpSpPr>
      <p:grpSpPr>
        <a:xfrm>
          <a:off x="0" y="0"/>
          <a:ext cx="0" cy="0"/>
          <a:chOff x="0" y="0"/>
          <a:chExt cx="0" cy="0"/>
        </a:xfrm>
      </p:grpSpPr>
      <p:sp>
        <p:nvSpPr>
          <p:cNvPr id="1269" name="Google Shape;1269;p2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0" name="Google Shape;1270;p2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71" name="Google Shape;1271;p2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p2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6" name="Google Shape;1276;p2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77" name="Google Shape;1277;p2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0" name="Shape 1280"/>
        <p:cNvGrpSpPr/>
        <p:nvPr/>
      </p:nvGrpSpPr>
      <p:grpSpPr>
        <a:xfrm>
          <a:off x="0" y="0"/>
          <a:ext cx="0" cy="0"/>
          <a:chOff x="0" y="0"/>
          <a:chExt cx="0" cy="0"/>
        </a:xfrm>
      </p:grpSpPr>
      <p:sp>
        <p:nvSpPr>
          <p:cNvPr id="1281" name="Google Shape;1281;p2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2" name="Google Shape;1282;p2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83" name="Google Shape;1283;p2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6" name="Shape 1286"/>
        <p:cNvGrpSpPr/>
        <p:nvPr/>
      </p:nvGrpSpPr>
      <p:grpSpPr>
        <a:xfrm>
          <a:off x="0" y="0"/>
          <a:ext cx="0" cy="0"/>
          <a:chOff x="0" y="0"/>
          <a:chExt cx="0" cy="0"/>
        </a:xfrm>
      </p:grpSpPr>
      <p:sp>
        <p:nvSpPr>
          <p:cNvPr id="1287" name="Google Shape;1287;p2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8" name="Google Shape;1288;p2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89" name="Google Shape;1289;p2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p2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4" name="Google Shape;1294;p2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295" name="Google Shape;1295;p2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p2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0" name="Google Shape;1300;p2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01" name="Google Shape;1301;p2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4" name="Shape 1304"/>
        <p:cNvGrpSpPr/>
        <p:nvPr/>
      </p:nvGrpSpPr>
      <p:grpSpPr>
        <a:xfrm>
          <a:off x="0" y="0"/>
          <a:ext cx="0" cy="0"/>
          <a:chOff x="0" y="0"/>
          <a:chExt cx="0" cy="0"/>
        </a:xfrm>
      </p:grpSpPr>
      <p:sp>
        <p:nvSpPr>
          <p:cNvPr id="1305" name="Google Shape;1305;p2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6" name="Google Shape;1306;p2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07" name="Google Shape;1307;p2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0" name="Shape 1310"/>
        <p:cNvGrpSpPr/>
        <p:nvPr/>
      </p:nvGrpSpPr>
      <p:grpSpPr>
        <a:xfrm>
          <a:off x="0" y="0"/>
          <a:ext cx="0" cy="0"/>
          <a:chOff x="0" y="0"/>
          <a:chExt cx="0" cy="0"/>
        </a:xfrm>
      </p:grpSpPr>
      <p:sp>
        <p:nvSpPr>
          <p:cNvPr id="1311" name="Google Shape;1311;p2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2" name="Google Shape;1312;p2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13" name="Google Shape;1313;p2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6" name="Shape 1316"/>
        <p:cNvGrpSpPr/>
        <p:nvPr/>
      </p:nvGrpSpPr>
      <p:grpSpPr>
        <a:xfrm>
          <a:off x="0" y="0"/>
          <a:ext cx="0" cy="0"/>
          <a:chOff x="0" y="0"/>
          <a:chExt cx="0" cy="0"/>
        </a:xfrm>
      </p:grpSpPr>
      <p:sp>
        <p:nvSpPr>
          <p:cNvPr id="1317" name="Google Shape;1317;p2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8" name="Google Shape;1318;p2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19" name="Google Shape;1319;p2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2" name="Shape 1322"/>
        <p:cNvGrpSpPr/>
        <p:nvPr/>
      </p:nvGrpSpPr>
      <p:grpSpPr>
        <a:xfrm>
          <a:off x="0" y="0"/>
          <a:ext cx="0" cy="0"/>
          <a:chOff x="0" y="0"/>
          <a:chExt cx="0" cy="0"/>
        </a:xfrm>
      </p:grpSpPr>
      <p:sp>
        <p:nvSpPr>
          <p:cNvPr id="1323" name="Google Shape;1323;p2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4" name="Google Shape;1324;p2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25" name="Google Shape;1325;p2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p2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0" name="Google Shape;1330;p2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31" name="Google Shape;1331;p2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4" name="Shape 1334"/>
        <p:cNvGrpSpPr/>
        <p:nvPr/>
      </p:nvGrpSpPr>
      <p:grpSpPr>
        <a:xfrm>
          <a:off x="0" y="0"/>
          <a:ext cx="0" cy="0"/>
          <a:chOff x="0" y="0"/>
          <a:chExt cx="0" cy="0"/>
        </a:xfrm>
      </p:grpSpPr>
      <p:sp>
        <p:nvSpPr>
          <p:cNvPr id="1335" name="Google Shape;1335;p2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6" name="Google Shape;1336;p2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37" name="Google Shape;1337;p2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0" name="Shape 1340"/>
        <p:cNvGrpSpPr/>
        <p:nvPr/>
      </p:nvGrpSpPr>
      <p:grpSpPr>
        <a:xfrm>
          <a:off x="0" y="0"/>
          <a:ext cx="0" cy="0"/>
          <a:chOff x="0" y="0"/>
          <a:chExt cx="0" cy="0"/>
        </a:xfrm>
      </p:grpSpPr>
      <p:sp>
        <p:nvSpPr>
          <p:cNvPr id="1341" name="Google Shape;1341;p2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2" name="Google Shape;1342;p2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43" name="Google Shape;1343;p2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6" name="Shape 1346"/>
        <p:cNvGrpSpPr/>
        <p:nvPr/>
      </p:nvGrpSpPr>
      <p:grpSpPr>
        <a:xfrm>
          <a:off x="0" y="0"/>
          <a:ext cx="0" cy="0"/>
          <a:chOff x="0" y="0"/>
          <a:chExt cx="0" cy="0"/>
        </a:xfrm>
      </p:grpSpPr>
      <p:sp>
        <p:nvSpPr>
          <p:cNvPr id="1347" name="Google Shape;1347;p2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8" name="Google Shape;1348;p2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49" name="Google Shape;1349;p2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2" name="Shape 1352"/>
        <p:cNvGrpSpPr/>
        <p:nvPr/>
      </p:nvGrpSpPr>
      <p:grpSpPr>
        <a:xfrm>
          <a:off x="0" y="0"/>
          <a:ext cx="0" cy="0"/>
          <a:chOff x="0" y="0"/>
          <a:chExt cx="0" cy="0"/>
        </a:xfrm>
      </p:grpSpPr>
      <p:sp>
        <p:nvSpPr>
          <p:cNvPr id="1353" name="Google Shape;1353;p2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4" name="Google Shape;1354;p2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55" name="Google Shape;1355;p2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8" name="Shape 1358"/>
        <p:cNvGrpSpPr/>
        <p:nvPr/>
      </p:nvGrpSpPr>
      <p:grpSpPr>
        <a:xfrm>
          <a:off x="0" y="0"/>
          <a:ext cx="0" cy="0"/>
          <a:chOff x="0" y="0"/>
          <a:chExt cx="0" cy="0"/>
        </a:xfrm>
      </p:grpSpPr>
      <p:sp>
        <p:nvSpPr>
          <p:cNvPr id="1359" name="Google Shape;1359;p2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0" name="Google Shape;1360;p2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61" name="Google Shape;1361;p2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4" name="Shape 1364"/>
        <p:cNvGrpSpPr/>
        <p:nvPr/>
      </p:nvGrpSpPr>
      <p:grpSpPr>
        <a:xfrm>
          <a:off x="0" y="0"/>
          <a:ext cx="0" cy="0"/>
          <a:chOff x="0" y="0"/>
          <a:chExt cx="0" cy="0"/>
        </a:xfrm>
      </p:grpSpPr>
      <p:sp>
        <p:nvSpPr>
          <p:cNvPr id="1365" name="Google Shape;1365;p2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6" name="Google Shape;1366;p2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67" name="Google Shape;1367;p2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0" name="Shape 1370"/>
        <p:cNvGrpSpPr/>
        <p:nvPr/>
      </p:nvGrpSpPr>
      <p:grpSpPr>
        <a:xfrm>
          <a:off x="0" y="0"/>
          <a:ext cx="0" cy="0"/>
          <a:chOff x="0" y="0"/>
          <a:chExt cx="0" cy="0"/>
        </a:xfrm>
      </p:grpSpPr>
      <p:sp>
        <p:nvSpPr>
          <p:cNvPr id="1371" name="Google Shape;1371;p2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2" name="Google Shape;1372;p2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73" name="Google Shape;1373;p2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6" name="Shape 1376"/>
        <p:cNvGrpSpPr/>
        <p:nvPr/>
      </p:nvGrpSpPr>
      <p:grpSpPr>
        <a:xfrm>
          <a:off x="0" y="0"/>
          <a:ext cx="0" cy="0"/>
          <a:chOff x="0" y="0"/>
          <a:chExt cx="0" cy="0"/>
        </a:xfrm>
      </p:grpSpPr>
      <p:sp>
        <p:nvSpPr>
          <p:cNvPr id="1377" name="Google Shape;1377;p2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8" name="Google Shape;1378;p2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79" name="Google Shape;1379;p2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2" name="Shape 1382"/>
        <p:cNvGrpSpPr/>
        <p:nvPr/>
      </p:nvGrpSpPr>
      <p:grpSpPr>
        <a:xfrm>
          <a:off x="0" y="0"/>
          <a:ext cx="0" cy="0"/>
          <a:chOff x="0" y="0"/>
          <a:chExt cx="0" cy="0"/>
        </a:xfrm>
      </p:grpSpPr>
      <p:sp>
        <p:nvSpPr>
          <p:cNvPr id="1383" name="Google Shape;1383;p2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4" name="Google Shape;1384;p2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85" name="Google Shape;1385;p2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8" name="Shape 1388"/>
        <p:cNvGrpSpPr/>
        <p:nvPr/>
      </p:nvGrpSpPr>
      <p:grpSpPr>
        <a:xfrm>
          <a:off x="0" y="0"/>
          <a:ext cx="0" cy="0"/>
          <a:chOff x="0" y="0"/>
          <a:chExt cx="0" cy="0"/>
        </a:xfrm>
      </p:grpSpPr>
      <p:sp>
        <p:nvSpPr>
          <p:cNvPr id="1389" name="Google Shape;1389;p2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0" name="Google Shape;1390;p2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a:p>
        </p:txBody>
      </p:sp>
      <p:sp>
        <p:nvSpPr>
          <p:cNvPr id="1391" name="Google Shape;1391;p2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4" name="Shape 1394"/>
        <p:cNvGrpSpPr/>
        <p:nvPr/>
      </p:nvGrpSpPr>
      <p:grpSpPr>
        <a:xfrm>
          <a:off x="0" y="0"/>
          <a:ext cx="0" cy="0"/>
          <a:chOff x="0" y="0"/>
          <a:chExt cx="0" cy="0"/>
        </a:xfrm>
      </p:grpSpPr>
      <p:sp>
        <p:nvSpPr>
          <p:cNvPr id="1395" name="Google Shape;1395;p2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6" name="Google Shape;1396;p2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p2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1" name="Google Shape;1401;p2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4" name="Shape 1404"/>
        <p:cNvGrpSpPr/>
        <p:nvPr/>
      </p:nvGrpSpPr>
      <p:grpSpPr>
        <a:xfrm>
          <a:off x="0" y="0"/>
          <a:ext cx="0" cy="0"/>
          <a:chOff x="0" y="0"/>
          <a:chExt cx="0" cy="0"/>
        </a:xfrm>
      </p:grpSpPr>
      <p:sp>
        <p:nvSpPr>
          <p:cNvPr id="1405" name="Google Shape;1405;p2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6" name="Google Shape;1406;p2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407" name="Google Shape;1407;p2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0" name="Shape 1410"/>
        <p:cNvGrpSpPr/>
        <p:nvPr/>
      </p:nvGrpSpPr>
      <p:grpSpPr>
        <a:xfrm>
          <a:off x="0" y="0"/>
          <a:ext cx="0" cy="0"/>
          <a:chOff x="0" y="0"/>
          <a:chExt cx="0" cy="0"/>
        </a:xfrm>
      </p:grpSpPr>
      <p:sp>
        <p:nvSpPr>
          <p:cNvPr id="1411" name="Google Shape;1411;p2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2" name="Google Shape;1412;p2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413" name="Google Shape;1413;p2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6" name="Shape 1416"/>
        <p:cNvGrpSpPr/>
        <p:nvPr/>
      </p:nvGrpSpPr>
      <p:grpSpPr>
        <a:xfrm>
          <a:off x="0" y="0"/>
          <a:ext cx="0" cy="0"/>
          <a:chOff x="0" y="0"/>
          <a:chExt cx="0" cy="0"/>
        </a:xfrm>
      </p:grpSpPr>
      <p:sp>
        <p:nvSpPr>
          <p:cNvPr id="1417" name="Google Shape;1417;p2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8" name="Google Shape;1418;p2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419" name="Google Shape;1419;p2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2" name="Shape 1422"/>
        <p:cNvGrpSpPr/>
        <p:nvPr/>
      </p:nvGrpSpPr>
      <p:grpSpPr>
        <a:xfrm>
          <a:off x="0" y="0"/>
          <a:ext cx="0" cy="0"/>
          <a:chOff x="0" y="0"/>
          <a:chExt cx="0" cy="0"/>
        </a:xfrm>
      </p:grpSpPr>
      <p:sp>
        <p:nvSpPr>
          <p:cNvPr id="1423" name="Google Shape;1423;p2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4" name="Google Shape;1424;p2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b="0" i="0">
              <a:solidFill>
                <a:srgbClr val="373737"/>
              </a:solidFill>
              <a:latin typeface="Oswald"/>
              <a:ea typeface="Oswald"/>
              <a:cs typeface="Oswald"/>
              <a:sym typeface="Oswald"/>
            </a:endParaRPr>
          </a:p>
        </p:txBody>
      </p:sp>
      <p:sp>
        <p:nvSpPr>
          <p:cNvPr id="1425" name="Google Shape;1425;p2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8" name="Shape 1428"/>
        <p:cNvGrpSpPr/>
        <p:nvPr/>
      </p:nvGrpSpPr>
      <p:grpSpPr>
        <a:xfrm>
          <a:off x="0" y="0"/>
          <a:ext cx="0" cy="0"/>
          <a:chOff x="0" y="0"/>
          <a:chExt cx="0" cy="0"/>
        </a:xfrm>
      </p:grpSpPr>
      <p:sp>
        <p:nvSpPr>
          <p:cNvPr id="1429" name="Google Shape;1429;p2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0" name="Google Shape;1430;p2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53"/>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53"/>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54"/>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54"/>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4" name="Google Shape;24;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55"/>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Arial"/>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55"/>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5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56"/>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56"/>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7"/>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57"/>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57"/>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57"/>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57"/>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5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5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5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8"/>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5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5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5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5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5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60"/>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60"/>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260"/>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26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6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6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61"/>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Arial"/>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61"/>
          <p:cNvSpPr/>
          <p:nvPr>
            <p:ph idx="2" type="pic"/>
          </p:nvPr>
        </p:nvSpPr>
        <p:spPr>
          <a:xfrm>
            <a:off x="1792288" y="459581"/>
            <a:ext cx="5486400" cy="3086100"/>
          </a:xfrm>
          <a:prstGeom prst="rect">
            <a:avLst/>
          </a:prstGeom>
          <a:noFill/>
          <a:ln>
            <a:noFill/>
          </a:ln>
        </p:spPr>
      </p:sp>
      <p:sp>
        <p:nvSpPr>
          <p:cNvPr id="68" name="Google Shape;68;p261"/>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6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6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6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6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62"/>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6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6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6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63"/>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63"/>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26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6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6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5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52"/>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Arial"/>
                <a:ea typeface="Arial"/>
                <a:cs typeface="Arial"/>
                <a:sym typeface="Arial"/>
              </a:defRPr>
            </a:lvl1pPr>
            <a:lvl2pPr indent="0" lvl="1" marL="0" marR="0" rtl="0" algn="r">
              <a:spcBef>
                <a:spcPts val="0"/>
              </a:spcBef>
              <a:buNone/>
              <a:defRPr b="0" i="0" sz="1200" u="none" cap="none" strike="noStrike">
                <a:solidFill>
                  <a:srgbClr val="888888"/>
                </a:solidFill>
                <a:latin typeface="Arial"/>
                <a:ea typeface="Arial"/>
                <a:cs typeface="Arial"/>
                <a:sym typeface="Arial"/>
              </a:defRPr>
            </a:lvl2pPr>
            <a:lvl3pPr indent="0" lvl="2" marL="0" marR="0" rtl="0" algn="r">
              <a:spcBef>
                <a:spcPts val="0"/>
              </a:spcBef>
              <a:buNone/>
              <a:defRPr b="0" i="0" sz="1200" u="none" cap="none" strike="noStrike">
                <a:solidFill>
                  <a:srgbClr val="888888"/>
                </a:solidFill>
                <a:latin typeface="Arial"/>
                <a:ea typeface="Arial"/>
                <a:cs typeface="Arial"/>
                <a:sym typeface="Arial"/>
              </a:defRPr>
            </a:lvl3pPr>
            <a:lvl4pPr indent="0" lvl="3" marL="0" marR="0" rtl="0" algn="r">
              <a:spcBef>
                <a:spcPts val="0"/>
              </a:spcBef>
              <a:buNone/>
              <a:defRPr b="0" i="0" sz="1200" u="none" cap="none" strike="noStrike">
                <a:solidFill>
                  <a:srgbClr val="888888"/>
                </a:solidFill>
                <a:latin typeface="Arial"/>
                <a:ea typeface="Arial"/>
                <a:cs typeface="Arial"/>
                <a:sym typeface="Arial"/>
              </a:defRPr>
            </a:lvl4pPr>
            <a:lvl5pPr indent="0" lvl="4" marL="0" marR="0" rtl="0" algn="r">
              <a:spcBef>
                <a:spcPts val="0"/>
              </a:spcBef>
              <a:buNone/>
              <a:defRPr b="0" i="0" sz="1200" u="none" cap="none" strike="noStrike">
                <a:solidFill>
                  <a:srgbClr val="888888"/>
                </a:solidFill>
                <a:latin typeface="Arial"/>
                <a:ea typeface="Arial"/>
                <a:cs typeface="Arial"/>
                <a:sym typeface="Arial"/>
              </a:defRPr>
            </a:lvl5pPr>
            <a:lvl6pPr indent="0" lvl="5" marL="0" marR="0" rtl="0" algn="r">
              <a:spcBef>
                <a:spcPts val="0"/>
              </a:spcBef>
              <a:buNone/>
              <a:defRPr b="0" i="0" sz="1200" u="none" cap="none" strike="noStrike">
                <a:solidFill>
                  <a:srgbClr val="888888"/>
                </a:solidFill>
                <a:latin typeface="Arial"/>
                <a:ea typeface="Arial"/>
                <a:cs typeface="Arial"/>
                <a:sym typeface="Arial"/>
              </a:defRPr>
            </a:lvl6pPr>
            <a:lvl7pPr indent="0" lvl="6" marL="0" marR="0" rtl="0" algn="r">
              <a:spcBef>
                <a:spcPts val="0"/>
              </a:spcBef>
              <a:buNone/>
              <a:defRPr b="0" i="0" sz="1200" u="none" cap="none" strike="noStrike">
                <a:solidFill>
                  <a:srgbClr val="888888"/>
                </a:solidFill>
                <a:latin typeface="Arial"/>
                <a:ea typeface="Arial"/>
                <a:cs typeface="Arial"/>
                <a:sym typeface="Arial"/>
              </a:defRPr>
            </a:lvl7pPr>
            <a:lvl8pPr indent="0" lvl="7" marL="0" marR="0" rtl="0" algn="r">
              <a:spcBef>
                <a:spcPts val="0"/>
              </a:spcBef>
              <a:buNone/>
              <a:defRPr b="0" i="0" sz="1200" u="none" cap="none" strike="noStrike">
                <a:solidFill>
                  <a:srgbClr val="888888"/>
                </a:solidFill>
                <a:latin typeface="Arial"/>
                <a:ea typeface="Arial"/>
                <a:cs typeface="Arial"/>
                <a:sym typeface="Arial"/>
              </a:defRPr>
            </a:lvl8pPr>
            <a:lvl9pPr indent="0" lvl="8" marL="0" marR="0" rtl="0" algn="r">
              <a:spcBef>
                <a:spcPts val="0"/>
              </a:spcBef>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3" Type="http://schemas.openxmlformats.org/officeDocument/2006/relationships/image" Target="../media/image1.jp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1.jp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 Id="rId3" Type="http://schemas.openxmlformats.org/officeDocument/2006/relationships/image" Target="../media/image1.jp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 Id="rId3" Type="http://schemas.openxmlformats.org/officeDocument/2006/relationships/image" Target="../media/image4.jp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jp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jp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5.jp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jpg"/></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 Id="rId3" Type="http://schemas.openxmlformats.org/officeDocument/2006/relationships/image" Target="../media/image6.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 Id="rId3" Type="http://schemas.openxmlformats.org/officeDocument/2006/relationships/image" Target="../media/image1.jp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1.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descr="Có thể là hình ảnh về 1 người và văn bản cho biết 'CHÚA NHẬT χχι THƯƠNG THƯỞNG NIÊN NĂM c Ai tôn mình lên SẼ BỊ HA XUỐNG 古米龍 &quot; phầm ai tôn mình lên, sẽ bị hạ xuỗng; còn ai hạ mình xuống sẽ được tôn lên.&quot; (Lc14,1.7-14) 1. .7-14) (Lc 14,'" id="88" name="Google Shape;88;p1"/>
          <p:cNvPicPr preferRelativeResize="0"/>
          <p:nvPr/>
        </p:nvPicPr>
        <p:blipFill rotWithShape="1">
          <a:blip r:embed="rId3">
            <a:alphaModFix/>
          </a:blip>
          <a:srcRect b="0" l="0" r="0" t="0"/>
          <a:stretch/>
        </p:blipFill>
        <p:spPr>
          <a:xfrm>
            <a:off x="-15902" y="0"/>
            <a:ext cx="9159902"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FF0000"/>
              </a:buClr>
              <a:buSzPts val="4000"/>
              <a:buNone/>
            </a:pPr>
            <a:r>
              <a:rPr b="1" lang="en-US" sz="4000">
                <a:solidFill>
                  <a:srgbClr val="FF0000"/>
                </a:solidFill>
                <a:latin typeface="Times New Roman"/>
                <a:ea typeface="Times New Roman"/>
                <a:cs typeface="Times New Roman"/>
                <a:sym typeface="Times New Roman"/>
              </a:rPr>
              <a:t>KINH CHÚA THÁNH THẦN</a:t>
            </a:r>
            <a:endParaRPr b="1" sz="4000">
              <a:solidFill>
                <a:srgbClr val="FF0000"/>
              </a:solidFill>
              <a:latin typeface="Times New Roman"/>
              <a:ea typeface="Times New Roman"/>
              <a:cs typeface="Times New Roman"/>
              <a:sym typeface="Times New Roman"/>
            </a:endParaRPr>
          </a:p>
          <a:p>
            <a:pPr indent="0" lvl="0" marL="0" rtl="0" algn="just">
              <a:spcBef>
                <a:spcPts val="60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Chúng con lạy ơn Đức Chúa Thánh Thần, thiêng liêng sáng láng vô cùng, </a:t>
            </a:r>
            <a:endParaRPr sz="72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182875">
            <a:normAutofit lnSpcReduction="10000"/>
          </a:bodyPr>
          <a:lstStyle/>
          <a:p>
            <a:pPr indent="0" lvl="0" marL="0" rtl="0" algn="just">
              <a:spcBef>
                <a:spcPts val="0"/>
              </a:spcBef>
              <a:spcAft>
                <a:spcPts val="0"/>
              </a:spcAft>
              <a:buClr>
                <a:schemeClr val="dk1"/>
              </a:buClr>
              <a:buSzPts val="8800"/>
              <a:buNone/>
            </a:pPr>
            <a:r>
              <a:rPr b="1" lang="en-US" sz="8800">
                <a:solidFill>
                  <a:schemeClr val="dk1"/>
                </a:solidFill>
                <a:latin typeface="Times New Roman"/>
                <a:ea typeface="Times New Roman"/>
                <a:cs typeface="Times New Roman"/>
                <a:sym typeface="Times New Roman"/>
              </a:rPr>
              <a:t>Và đốt lửa kính mến Đức Chúa Trời trong lòng chúng con;</a:t>
            </a:r>
            <a:endParaRPr sz="8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8400"/>
              <a:buNone/>
            </a:pPr>
            <a:r>
              <a:rPr b="1" lang="en-US" sz="8400">
                <a:solidFill>
                  <a:schemeClr val="dk1"/>
                </a:solidFill>
                <a:latin typeface="Times New Roman"/>
                <a:ea typeface="Times New Roman"/>
                <a:cs typeface="Times New Roman"/>
                <a:sym typeface="Times New Roman"/>
              </a:rPr>
              <a:t>chúng con xin Đức Chúa Trời cho Đức Chúa Thánh Thần xuống.</a:t>
            </a:r>
            <a:endParaRPr sz="84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182875">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Sửa lại mọi sự trong ngoài chúng con. Chúng con cầu cùng Đức Chúa Trời,</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182875">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xưa đã cho Đức Chúa Thánh Thần xuống soi lòng dạy dỗ các Thánh</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Tông Đồ thì rày chúng con cũng xin Đức Chúa Trời cho Đức Chúa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Thánh Thần lại xuống an ủi dạy dỗ chúng con làm những việc lành,</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0" y="0"/>
            <a:ext cx="9144000" cy="5143500"/>
          </a:xfrm>
          <a:prstGeom prst="rect">
            <a:avLst/>
          </a:prstGeom>
          <a:solidFill>
            <a:schemeClr val="lt1"/>
          </a:solid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25000" lnSpcReduction="20000"/>
          </a:bodyPr>
          <a:lstStyle/>
          <a:p>
            <a:pPr indent="0" lvl="0" marL="0" rtl="0" algn="ctr">
              <a:spcBef>
                <a:spcPts val="0"/>
              </a:spcBef>
              <a:spcAft>
                <a:spcPts val="0"/>
              </a:spcAft>
              <a:buClr>
                <a:srgbClr val="FF0000"/>
              </a:buClr>
              <a:buSzPct val="100000"/>
              <a:buNone/>
            </a:pPr>
            <a:r>
              <a:rPr b="1" lang="en-US" sz="17600">
                <a:solidFill>
                  <a:srgbClr val="FF0000"/>
                </a:solidFill>
                <a:latin typeface="Times New Roman"/>
                <a:ea typeface="Times New Roman"/>
                <a:cs typeface="Times New Roman"/>
                <a:sym typeface="Times New Roman"/>
              </a:rPr>
              <a:t>KINH TRUYỀN TIN</a:t>
            </a:r>
            <a:endParaRPr/>
          </a:p>
          <a:p>
            <a:pPr indent="0" lvl="0" marL="0" rtl="0" algn="ctr">
              <a:spcBef>
                <a:spcPts val="1440"/>
              </a:spcBef>
              <a:spcAft>
                <a:spcPts val="0"/>
              </a:spcAft>
              <a:buClr>
                <a:schemeClr val="accent1"/>
              </a:buClr>
              <a:buSzPct val="100000"/>
              <a:buNone/>
            </a:pPr>
            <a:r>
              <a:rPr b="1" i="1" lang="en-US" sz="19200" u="sng">
                <a:solidFill>
                  <a:schemeClr val="accent1"/>
                </a:solidFill>
                <a:latin typeface="Times New Roman"/>
                <a:ea typeface="Times New Roman"/>
                <a:cs typeface="Times New Roman"/>
                <a:sym typeface="Times New Roman"/>
              </a:rPr>
              <a:t>Xướng:</a:t>
            </a:r>
            <a:r>
              <a:rPr b="1" lang="en-US" sz="26400">
                <a:solidFill>
                  <a:schemeClr val="accent1"/>
                </a:solidFill>
                <a:latin typeface="Times New Roman"/>
                <a:ea typeface="Times New Roman"/>
                <a:cs typeface="Times New Roman"/>
                <a:sym typeface="Times New Roman"/>
              </a:rPr>
              <a:t> </a:t>
            </a:r>
            <a:r>
              <a:rPr b="1" lang="en-US" sz="28800">
                <a:solidFill>
                  <a:schemeClr val="dk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chemeClr val="accent1"/>
              </a:buClr>
              <a:buSzPts val="4800"/>
              <a:buNone/>
            </a:pPr>
            <a:r>
              <a:rPr b="1" i="1" lang="en-US" sz="4800" u="sng">
                <a:solidFill>
                  <a:schemeClr val="accent1"/>
                </a:solidFill>
                <a:latin typeface="Times New Roman"/>
                <a:ea typeface="Times New Roman"/>
                <a:cs typeface="Times New Roman"/>
                <a:sym typeface="Times New Roman"/>
              </a:rPr>
              <a:t>Đáp: </a:t>
            </a:r>
            <a:r>
              <a:rPr b="1" lang="en-US" sz="6600">
                <a:solidFill>
                  <a:schemeClr val="dk1"/>
                </a:solidFill>
                <a:latin typeface="Times New Roman"/>
                <a:ea typeface="Times New Roman"/>
                <a:cs typeface="Times New Roman"/>
                <a:sym typeface="Times New Roman"/>
              </a:rPr>
              <a:t>Và Rất Thánh Đức Bà chịu thai bởi phép Đức Chúa Thánh Thần.</a:t>
            </a:r>
            <a:endParaRPr/>
          </a:p>
          <a:p>
            <a:pPr indent="0" lvl="0" marL="0" rtl="0" algn="ctr">
              <a:spcBef>
                <a:spcPts val="1200"/>
              </a:spcBef>
              <a:spcAft>
                <a:spcPts val="0"/>
              </a:spcAft>
              <a:buClr>
                <a:schemeClr val="accent1"/>
              </a:buClr>
              <a:buSzPts val="6000"/>
              <a:buNone/>
            </a:pPr>
            <a:r>
              <a:rPr b="1" i="1" lang="en-US" sz="6000">
                <a:solidFill>
                  <a:schemeClr val="accent1"/>
                </a:solidFill>
                <a:latin typeface="Times New Roman"/>
                <a:ea typeface="Times New Roman"/>
                <a:cs typeface="Times New Roman"/>
                <a:sym typeface="Times New Roman"/>
              </a:rPr>
              <a:t>Kính mừng….. </a:t>
            </a:r>
            <a:br>
              <a:rPr b="1" i="1" lang="en-US" sz="6000">
                <a:solidFill>
                  <a:schemeClr val="accent1"/>
                </a:solidFill>
                <a:latin typeface="Times New Roman"/>
                <a:ea typeface="Times New Roman"/>
                <a:cs typeface="Times New Roman"/>
                <a:sym typeface="Times New Roman"/>
              </a:rPr>
            </a:br>
            <a:r>
              <a:rPr b="1" i="1" lang="en-US" sz="6000">
                <a:solidFill>
                  <a:schemeClr val="accent1"/>
                </a:solidFill>
                <a:latin typeface="Times New Roman"/>
                <a:ea typeface="Times New Roman"/>
                <a:cs typeface="Times New Roman"/>
                <a:sym typeface="Times New Roman"/>
              </a:rPr>
              <a:t>Thánh Maria……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ctr">
              <a:spcBef>
                <a:spcPts val="1200"/>
              </a:spcBef>
              <a:spcAft>
                <a:spcPts val="0"/>
              </a:spcAft>
              <a:buClr>
                <a:schemeClr val="accent1"/>
              </a:buClr>
              <a:buSzPts val="4800"/>
              <a:buNone/>
            </a:pPr>
            <a:r>
              <a:rPr b="1" i="1" lang="en-US" sz="4800" u="sng">
                <a:solidFill>
                  <a:schemeClr val="accent1"/>
                </a:solidFill>
                <a:latin typeface="Times New Roman"/>
                <a:ea typeface="Times New Roman"/>
                <a:cs typeface="Times New Roman"/>
                <a:sym typeface="Times New Roman"/>
              </a:rPr>
              <a:t>Xướng: </a:t>
            </a:r>
            <a:r>
              <a:rPr b="1" lang="en-US" sz="8000">
                <a:solidFill>
                  <a:schemeClr val="dk1"/>
                </a:solidFill>
                <a:latin typeface="Times New Roman"/>
                <a:ea typeface="Times New Roman"/>
                <a:cs typeface="Times New Roman"/>
                <a:sym typeface="Times New Roman"/>
              </a:rPr>
              <a:t>Này tôi là tôi tá Đức Chúa Trời.</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chemeClr val="accent1"/>
              </a:buClr>
              <a:buSzPts val="4800"/>
              <a:buNone/>
            </a:pPr>
            <a:r>
              <a:rPr b="1" i="1" lang="en-US" sz="4800" u="sng">
                <a:solidFill>
                  <a:schemeClr val="accent1"/>
                </a:solidFill>
                <a:latin typeface="Times New Roman"/>
                <a:ea typeface="Times New Roman"/>
                <a:cs typeface="Times New Roman"/>
                <a:sym typeface="Times New Roman"/>
              </a:rPr>
              <a:t>Đáp: </a:t>
            </a:r>
            <a:r>
              <a:rPr b="1" lang="en-US" sz="7500">
                <a:solidFill>
                  <a:schemeClr val="dk1"/>
                </a:solidFill>
                <a:latin typeface="Times New Roman"/>
                <a:ea typeface="Times New Roman"/>
                <a:cs typeface="Times New Roman"/>
                <a:sym typeface="Times New Roman"/>
              </a:rPr>
              <a:t>Tôi xin vâng như lời Thánh Thiên Thần truyền.</a:t>
            </a:r>
            <a:endParaRPr/>
          </a:p>
          <a:p>
            <a:pPr indent="0" lvl="0" marL="0" rtl="0" algn="ctr">
              <a:spcBef>
                <a:spcPts val="1200"/>
              </a:spcBef>
              <a:spcAft>
                <a:spcPts val="0"/>
              </a:spcAft>
              <a:buClr>
                <a:schemeClr val="accent1"/>
              </a:buClr>
              <a:buSzPts val="4800"/>
              <a:buNone/>
            </a:pPr>
            <a:r>
              <a:rPr b="1" i="1" lang="en-US" sz="4800">
                <a:solidFill>
                  <a:schemeClr val="accent1"/>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r>
              <a:rPr b="1" i="1" lang="en-US" sz="4800">
                <a:solidFill>
                  <a:schemeClr val="accent1"/>
                </a:solidFill>
                <a:latin typeface="Times New Roman"/>
                <a:ea typeface="Times New Roman"/>
                <a:cs typeface="Times New Roman"/>
                <a:sym typeface="Times New Roman"/>
              </a:rPr>
              <a:t>Thánh Maria……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ctr">
              <a:spcBef>
                <a:spcPts val="1200"/>
              </a:spcBef>
              <a:spcAft>
                <a:spcPts val="0"/>
              </a:spcAft>
              <a:buClr>
                <a:schemeClr val="accent1"/>
              </a:buClr>
              <a:buSzPts val="4800"/>
              <a:buNone/>
            </a:pPr>
            <a:r>
              <a:rPr b="1" i="1" lang="en-US" sz="4800" u="sng">
                <a:solidFill>
                  <a:schemeClr val="accent1"/>
                </a:solidFill>
                <a:latin typeface="Times New Roman"/>
                <a:ea typeface="Times New Roman"/>
                <a:cs typeface="Times New Roman"/>
                <a:sym typeface="Times New Roman"/>
              </a:rPr>
              <a:t>Xướng:</a:t>
            </a:r>
            <a:r>
              <a:rPr b="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Chốc ấy Ngôi Thứ Hai xuống thế làm người.</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u="sng">
                <a:solidFill>
                  <a:schemeClr val="accent1"/>
                </a:solidFill>
                <a:latin typeface="Times New Roman"/>
                <a:ea typeface="Times New Roman"/>
                <a:cs typeface="Times New Roman"/>
                <a:sym typeface="Times New Roman"/>
              </a:rPr>
              <a:t>Đáp: </a:t>
            </a:r>
            <a:r>
              <a:rPr b="1" lang="en-US" sz="8000">
                <a:solidFill>
                  <a:schemeClr val="dk1"/>
                </a:solidFill>
                <a:latin typeface="Times New Roman"/>
                <a:ea typeface="Times New Roman"/>
                <a:cs typeface="Times New Roman"/>
                <a:sym typeface="Times New Roman"/>
              </a:rPr>
              <a:t>Và ở cùng </a:t>
            </a:r>
            <a:br>
              <a:rPr b="1" lang="en-US" sz="8000">
                <a:solidFill>
                  <a:schemeClr val="dk1"/>
                </a:solidFill>
                <a:latin typeface="Times New Roman"/>
                <a:ea typeface="Times New Roman"/>
                <a:cs typeface="Times New Roman"/>
                <a:sym typeface="Times New Roman"/>
              </a:rPr>
            </a:br>
            <a:r>
              <a:rPr b="1" lang="en-US" sz="8000">
                <a:solidFill>
                  <a:schemeClr val="dk1"/>
                </a:solidFill>
                <a:latin typeface="Times New Roman"/>
                <a:ea typeface="Times New Roman"/>
                <a:cs typeface="Times New Roman"/>
                <a:sym typeface="Times New Roman"/>
              </a:rPr>
              <a:t>chúng con.</a:t>
            </a:r>
            <a:endParaRPr b="1" sz="6600">
              <a:solidFill>
                <a:schemeClr val="dk1"/>
              </a:solidFill>
              <a:latin typeface="Times New Roman"/>
              <a:ea typeface="Times New Roman"/>
              <a:cs typeface="Times New Roman"/>
              <a:sym typeface="Times New Roman"/>
            </a:endParaRPr>
          </a:p>
          <a:p>
            <a:pPr indent="0" lvl="0" marL="0" rtl="0" algn="ctr">
              <a:spcBef>
                <a:spcPts val="1200"/>
              </a:spcBef>
              <a:spcAft>
                <a:spcPts val="0"/>
              </a:spcAft>
              <a:buClr>
                <a:schemeClr val="accent1"/>
              </a:buClr>
              <a:buSzPts val="5400"/>
              <a:buNone/>
            </a:pPr>
            <a:r>
              <a:rPr b="1" i="1" lang="en-US" sz="5400">
                <a:solidFill>
                  <a:schemeClr val="accent1"/>
                </a:solidFill>
                <a:latin typeface="Times New Roman"/>
                <a:ea typeface="Times New Roman"/>
                <a:cs typeface="Times New Roman"/>
                <a:sym typeface="Times New Roman"/>
              </a:rPr>
              <a:t>Kính mừng….. </a:t>
            </a:r>
            <a:br>
              <a:rPr b="1" i="1" lang="en-US" sz="5400">
                <a:solidFill>
                  <a:schemeClr val="accent1"/>
                </a:solidFill>
                <a:latin typeface="Times New Roman"/>
                <a:ea typeface="Times New Roman"/>
                <a:cs typeface="Times New Roman"/>
                <a:sym typeface="Times New Roman"/>
              </a:rPr>
            </a:br>
            <a:r>
              <a:rPr b="1" i="1" lang="en-US" sz="5400">
                <a:solidFill>
                  <a:schemeClr val="accent1"/>
                </a:solidFill>
                <a:latin typeface="Times New Roman"/>
                <a:ea typeface="Times New Roman"/>
                <a:cs typeface="Times New Roman"/>
                <a:sym typeface="Times New Roman"/>
              </a:rPr>
              <a:t>Thánh Maria……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ctr">
              <a:spcBef>
                <a:spcPts val="1200"/>
              </a:spcBef>
              <a:spcAft>
                <a:spcPts val="0"/>
              </a:spcAft>
              <a:buClr>
                <a:schemeClr val="accent1"/>
              </a:buClr>
              <a:buSzPts val="4800"/>
              <a:buNone/>
            </a:pPr>
            <a:r>
              <a:rPr b="1" i="1" lang="en-US" sz="4800" u="sng">
                <a:solidFill>
                  <a:schemeClr val="accent1"/>
                </a:solidFill>
                <a:latin typeface="Times New Roman"/>
                <a:ea typeface="Times New Roman"/>
                <a:cs typeface="Times New Roman"/>
                <a:sym typeface="Times New Roman"/>
              </a:rPr>
              <a:t>Xướng:</a:t>
            </a:r>
            <a:r>
              <a:rPr b="1" lang="en-US" sz="7200">
                <a:solidFill>
                  <a:schemeClr val="dk1"/>
                </a:solidFill>
                <a:latin typeface="Times New Roman"/>
                <a:ea typeface="Times New Roman"/>
                <a:cs typeface="Times New Roman"/>
                <a:sym typeface="Times New Roman"/>
              </a:rPr>
              <a:t> Lạy Rất Thánh Đức Mẹ Chúa Trời, xin cầu cho chúng con.</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ctr">
              <a:spcBef>
                <a:spcPts val="1200"/>
              </a:spcBef>
              <a:spcAft>
                <a:spcPts val="0"/>
              </a:spcAft>
              <a:buClr>
                <a:schemeClr val="accent1"/>
              </a:buClr>
              <a:buSzPts val="4800"/>
              <a:buNone/>
            </a:pPr>
            <a:r>
              <a:rPr b="1" i="1" lang="en-US" sz="4800" u="sng">
                <a:solidFill>
                  <a:schemeClr val="accent1"/>
                </a:solidFill>
                <a:latin typeface="Times New Roman"/>
                <a:ea typeface="Times New Roman"/>
                <a:cs typeface="Times New Roman"/>
                <a:sym typeface="Times New Roman"/>
              </a:rPr>
              <a:t>Đáp:</a:t>
            </a:r>
            <a:r>
              <a:rPr b="1" i="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Đáng chịu lấy những sự Chúa Kitô đã hứa.</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85000" lnSpcReduction="10000"/>
          </a:bodyPr>
          <a:lstStyle/>
          <a:p>
            <a:pPr indent="0" lvl="0" marL="0" rtl="0" algn="ctr">
              <a:spcBef>
                <a:spcPts val="0"/>
              </a:spcBef>
              <a:spcAft>
                <a:spcPts val="0"/>
              </a:spcAft>
              <a:buClr>
                <a:srgbClr val="FF0000"/>
              </a:buClr>
              <a:buSzPct val="100000"/>
              <a:buNone/>
            </a:pPr>
            <a:r>
              <a:rPr b="1" lang="en-US" sz="4800">
                <a:solidFill>
                  <a:srgbClr val="FF0000"/>
                </a:solidFill>
                <a:latin typeface="Times New Roman"/>
                <a:ea typeface="Times New Roman"/>
                <a:cs typeface="Times New Roman"/>
                <a:sym typeface="Times New Roman"/>
              </a:rPr>
              <a:t>LỜI NGUYỆN:</a:t>
            </a:r>
            <a:r>
              <a:rPr b="1" lang="en-US" sz="4950">
                <a:solidFill>
                  <a:srgbClr val="FF0000"/>
                </a:solidFill>
                <a:latin typeface="Times New Roman"/>
                <a:ea typeface="Times New Roman"/>
                <a:cs typeface="Times New Roman"/>
                <a:sym typeface="Times New Roman"/>
              </a:rPr>
              <a:t> </a:t>
            </a:r>
            <a:endParaRPr/>
          </a:p>
          <a:p>
            <a:pPr indent="0" lvl="0" marL="0" rtl="0" algn="just">
              <a:spcBef>
                <a:spcPts val="1462"/>
              </a:spcBef>
              <a:spcAft>
                <a:spcPts val="0"/>
              </a:spcAft>
              <a:buClr>
                <a:schemeClr val="dk1"/>
              </a:buClr>
              <a:buSzPct val="100000"/>
              <a:buNone/>
            </a:pPr>
            <a:r>
              <a:rPr b="1" lang="en-US" sz="8600">
                <a:solidFill>
                  <a:schemeClr val="dk1"/>
                </a:solidFill>
                <a:latin typeface="Times New Roman"/>
                <a:ea typeface="Times New Roman"/>
                <a:cs typeface="Times New Roman"/>
                <a:sym typeface="Times New Roman"/>
              </a:rPr>
              <a:t>Lạy Chúa, chúng con xin Chúa ban ơn Chúa xuống trong linh hồn chúng con</a:t>
            </a:r>
            <a:endParaRPr b="1" sz="8600">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là kẻ đã nhờ lời Thánh Thiên Thần truyền, mà biết thật Chúa Kitô là</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Con Chúa đã xuống thế làm Người, thì xin vì công ơn Con Chúa</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chịu nạn chịu chết trên cây Thánh Giá, cho chúng con ngày sau khi sống lại</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888888"/>
              </a:buClr>
              <a:buSzPts val="1800"/>
              <a:buNone/>
            </a:pPr>
            <a:r>
              <a:t/>
            </a:r>
            <a:endParaRPr b="1" sz="18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7000"/>
              <a:buNone/>
            </a:pPr>
            <a:r>
              <a:rPr b="1" lang="en-US" sz="7000">
                <a:solidFill>
                  <a:schemeClr val="dk1"/>
                </a:solidFill>
                <a:latin typeface="Times New Roman"/>
                <a:ea typeface="Times New Roman"/>
                <a:cs typeface="Times New Roman"/>
                <a:sym typeface="Times New Roman"/>
              </a:rPr>
              <a:t>đặng đến nơi vinh hiển, cũng vì công nghiệp Chúa Kitô Chúa chúng con. </a:t>
            </a:r>
            <a:r>
              <a:rPr b="1" lang="en-US" sz="7000">
                <a:solidFill>
                  <a:srgbClr val="FF0000"/>
                </a:solidFill>
                <a:latin typeface="Times New Roman"/>
                <a:ea typeface="Times New Roman"/>
                <a:cs typeface="Times New Roman"/>
                <a:sym typeface="Times New Roman"/>
              </a:rPr>
              <a:t>Amen</a:t>
            </a:r>
            <a:r>
              <a:rPr b="1" lang="en-US" sz="70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TIN</a:t>
            </a:r>
            <a:endParaRPr b="1" sz="4950">
              <a:solidFill>
                <a:schemeClr val="dk1"/>
              </a:solidFill>
              <a:latin typeface="Times New Roman"/>
              <a:ea typeface="Times New Roman"/>
              <a:cs typeface="Times New Roman"/>
              <a:sym typeface="Times New Roman"/>
            </a:endParaRPr>
          </a:p>
          <a:p>
            <a:pPr indent="0" lvl="0" marL="0" rtl="0" algn="just">
              <a:spcBef>
                <a:spcPts val="1480"/>
              </a:spcBef>
              <a:spcAft>
                <a:spcPts val="0"/>
              </a:spcAft>
              <a:buClr>
                <a:schemeClr val="dk1"/>
              </a:buClr>
              <a:buSzPct val="100000"/>
              <a:buNone/>
            </a:pPr>
            <a:r>
              <a:rPr b="1" lang="en-US" sz="8000">
                <a:solidFill>
                  <a:schemeClr val="dk1"/>
                </a:solidFill>
                <a:latin typeface="Times New Roman"/>
                <a:ea typeface="Times New Roman"/>
                <a:cs typeface="Times New Roman"/>
                <a:sym typeface="Times New Roman"/>
              </a:rPr>
              <a:t>Lạy Chúa, con tin thật có một Đức Chúa Trời là Đấng thưởng phạt vô cùng.</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Con lại tin thật Đức Chúa Trời có Ba Ngôi, mà Ngôi Thứ Hai đã xuống thế</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làm Người, chịu nạn chịu chết mà chuộc tội cho thiên hạ</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9600"/>
              <a:buNone/>
            </a:pPr>
            <a:r>
              <a:rPr b="1" lang="en-US" sz="9600">
                <a:solidFill>
                  <a:schemeClr val="dk1"/>
                </a:solidFill>
                <a:latin typeface="Times New Roman"/>
                <a:ea typeface="Times New Roman"/>
                <a:cs typeface="Times New Roman"/>
                <a:sym typeface="Times New Roman"/>
              </a:rPr>
              <a:t>Bấy nhiêu điều ấy cùng các điều Hội Thánh dạy</a:t>
            </a:r>
            <a:endParaRPr b="1" sz="9600">
              <a:solidFill>
                <a:schemeClr val="dk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9000"/>
              <a:buNone/>
            </a:pPr>
            <a:r>
              <a:rPr b="1" lang="en-US" sz="9000">
                <a:solidFill>
                  <a:schemeClr val="dk1"/>
                </a:solidFill>
                <a:latin typeface="Times New Roman"/>
                <a:ea typeface="Times New Roman"/>
                <a:cs typeface="Times New Roman"/>
                <a:sym typeface="Times New Roman"/>
              </a:rPr>
              <a:t>thì con tin vững vàng, vì Chúa là</a:t>
            </a:r>
            <a:br>
              <a:rPr b="1" lang="en-US" sz="9000">
                <a:solidFill>
                  <a:schemeClr val="dk1"/>
                </a:solidFill>
                <a:latin typeface="Times New Roman"/>
                <a:ea typeface="Times New Roman"/>
                <a:cs typeface="Times New Roman"/>
                <a:sym typeface="Times New Roman"/>
              </a:rPr>
            </a:br>
            <a:r>
              <a:rPr b="1" lang="en-US" sz="9000">
                <a:solidFill>
                  <a:schemeClr val="dk1"/>
                </a:solidFill>
                <a:latin typeface="Times New Roman"/>
                <a:ea typeface="Times New Roman"/>
                <a:cs typeface="Times New Roman"/>
                <a:sym typeface="Times New Roman"/>
              </a:rPr>
              <a:t>Đấng thông minh</a:t>
            </a:r>
            <a:endParaRPr b="1" sz="9000">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và chân thật vô cùng</a:t>
            </a:r>
            <a:r>
              <a:rPr b="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đã</a:t>
            </a:r>
            <a:r>
              <a:rPr b="1" lang="en-US" sz="66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phán truyền cho</a:t>
            </a:r>
            <a:r>
              <a:rPr b="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Hội</a:t>
            </a:r>
            <a:r>
              <a:rPr b="1" lang="en-US" sz="72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Thánh. </a:t>
            </a:r>
            <a:r>
              <a:rPr b="1" lang="en-US" sz="8000">
                <a:solidFill>
                  <a:srgbClr val="FF0000"/>
                </a:solidFill>
                <a:latin typeface="Times New Roman"/>
                <a:ea typeface="Times New Roman"/>
                <a:cs typeface="Times New Roman"/>
                <a:sym typeface="Times New Roman"/>
              </a:rPr>
              <a:t>Amen</a:t>
            </a:r>
            <a:r>
              <a:rPr b="1" lang="en-US" sz="80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CẬY</a:t>
            </a:r>
            <a:endParaRPr b="1" sz="4400">
              <a:solidFill>
                <a:srgbClr val="FF0000"/>
              </a:solidFill>
              <a:latin typeface="Times New Roman"/>
              <a:ea typeface="Times New Roman"/>
              <a:cs typeface="Times New Roman"/>
              <a:sym typeface="Times New Roman"/>
            </a:endParaRPr>
          </a:p>
          <a:p>
            <a:pPr indent="0" lvl="0" marL="0" rtl="0" algn="just">
              <a:spcBef>
                <a:spcPts val="1480"/>
              </a:spcBef>
              <a:spcAft>
                <a:spcPts val="0"/>
              </a:spcAft>
              <a:buClr>
                <a:schemeClr val="dk1"/>
              </a:buClr>
              <a:buSzPct val="100000"/>
              <a:buNone/>
            </a:pPr>
            <a:r>
              <a:rPr b="1" lang="en-US" sz="8000">
                <a:solidFill>
                  <a:schemeClr val="dk1"/>
                </a:solidFill>
                <a:latin typeface="Times New Roman"/>
                <a:ea typeface="Times New Roman"/>
                <a:cs typeface="Times New Roman"/>
                <a:sym typeface="Times New Roman"/>
              </a:rPr>
              <a:t>Lạy Chúa, con trông cậy vững vàng, vì công nghiệp Đức Chúa Giêsu</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888888"/>
              </a:buClr>
              <a:buSzPts val="3600"/>
              <a:buNone/>
            </a:pPr>
            <a:r>
              <a:t/>
            </a:r>
            <a:endParaRPr b="1" sz="36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thì Chúa sẽ ban ơn cho con giữ đạo nên ở đời này,</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cho ngày sau được lên thiên đàng xem thấy mặt Đức Chúa Trời hưởng phúc đời đời,</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800"/>
              <a:buNone/>
            </a:pPr>
            <a:r>
              <a:rPr b="1" lang="en-US" sz="6800">
                <a:solidFill>
                  <a:schemeClr val="dk1"/>
                </a:solidFill>
                <a:latin typeface="Times New Roman"/>
                <a:ea typeface="Times New Roman"/>
                <a:cs typeface="Times New Roman"/>
                <a:sym typeface="Times New Roman"/>
              </a:rPr>
              <a:t>vì Chúa là Đấng phép tắt và lòng lành vô cùng đã phán hứa sự ấy chẳng có lẽ nào sai được.  </a:t>
            </a:r>
            <a:r>
              <a:rPr b="1" lang="en-US" sz="6800">
                <a:solidFill>
                  <a:srgbClr val="FF0000"/>
                </a:solidFill>
                <a:latin typeface="Times New Roman"/>
                <a:ea typeface="Times New Roman"/>
                <a:cs typeface="Times New Roman"/>
                <a:sym typeface="Times New Roman"/>
              </a:rPr>
              <a:t>Amen</a:t>
            </a:r>
            <a:r>
              <a:rPr b="1" lang="en-US" sz="6800">
                <a:solidFill>
                  <a:schemeClr val="dk1"/>
                </a:solidFill>
                <a:latin typeface="Times New Roman"/>
                <a:ea typeface="Times New Roman"/>
                <a:cs typeface="Times New Roman"/>
                <a:sym typeface="Times New Roman"/>
              </a:rPr>
              <a:t>.</a:t>
            </a:r>
            <a:endParaRPr b="1" sz="6800">
              <a:solidFill>
                <a:schemeClr val="dk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137150">
            <a:normAutofit fontScale="85000" lnSpcReduction="2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MẾN</a:t>
            </a:r>
            <a:endParaRPr b="1" sz="4400">
              <a:solidFill>
                <a:srgbClr val="FF0000"/>
              </a:solidFill>
              <a:latin typeface="Times New Roman"/>
              <a:ea typeface="Times New Roman"/>
              <a:cs typeface="Times New Roman"/>
              <a:sym typeface="Times New Roman"/>
            </a:endParaRPr>
          </a:p>
          <a:p>
            <a:pPr indent="0" lvl="0" marL="0" rtl="0" algn="just">
              <a:spcBef>
                <a:spcPts val="1615"/>
              </a:spcBef>
              <a:spcAft>
                <a:spcPts val="0"/>
              </a:spcAft>
              <a:buClr>
                <a:schemeClr val="dk1"/>
              </a:buClr>
              <a:buSzPct val="100000"/>
              <a:buNone/>
            </a:pPr>
            <a:r>
              <a:rPr b="1" lang="en-US" sz="9500">
                <a:solidFill>
                  <a:schemeClr val="dk1"/>
                </a:solidFill>
                <a:latin typeface="Times New Roman"/>
                <a:ea typeface="Times New Roman"/>
                <a:cs typeface="Times New Roman"/>
                <a:sym typeface="Times New Roman"/>
              </a:rPr>
              <a:t>Lạy Chúa, con kính mến Chúa hết lòng hết sức trên hết mọi sự,</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9000"/>
              <a:buNone/>
            </a:pPr>
            <a:r>
              <a:rPr b="1" lang="en-US" sz="9000">
                <a:solidFill>
                  <a:schemeClr val="dk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lại vì Chúa, thì con thương yêu người ta như mình con vậy.  </a:t>
            </a:r>
            <a:r>
              <a:rPr b="1" lang="en-US" sz="8000">
                <a:solidFill>
                  <a:srgbClr val="FF0000"/>
                </a:solidFill>
                <a:latin typeface="Times New Roman"/>
                <a:ea typeface="Times New Roman"/>
                <a:cs typeface="Times New Roman"/>
                <a:sym typeface="Times New Roman"/>
              </a:rPr>
              <a:t>Amen</a:t>
            </a:r>
            <a:r>
              <a:rPr b="1" lang="en-US" sz="8000">
                <a:solidFill>
                  <a:schemeClr val="dk1"/>
                </a:solidFill>
                <a:latin typeface="Times New Roman"/>
                <a:ea typeface="Times New Roman"/>
                <a:cs typeface="Times New Roman"/>
                <a:sym typeface="Times New Roman"/>
              </a:rPr>
              <a:t>.</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ctr">
              <a:spcBef>
                <a:spcPts val="0"/>
              </a:spcBef>
              <a:spcAft>
                <a:spcPts val="0"/>
              </a:spcAft>
              <a:buClr>
                <a:srgbClr val="FF0000"/>
              </a:buClr>
              <a:buSzPts val="4400"/>
              <a:buNone/>
            </a:pPr>
            <a:r>
              <a:rPr b="1" lang="en-US" sz="4400">
                <a:solidFill>
                  <a:srgbClr val="FF0000"/>
                </a:solidFill>
                <a:latin typeface="Times New Roman"/>
                <a:ea typeface="Times New Roman"/>
                <a:cs typeface="Times New Roman"/>
                <a:sym typeface="Times New Roman"/>
              </a:rPr>
              <a:t>KINH SẤP MÌNH</a:t>
            </a:r>
            <a:endParaRPr b="1" sz="4400">
              <a:solidFill>
                <a:srgbClr val="FF0000"/>
              </a:solidFill>
              <a:latin typeface="Times New Roman"/>
              <a:ea typeface="Times New Roman"/>
              <a:cs typeface="Times New Roman"/>
              <a:sym typeface="Times New Roman"/>
            </a:endParaRPr>
          </a:p>
          <a:p>
            <a:pPr indent="0" lvl="0" marL="0" rtl="0" algn="just">
              <a:spcBef>
                <a:spcPts val="144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Lạy Chúa, con sấp mình xuống trước mặt Chúa. Con tin thật Chúa ở khắp mọi nơi,</a:t>
            </a:r>
            <a:endParaRPr b="1" sz="8800">
              <a:solidFill>
                <a:schemeClr val="dk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600"/>
              <a:buNone/>
            </a:pPr>
            <a:r>
              <a:rPr b="1" lang="en-US" sz="7600">
                <a:solidFill>
                  <a:schemeClr val="dk1"/>
                </a:solidFill>
                <a:latin typeface="Times New Roman"/>
                <a:ea typeface="Times New Roman"/>
                <a:cs typeface="Times New Roman"/>
                <a:sym typeface="Times New Roman"/>
              </a:rPr>
              <a:t>Xin Chúa rất nhân từ  hãy đoái xem sự nghèo ngặt con và nhận lời con nguyện.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400"/>
              <a:buNone/>
            </a:pPr>
            <a:r>
              <a:rPr b="1" lang="en-US" sz="7400">
                <a:solidFill>
                  <a:schemeClr val="dk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Lạy Chúa chúng con! Vì dấu </a:t>
            </a:r>
            <a:r>
              <a:rPr b="1" lang="en-US" sz="7200">
                <a:solidFill>
                  <a:srgbClr val="FF0000"/>
                </a:solidFill>
                <a:latin typeface="Times New Roman"/>
                <a:ea typeface="Times New Roman"/>
                <a:cs typeface="Times New Roman"/>
                <a:sym typeface="Times New Roman"/>
              </a:rPr>
              <a:t>†</a:t>
            </a:r>
            <a:r>
              <a:rPr b="1" lang="en-US" sz="7200">
                <a:solidFill>
                  <a:schemeClr val="dk1"/>
                </a:solidFill>
                <a:latin typeface="Times New Roman"/>
                <a:ea typeface="Times New Roman"/>
                <a:cs typeface="Times New Roman"/>
                <a:sym typeface="Times New Roman"/>
              </a:rPr>
              <a:t> Thánh giá, xin chữa </a:t>
            </a:r>
            <a:r>
              <a:rPr b="1" lang="en-US" sz="7200">
                <a:solidFill>
                  <a:srgbClr val="FF0000"/>
                </a:solidFill>
                <a:latin typeface="Times New Roman"/>
                <a:ea typeface="Times New Roman"/>
                <a:cs typeface="Times New Roman"/>
                <a:sym typeface="Times New Roman"/>
              </a:rPr>
              <a:t>†</a:t>
            </a:r>
            <a:r>
              <a:rPr b="1" lang="en-US" sz="7200">
                <a:solidFill>
                  <a:schemeClr val="dk1"/>
                </a:solidFill>
                <a:latin typeface="Times New Roman"/>
                <a:ea typeface="Times New Roman"/>
                <a:cs typeface="Times New Roman"/>
                <a:sym typeface="Times New Roman"/>
              </a:rPr>
              <a:t> chúng con, cho khỏi </a:t>
            </a:r>
            <a:r>
              <a:rPr b="1" lang="en-US" sz="7200">
                <a:solidFill>
                  <a:srgbClr val="FF0000"/>
                </a:solidFill>
                <a:latin typeface="Times New Roman"/>
                <a:ea typeface="Times New Roman"/>
                <a:cs typeface="Times New Roman"/>
                <a:sym typeface="Times New Roman"/>
              </a:rPr>
              <a:t>†</a:t>
            </a:r>
            <a:r>
              <a:rPr b="1" lang="en-US" sz="7200">
                <a:solidFill>
                  <a:schemeClr val="dk1"/>
                </a:solidFill>
                <a:latin typeface="Times New Roman"/>
                <a:ea typeface="Times New Roman"/>
                <a:cs typeface="Times New Roman"/>
                <a:sym typeface="Times New Roman"/>
              </a:rPr>
              <a:t> kẻ thù.</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Nhân danh Cha </a:t>
            </a:r>
            <a:r>
              <a:rPr b="1" lang="en-US" sz="8000">
                <a:solidFill>
                  <a:srgbClr val="FF0000"/>
                </a:solidFill>
                <a:latin typeface="Times New Roman"/>
                <a:ea typeface="Times New Roman"/>
                <a:cs typeface="Times New Roman"/>
                <a:sym typeface="Times New Roman"/>
              </a:rPr>
              <a:t>†</a:t>
            </a:r>
            <a:r>
              <a:rPr b="1" lang="en-US" sz="8000">
                <a:solidFill>
                  <a:schemeClr val="dk1"/>
                </a:solidFill>
                <a:latin typeface="Times New Roman"/>
                <a:ea typeface="Times New Roman"/>
                <a:cs typeface="Times New Roman"/>
                <a:sym typeface="Times New Roman"/>
              </a:rPr>
              <a:t> </a:t>
            </a:r>
            <a:endParaRPr/>
          </a:p>
          <a:p>
            <a:pPr indent="0" lvl="0" marL="0" rtl="0" algn="ctr">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và Con </a:t>
            </a:r>
            <a:r>
              <a:rPr b="1" lang="en-US" sz="8000">
                <a:solidFill>
                  <a:srgbClr val="FF0000"/>
                </a:solidFill>
                <a:latin typeface="Times New Roman"/>
                <a:ea typeface="Times New Roman"/>
                <a:cs typeface="Times New Roman"/>
                <a:sym typeface="Times New Roman"/>
              </a:rPr>
              <a:t>†</a:t>
            </a:r>
            <a:r>
              <a:rPr b="1" lang="en-US" sz="8000">
                <a:solidFill>
                  <a:schemeClr val="dk1"/>
                </a:solidFill>
                <a:latin typeface="Times New Roman"/>
                <a:ea typeface="Times New Roman"/>
                <a:cs typeface="Times New Roman"/>
                <a:sym typeface="Times New Roman"/>
              </a:rPr>
              <a:t> và Thánh Thần </a:t>
            </a:r>
            <a:r>
              <a:rPr b="1" lang="en-US" sz="8000">
                <a:solidFill>
                  <a:srgbClr val="FF0000"/>
                </a:solidFill>
                <a:latin typeface="Times New Roman"/>
                <a:ea typeface="Times New Roman"/>
                <a:cs typeface="Times New Roman"/>
                <a:sym typeface="Times New Roman"/>
              </a:rPr>
              <a:t>†</a:t>
            </a:r>
            <a:r>
              <a:rPr b="1" lang="en-US" sz="8000">
                <a:solidFill>
                  <a:schemeClr val="dk1"/>
                </a:solidFill>
                <a:latin typeface="Times New Roman"/>
                <a:ea typeface="Times New Roman"/>
                <a:cs typeface="Times New Roman"/>
                <a:sym typeface="Times New Roman"/>
              </a:rPr>
              <a:t>. </a:t>
            </a:r>
            <a:r>
              <a:rPr b="1" lang="en-US" sz="8000">
                <a:solidFill>
                  <a:srgbClr val="FF0000"/>
                </a:solidFill>
                <a:latin typeface="Times New Roman"/>
                <a:ea typeface="Times New Roman"/>
                <a:cs typeface="Times New Roman"/>
                <a:sym typeface="Times New Roman"/>
              </a:rPr>
              <a:t>Amen</a:t>
            </a:r>
            <a:r>
              <a:rPr b="1" lang="en-US" sz="80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LẠY NỮ VƯƠNG</a:t>
            </a:r>
            <a:endParaRPr/>
          </a:p>
          <a:p>
            <a:pPr indent="0" lvl="0" marL="0" rtl="0" algn="just">
              <a:spcBef>
                <a:spcPts val="1480"/>
              </a:spcBef>
              <a:spcAft>
                <a:spcPts val="0"/>
              </a:spcAft>
              <a:buClr>
                <a:schemeClr val="dk1"/>
              </a:buClr>
              <a:buSzPct val="100000"/>
              <a:buNone/>
            </a:pPr>
            <a:r>
              <a:rPr b="1" lang="en-US" sz="8000">
                <a:solidFill>
                  <a:schemeClr val="dk1"/>
                </a:solidFill>
                <a:latin typeface="Times New Roman"/>
                <a:ea typeface="Times New Roman"/>
                <a:cs typeface="Times New Roman"/>
                <a:sym typeface="Times New Roman"/>
              </a:rPr>
              <a:t>Lạy Nữ Vương, Mẹ nhân lành làm cho chúng con đặng sống, đặng vui, đặng cậy.</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xin ghé mắt thương xem chúng con đến sau khỏi đày, xin cho chúng con được thấy</a:t>
            </a:r>
            <a:endParaRPr b="1" sz="7500">
              <a:solidFill>
                <a:schemeClr val="dk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Đức Chúa Giêsu con lòng Bà gồm phúc lạ. Ôi khoan thay, nhân thay, diệu thay,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6000"/>
              <a:buNone/>
            </a:pPr>
            <a:r>
              <a:t/>
            </a:r>
            <a:endParaRPr b="1" sz="6000">
              <a:solidFill>
                <a:schemeClr val="dk1"/>
              </a:solidFill>
              <a:latin typeface="Times New Roman"/>
              <a:ea typeface="Times New Roman"/>
              <a:cs typeface="Times New Roman"/>
              <a:sym typeface="Times New Roman"/>
            </a:endParaRPr>
          </a:p>
          <a:p>
            <a:pPr indent="0" lvl="0" marL="0" rtl="0" algn="ctr">
              <a:spcBef>
                <a:spcPts val="150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Thánh Maria trọn đời đồng trinh. </a:t>
            </a:r>
            <a:r>
              <a:rPr b="1" lang="en-US" sz="7500">
                <a:solidFill>
                  <a:srgbClr val="FF0000"/>
                </a:solidFill>
                <a:latin typeface="Times New Roman"/>
                <a:ea typeface="Times New Roman"/>
                <a:cs typeface="Times New Roman"/>
                <a:sym typeface="Times New Roman"/>
              </a:rPr>
              <a:t>Amen</a:t>
            </a:r>
            <a:r>
              <a:rPr b="1" lang="en-US" sz="75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400">
                <a:solidFill>
                  <a:srgbClr val="FF0000"/>
                </a:solidFill>
                <a:latin typeface="Times New Roman"/>
                <a:ea typeface="Times New Roman"/>
                <a:cs typeface="Times New Roman"/>
                <a:sym typeface="Times New Roman"/>
              </a:rPr>
              <a:t>KINH NGHĨA ĐỨC TIN</a:t>
            </a:r>
            <a:endParaRPr/>
          </a:p>
          <a:p>
            <a:pPr indent="0" lvl="0" marL="0" rtl="0" algn="just">
              <a:spcBef>
                <a:spcPts val="1480"/>
              </a:spcBef>
              <a:spcAft>
                <a:spcPts val="0"/>
              </a:spcAft>
              <a:buClr>
                <a:schemeClr val="dk1"/>
              </a:buClr>
              <a:buSzPct val="100000"/>
              <a:buNone/>
            </a:pPr>
            <a:r>
              <a:rPr b="1" lang="en-US" sz="8000">
                <a:solidFill>
                  <a:schemeClr val="dk1"/>
                </a:solidFill>
                <a:latin typeface="Times New Roman"/>
                <a:ea typeface="Times New Roman"/>
                <a:cs typeface="Times New Roman"/>
                <a:sym typeface="Times New Roman"/>
              </a:rPr>
              <a:t>Ngày Chúa Nhật hôm nay, chúng con hợp nhau kính lạy thờ phượng Chúa, </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không khen cám tạ ơn Chúa về mọi ơn lành Chúa đã ban cho chúng con,</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thì chúng con dám xin Chúa hãy khứng ban những ơn cần kíp cho chúng con</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300"/>
              <a:buNone/>
            </a:pPr>
            <a:r>
              <a:rPr b="1" lang="en-US" sz="7300">
                <a:solidFill>
                  <a:schemeClr val="dk1"/>
                </a:solidFill>
                <a:latin typeface="Times New Roman"/>
                <a:ea typeface="Times New Roman"/>
                <a:cs typeface="Times New Roman"/>
                <a:sym typeface="Times New Roman"/>
              </a:rPr>
              <a:t>được rỗi linh hồn. Nên chúng con cả lòng tin vững vàng mọi điều đạo thánh Chúa dạy, </a:t>
            </a:r>
            <a:endParaRPr b="1" sz="7300">
              <a:solidFill>
                <a:schemeClr val="dk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nhất là những điều cần kíp này là có một Đức Chúa Trời phép tắc vô cùng,</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2000"/>
              <a:buNone/>
            </a:pPr>
            <a:r>
              <a:t/>
            </a:r>
            <a:endParaRPr b="1" sz="2000">
              <a:solidFill>
                <a:schemeClr val="dk1"/>
              </a:solidFill>
              <a:latin typeface="Times New Roman"/>
              <a:ea typeface="Times New Roman"/>
              <a:cs typeface="Times New Roman"/>
              <a:sym typeface="Times New Roman"/>
            </a:endParaRPr>
          </a:p>
          <a:p>
            <a:pPr indent="0" lvl="0" marL="0" rtl="0" algn="just">
              <a:spcBef>
                <a:spcPts val="160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dựng nên trời đất, mà</a:t>
            </a:r>
            <a:r>
              <a:rPr b="1" lang="en-US" sz="66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Người</a:t>
            </a:r>
            <a:r>
              <a:rPr b="1" lang="en-US" sz="6600">
                <a:solidFill>
                  <a:schemeClr val="dk1"/>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có Ba Ngôi.</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Ngôi Thứ Nhất là Cha, Ngôi Thứ Hai là Con, Ngôi Thứ Ba là Thánh Thần;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Chúng con tin Ngôi Thứ Hai ra đời làm người, sinh bởi Bà Maria Đồng Trinh,</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đặt tên là Giêsu, ở thế gian ba mươi ba năm, đoạn chịu chết trên cây Thánh giá </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400"/>
              <a:buNone/>
            </a:pPr>
            <a:r>
              <a:rPr b="1" lang="en-US" sz="8400">
                <a:solidFill>
                  <a:schemeClr val="dk1"/>
                </a:solidFill>
                <a:latin typeface="Times New Roman"/>
                <a:ea typeface="Times New Roman"/>
                <a:cs typeface="Times New Roman"/>
                <a:sym typeface="Times New Roman"/>
              </a:rPr>
              <a:t>mà chuộc tội cho thiên hạ, đến ngày thứ ba Người </a:t>
            </a:r>
            <a:br>
              <a:rPr b="1" lang="en-US" sz="8400">
                <a:solidFill>
                  <a:schemeClr val="dk1"/>
                </a:solidFill>
                <a:latin typeface="Times New Roman"/>
                <a:ea typeface="Times New Roman"/>
                <a:cs typeface="Times New Roman"/>
                <a:sym typeface="Times New Roman"/>
              </a:rPr>
            </a:br>
            <a:r>
              <a:rPr b="1" lang="en-US" sz="8400">
                <a:solidFill>
                  <a:schemeClr val="dk1"/>
                </a:solidFill>
                <a:latin typeface="Times New Roman"/>
                <a:ea typeface="Times New Roman"/>
                <a:cs typeface="Times New Roman"/>
                <a:sym typeface="Times New Roman"/>
              </a:rPr>
              <a:t>sống lại;</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khỏi bốn mươi ngày lên trời; đủ mười ngày lại cho Đức Chúa Thánh Thần</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2400"/>
              <a:buNone/>
            </a:pPr>
            <a:r>
              <a:t/>
            </a:r>
            <a:endParaRPr b="1" sz="2400">
              <a:solidFill>
                <a:schemeClr val="dk1"/>
              </a:solidFill>
              <a:latin typeface="Times New Roman"/>
              <a:ea typeface="Times New Roman"/>
              <a:cs typeface="Times New Roman"/>
              <a:sym typeface="Times New Roman"/>
            </a:endParaRPr>
          </a:p>
          <a:p>
            <a:pPr indent="0" lvl="0" marL="0" rtl="0" algn="just">
              <a:spcBef>
                <a:spcPts val="160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2800"/>
              <a:buNone/>
            </a:pPr>
            <a:r>
              <a:t/>
            </a:r>
            <a:endParaRPr b="1" sz="2800">
              <a:solidFill>
                <a:schemeClr val="dk1"/>
              </a:solidFill>
              <a:latin typeface="Times New Roman"/>
              <a:ea typeface="Times New Roman"/>
              <a:cs typeface="Times New Roman"/>
              <a:sym typeface="Times New Roman"/>
            </a:endParaRPr>
          </a:p>
          <a:p>
            <a:pPr indent="0" lvl="0" marL="0" rtl="0" algn="just">
              <a:spcBef>
                <a:spcPts val="160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mà linh hồn là giống thiêng liêng chẳng hề chết đặng; </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và đến ngày tận thế  xác loài người ta sẽ sống lại mà chịu phán xét;</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400"/>
              <a:buNone/>
            </a:pPr>
            <a:r>
              <a:rPr b="1" lang="en-US" sz="7400">
                <a:solidFill>
                  <a:schemeClr val="dk1"/>
                </a:solidFill>
                <a:latin typeface="Times New Roman"/>
                <a:ea typeface="Times New Roman"/>
                <a:cs typeface="Times New Roman"/>
                <a:sym typeface="Times New Roman"/>
              </a:rPr>
              <a:t>kẻ lành lên thiên đàng hưởng phúc đời đời; kẻ dữ sa hỏa ngục chịu phạt vô cùng.</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400"/>
              <a:buNone/>
            </a:pPr>
            <a:r>
              <a:rPr b="1" lang="en-US" sz="7400">
                <a:solidFill>
                  <a:schemeClr val="dk1"/>
                </a:solidFill>
                <a:latin typeface="Times New Roman"/>
                <a:ea typeface="Times New Roman"/>
                <a:cs typeface="Times New Roman"/>
                <a:sym typeface="Times New Roman"/>
              </a:rPr>
              <a:t>Mà chúng con tin các sự ấy mà thôi thì chưa đủ cho đặng lên </a:t>
            </a:r>
            <a:br>
              <a:rPr b="1" lang="en-US" sz="7400">
                <a:solidFill>
                  <a:schemeClr val="dk1"/>
                </a:solidFill>
                <a:latin typeface="Times New Roman"/>
                <a:ea typeface="Times New Roman"/>
                <a:cs typeface="Times New Roman"/>
                <a:sym typeface="Times New Roman"/>
              </a:rPr>
            </a:br>
            <a:r>
              <a:rPr b="1" lang="en-US" sz="7400">
                <a:solidFill>
                  <a:schemeClr val="dk1"/>
                </a:solidFill>
                <a:latin typeface="Times New Roman"/>
                <a:ea typeface="Times New Roman"/>
                <a:cs typeface="Times New Roman"/>
                <a:sym typeface="Times New Roman"/>
              </a:rPr>
              <a:t>thiên đàng;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và làm những việc lành phúc đức.</a:t>
            </a:r>
            <a:endParaRPr b="1" sz="7200">
              <a:solidFill>
                <a:schemeClr val="dk1"/>
              </a:solidFill>
              <a:latin typeface="Times New Roman"/>
              <a:ea typeface="Times New Roman"/>
              <a:cs typeface="Times New Roman"/>
              <a:sym typeface="Times New Roman"/>
            </a:endParaRPr>
          </a:p>
          <a:p>
            <a:pPr indent="0" lvl="0" marL="0" rtl="0" algn="just">
              <a:spcBef>
                <a:spcPts val="144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Nhân vì sự ấy, chúng con hằng phải sợ hãi</a:t>
            </a:r>
            <a:endParaRPr b="1" sz="7200">
              <a:solidFill>
                <a:schemeClr val="dk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800"/>
              <a:buNone/>
            </a:pPr>
            <a:r>
              <a:rPr b="1" lang="en-US" sz="6800">
                <a:solidFill>
                  <a:schemeClr val="dk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dk1"/>
                </a:solidFill>
                <a:latin typeface="Times New Roman"/>
                <a:ea typeface="Times New Roman"/>
                <a:cs typeface="Times New Roman"/>
                <a:sym typeface="Times New Roman"/>
              </a:rPr>
              <a:t> </a:t>
            </a:r>
            <a:r>
              <a:rPr b="1" lang="en-US" sz="6800">
                <a:solidFill>
                  <a:schemeClr val="dk1"/>
                </a:solidFill>
                <a:latin typeface="Times New Roman"/>
                <a:ea typeface="Times New Roman"/>
                <a:cs typeface="Times New Roman"/>
                <a:sym typeface="Times New Roman"/>
              </a:rPr>
              <a:t>Chúa</a:t>
            </a:r>
            <a:r>
              <a:rPr b="1" lang="en-US" sz="6000">
                <a:solidFill>
                  <a:schemeClr val="dk1"/>
                </a:solidFill>
                <a:latin typeface="Times New Roman"/>
                <a:ea typeface="Times New Roman"/>
                <a:cs typeface="Times New Roman"/>
                <a:sym typeface="Times New Roman"/>
              </a:rPr>
              <a:t> </a:t>
            </a:r>
            <a:r>
              <a:rPr b="1" lang="en-US" sz="6800">
                <a:solidFill>
                  <a:schemeClr val="dk1"/>
                </a:solidFill>
                <a:latin typeface="Times New Roman"/>
                <a:ea typeface="Times New Roman"/>
                <a:cs typeface="Times New Roman"/>
                <a:sym typeface="Times New Roman"/>
              </a:rPr>
              <a:t>Giêsu đã truyền</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600"/>
              <a:buNone/>
            </a:pPr>
            <a:r>
              <a:rPr b="1" lang="en-US" sz="8600">
                <a:solidFill>
                  <a:schemeClr val="dk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1050"/>
              <a:buNone/>
            </a:pPr>
            <a:r>
              <a:t/>
            </a:r>
            <a:endParaRPr b="1" sz="1050">
              <a:solidFill>
                <a:schemeClr val="dk1"/>
              </a:solidFill>
              <a:latin typeface="Times New Roman"/>
              <a:ea typeface="Times New Roman"/>
              <a:cs typeface="Times New Roman"/>
              <a:sym typeface="Times New Roman"/>
            </a:endParaRPr>
          </a:p>
          <a:p>
            <a:pPr indent="0" lvl="0" marL="0" rtl="0" algn="just">
              <a:spcBef>
                <a:spcPts val="1400"/>
              </a:spcBef>
              <a:spcAft>
                <a:spcPts val="0"/>
              </a:spcAft>
              <a:buClr>
                <a:schemeClr val="dk1"/>
              </a:buClr>
              <a:buSzPts val="7000"/>
              <a:buNone/>
            </a:pPr>
            <a:r>
              <a:rPr b="1" lang="en-US" sz="7000">
                <a:solidFill>
                  <a:schemeClr val="dk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8000"/>
              <a:buNone/>
            </a:pPr>
            <a:r>
              <a:rPr b="1" lang="en-US" sz="8000">
                <a:solidFill>
                  <a:schemeClr val="dk1"/>
                </a:solidFill>
                <a:latin typeface="Times New Roman"/>
                <a:ea typeface="Times New Roman"/>
                <a:cs typeface="Times New Roman"/>
                <a:sym typeface="Times New Roman"/>
              </a:rPr>
              <a:t>cùng tin thật vững vàng mà giữ cẩn thận các điều trước này, </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888888"/>
              </a:buClr>
              <a:buSzPts val="2400"/>
              <a:buNone/>
            </a:pPr>
            <a:r>
              <a:t/>
            </a:r>
            <a:endParaRPr b="1" sz="2400">
              <a:solidFill>
                <a:schemeClr val="dk1"/>
              </a:solidFill>
              <a:latin typeface="Times New Roman"/>
              <a:ea typeface="Times New Roman"/>
              <a:cs typeface="Times New Roman"/>
              <a:sym typeface="Times New Roman"/>
            </a:endParaRPr>
          </a:p>
          <a:p>
            <a:pPr indent="0" lvl="0" marL="0" rtl="0" algn="just">
              <a:spcBef>
                <a:spcPts val="1520"/>
              </a:spcBef>
              <a:spcAft>
                <a:spcPts val="0"/>
              </a:spcAft>
              <a:buClr>
                <a:schemeClr val="dk1"/>
              </a:buClr>
              <a:buSzPts val="7600"/>
              <a:buNone/>
            </a:pPr>
            <a:r>
              <a:rPr b="1" lang="en-US" sz="7600">
                <a:solidFill>
                  <a:schemeClr val="dk1"/>
                </a:solidFill>
                <a:latin typeface="Times New Roman"/>
                <a:ea typeface="Times New Roman"/>
                <a:cs typeface="Times New Roman"/>
                <a:sym typeface="Times New Roman"/>
              </a:rPr>
              <a:t>thì mới đặng hưởng  phúc thanh nhàn đời đời kiếp kiếp. </a:t>
            </a:r>
            <a:r>
              <a:rPr b="1" lang="en-US" sz="7600">
                <a:solidFill>
                  <a:srgbClr val="FF0000"/>
                </a:solidFill>
                <a:latin typeface="Times New Roman"/>
                <a:ea typeface="Times New Roman"/>
                <a:cs typeface="Times New Roman"/>
                <a:sym typeface="Times New Roman"/>
              </a:rPr>
              <a:t>Amen</a:t>
            </a:r>
            <a:r>
              <a:rPr b="1" lang="en-US" sz="76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FF0000"/>
              </a:buClr>
              <a:buSzPts val="4050"/>
              <a:buNone/>
            </a:pPr>
            <a:r>
              <a:rPr b="1" lang="en-US" sz="4050">
                <a:solidFill>
                  <a:srgbClr val="FF0000"/>
                </a:solidFill>
                <a:latin typeface="Times New Roman"/>
                <a:ea typeface="Times New Roman"/>
                <a:cs typeface="Times New Roman"/>
                <a:sym typeface="Times New Roman"/>
              </a:rPr>
              <a:t>Đạo Đức Chúa Trời có mười điều răn:</a:t>
            </a:r>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nhất: </a:t>
            </a:r>
            <a:r>
              <a:rPr b="1" lang="en-US" sz="6600">
                <a:solidFill>
                  <a:schemeClr val="dk1"/>
                </a:solidFill>
                <a:latin typeface="Times New Roman"/>
                <a:ea typeface="Times New Roman"/>
                <a:cs typeface="Times New Roman"/>
                <a:sym typeface="Times New Roman"/>
              </a:rPr>
              <a:t>Thờ phượng một Đức Chúa Trời và kính mến người trên hết mọi sự</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7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888888"/>
              </a:buClr>
              <a:buSzPts val="1050"/>
              <a:buNone/>
            </a:pPr>
            <a:r>
              <a:t/>
            </a:r>
            <a:endParaRPr b="1" sz="1050">
              <a:solidFill>
                <a:srgbClr val="FFC000"/>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Thứ hai: </a:t>
            </a:r>
            <a:r>
              <a:rPr b="1" lang="en-US" sz="6600">
                <a:solidFill>
                  <a:schemeClr val="dk1"/>
                </a:solidFill>
                <a:latin typeface="Times New Roman"/>
                <a:ea typeface="Times New Roman"/>
                <a:cs typeface="Times New Roman"/>
                <a:sym typeface="Times New Roman"/>
              </a:rPr>
              <a:t>Chớ kêu tên Đức Chúa Trời vô cớ</a:t>
            </a:r>
            <a:endParaRPr b="1" sz="6600">
              <a:solidFill>
                <a:schemeClr val="dk1"/>
              </a:solidFill>
              <a:latin typeface="Times New Roman"/>
              <a:ea typeface="Times New Roman"/>
              <a:cs typeface="Times New Roman"/>
              <a:sym typeface="Times New Roman"/>
            </a:endParaRPr>
          </a:p>
          <a:p>
            <a:pPr indent="0" lvl="0" marL="0" rtl="0" algn="just">
              <a:spcBef>
                <a:spcPts val="560"/>
              </a:spcBef>
              <a:spcAft>
                <a:spcPts val="0"/>
              </a:spcAft>
              <a:buClr>
                <a:srgbClr val="888888"/>
              </a:buClr>
              <a:buSzPts val="2800"/>
              <a:buNone/>
            </a:pPr>
            <a:r>
              <a:t/>
            </a:r>
            <a:endParaRPr b="1" sz="2800">
              <a:solidFill>
                <a:schemeClr val="dk1"/>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ba:</a:t>
            </a:r>
            <a:r>
              <a:rPr b="1" lang="en-US" sz="6000">
                <a:solidFill>
                  <a:schemeClr val="dk1"/>
                </a:solidFill>
                <a:latin typeface="Times New Roman"/>
                <a:ea typeface="Times New Roman"/>
                <a:cs typeface="Times New Roman"/>
                <a:sym typeface="Times New Roman"/>
              </a:rPr>
              <a:t> </a:t>
            </a:r>
            <a:r>
              <a:rPr b="1" lang="en-US" sz="6600">
                <a:solidFill>
                  <a:schemeClr val="dk1"/>
                </a:solidFill>
                <a:latin typeface="Times New Roman"/>
                <a:ea typeface="Times New Roman"/>
                <a:cs typeface="Times New Roman"/>
                <a:sym typeface="Times New Roman"/>
              </a:rPr>
              <a:t>Giữ ngày Chúa Nhật</a:t>
            </a:r>
            <a:endParaRPr b="1" sz="6000">
              <a:solidFill>
                <a:schemeClr val="dk1"/>
              </a:solidFill>
              <a:latin typeface="Times New Roman"/>
              <a:ea typeface="Times New Roman"/>
              <a:cs typeface="Times New Roman"/>
              <a:sym typeface="Times New Roman"/>
            </a:endParaRPr>
          </a:p>
          <a:p>
            <a:pPr indent="0" lvl="0" marL="0" rtl="0" algn="ctr">
              <a:spcBef>
                <a:spcPts val="255"/>
              </a:spcBef>
              <a:spcAft>
                <a:spcPts val="0"/>
              </a:spcAft>
              <a:buClr>
                <a:srgbClr val="888888"/>
              </a:buClr>
              <a:buSzPts val="1275"/>
              <a:buNone/>
            </a:pPr>
            <a:r>
              <a:t/>
            </a:r>
            <a:endParaRPr sz="1275">
              <a:solidFill>
                <a:srgbClr val="FFC000"/>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888888"/>
              </a:buClr>
              <a:buSzPts val="2400"/>
              <a:buNone/>
            </a:pPr>
            <a:r>
              <a:t/>
            </a:r>
            <a:endParaRPr b="1" sz="2400">
              <a:solidFill>
                <a:schemeClr val="dk1"/>
              </a:solidFill>
              <a:latin typeface="Times New Roman"/>
              <a:ea typeface="Times New Roman"/>
              <a:cs typeface="Times New Roman"/>
              <a:sym typeface="Times New Roman"/>
            </a:endParaRPr>
          </a:p>
          <a:p>
            <a:pPr indent="0" lvl="0" marL="0" rtl="0" algn="ctr">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bốn: </a:t>
            </a:r>
            <a:r>
              <a:rPr b="1" lang="en-US" sz="6600">
                <a:solidFill>
                  <a:schemeClr val="dk1"/>
                </a:solidFill>
                <a:latin typeface="Times New Roman"/>
                <a:ea typeface="Times New Roman"/>
                <a:cs typeface="Times New Roman"/>
                <a:sym typeface="Times New Roman"/>
              </a:rPr>
              <a:t>Thảo kính cha mẹ</a:t>
            </a:r>
            <a:endParaRPr b="1" sz="6000">
              <a:solidFill>
                <a:schemeClr val="dk1"/>
              </a:solidFill>
              <a:latin typeface="Times New Roman"/>
              <a:ea typeface="Times New Roman"/>
              <a:cs typeface="Times New Roman"/>
              <a:sym typeface="Times New Roman"/>
            </a:endParaRPr>
          </a:p>
          <a:p>
            <a:pPr indent="0" lvl="0" marL="0" rtl="0" algn="just">
              <a:spcBef>
                <a:spcPts val="720"/>
              </a:spcBef>
              <a:spcAft>
                <a:spcPts val="0"/>
              </a:spcAft>
              <a:buClr>
                <a:srgbClr val="888888"/>
              </a:buClr>
              <a:buSzPts val="3600"/>
              <a:buNone/>
            </a:pPr>
            <a:r>
              <a:t/>
            </a:r>
            <a:endParaRPr b="1" sz="3600">
              <a:solidFill>
                <a:schemeClr val="dk1"/>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năm: </a:t>
            </a:r>
            <a:r>
              <a:rPr b="1" lang="en-US" sz="6600">
                <a:solidFill>
                  <a:schemeClr val="dk1"/>
                </a:solidFill>
                <a:latin typeface="Times New Roman"/>
                <a:ea typeface="Times New Roman"/>
                <a:cs typeface="Times New Roman"/>
                <a:sym typeface="Times New Roman"/>
              </a:rPr>
              <a:t>Chớ giết người</a:t>
            </a:r>
            <a:endParaRPr b="1" sz="6000">
              <a:solidFill>
                <a:schemeClr val="dk1"/>
              </a:solidFill>
              <a:latin typeface="Times New Roman"/>
              <a:ea typeface="Times New Roman"/>
              <a:cs typeface="Times New Roman"/>
              <a:sym typeface="Times New Roman"/>
            </a:endParaRPr>
          </a:p>
          <a:p>
            <a:pPr indent="0" lvl="0" marL="0" rtl="0" algn="just">
              <a:spcBef>
                <a:spcPts val="1080"/>
              </a:spcBef>
              <a:spcAft>
                <a:spcPts val="0"/>
              </a:spcAft>
              <a:buClr>
                <a:srgbClr val="888888"/>
              </a:buClr>
              <a:buSzPts val="5400"/>
              <a:buNone/>
            </a:pPr>
            <a:r>
              <a:t/>
            </a:r>
            <a:endParaRPr b="1" sz="5400">
              <a:solidFill>
                <a:schemeClr val="dk1"/>
              </a:solidFill>
              <a:latin typeface="Times New Roman"/>
              <a:ea typeface="Times New Roman"/>
              <a:cs typeface="Times New Roman"/>
              <a:sym typeface="Times New Roman"/>
            </a:endParaRPr>
          </a:p>
          <a:p>
            <a:pPr indent="0" lvl="0" marL="0" rtl="0" algn="ctr">
              <a:spcBef>
                <a:spcPts val="255"/>
              </a:spcBef>
              <a:spcAft>
                <a:spcPts val="0"/>
              </a:spcAft>
              <a:buClr>
                <a:srgbClr val="888888"/>
              </a:buClr>
              <a:buSzPts val="1275"/>
              <a:buNone/>
            </a:pPr>
            <a:r>
              <a:t/>
            </a:r>
            <a:endParaRPr sz="1275">
              <a:solidFill>
                <a:schemeClr val="dk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888888"/>
              </a:buClr>
              <a:buSzPts val="1200"/>
              <a:buNone/>
            </a:pPr>
            <a:r>
              <a:t/>
            </a:r>
            <a:endParaRPr b="1" sz="1200">
              <a:solidFill>
                <a:schemeClr val="dk1"/>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sáu:</a:t>
            </a:r>
            <a:r>
              <a:rPr b="1" lang="en-US" sz="6000">
                <a:solidFill>
                  <a:schemeClr val="dk1"/>
                </a:solidFill>
                <a:latin typeface="Times New Roman"/>
                <a:ea typeface="Times New Roman"/>
                <a:cs typeface="Times New Roman"/>
                <a:sym typeface="Times New Roman"/>
              </a:rPr>
              <a:t> </a:t>
            </a:r>
            <a:r>
              <a:rPr b="1" lang="en-US" sz="6600">
                <a:solidFill>
                  <a:schemeClr val="dk1"/>
                </a:solidFill>
                <a:latin typeface="Times New Roman"/>
                <a:ea typeface="Times New Roman"/>
                <a:cs typeface="Times New Roman"/>
                <a:sym typeface="Times New Roman"/>
              </a:rPr>
              <a:t>Chớ làm sự dâm dục</a:t>
            </a:r>
            <a:endParaRPr b="1" sz="6000">
              <a:solidFill>
                <a:schemeClr val="dk1"/>
              </a:solidFill>
              <a:latin typeface="Times New Roman"/>
              <a:ea typeface="Times New Roman"/>
              <a:cs typeface="Times New Roman"/>
              <a:sym typeface="Times New Roman"/>
            </a:endParaRPr>
          </a:p>
          <a:p>
            <a:pPr indent="0" lvl="0" marL="0" rtl="0" algn="just">
              <a:spcBef>
                <a:spcPts val="64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bảy:</a:t>
            </a:r>
            <a:r>
              <a:rPr b="1" lang="en-US" sz="6000">
                <a:solidFill>
                  <a:schemeClr val="dk1"/>
                </a:solidFill>
                <a:latin typeface="Times New Roman"/>
                <a:ea typeface="Times New Roman"/>
                <a:cs typeface="Times New Roman"/>
                <a:sym typeface="Times New Roman"/>
              </a:rPr>
              <a:t> </a:t>
            </a:r>
            <a:r>
              <a:rPr b="1" lang="en-US" sz="6600">
                <a:solidFill>
                  <a:schemeClr val="dk1"/>
                </a:solidFill>
                <a:latin typeface="Times New Roman"/>
                <a:ea typeface="Times New Roman"/>
                <a:cs typeface="Times New Roman"/>
                <a:sym typeface="Times New Roman"/>
              </a:rPr>
              <a:t>Chớ lấy của người</a:t>
            </a:r>
            <a:endParaRPr b="1" sz="6000">
              <a:solidFill>
                <a:schemeClr val="dk1"/>
              </a:solidFill>
              <a:latin typeface="Times New Roman"/>
              <a:ea typeface="Times New Roman"/>
              <a:cs typeface="Times New Roman"/>
              <a:sym typeface="Times New Roman"/>
            </a:endParaRPr>
          </a:p>
          <a:p>
            <a:pPr indent="0" lvl="0" marL="0" rtl="0" algn="ctr">
              <a:spcBef>
                <a:spcPts val="255"/>
              </a:spcBef>
              <a:spcAft>
                <a:spcPts val="0"/>
              </a:spcAft>
              <a:buClr>
                <a:srgbClr val="888888"/>
              </a:buClr>
              <a:buSzPts val="1275"/>
              <a:buNone/>
            </a:pPr>
            <a:r>
              <a:t/>
            </a:r>
            <a:endParaRPr sz="1275">
              <a:solidFill>
                <a:schemeClr val="dk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FF0000"/>
              </a:buClr>
              <a:buSzPts val="5400"/>
              <a:buNone/>
            </a:pPr>
            <a:r>
              <a:rPr b="1" lang="en-US" sz="5400">
                <a:solidFill>
                  <a:srgbClr val="FF0000"/>
                </a:solidFill>
                <a:latin typeface="Times New Roman"/>
                <a:ea typeface="Times New Roman"/>
                <a:cs typeface="Times New Roman"/>
                <a:sym typeface="Times New Roman"/>
              </a:rPr>
              <a:t>Thứ tám:</a:t>
            </a:r>
            <a:r>
              <a:rPr b="1" lang="en-US" sz="5700">
                <a:solidFill>
                  <a:schemeClr val="dk1"/>
                </a:solidFill>
                <a:latin typeface="Times New Roman"/>
                <a:ea typeface="Times New Roman"/>
                <a:cs typeface="Times New Roman"/>
                <a:sym typeface="Times New Roman"/>
              </a:rPr>
              <a:t> Chớ làm chứng dối</a:t>
            </a:r>
            <a:endParaRPr/>
          </a:p>
          <a:p>
            <a:pPr indent="0" lvl="0" marL="0" rtl="0" algn="just">
              <a:spcBef>
                <a:spcPts val="40"/>
              </a:spcBef>
              <a:spcAft>
                <a:spcPts val="0"/>
              </a:spcAft>
              <a:buClr>
                <a:srgbClr val="888888"/>
              </a:buClr>
              <a:buSzPts val="200"/>
              <a:buNone/>
            </a:pPr>
            <a:r>
              <a:t/>
            </a:r>
            <a:endParaRPr b="1" sz="200">
              <a:solidFill>
                <a:srgbClr val="FF0000"/>
              </a:solidFill>
              <a:latin typeface="Times New Roman"/>
              <a:ea typeface="Times New Roman"/>
              <a:cs typeface="Times New Roman"/>
              <a:sym typeface="Times New Roman"/>
            </a:endParaRPr>
          </a:p>
          <a:p>
            <a:pPr indent="0" lvl="0" marL="0" rtl="0" algn="l">
              <a:spcBef>
                <a:spcPts val="1140"/>
              </a:spcBef>
              <a:spcAft>
                <a:spcPts val="0"/>
              </a:spcAft>
              <a:buClr>
                <a:srgbClr val="FF0000"/>
              </a:buClr>
              <a:buSzPts val="5400"/>
              <a:buNone/>
            </a:pPr>
            <a:r>
              <a:rPr b="1" lang="en-US" sz="5400">
                <a:solidFill>
                  <a:srgbClr val="FF0000"/>
                </a:solidFill>
                <a:latin typeface="Times New Roman"/>
                <a:ea typeface="Times New Roman"/>
                <a:cs typeface="Times New Roman"/>
                <a:sym typeface="Times New Roman"/>
              </a:rPr>
              <a:t>Thứ chín:</a:t>
            </a:r>
            <a:r>
              <a:rPr b="1" lang="en-US" sz="5400">
                <a:solidFill>
                  <a:schemeClr val="dk1"/>
                </a:solidFill>
                <a:latin typeface="Times New Roman"/>
                <a:ea typeface="Times New Roman"/>
                <a:cs typeface="Times New Roman"/>
                <a:sym typeface="Times New Roman"/>
              </a:rPr>
              <a:t> </a:t>
            </a:r>
            <a:r>
              <a:rPr b="1" lang="en-US" sz="5700">
                <a:solidFill>
                  <a:schemeClr val="dk1"/>
                </a:solidFill>
                <a:latin typeface="Times New Roman"/>
                <a:ea typeface="Times New Roman"/>
                <a:cs typeface="Times New Roman"/>
                <a:sym typeface="Times New Roman"/>
              </a:rPr>
              <a:t>Chớ muốn vợ</a:t>
            </a:r>
            <a:br>
              <a:rPr b="1" lang="en-US" sz="5700">
                <a:solidFill>
                  <a:schemeClr val="dk1"/>
                </a:solidFill>
                <a:latin typeface="Times New Roman"/>
                <a:ea typeface="Times New Roman"/>
                <a:cs typeface="Times New Roman"/>
                <a:sym typeface="Times New Roman"/>
              </a:rPr>
            </a:br>
            <a:r>
              <a:rPr b="1" lang="en-US" sz="5700">
                <a:solidFill>
                  <a:schemeClr val="dk1"/>
                </a:solidFill>
                <a:latin typeface="Times New Roman"/>
                <a:ea typeface="Times New Roman"/>
                <a:cs typeface="Times New Roman"/>
                <a:sym typeface="Times New Roman"/>
              </a:rPr>
              <a:t>                 chồng người</a:t>
            </a:r>
            <a:endParaRPr b="1" sz="5700">
              <a:solidFill>
                <a:schemeClr val="dk1"/>
              </a:solidFill>
              <a:latin typeface="Times New Roman"/>
              <a:ea typeface="Times New Roman"/>
              <a:cs typeface="Times New Roman"/>
              <a:sym typeface="Times New Roman"/>
            </a:endParaRPr>
          </a:p>
          <a:p>
            <a:pPr indent="0" lvl="0" marL="0" rtl="0" algn="just">
              <a:spcBef>
                <a:spcPts val="120"/>
              </a:spcBef>
              <a:spcAft>
                <a:spcPts val="0"/>
              </a:spcAft>
              <a:buClr>
                <a:srgbClr val="888888"/>
              </a:buClr>
              <a:buSzPts val="600"/>
              <a:buNone/>
            </a:pPr>
            <a:r>
              <a:t/>
            </a:r>
            <a:endParaRPr b="1" sz="600">
              <a:solidFill>
                <a:schemeClr val="dk1"/>
              </a:solidFill>
              <a:latin typeface="Times New Roman"/>
              <a:ea typeface="Times New Roman"/>
              <a:cs typeface="Times New Roman"/>
              <a:sym typeface="Times New Roman"/>
            </a:endParaRPr>
          </a:p>
          <a:p>
            <a:pPr indent="0" lvl="0" marL="0" rtl="0" algn="l">
              <a:spcBef>
                <a:spcPts val="1140"/>
              </a:spcBef>
              <a:spcAft>
                <a:spcPts val="0"/>
              </a:spcAft>
              <a:buClr>
                <a:srgbClr val="FF0000"/>
              </a:buClr>
              <a:buSzPts val="5400"/>
              <a:buNone/>
            </a:pPr>
            <a:r>
              <a:rPr b="1" lang="en-US" sz="5400">
                <a:solidFill>
                  <a:srgbClr val="FF0000"/>
                </a:solidFill>
                <a:latin typeface="Times New Roman"/>
                <a:ea typeface="Times New Roman"/>
                <a:cs typeface="Times New Roman"/>
                <a:sym typeface="Times New Roman"/>
              </a:rPr>
              <a:t>Thứ mười:</a:t>
            </a:r>
            <a:r>
              <a:rPr b="1" lang="en-US" sz="5400">
                <a:solidFill>
                  <a:schemeClr val="dk1"/>
                </a:solidFill>
                <a:latin typeface="Times New Roman"/>
                <a:ea typeface="Times New Roman"/>
                <a:cs typeface="Times New Roman"/>
                <a:sym typeface="Times New Roman"/>
              </a:rPr>
              <a:t> </a:t>
            </a:r>
            <a:r>
              <a:rPr b="1" lang="en-US" sz="5700">
                <a:solidFill>
                  <a:schemeClr val="dk1"/>
                </a:solidFill>
                <a:latin typeface="Times New Roman"/>
                <a:ea typeface="Times New Roman"/>
                <a:cs typeface="Times New Roman"/>
                <a:sym typeface="Times New Roman"/>
              </a:rPr>
              <a:t>Chớ tham </a:t>
            </a:r>
            <a:br>
              <a:rPr b="1" lang="en-US" sz="5700">
                <a:solidFill>
                  <a:schemeClr val="dk1"/>
                </a:solidFill>
                <a:latin typeface="Times New Roman"/>
                <a:ea typeface="Times New Roman"/>
                <a:cs typeface="Times New Roman"/>
                <a:sym typeface="Times New Roman"/>
              </a:rPr>
            </a:br>
            <a:r>
              <a:rPr b="1" lang="en-US" sz="5700">
                <a:solidFill>
                  <a:schemeClr val="dk1"/>
                </a:solidFill>
                <a:latin typeface="Times New Roman"/>
                <a:ea typeface="Times New Roman"/>
                <a:cs typeface="Times New Roman"/>
                <a:sym typeface="Times New Roman"/>
              </a:rPr>
              <a:t>                   của người</a:t>
            </a:r>
            <a:endParaRPr sz="5700">
              <a:solidFill>
                <a:schemeClr val="dk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800"/>
              <a:buNone/>
            </a:pPr>
            <a:r>
              <a:rPr b="1" lang="en-US" sz="6800">
                <a:solidFill>
                  <a:schemeClr val="dk1"/>
                </a:solidFill>
                <a:latin typeface="Times New Roman"/>
                <a:ea typeface="Times New Roman"/>
                <a:cs typeface="Times New Roman"/>
                <a:sym typeface="Times New Roman"/>
              </a:rPr>
              <a:t>Mười điều răn ấy tóm về hai này mà chớ: </a:t>
            </a:r>
            <a:r>
              <a:rPr b="1" lang="en-US" sz="6800">
                <a:solidFill>
                  <a:srgbClr val="FF0000"/>
                </a:solidFill>
                <a:latin typeface="Times New Roman"/>
                <a:ea typeface="Times New Roman"/>
                <a:cs typeface="Times New Roman"/>
                <a:sym typeface="Times New Roman"/>
              </a:rPr>
              <a:t>trước</a:t>
            </a:r>
            <a:r>
              <a:rPr b="1" lang="en-US" sz="6800">
                <a:solidFill>
                  <a:schemeClr val="dk1"/>
                </a:solidFill>
                <a:latin typeface="Times New Roman"/>
                <a:ea typeface="Times New Roman"/>
                <a:cs typeface="Times New Roman"/>
                <a:sym typeface="Times New Roman"/>
              </a:rPr>
              <a:t> kính mến một Đức Chúa Trời trên hết mọi sự</a:t>
            </a:r>
            <a:endParaRPr b="1" i="1" sz="6800">
              <a:solidFill>
                <a:schemeClr val="dk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l">
              <a:spcBef>
                <a:spcPts val="0"/>
              </a:spcBef>
              <a:spcAft>
                <a:spcPts val="0"/>
              </a:spcAft>
              <a:buClr>
                <a:srgbClr val="888888"/>
              </a:buClr>
              <a:buSzPts val="8800"/>
              <a:buNone/>
            </a:pPr>
            <a:r>
              <a:t/>
            </a:r>
            <a:endParaRPr b="1" sz="8800">
              <a:solidFill>
                <a:srgbClr val="FF0000"/>
              </a:solidFill>
              <a:latin typeface="Times New Roman"/>
              <a:ea typeface="Times New Roman"/>
              <a:cs typeface="Times New Roman"/>
              <a:sym typeface="Times New Roman"/>
            </a:endParaRPr>
          </a:p>
          <a:p>
            <a:pPr indent="0" lvl="0" marL="0" rtl="0" algn="just">
              <a:spcBef>
                <a:spcPts val="0"/>
              </a:spcBef>
              <a:spcAft>
                <a:spcPts val="0"/>
              </a:spcAft>
              <a:buClr>
                <a:srgbClr val="FF0000"/>
              </a:buClr>
              <a:buSzPts val="6800"/>
              <a:buNone/>
            </a:pPr>
            <a:r>
              <a:rPr b="1" lang="en-US" sz="6800">
                <a:solidFill>
                  <a:srgbClr val="FF0000"/>
                </a:solidFill>
                <a:latin typeface="Times New Roman"/>
                <a:ea typeface="Times New Roman"/>
                <a:cs typeface="Times New Roman"/>
                <a:sym typeface="Times New Roman"/>
              </a:rPr>
              <a:t>sau</a:t>
            </a:r>
            <a:r>
              <a:rPr b="1" lang="en-US" sz="6800">
                <a:solidFill>
                  <a:schemeClr val="dk1"/>
                </a:solidFill>
                <a:latin typeface="Times New Roman"/>
                <a:ea typeface="Times New Roman"/>
                <a:cs typeface="Times New Roman"/>
                <a:sym typeface="Times New Roman"/>
              </a:rPr>
              <a:t> lại yêu người như mình ta vậy. </a:t>
            </a:r>
            <a:r>
              <a:rPr b="1" i="1" lang="en-US" sz="6800">
                <a:solidFill>
                  <a:srgbClr val="FF0000"/>
                </a:solidFill>
                <a:latin typeface="Times New Roman"/>
                <a:ea typeface="Times New Roman"/>
                <a:cs typeface="Times New Roman"/>
                <a:sym typeface="Times New Roman"/>
              </a:rPr>
              <a:t>Amen</a:t>
            </a:r>
            <a:r>
              <a:rPr b="1" i="1" lang="en-US" sz="68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4500"/>
              <a:buNone/>
            </a:pPr>
            <a:r>
              <a:rPr b="1" lang="en-US" sz="4500">
                <a:solidFill>
                  <a:srgbClr val="FF0000"/>
                </a:solidFill>
                <a:latin typeface="Times New Roman"/>
                <a:ea typeface="Times New Roman"/>
                <a:cs typeface="Times New Roman"/>
                <a:sym typeface="Times New Roman"/>
              </a:rPr>
              <a:t>Hội Thánh có năm điều răn:</a:t>
            </a:r>
            <a:endParaRPr/>
          </a:p>
          <a:p>
            <a:pPr indent="0" lvl="0" marL="0" rtl="0" algn="just">
              <a:spcBef>
                <a:spcPts val="144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Thứ nhất: </a:t>
            </a:r>
            <a:r>
              <a:rPr b="1" lang="en-US" sz="7200">
                <a:solidFill>
                  <a:schemeClr val="dk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Thứ hai: </a:t>
            </a:r>
            <a:r>
              <a:rPr b="1" lang="en-US" sz="6600">
                <a:solidFill>
                  <a:schemeClr val="dk1"/>
                </a:solidFill>
                <a:latin typeface="Times New Roman"/>
                <a:ea typeface="Times New Roman"/>
                <a:cs typeface="Times New Roman"/>
                <a:sym typeface="Times New Roman"/>
              </a:rPr>
              <a:t>xưng tội trong một năm ít là một lần;</a:t>
            </a:r>
            <a:endParaRPr b="1" sz="6600">
              <a:solidFill>
                <a:srgbClr val="FEFEFE"/>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Thứ ba: </a:t>
            </a:r>
            <a:r>
              <a:rPr b="1" lang="en-US" sz="6600">
                <a:solidFill>
                  <a:schemeClr val="dk1"/>
                </a:solidFill>
                <a:latin typeface="Times New Roman"/>
                <a:ea typeface="Times New Roman"/>
                <a:cs typeface="Times New Roman"/>
                <a:sym typeface="Times New Roman"/>
              </a:rPr>
              <a:t>rước Mình Thánh Chúa trong mùa Phục Sinh;</a:t>
            </a:r>
            <a:endParaRPr sz="1275">
              <a:solidFill>
                <a:srgbClr val="FFC000"/>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FF0000"/>
              </a:buClr>
              <a:buSzPts val="5400"/>
              <a:buNone/>
            </a:pPr>
            <a:r>
              <a:rPr b="1" lang="en-US" sz="5400">
                <a:solidFill>
                  <a:srgbClr val="FF0000"/>
                </a:solidFill>
                <a:latin typeface="Times New Roman"/>
                <a:ea typeface="Times New Roman"/>
                <a:cs typeface="Times New Roman"/>
                <a:sym typeface="Times New Roman"/>
              </a:rPr>
              <a:t>Thứ bốn: </a:t>
            </a:r>
            <a:r>
              <a:rPr b="1" lang="en-US" sz="5400">
                <a:solidFill>
                  <a:schemeClr val="dk1"/>
                </a:solidFill>
                <a:latin typeface="Times New Roman"/>
                <a:ea typeface="Times New Roman"/>
                <a:cs typeface="Times New Roman"/>
                <a:sym typeface="Times New Roman"/>
              </a:rPr>
              <a:t>giữ chay và kiêng thịt những ngày Hội Thánh buộc;</a:t>
            </a:r>
            <a:endParaRPr/>
          </a:p>
          <a:p>
            <a:pPr indent="0" lvl="0" marL="0" rtl="0" algn="just">
              <a:spcBef>
                <a:spcPts val="1080"/>
              </a:spcBef>
              <a:spcAft>
                <a:spcPts val="0"/>
              </a:spcAft>
              <a:buClr>
                <a:srgbClr val="FF0000"/>
              </a:buClr>
              <a:buSzPts val="5400"/>
              <a:buNone/>
            </a:pPr>
            <a:r>
              <a:rPr b="1" lang="en-US" sz="5400">
                <a:solidFill>
                  <a:srgbClr val="FF0000"/>
                </a:solidFill>
                <a:latin typeface="Times New Roman"/>
                <a:ea typeface="Times New Roman"/>
                <a:cs typeface="Times New Roman"/>
                <a:sym typeface="Times New Roman"/>
              </a:rPr>
              <a:t>Thứ năm: </a:t>
            </a:r>
            <a:r>
              <a:rPr b="1" lang="en-US" sz="5400">
                <a:solidFill>
                  <a:schemeClr val="dk1"/>
                </a:solidFill>
                <a:latin typeface="Times New Roman"/>
                <a:ea typeface="Times New Roman"/>
                <a:cs typeface="Times New Roman"/>
                <a:sym typeface="Times New Roman"/>
              </a:rPr>
              <a:t>góp công góp của xây dựng Hội Thánh, tùy theo khả năng của mình.</a:t>
            </a:r>
            <a:endParaRPr sz="5400">
              <a:solidFill>
                <a:schemeClr val="dk1"/>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77500" lnSpcReduction="20000"/>
          </a:bodyPr>
          <a:lstStyle/>
          <a:p>
            <a:pPr indent="0" lvl="0" marL="0" rtl="0" algn="l">
              <a:spcBef>
                <a:spcPts val="0"/>
              </a:spcBef>
              <a:spcAft>
                <a:spcPts val="0"/>
              </a:spcAft>
              <a:buClr>
                <a:srgbClr val="FF0000"/>
              </a:buClr>
              <a:buSzPct val="100000"/>
              <a:buNone/>
            </a:pPr>
            <a:r>
              <a:rPr b="1" lang="en-US" sz="4800">
                <a:solidFill>
                  <a:srgbClr val="FF0000"/>
                </a:solidFill>
                <a:latin typeface="Times New Roman"/>
                <a:ea typeface="Times New Roman"/>
                <a:cs typeface="Times New Roman"/>
                <a:sym typeface="Times New Roman"/>
              </a:rPr>
              <a:t>Đạo Đức Chúa Trời có bảy phép Bí tích:</a:t>
            </a:r>
            <a:endParaRPr b="1" sz="4800">
              <a:solidFill>
                <a:srgbClr val="FEFEFE"/>
              </a:solidFill>
              <a:latin typeface="Times New Roman"/>
              <a:ea typeface="Times New Roman"/>
              <a:cs typeface="Times New Roman"/>
              <a:sym typeface="Times New Roman"/>
            </a:endParaRPr>
          </a:p>
          <a:p>
            <a:pPr indent="0" lvl="0" marL="0" rtl="0" algn="just">
              <a:spcBef>
                <a:spcPts val="1534"/>
              </a:spcBef>
              <a:spcAft>
                <a:spcPts val="0"/>
              </a:spcAft>
              <a:buClr>
                <a:srgbClr val="FF0000"/>
              </a:buClr>
              <a:buSzPct val="100000"/>
              <a:buNone/>
            </a:pPr>
            <a:r>
              <a:rPr b="1" lang="en-US" sz="9900">
                <a:solidFill>
                  <a:srgbClr val="FF0000"/>
                </a:solidFill>
                <a:latin typeface="Times New Roman"/>
                <a:ea typeface="Times New Roman"/>
                <a:cs typeface="Times New Roman"/>
                <a:sym typeface="Times New Roman"/>
              </a:rPr>
              <a:t>Thứ nhất: </a:t>
            </a:r>
            <a:r>
              <a:rPr b="1" lang="en-US" sz="9900">
                <a:solidFill>
                  <a:schemeClr val="dk1"/>
                </a:solidFill>
                <a:latin typeface="Times New Roman"/>
                <a:ea typeface="Times New Roman"/>
                <a:cs typeface="Times New Roman"/>
                <a:sym typeface="Times New Roman"/>
              </a:rPr>
              <a:t>là phép Rửa tội.</a:t>
            </a:r>
            <a:endParaRPr/>
          </a:p>
          <a:p>
            <a:pPr indent="0" lvl="0" marL="0" rtl="0" algn="just">
              <a:spcBef>
                <a:spcPts val="1534"/>
              </a:spcBef>
              <a:spcAft>
                <a:spcPts val="0"/>
              </a:spcAft>
              <a:buClr>
                <a:srgbClr val="FF0000"/>
              </a:buClr>
              <a:buSzPct val="100000"/>
              <a:buNone/>
            </a:pPr>
            <a:br>
              <a:rPr b="1" lang="en-US" sz="4100">
                <a:solidFill>
                  <a:srgbClr val="FF0000"/>
                </a:solidFill>
                <a:latin typeface="Times New Roman"/>
                <a:ea typeface="Times New Roman"/>
                <a:cs typeface="Times New Roman"/>
                <a:sym typeface="Times New Roman"/>
              </a:rPr>
            </a:br>
            <a:r>
              <a:rPr b="1" lang="en-US" sz="9900">
                <a:solidFill>
                  <a:srgbClr val="FF0000"/>
                </a:solidFill>
                <a:latin typeface="Times New Roman"/>
                <a:ea typeface="Times New Roman"/>
                <a:cs typeface="Times New Roman"/>
                <a:sym typeface="Times New Roman"/>
              </a:rPr>
              <a:t>Thứ hai: </a:t>
            </a:r>
            <a:r>
              <a:rPr b="1" lang="en-US" sz="9900">
                <a:solidFill>
                  <a:schemeClr val="dk1"/>
                </a:solidFill>
                <a:latin typeface="Times New Roman"/>
                <a:ea typeface="Times New Roman"/>
                <a:cs typeface="Times New Roman"/>
                <a:sym typeface="Times New Roman"/>
              </a:rPr>
              <a:t>là phép Thêm sức.</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8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Clr>
                <a:srgbClr val="888888"/>
              </a:buClr>
              <a:buSzPct val="100000"/>
              <a:buNone/>
            </a:pPr>
            <a:r>
              <a:t/>
            </a:r>
            <a:endParaRPr b="1" sz="4300">
              <a:solidFill>
                <a:srgbClr val="FF0000"/>
              </a:solidFill>
              <a:latin typeface="Times New Roman"/>
              <a:ea typeface="Times New Roman"/>
              <a:cs typeface="Times New Roman"/>
              <a:sym typeface="Times New Roman"/>
            </a:endParaRPr>
          </a:p>
          <a:p>
            <a:pPr indent="0" lvl="0" marL="0" rtl="0" algn="l">
              <a:spcBef>
                <a:spcPts val="1480"/>
              </a:spcBef>
              <a:spcAft>
                <a:spcPts val="0"/>
              </a:spcAft>
              <a:buClr>
                <a:srgbClr val="FF0000"/>
              </a:buClr>
              <a:buSzPct val="100000"/>
              <a:buNone/>
            </a:pPr>
            <a:r>
              <a:rPr b="1" lang="en-US" sz="8000">
                <a:solidFill>
                  <a:srgbClr val="FF0000"/>
                </a:solidFill>
                <a:latin typeface="Times New Roman"/>
                <a:ea typeface="Times New Roman"/>
                <a:cs typeface="Times New Roman"/>
                <a:sym typeface="Times New Roman"/>
              </a:rPr>
              <a:t>Thứ ba: </a:t>
            </a:r>
            <a:r>
              <a:rPr b="1" lang="en-US" sz="8000">
                <a:solidFill>
                  <a:schemeClr val="dk1"/>
                </a:solidFill>
                <a:latin typeface="Times New Roman"/>
                <a:ea typeface="Times New Roman"/>
                <a:cs typeface="Times New Roman"/>
                <a:sym typeface="Times New Roman"/>
              </a:rPr>
              <a:t>là phép Mình Thánh Chúa.</a:t>
            </a:r>
            <a:endParaRPr/>
          </a:p>
          <a:p>
            <a:pPr indent="0" lvl="0" marL="0" rtl="0" algn="l">
              <a:spcBef>
                <a:spcPts val="1480"/>
              </a:spcBef>
              <a:spcAft>
                <a:spcPts val="0"/>
              </a:spcAft>
              <a:buClr>
                <a:srgbClr val="FF0000"/>
              </a:buClr>
              <a:buSzPct val="100000"/>
              <a:buNone/>
            </a:pPr>
            <a:r>
              <a:rPr b="1" lang="en-US" sz="8000">
                <a:solidFill>
                  <a:srgbClr val="FF0000"/>
                </a:solidFill>
                <a:latin typeface="Times New Roman"/>
                <a:ea typeface="Times New Roman"/>
                <a:cs typeface="Times New Roman"/>
                <a:sym typeface="Times New Roman"/>
              </a:rPr>
              <a:t>Thứ bốn: </a:t>
            </a:r>
            <a:r>
              <a:rPr b="1" lang="en-US" sz="8000">
                <a:solidFill>
                  <a:schemeClr val="dk1"/>
                </a:solidFill>
                <a:latin typeface="Times New Roman"/>
                <a:ea typeface="Times New Roman"/>
                <a:cs typeface="Times New Roman"/>
                <a:sym typeface="Times New Roman"/>
              </a:rPr>
              <a:t>là phép Giải tội.</a:t>
            </a:r>
            <a:endParaRPr b="1" sz="6000">
              <a:solidFill>
                <a:schemeClr val="dk1"/>
              </a:solidFill>
              <a:latin typeface="Times New Roman"/>
              <a:ea typeface="Times New Roman"/>
              <a:cs typeface="Times New Roman"/>
              <a:sym typeface="Times New Roman"/>
            </a:endParaRPr>
          </a:p>
          <a:p>
            <a:pPr indent="0" lvl="0" marL="0" rtl="0" algn="ctr">
              <a:spcBef>
                <a:spcPts val="236"/>
              </a:spcBef>
              <a:spcAft>
                <a:spcPts val="0"/>
              </a:spcAft>
              <a:buClr>
                <a:srgbClr val="888888"/>
              </a:buClr>
              <a:buSzPct val="100000"/>
              <a:buNone/>
            </a:pPr>
            <a:r>
              <a:t/>
            </a:r>
            <a:endParaRPr sz="1275">
              <a:solidFill>
                <a:schemeClr val="dk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F0000"/>
              </a:buClr>
              <a:buSzPts val="5800"/>
              <a:buNone/>
            </a:pPr>
            <a:r>
              <a:rPr b="1" lang="en-US" sz="5800">
                <a:solidFill>
                  <a:srgbClr val="FF0000"/>
                </a:solidFill>
                <a:latin typeface="Times New Roman"/>
                <a:ea typeface="Times New Roman"/>
                <a:cs typeface="Times New Roman"/>
                <a:sym typeface="Times New Roman"/>
              </a:rPr>
              <a:t>Thứ năm: </a:t>
            </a:r>
            <a:r>
              <a:rPr b="1" lang="en-US" sz="5800">
                <a:solidFill>
                  <a:srgbClr val="0C0C0C"/>
                </a:solidFill>
                <a:latin typeface="Times New Roman"/>
                <a:ea typeface="Times New Roman"/>
                <a:cs typeface="Times New Roman"/>
                <a:sym typeface="Times New Roman"/>
              </a:rPr>
              <a:t>là phép Xức dầu thánh.</a:t>
            </a:r>
            <a:endParaRPr/>
          </a:p>
          <a:p>
            <a:pPr indent="0" lvl="0" marL="0" rtl="0" algn="just">
              <a:spcBef>
                <a:spcPts val="1160"/>
              </a:spcBef>
              <a:spcAft>
                <a:spcPts val="0"/>
              </a:spcAft>
              <a:buClr>
                <a:srgbClr val="FF0000"/>
              </a:buClr>
              <a:buSzPts val="5800"/>
              <a:buNone/>
            </a:pPr>
            <a:r>
              <a:rPr b="1" lang="en-US" sz="5800">
                <a:solidFill>
                  <a:srgbClr val="FF0000"/>
                </a:solidFill>
                <a:latin typeface="Times New Roman"/>
                <a:ea typeface="Times New Roman"/>
                <a:cs typeface="Times New Roman"/>
                <a:sym typeface="Times New Roman"/>
              </a:rPr>
              <a:t>Thứ sáu: </a:t>
            </a:r>
            <a:r>
              <a:rPr b="1" lang="en-US" sz="5800">
                <a:solidFill>
                  <a:srgbClr val="0C0C0C"/>
                </a:solidFill>
                <a:latin typeface="Times New Roman"/>
                <a:ea typeface="Times New Roman"/>
                <a:cs typeface="Times New Roman"/>
                <a:sym typeface="Times New Roman"/>
              </a:rPr>
              <a:t>là phép Truyền chức thánh.</a:t>
            </a:r>
            <a:endParaRPr/>
          </a:p>
          <a:p>
            <a:pPr indent="0" lvl="0" marL="0" rtl="0" algn="just">
              <a:spcBef>
                <a:spcPts val="1160"/>
              </a:spcBef>
              <a:spcAft>
                <a:spcPts val="0"/>
              </a:spcAft>
              <a:buClr>
                <a:srgbClr val="FF0000"/>
              </a:buClr>
              <a:buSzPts val="5800"/>
              <a:buNone/>
            </a:pPr>
            <a:r>
              <a:rPr b="1" lang="en-US" sz="5800">
                <a:solidFill>
                  <a:srgbClr val="FF0000"/>
                </a:solidFill>
                <a:latin typeface="Times New Roman"/>
                <a:ea typeface="Times New Roman"/>
                <a:cs typeface="Times New Roman"/>
                <a:sym typeface="Times New Roman"/>
              </a:rPr>
              <a:t>Thứ bảy: </a:t>
            </a:r>
            <a:r>
              <a:rPr b="1" lang="en-US" sz="5800">
                <a:solidFill>
                  <a:srgbClr val="0C0C0C"/>
                </a:solidFill>
                <a:latin typeface="Times New Roman"/>
                <a:ea typeface="Times New Roman"/>
                <a:cs typeface="Times New Roman"/>
                <a:sym typeface="Times New Roman"/>
              </a:rPr>
              <a:t>là phép Hôn phối.</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888888"/>
              </a:buClr>
              <a:buSzPts val="1200"/>
              <a:buNone/>
            </a:pPr>
            <a:r>
              <a:t/>
            </a:r>
            <a:endParaRPr b="1" sz="1200">
              <a:solidFill>
                <a:srgbClr val="FFC000"/>
              </a:solidFill>
              <a:latin typeface="Times New Roman"/>
              <a:ea typeface="Times New Roman"/>
              <a:cs typeface="Times New Roman"/>
              <a:sym typeface="Times New Roman"/>
            </a:endParaRPr>
          </a:p>
          <a:p>
            <a:pPr indent="0" lvl="0" marL="0" rtl="0" algn="just">
              <a:spcBef>
                <a:spcPts val="990"/>
              </a:spcBef>
              <a:spcAft>
                <a:spcPts val="0"/>
              </a:spcAft>
              <a:buClr>
                <a:srgbClr val="FF0000"/>
              </a:buClr>
              <a:buSzPts val="4950"/>
              <a:buNone/>
            </a:pPr>
            <a:r>
              <a:rPr b="1" lang="en-US" sz="4950">
                <a:solidFill>
                  <a:srgbClr val="FF0000"/>
                </a:solidFill>
                <a:latin typeface="Times New Roman"/>
                <a:ea typeface="Times New Roman"/>
                <a:cs typeface="Times New Roman"/>
                <a:sym typeface="Times New Roman"/>
              </a:rPr>
              <a:t>Thương người có mười bốn mối</a:t>
            </a:r>
            <a:endParaRPr b="1" sz="4950">
              <a:solidFill>
                <a:srgbClr val="FF0000"/>
              </a:solidFill>
              <a:latin typeface="Times New Roman"/>
              <a:ea typeface="Times New Roman"/>
              <a:cs typeface="Times New Roman"/>
              <a:sym typeface="Times New Roman"/>
            </a:endParaRPr>
          </a:p>
          <a:p>
            <a:pPr indent="0" lvl="0" marL="0" rtl="0" algn="just">
              <a:spcBef>
                <a:spcPts val="990"/>
              </a:spcBef>
              <a:spcAft>
                <a:spcPts val="0"/>
              </a:spcAft>
              <a:buClr>
                <a:srgbClr val="FF0000"/>
              </a:buClr>
              <a:buSzPts val="4950"/>
              <a:buNone/>
            </a:pPr>
            <a:r>
              <a:rPr b="1" i="1" lang="en-US" sz="4950">
                <a:solidFill>
                  <a:srgbClr val="FF0000"/>
                </a:solidFill>
                <a:latin typeface="Times New Roman"/>
                <a:ea typeface="Times New Roman"/>
                <a:cs typeface="Times New Roman"/>
                <a:sym typeface="Times New Roman"/>
              </a:rPr>
              <a:t>Thương xác bảy mối:</a:t>
            </a:r>
            <a:endParaRPr b="1" sz="4950">
              <a:solidFill>
                <a:srgbClr val="FEFEFE"/>
              </a:solidFill>
              <a:latin typeface="Times New Roman"/>
              <a:ea typeface="Times New Roman"/>
              <a:cs typeface="Times New Roman"/>
              <a:sym typeface="Times New Roman"/>
            </a:endParaRPr>
          </a:p>
          <a:p>
            <a:pPr indent="0" lvl="0" marL="0" rtl="0" algn="just">
              <a:spcBef>
                <a:spcPts val="1290"/>
              </a:spcBef>
              <a:spcAft>
                <a:spcPts val="0"/>
              </a:spcAft>
              <a:buClr>
                <a:srgbClr val="FF0000"/>
              </a:buClr>
              <a:buSzPts val="6450"/>
              <a:buNone/>
            </a:pPr>
            <a:r>
              <a:rPr b="1" lang="en-US" sz="6450">
                <a:solidFill>
                  <a:srgbClr val="FF0000"/>
                </a:solidFill>
                <a:latin typeface="Times New Roman"/>
                <a:ea typeface="Times New Roman"/>
                <a:cs typeface="Times New Roman"/>
                <a:sym typeface="Times New Roman"/>
              </a:rPr>
              <a:t>Thứ nhất: </a:t>
            </a:r>
            <a:r>
              <a:rPr b="1" lang="en-US" sz="6450">
                <a:solidFill>
                  <a:schemeClr val="dk1"/>
                </a:solidFill>
                <a:latin typeface="Times New Roman"/>
                <a:ea typeface="Times New Roman"/>
                <a:cs typeface="Times New Roman"/>
                <a:sym typeface="Times New Roman"/>
              </a:rPr>
              <a:t>Cho kẻ đói ăn</a:t>
            </a:r>
            <a:endParaRPr b="1" sz="6450">
              <a:solidFill>
                <a:srgbClr val="FEFEFE"/>
              </a:solidFill>
              <a:latin typeface="Times New Roman"/>
              <a:ea typeface="Times New Roman"/>
              <a:cs typeface="Times New Roman"/>
              <a:sym typeface="Times New Roman"/>
            </a:endParaRPr>
          </a:p>
          <a:p>
            <a:pPr indent="0" lvl="0" marL="0" rtl="0" algn="just">
              <a:spcBef>
                <a:spcPts val="1290"/>
              </a:spcBef>
              <a:spcAft>
                <a:spcPts val="0"/>
              </a:spcAft>
              <a:buClr>
                <a:srgbClr val="FF0000"/>
              </a:buClr>
              <a:buSzPts val="6450"/>
              <a:buNone/>
            </a:pPr>
            <a:r>
              <a:rPr b="1" lang="en-US" sz="6450">
                <a:solidFill>
                  <a:srgbClr val="FF0000"/>
                </a:solidFill>
                <a:latin typeface="Times New Roman"/>
                <a:ea typeface="Times New Roman"/>
                <a:cs typeface="Times New Roman"/>
                <a:sym typeface="Times New Roman"/>
              </a:rPr>
              <a:t>Thứ hai: </a:t>
            </a:r>
            <a:r>
              <a:rPr b="1" lang="en-US" sz="6450">
                <a:solidFill>
                  <a:schemeClr val="dk1"/>
                </a:solidFill>
                <a:latin typeface="Times New Roman"/>
                <a:ea typeface="Times New Roman"/>
                <a:cs typeface="Times New Roman"/>
                <a:sym typeface="Times New Roman"/>
              </a:rPr>
              <a:t>Cho kẻ khát uống</a:t>
            </a:r>
            <a:endParaRPr/>
          </a:p>
          <a:p>
            <a:pPr indent="0" lvl="0" marL="0" rtl="0" algn="ctr">
              <a:spcBef>
                <a:spcPts val="255"/>
              </a:spcBef>
              <a:spcAft>
                <a:spcPts val="0"/>
              </a:spcAft>
              <a:buClr>
                <a:srgbClr val="888888"/>
              </a:buClr>
              <a:buSzPts val="1275"/>
              <a:buNone/>
            </a:pPr>
            <a:r>
              <a:t/>
            </a:r>
            <a:endParaRPr sz="1275">
              <a:solidFill>
                <a:srgbClr val="FFC000"/>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ba: </a:t>
            </a:r>
            <a:r>
              <a:rPr b="1" lang="en-US" sz="7200">
                <a:solidFill>
                  <a:schemeClr val="dk1"/>
                </a:solidFill>
                <a:latin typeface="Times New Roman"/>
                <a:ea typeface="Times New Roman"/>
                <a:cs typeface="Times New Roman"/>
                <a:sym typeface="Times New Roman"/>
              </a:rPr>
              <a:t>Cho kẻ rách rưới ăn mặc</a:t>
            </a:r>
            <a:endParaRPr b="1" sz="7200">
              <a:solidFill>
                <a:schemeClr val="dk1"/>
              </a:solidFill>
              <a:latin typeface="Times New Roman"/>
              <a:ea typeface="Times New Roman"/>
              <a:cs typeface="Times New Roman"/>
              <a:sym typeface="Times New Roman"/>
            </a:endParaRPr>
          </a:p>
          <a:p>
            <a:pPr indent="0" lvl="0" marL="0" rtl="0" algn="just">
              <a:spcBef>
                <a:spcPts val="144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bốn: </a:t>
            </a:r>
            <a:r>
              <a:rPr b="1" lang="en-US" sz="7200">
                <a:solidFill>
                  <a:schemeClr val="dk1"/>
                </a:solidFill>
                <a:latin typeface="Times New Roman"/>
                <a:ea typeface="Times New Roman"/>
                <a:cs typeface="Times New Roman"/>
                <a:sym typeface="Times New Roman"/>
              </a:rPr>
              <a:t>Viếng kẻ liệt cùng kẻ tù rạc</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l">
              <a:spcBef>
                <a:spcPts val="0"/>
              </a:spcBef>
              <a:spcAft>
                <a:spcPts val="0"/>
              </a:spcAft>
              <a:buClr>
                <a:srgbClr val="888888"/>
              </a:buClr>
              <a:buSzPts val="1400"/>
              <a:buNone/>
            </a:pPr>
            <a:r>
              <a:t/>
            </a:r>
            <a:endParaRPr b="1" sz="1400">
              <a:solidFill>
                <a:srgbClr val="FF0000"/>
              </a:solidFill>
              <a:latin typeface="Times New Roman"/>
              <a:ea typeface="Times New Roman"/>
              <a:cs typeface="Times New Roman"/>
              <a:sym typeface="Times New Roman"/>
            </a:endParaRPr>
          </a:p>
          <a:p>
            <a:pPr indent="0" lvl="0" marL="0" rtl="0" algn="l">
              <a:spcBef>
                <a:spcPts val="124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năm: </a:t>
            </a:r>
            <a:r>
              <a:rPr b="1" lang="en-US" sz="6200">
                <a:solidFill>
                  <a:schemeClr val="dk1"/>
                </a:solidFill>
                <a:latin typeface="Times New Roman"/>
                <a:ea typeface="Times New Roman"/>
                <a:cs typeface="Times New Roman"/>
                <a:sym typeface="Times New Roman"/>
              </a:rPr>
              <a:t>Cho khách đỗ nhà</a:t>
            </a:r>
            <a:endParaRPr/>
          </a:p>
          <a:p>
            <a:pPr indent="0" lvl="0" marL="0" rtl="0" algn="l">
              <a:spcBef>
                <a:spcPts val="1240"/>
              </a:spcBef>
              <a:spcAft>
                <a:spcPts val="0"/>
              </a:spcAft>
              <a:buClr>
                <a:srgbClr val="FF0000"/>
              </a:buClr>
              <a:buSzPts val="6200"/>
              <a:buNone/>
            </a:pPr>
            <a:r>
              <a:rPr b="1" lang="en-US" sz="6200">
                <a:solidFill>
                  <a:srgbClr val="FF0000"/>
                </a:solidFill>
                <a:latin typeface="Times New Roman"/>
                <a:ea typeface="Times New Roman"/>
                <a:cs typeface="Times New Roman"/>
                <a:sym typeface="Times New Roman"/>
              </a:rPr>
              <a:t>Thứ sáu: </a:t>
            </a:r>
            <a:r>
              <a:rPr b="1" lang="en-US" sz="6200">
                <a:solidFill>
                  <a:schemeClr val="dk1"/>
                </a:solidFill>
                <a:latin typeface="Times New Roman"/>
                <a:ea typeface="Times New Roman"/>
                <a:cs typeface="Times New Roman"/>
                <a:sym typeface="Times New Roman"/>
              </a:rPr>
              <a:t>Chuộc kẻ làm tôi</a:t>
            </a:r>
            <a:endParaRPr/>
          </a:p>
          <a:p>
            <a:pPr indent="0" lvl="0" marL="0" rtl="0" algn="l">
              <a:spcBef>
                <a:spcPts val="124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bảy:</a:t>
            </a:r>
            <a:r>
              <a:rPr b="1" lang="en-US" sz="5400">
                <a:solidFill>
                  <a:srgbClr val="FF0000"/>
                </a:solidFill>
                <a:latin typeface="Times New Roman"/>
                <a:ea typeface="Times New Roman"/>
                <a:cs typeface="Times New Roman"/>
                <a:sym typeface="Times New Roman"/>
              </a:rPr>
              <a:t> </a:t>
            </a:r>
            <a:r>
              <a:rPr b="1" lang="en-US" sz="6200">
                <a:solidFill>
                  <a:schemeClr val="dk1"/>
                </a:solidFill>
                <a:latin typeface="Times New Roman"/>
                <a:ea typeface="Times New Roman"/>
                <a:cs typeface="Times New Roman"/>
                <a:sym typeface="Times New Roman"/>
              </a:rPr>
              <a:t>Chôn xác kẻ chết</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888888"/>
              </a:buClr>
              <a:buSzPts val="825"/>
              <a:buNone/>
            </a:pPr>
            <a:r>
              <a:t/>
            </a:r>
            <a:endParaRPr b="1" sz="825">
              <a:solidFill>
                <a:srgbClr val="FEFEFE"/>
              </a:solidFill>
              <a:latin typeface="Times New Roman"/>
              <a:ea typeface="Times New Roman"/>
              <a:cs typeface="Times New Roman"/>
              <a:sym typeface="Times New Roman"/>
            </a:endParaRPr>
          </a:p>
          <a:p>
            <a:pPr indent="0" lvl="0" marL="0" rtl="0" algn="just">
              <a:spcBef>
                <a:spcPts val="1080"/>
              </a:spcBef>
              <a:spcAft>
                <a:spcPts val="0"/>
              </a:spcAft>
              <a:buClr>
                <a:srgbClr val="FEFEFE"/>
              </a:buClr>
              <a:buSzPts val="5400"/>
              <a:buNone/>
            </a:pPr>
            <a:r>
              <a:rPr b="1" i="1" lang="en-US" sz="5400">
                <a:solidFill>
                  <a:srgbClr val="FEFEFE"/>
                </a:solidFill>
                <a:latin typeface="Times New Roman"/>
                <a:ea typeface="Times New Roman"/>
                <a:cs typeface="Times New Roman"/>
                <a:sym typeface="Times New Roman"/>
              </a:rPr>
              <a:t>	</a:t>
            </a:r>
            <a:r>
              <a:rPr b="1" i="1" lang="en-US" sz="5400">
                <a:solidFill>
                  <a:srgbClr val="FF0000"/>
                </a:solidFill>
                <a:latin typeface="Times New Roman"/>
                <a:ea typeface="Times New Roman"/>
                <a:cs typeface="Times New Roman"/>
                <a:sym typeface="Times New Roman"/>
              </a:rPr>
              <a:t>Thương linh hồn bảy mối:</a:t>
            </a:r>
            <a:endParaRPr b="1" i="1" sz="5400">
              <a:solidFill>
                <a:srgbClr val="FF0000"/>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Thứ nhất: </a:t>
            </a:r>
            <a:r>
              <a:rPr b="1" lang="en-US" sz="6600">
                <a:solidFill>
                  <a:schemeClr val="dk1"/>
                </a:solidFill>
                <a:latin typeface="Times New Roman"/>
                <a:ea typeface="Times New Roman"/>
                <a:cs typeface="Times New Roman"/>
                <a:sym typeface="Times New Roman"/>
              </a:rPr>
              <a:t>Lấy lời lành khuyên người</a:t>
            </a:r>
            <a:endParaRPr b="1" sz="6600">
              <a:solidFill>
                <a:srgbClr val="FEFEFE"/>
              </a:solidFill>
              <a:latin typeface="Times New Roman"/>
              <a:ea typeface="Times New Roman"/>
              <a:cs typeface="Times New Roman"/>
              <a:sym typeface="Times New Roman"/>
            </a:endParaRPr>
          </a:p>
          <a:p>
            <a:pPr indent="0" lvl="0" marL="0" rtl="0" algn="just">
              <a:spcBef>
                <a:spcPts val="132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Thứ hai: </a:t>
            </a:r>
            <a:r>
              <a:rPr b="1" lang="en-US" sz="6600">
                <a:solidFill>
                  <a:schemeClr val="dk1"/>
                </a:solidFill>
                <a:latin typeface="Times New Roman"/>
                <a:ea typeface="Times New Roman"/>
                <a:cs typeface="Times New Roman"/>
                <a:sym typeface="Times New Roman"/>
              </a:rPr>
              <a:t>Mở dạy kẻ mê muội</a:t>
            </a:r>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888888"/>
              </a:buClr>
              <a:buSzPts val="2400"/>
              <a:buNone/>
            </a:pPr>
            <a:r>
              <a:t/>
            </a:r>
            <a:endParaRPr b="1" sz="2400">
              <a:solidFill>
                <a:srgbClr val="FF0000"/>
              </a:solidFill>
              <a:latin typeface="Times New Roman"/>
              <a:ea typeface="Times New Roman"/>
              <a:cs typeface="Times New Roman"/>
              <a:sym typeface="Times New Roman"/>
            </a:endParaRPr>
          </a:p>
          <a:p>
            <a:pPr indent="0" lvl="0" marL="0" rtl="0" algn="just">
              <a:spcBef>
                <a:spcPts val="144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ba: </a:t>
            </a:r>
            <a:r>
              <a:rPr b="1" lang="en-US" sz="7200">
                <a:solidFill>
                  <a:schemeClr val="dk1"/>
                </a:solidFill>
                <a:latin typeface="Times New Roman"/>
                <a:ea typeface="Times New Roman"/>
                <a:cs typeface="Times New Roman"/>
                <a:sym typeface="Times New Roman"/>
              </a:rPr>
              <a:t>An ủi kẻ âu lo</a:t>
            </a:r>
            <a:endParaRPr b="1" sz="7200">
              <a:solidFill>
                <a:schemeClr val="dk1"/>
              </a:solidFill>
              <a:latin typeface="Times New Roman"/>
              <a:ea typeface="Times New Roman"/>
              <a:cs typeface="Times New Roman"/>
              <a:sym typeface="Times New Roman"/>
            </a:endParaRPr>
          </a:p>
          <a:p>
            <a:pPr indent="0" lvl="0" marL="0" rtl="0" algn="just">
              <a:spcBef>
                <a:spcPts val="1440"/>
              </a:spcBef>
              <a:spcAft>
                <a:spcPts val="0"/>
              </a:spcAft>
              <a:buClr>
                <a:srgbClr val="FF0000"/>
              </a:buClr>
              <a:buSzPts val="7200"/>
              <a:buNone/>
            </a:pPr>
            <a:br>
              <a:rPr b="1" lang="en-US" sz="7200">
                <a:solidFill>
                  <a:srgbClr val="FF0000"/>
                </a:solidFill>
                <a:latin typeface="Times New Roman"/>
                <a:ea typeface="Times New Roman"/>
                <a:cs typeface="Times New Roman"/>
                <a:sym typeface="Times New Roman"/>
              </a:rPr>
            </a:br>
            <a:r>
              <a:rPr b="1" lang="en-US" sz="7200">
                <a:solidFill>
                  <a:srgbClr val="FF0000"/>
                </a:solidFill>
                <a:latin typeface="Times New Roman"/>
                <a:ea typeface="Times New Roman"/>
                <a:cs typeface="Times New Roman"/>
                <a:sym typeface="Times New Roman"/>
              </a:rPr>
              <a:t>Thứ bốn: </a:t>
            </a:r>
            <a:r>
              <a:rPr b="1" lang="en-US" sz="7200">
                <a:solidFill>
                  <a:schemeClr val="dk1"/>
                </a:solidFill>
                <a:latin typeface="Times New Roman"/>
                <a:ea typeface="Times New Roman"/>
                <a:cs typeface="Times New Roman"/>
                <a:sym typeface="Times New Roman"/>
              </a:rPr>
              <a:t>Răn bảo kẻ có tội</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rgbClr val="FF0000"/>
              </a:buClr>
              <a:buSzPts val="6200"/>
              <a:buNone/>
            </a:pPr>
            <a:r>
              <a:rPr b="1" lang="en-US" sz="6200">
                <a:solidFill>
                  <a:srgbClr val="FF0000"/>
                </a:solidFill>
                <a:latin typeface="Times New Roman"/>
                <a:ea typeface="Times New Roman"/>
                <a:cs typeface="Times New Roman"/>
                <a:sym typeface="Times New Roman"/>
              </a:rPr>
              <a:t>Thứ năm: </a:t>
            </a:r>
            <a:r>
              <a:rPr b="1" lang="en-US" sz="6200">
                <a:solidFill>
                  <a:schemeClr val="dk1"/>
                </a:solidFill>
                <a:latin typeface="Times New Roman"/>
                <a:ea typeface="Times New Roman"/>
                <a:cs typeface="Times New Roman"/>
                <a:sym typeface="Times New Roman"/>
              </a:rPr>
              <a:t>Tha kẻ dể ta</a:t>
            </a:r>
            <a:endParaRPr/>
          </a:p>
          <a:p>
            <a:pPr indent="0" lvl="0" marL="0" rtl="0" algn="just">
              <a:spcBef>
                <a:spcPts val="1240"/>
              </a:spcBef>
              <a:spcAft>
                <a:spcPts val="0"/>
              </a:spcAft>
              <a:buClr>
                <a:srgbClr val="FF0000"/>
              </a:buClr>
              <a:buSzPts val="6200"/>
              <a:buNone/>
            </a:pPr>
            <a:r>
              <a:rPr b="1" lang="en-US" sz="6200">
                <a:solidFill>
                  <a:srgbClr val="FF0000"/>
                </a:solidFill>
                <a:latin typeface="Times New Roman"/>
                <a:ea typeface="Times New Roman"/>
                <a:cs typeface="Times New Roman"/>
                <a:sym typeface="Times New Roman"/>
              </a:rPr>
              <a:t>Thứ sáu: </a:t>
            </a:r>
            <a:r>
              <a:rPr b="1" lang="en-US" sz="6200">
                <a:solidFill>
                  <a:schemeClr val="dk1"/>
                </a:solidFill>
                <a:latin typeface="Times New Roman"/>
                <a:ea typeface="Times New Roman"/>
                <a:cs typeface="Times New Roman"/>
                <a:sym typeface="Times New Roman"/>
              </a:rPr>
              <a:t>Nhịn kẻ mất lòng ta</a:t>
            </a:r>
            <a:endParaRPr/>
          </a:p>
          <a:p>
            <a:pPr indent="0" lvl="0" marL="0" rtl="0" algn="just">
              <a:spcBef>
                <a:spcPts val="1240"/>
              </a:spcBef>
              <a:spcAft>
                <a:spcPts val="0"/>
              </a:spcAft>
              <a:buClr>
                <a:srgbClr val="FF0000"/>
              </a:buClr>
              <a:buSzPts val="6200"/>
              <a:buNone/>
            </a:pPr>
            <a:r>
              <a:rPr b="1" lang="en-US" sz="6200">
                <a:solidFill>
                  <a:srgbClr val="FF0000"/>
                </a:solidFill>
                <a:latin typeface="Times New Roman"/>
                <a:ea typeface="Times New Roman"/>
                <a:cs typeface="Times New Roman"/>
                <a:sym typeface="Times New Roman"/>
              </a:rPr>
              <a:t>Thứ bảy: </a:t>
            </a:r>
            <a:r>
              <a:rPr b="1" lang="en-US" sz="6200">
                <a:solidFill>
                  <a:schemeClr val="dk1"/>
                </a:solidFill>
                <a:latin typeface="Times New Roman"/>
                <a:ea typeface="Times New Roman"/>
                <a:cs typeface="Times New Roman"/>
                <a:sym typeface="Times New Roman"/>
              </a:rPr>
              <a:t>Cầu cho kẻ sống và kẻ chết</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85000" lnSpcReduction="10000"/>
          </a:bodyPr>
          <a:lstStyle/>
          <a:p>
            <a:pPr indent="0" lvl="0" marL="0" rtl="0" algn="just">
              <a:spcBef>
                <a:spcPts val="0"/>
              </a:spcBef>
              <a:spcAft>
                <a:spcPts val="0"/>
              </a:spcAft>
              <a:buClr>
                <a:srgbClr val="FEFEFE"/>
              </a:buClr>
              <a:buSzPct val="100000"/>
              <a:buNone/>
            </a:pPr>
            <a:r>
              <a:rPr b="1" lang="en-US" sz="4950">
                <a:solidFill>
                  <a:srgbClr val="FEFEFE"/>
                </a:solidFill>
                <a:latin typeface="Times New Roman"/>
                <a:ea typeface="Times New Roman"/>
                <a:cs typeface="Times New Roman"/>
                <a:sym typeface="Times New Roman"/>
              </a:rPr>
              <a:t>	</a:t>
            </a:r>
            <a:r>
              <a:rPr b="1" lang="en-US" sz="4950">
                <a:solidFill>
                  <a:srgbClr val="FF0000"/>
                </a:solidFill>
                <a:latin typeface="Times New Roman"/>
                <a:ea typeface="Times New Roman"/>
                <a:cs typeface="Times New Roman"/>
                <a:sym typeface="Times New Roman"/>
              </a:rPr>
              <a:t>Cải tội bảy mối có bảy đức</a:t>
            </a:r>
            <a:endParaRPr/>
          </a:p>
          <a:p>
            <a:pPr indent="0" lvl="0" marL="0" rtl="0" algn="l">
              <a:spcBef>
                <a:spcPts val="1445"/>
              </a:spcBef>
              <a:spcAft>
                <a:spcPts val="0"/>
              </a:spcAft>
              <a:buClr>
                <a:srgbClr val="FF0000"/>
              </a:buClr>
              <a:buSzPct val="100000"/>
              <a:buNone/>
            </a:pPr>
            <a:r>
              <a:rPr b="1" lang="en-US" sz="8500">
                <a:solidFill>
                  <a:srgbClr val="FF0000"/>
                </a:solidFill>
                <a:latin typeface="Times New Roman"/>
                <a:ea typeface="Times New Roman"/>
                <a:cs typeface="Times New Roman"/>
                <a:sym typeface="Times New Roman"/>
              </a:rPr>
              <a:t>Thứ nhất: </a:t>
            </a:r>
            <a:r>
              <a:rPr b="1" lang="en-US" sz="8500">
                <a:solidFill>
                  <a:schemeClr val="dk1"/>
                </a:solidFill>
                <a:latin typeface="Times New Roman"/>
                <a:ea typeface="Times New Roman"/>
                <a:cs typeface="Times New Roman"/>
                <a:sym typeface="Times New Roman"/>
              </a:rPr>
              <a:t>Khiêm nhượng, chớ kiêu ngạo</a:t>
            </a:r>
            <a:endParaRPr/>
          </a:p>
          <a:p>
            <a:pPr indent="0" lvl="0" marL="0" rtl="0" algn="l">
              <a:spcBef>
                <a:spcPts val="1445"/>
              </a:spcBef>
              <a:spcAft>
                <a:spcPts val="0"/>
              </a:spcAft>
              <a:buClr>
                <a:srgbClr val="FF0000"/>
              </a:buClr>
              <a:buSzPct val="100000"/>
              <a:buNone/>
            </a:pPr>
            <a:r>
              <a:rPr b="1" lang="en-US" sz="8500">
                <a:solidFill>
                  <a:srgbClr val="FF0000"/>
                </a:solidFill>
                <a:latin typeface="Times New Roman"/>
                <a:ea typeface="Times New Roman"/>
                <a:cs typeface="Times New Roman"/>
                <a:sym typeface="Times New Roman"/>
              </a:rPr>
              <a:t>Thứ hai: </a:t>
            </a:r>
            <a:r>
              <a:rPr b="1" lang="en-US" sz="8500">
                <a:solidFill>
                  <a:schemeClr val="dk1"/>
                </a:solidFill>
                <a:latin typeface="Times New Roman"/>
                <a:ea typeface="Times New Roman"/>
                <a:cs typeface="Times New Roman"/>
                <a:sym typeface="Times New Roman"/>
              </a:rPr>
              <a:t>Rộng rãi, chớ hà tiện</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20000"/>
          </a:bodyPr>
          <a:lstStyle/>
          <a:p>
            <a:pPr indent="0" lvl="0" marL="0" rtl="0" algn="just">
              <a:spcBef>
                <a:spcPts val="0"/>
              </a:spcBef>
              <a:spcAft>
                <a:spcPts val="0"/>
              </a:spcAft>
              <a:buClr>
                <a:srgbClr val="FF0000"/>
              </a:buClr>
              <a:buSzPct val="100000"/>
              <a:buNone/>
            </a:pPr>
            <a:r>
              <a:rPr b="1" lang="en-US" sz="6500">
                <a:solidFill>
                  <a:srgbClr val="FF0000"/>
                </a:solidFill>
                <a:latin typeface="Times New Roman"/>
                <a:ea typeface="Times New Roman"/>
                <a:cs typeface="Times New Roman"/>
                <a:sym typeface="Times New Roman"/>
              </a:rPr>
              <a:t>Thứ ba: </a:t>
            </a:r>
            <a:r>
              <a:rPr b="1" lang="en-US" sz="6500">
                <a:solidFill>
                  <a:schemeClr val="dk1"/>
                </a:solidFill>
                <a:latin typeface="Times New Roman"/>
                <a:ea typeface="Times New Roman"/>
                <a:cs typeface="Times New Roman"/>
                <a:sym typeface="Times New Roman"/>
              </a:rPr>
              <a:t>Giữ mình sạch sẽ, chớ mê dâm dục</a:t>
            </a:r>
            <a:endParaRPr b="1" sz="6500">
              <a:solidFill>
                <a:schemeClr val="dk1"/>
              </a:solidFill>
              <a:latin typeface="Times New Roman"/>
              <a:ea typeface="Times New Roman"/>
              <a:cs typeface="Times New Roman"/>
              <a:sym typeface="Times New Roman"/>
            </a:endParaRPr>
          </a:p>
          <a:p>
            <a:pPr indent="0" lvl="0" marL="0" rtl="0" algn="just">
              <a:spcBef>
                <a:spcPts val="1202"/>
              </a:spcBef>
              <a:spcAft>
                <a:spcPts val="0"/>
              </a:spcAft>
              <a:buClr>
                <a:srgbClr val="FF0000"/>
              </a:buClr>
              <a:buSzPct val="100000"/>
              <a:buNone/>
            </a:pPr>
            <a:r>
              <a:rPr b="1" lang="en-US" sz="6500">
                <a:solidFill>
                  <a:srgbClr val="FF0000"/>
                </a:solidFill>
                <a:latin typeface="Times New Roman"/>
                <a:ea typeface="Times New Roman"/>
                <a:cs typeface="Times New Roman"/>
                <a:sym typeface="Times New Roman"/>
              </a:rPr>
              <a:t>Thứ bốn: </a:t>
            </a:r>
            <a:r>
              <a:rPr b="1" lang="en-US" sz="6500">
                <a:solidFill>
                  <a:schemeClr val="dk1"/>
                </a:solidFill>
                <a:latin typeface="Times New Roman"/>
                <a:ea typeface="Times New Roman"/>
                <a:cs typeface="Times New Roman"/>
                <a:sym typeface="Times New Roman"/>
              </a:rPr>
              <a:t>Hay nhịn, Chớ hờn giận</a:t>
            </a:r>
            <a:endParaRPr b="1" sz="6500">
              <a:solidFill>
                <a:schemeClr val="dk1"/>
              </a:solidFill>
              <a:latin typeface="Times New Roman"/>
              <a:ea typeface="Times New Roman"/>
              <a:cs typeface="Times New Roman"/>
              <a:sym typeface="Times New Roman"/>
            </a:endParaRPr>
          </a:p>
          <a:p>
            <a:pPr indent="0" lvl="0" marL="0" rtl="0" algn="just">
              <a:spcBef>
                <a:spcPts val="1202"/>
              </a:spcBef>
              <a:spcAft>
                <a:spcPts val="0"/>
              </a:spcAft>
              <a:buClr>
                <a:srgbClr val="FF0000"/>
              </a:buClr>
              <a:buSzPct val="100000"/>
              <a:buNone/>
            </a:pPr>
            <a:r>
              <a:rPr b="1" lang="en-US" sz="6500">
                <a:solidFill>
                  <a:srgbClr val="FF0000"/>
                </a:solidFill>
                <a:latin typeface="Times New Roman"/>
                <a:ea typeface="Times New Roman"/>
                <a:cs typeface="Times New Roman"/>
                <a:sym typeface="Times New Roman"/>
              </a:rPr>
              <a:t>Thứ năm: </a:t>
            </a:r>
            <a:r>
              <a:rPr b="1" lang="en-US" sz="6500">
                <a:solidFill>
                  <a:schemeClr val="dk1"/>
                </a:solidFill>
                <a:latin typeface="Times New Roman"/>
                <a:ea typeface="Times New Roman"/>
                <a:cs typeface="Times New Roman"/>
                <a:sym typeface="Times New Roman"/>
              </a:rPr>
              <a:t>Kiêng bớt, chớ mê ăn uống</a:t>
            </a:r>
            <a:endParaRPr/>
          </a:p>
          <a:p>
            <a:pPr indent="0" lvl="0" marL="0" rtl="0" algn="ctr">
              <a:spcBef>
                <a:spcPts val="250"/>
              </a:spcBef>
              <a:spcAft>
                <a:spcPts val="0"/>
              </a:spcAft>
              <a:buClr>
                <a:srgbClr val="888888"/>
              </a:buClr>
              <a:buSzPct val="100000"/>
              <a:buNone/>
            </a:pPr>
            <a:r>
              <a:t/>
            </a:r>
            <a:endParaRPr b="1" sz="1350">
              <a:solidFill>
                <a:schemeClr val="dk1"/>
              </a:solidFill>
              <a:latin typeface="Times New Roman"/>
              <a:ea typeface="Times New Roman"/>
              <a:cs typeface="Times New Roman"/>
              <a:sym typeface="Times New Roman"/>
            </a:endParaRPr>
          </a:p>
          <a:p>
            <a:pPr indent="0" lvl="0" marL="0" rtl="0" algn="ctr">
              <a:spcBef>
                <a:spcPts val="250"/>
              </a:spcBef>
              <a:spcAft>
                <a:spcPts val="0"/>
              </a:spcAft>
              <a:buClr>
                <a:srgbClr val="888888"/>
              </a:buClr>
              <a:buSzPct val="100000"/>
              <a:buNone/>
            </a:pPr>
            <a:r>
              <a:t/>
            </a:r>
            <a:endParaRPr b="1" sz="1350">
              <a:solidFill>
                <a:schemeClr val="dk1"/>
              </a:solidFill>
              <a:latin typeface="Times New Roman"/>
              <a:ea typeface="Times New Roman"/>
              <a:cs typeface="Times New Roman"/>
              <a:sym typeface="Times New Roman"/>
            </a:endParaRPr>
          </a:p>
          <a:p>
            <a:pPr indent="0" lvl="0" marL="0" rtl="0" algn="ctr">
              <a:spcBef>
                <a:spcPts val="236"/>
              </a:spcBef>
              <a:spcAft>
                <a:spcPts val="0"/>
              </a:spcAft>
              <a:buClr>
                <a:srgbClr val="888888"/>
              </a:buClr>
              <a:buSzPct val="100000"/>
              <a:buNone/>
            </a:pPr>
            <a:r>
              <a:t/>
            </a:r>
            <a:endParaRPr sz="1275">
              <a:solidFill>
                <a:schemeClr val="dk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9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sáu: </a:t>
            </a:r>
            <a:r>
              <a:rPr b="1" lang="en-US" sz="6600">
                <a:solidFill>
                  <a:schemeClr val="dk1"/>
                </a:solidFill>
                <a:latin typeface="Times New Roman"/>
                <a:ea typeface="Times New Roman"/>
                <a:cs typeface="Times New Roman"/>
                <a:sym typeface="Times New Roman"/>
              </a:rPr>
              <a:t>Yêu người, chớ ghen ghét</a:t>
            </a:r>
            <a:endParaRPr/>
          </a:p>
          <a:p>
            <a:pPr indent="0" lvl="0" marL="0" rtl="0" algn="just">
              <a:spcBef>
                <a:spcPts val="132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bảy: </a:t>
            </a:r>
            <a:r>
              <a:rPr b="1" lang="en-US" sz="6600">
                <a:solidFill>
                  <a:schemeClr val="dk1"/>
                </a:solidFill>
                <a:latin typeface="Times New Roman"/>
                <a:ea typeface="Times New Roman"/>
                <a:cs typeface="Times New Roman"/>
                <a:sym typeface="Times New Roman"/>
              </a:rPr>
              <a:t>Siêng năng việc Đức Chúa Trời, chớ làm biếng</a:t>
            </a:r>
            <a:endParaRPr/>
          </a:p>
          <a:p>
            <a:pPr indent="0" lvl="0" marL="0" rtl="0" algn="ctr">
              <a:spcBef>
                <a:spcPts val="255"/>
              </a:spcBef>
              <a:spcAft>
                <a:spcPts val="0"/>
              </a:spcAft>
              <a:buClr>
                <a:srgbClr val="888888"/>
              </a:buClr>
              <a:buSzPts val="1275"/>
              <a:buNone/>
            </a:pPr>
            <a:r>
              <a:t/>
            </a:r>
            <a:endParaRPr sz="1275">
              <a:solidFill>
                <a:schemeClr val="dk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EFEFE"/>
              </a:buClr>
              <a:buSzPts val="4950"/>
              <a:buNone/>
            </a:pPr>
            <a:r>
              <a:rPr b="1" lang="en-US" sz="4950">
                <a:solidFill>
                  <a:srgbClr val="FEFEFE"/>
                </a:solidFill>
                <a:latin typeface="Times New Roman"/>
                <a:ea typeface="Times New Roman"/>
                <a:cs typeface="Times New Roman"/>
                <a:sym typeface="Times New Roman"/>
              </a:rPr>
              <a:t>		</a:t>
            </a:r>
            <a:r>
              <a:rPr b="1" lang="en-US" sz="5400">
                <a:solidFill>
                  <a:srgbClr val="FF0000"/>
                </a:solidFill>
                <a:latin typeface="Times New Roman"/>
                <a:ea typeface="Times New Roman"/>
                <a:cs typeface="Times New Roman"/>
                <a:sym typeface="Times New Roman"/>
              </a:rPr>
              <a:t>Phước Thật Tám Mối</a:t>
            </a:r>
            <a:endParaRPr b="1">
              <a:solidFill>
                <a:srgbClr val="FF0000"/>
              </a:solidFill>
              <a:latin typeface="Times New Roman"/>
              <a:ea typeface="Times New Roman"/>
              <a:cs typeface="Times New Roman"/>
              <a:sym typeface="Times New Roman"/>
            </a:endParaRPr>
          </a:p>
          <a:p>
            <a:pPr indent="0" lvl="0" marL="0" rtl="0" algn="just">
              <a:spcBef>
                <a:spcPts val="1200"/>
              </a:spcBef>
              <a:spcAft>
                <a:spcPts val="0"/>
              </a:spcAft>
              <a:buClr>
                <a:srgbClr val="FF0000"/>
              </a:buClr>
              <a:buSzPts val="6000"/>
              <a:buNone/>
            </a:pPr>
            <a:r>
              <a:rPr b="1" lang="en-US" sz="6000">
                <a:solidFill>
                  <a:srgbClr val="FF0000"/>
                </a:solidFill>
                <a:latin typeface="Times New Roman"/>
                <a:ea typeface="Times New Roman"/>
                <a:cs typeface="Times New Roman"/>
                <a:sym typeface="Times New Roman"/>
              </a:rPr>
              <a:t>Thứ nhất:</a:t>
            </a:r>
            <a:r>
              <a:rPr b="1" lang="en-US" sz="6000">
                <a:solidFill>
                  <a:srgbClr val="FEFEFE"/>
                </a:solidFill>
                <a:latin typeface="Times New Roman"/>
                <a:ea typeface="Times New Roman"/>
                <a:cs typeface="Times New Roman"/>
                <a:sym typeface="Times New Roman"/>
              </a:rPr>
              <a:t>	</a:t>
            </a:r>
            <a:r>
              <a:rPr b="1" lang="en-US" sz="6000">
                <a:solidFill>
                  <a:schemeClr val="dk1"/>
                </a:solidFill>
                <a:latin typeface="Times New Roman"/>
                <a:ea typeface="Times New Roman"/>
                <a:cs typeface="Times New Roman"/>
                <a:sym typeface="Times New Roman"/>
              </a:rPr>
              <a:t>Ai có lòng khó khăn, ấy là phúc thật, vì chưng nước Đức Chúa Trời là của mình vậy.</a:t>
            </a:r>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hai:</a:t>
            </a:r>
            <a:r>
              <a:rPr b="1" lang="en-US" sz="7200">
                <a:solidFill>
                  <a:schemeClr val="dk1"/>
                </a:solidFill>
                <a:latin typeface="Times New Roman"/>
                <a:ea typeface="Times New Roman"/>
                <a:cs typeface="Times New Roman"/>
                <a:sym typeface="Times New Roman"/>
              </a:rPr>
              <a:t> Ai hiền lành, ấy là phúc thật, vì chưng sẽ được đất Đức Chúa Trời làm của mình vậy.</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2"/>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F0000"/>
              </a:buClr>
              <a:buSzPts val="8000"/>
              <a:buNone/>
            </a:pPr>
            <a:r>
              <a:rPr b="1" lang="en-US" sz="8000">
                <a:solidFill>
                  <a:srgbClr val="FF0000"/>
                </a:solidFill>
                <a:latin typeface="Times New Roman"/>
                <a:ea typeface="Times New Roman"/>
                <a:cs typeface="Times New Roman"/>
                <a:sym typeface="Times New Roman"/>
              </a:rPr>
              <a:t>Thứ ba:</a:t>
            </a:r>
            <a:r>
              <a:rPr b="1" lang="en-US" sz="8000">
                <a:solidFill>
                  <a:srgbClr val="FFC000"/>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Ai khóc lóc, ấy là phúc thật, vì chưng sẽ được yên ủi vậy.</a:t>
            </a:r>
            <a:endParaRPr sz="1800">
              <a:solidFill>
                <a:srgbClr val="FFC000"/>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bốn:</a:t>
            </a:r>
            <a:r>
              <a:rPr b="1" lang="en-US" sz="7200">
                <a:solidFill>
                  <a:srgbClr val="FFC000"/>
                </a:solidFill>
                <a:latin typeface="Times New Roman"/>
                <a:ea typeface="Times New Roman"/>
                <a:cs typeface="Times New Roman"/>
                <a:sym typeface="Times New Roman"/>
              </a:rPr>
              <a:t>	</a:t>
            </a:r>
            <a:r>
              <a:rPr b="1" lang="en-US" sz="7200">
                <a:solidFill>
                  <a:schemeClr val="dk1"/>
                </a:solidFill>
                <a:latin typeface="Times New Roman"/>
                <a:ea typeface="Times New Roman"/>
                <a:cs typeface="Times New Roman"/>
                <a:sym typeface="Times New Roman"/>
              </a:rPr>
              <a:t>Ai khao khát nhân đức trọn lành, ấy là phúc thật, vì chưng sẽ được no đủ vậy.</a:t>
            </a:r>
            <a:endParaRPr sz="1600">
              <a:solidFill>
                <a:srgbClr val="FFC000"/>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a:bodyPr>
          <a:lstStyle/>
          <a:p>
            <a:pPr indent="0" lvl="0" marL="0" rtl="0" algn="just">
              <a:spcBef>
                <a:spcPts val="0"/>
              </a:spcBef>
              <a:spcAft>
                <a:spcPts val="0"/>
              </a:spcAft>
              <a:buClr>
                <a:srgbClr val="FF0000"/>
              </a:buClr>
              <a:buSzPct val="100000"/>
              <a:buNone/>
            </a:pPr>
            <a:r>
              <a:rPr b="1" lang="en-US" sz="8000">
                <a:solidFill>
                  <a:srgbClr val="FF0000"/>
                </a:solidFill>
                <a:latin typeface="Times New Roman"/>
                <a:ea typeface="Times New Roman"/>
                <a:cs typeface="Times New Roman"/>
                <a:sym typeface="Times New Roman"/>
              </a:rPr>
              <a:t>Thứ năm:</a:t>
            </a:r>
            <a:r>
              <a:rPr b="1" lang="en-US" sz="8000">
                <a:solidFill>
                  <a:srgbClr val="FFC000"/>
                </a:solidFill>
                <a:latin typeface="Times New Roman"/>
                <a:ea typeface="Times New Roman"/>
                <a:cs typeface="Times New Roman"/>
                <a:sym typeface="Times New Roman"/>
              </a:rPr>
              <a:t>	</a:t>
            </a:r>
            <a:r>
              <a:rPr b="1" lang="en-US" sz="8000">
                <a:solidFill>
                  <a:schemeClr val="dk1"/>
                </a:solidFill>
                <a:latin typeface="Times New Roman"/>
                <a:ea typeface="Times New Roman"/>
                <a:cs typeface="Times New Roman"/>
                <a:sym typeface="Times New Roman"/>
              </a:rPr>
              <a:t>Ai thương xót người, ấy là phúc thật, vì chưng mình sẽ được thương xót vậy.</a:t>
            </a:r>
            <a:endParaRPr b="1" sz="8000">
              <a:solidFill>
                <a:schemeClr val="dk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rgbClr val="FF0000"/>
              </a:buClr>
              <a:buSzPts val="7200"/>
              <a:buNone/>
            </a:pPr>
            <a:r>
              <a:rPr b="1" lang="en-US" sz="7200">
                <a:solidFill>
                  <a:srgbClr val="FF0000"/>
                </a:solidFill>
                <a:latin typeface="Times New Roman"/>
                <a:ea typeface="Times New Roman"/>
                <a:cs typeface="Times New Roman"/>
                <a:sym typeface="Times New Roman"/>
              </a:rPr>
              <a:t>Thứ sáu:</a:t>
            </a:r>
            <a:r>
              <a:rPr b="1" lang="en-US" sz="7200">
                <a:solidFill>
                  <a:srgbClr val="FFC000"/>
                </a:solidFill>
                <a:latin typeface="Times New Roman"/>
                <a:ea typeface="Times New Roman"/>
                <a:cs typeface="Times New Roman"/>
                <a:sym typeface="Times New Roman"/>
              </a:rPr>
              <a:t>	</a:t>
            </a:r>
            <a:r>
              <a:rPr b="1" lang="en-US" sz="7200">
                <a:solidFill>
                  <a:schemeClr val="dk1"/>
                </a:solidFill>
                <a:latin typeface="Times New Roman"/>
                <a:ea typeface="Times New Roman"/>
                <a:cs typeface="Times New Roman"/>
                <a:sym typeface="Times New Roman"/>
              </a:rPr>
              <a:t>Ai giữ lòng sạch sẽ, ấy là phúc thật, vì chưng sẽ được thấy mặt Đức Chúa Trời vậy.</a:t>
            </a:r>
            <a:endParaRPr/>
          </a:p>
          <a:p>
            <a:pPr indent="0" lvl="0" marL="0" rtl="0" algn="ctr">
              <a:spcBef>
                <a:spcPts val="255"/>
              </a:spcBef>
              <a:spcAft>
                <a:spcPts val="0"/>
              </a:spcAft>
              <a:buClr>
                <a:srgbClr val="888888"/>
              </a:buClr>
              <a:buSzPts val="1275"/>
              <a:buNone/>
            </a:pPr>
            <a:r>
              <a:t/>
            </a:r>
            <a:endParaRPr sz="1275">
              <a:solidFill>
                <a:srgbClr val="FFC000"/>
              </a:solidFill>
              <a:latin typeface="Times New Roman"/>
              <a:ea typeface="Times New Roman"/>
              <a:cs typeface="Times New Roman"/>
              <a:sym typeface="Times New Roman"/>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Thứ bảy:</a:t>
            </a:r>
            <a:r>
              <a:rPr b="1" lang="en-US" sz="6600">
                <a:solidFill>
                  <a:schemeClr val="dk1"/>
                </a:solidFill>
                <a:latin typeface="Times New Roman"/>
                <a:ea typeface="Times New Roman"/>
                <a:cs typeface="Times New Roman"/>
                <a:sym typeface="Times New Roman"/>
              </a:rPr>
              <a:t>	Ai làm cho người hòa thuận, ấy là phúc thật, vì chưng sẽ được gọi là con Đức Chúa Trời vậy.</a:t>
            </a:r>
            <a:endParaRPr/>
          </a:p>
          <a:p>
            <a:pPr indent="0" lvl="0" marL="0" rtl="0" algn="ctr">
              <a:spcBef>
                <a:spcPts val="280"/>
              </a:spcBef>
              <a:spcAft>
                <a:spcPts val="0"/>
              </a:spcAft>
              <a:buClr>
                <a:srgbClr val="888888"/>
              </a:buClr>
              <a:buSzPts val="1400"/>
              <a:buNone/>
            </a:pPr>
            <a:r>
              <a:t/>
            </a:r>
            <a:endParaRPr sz="1400">
              <a:solidFill>
                <a:srgbClr val="FFC000"/>
              </a:solidFill>
              <a:latin typeface="Times New Roman"/>
              <a:ea typeface="Times New Roman"/>
              <a:cs typeface="Times New Roman"/>
              <a:sym typeface="Times New Roman"/>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rgbClr val="FF0000"/>
              </a:buClr>
              <a:buSzPts val="6600"/>
              <a:buNone/>
            </a:pPr>
            <a:r>
              <a:rPr b="1" lang="en-US" sz="6600">
                <a:solidFill>
                  <a:srgbClr val="FF0000"/>
                </a:solidFill>
                <a:latin typeface="Times New Roman"/>
                <a:ea typeface="Times New Roman"/>
                <a:cs typeface="Times New Roman"/>
                <a:sym typeface="Times New Roman"/>
              </a:rPr>
              <a:t>Thứ tám:</a:t>
            </a:r>
            <a:r>
              <a:rPr b="1" lang="en-US" sz="6600">
                <a:solidFill>
                  <a:srgbClr val="FFC000"/>
                </a:solidFill>
                <a:latin typeface="Times New Roman"/>
                <a:ea typeface="Times New Roman"/>
                <a:cs typeface="Times New Roman"/>
                <a:sym typeface="Times New Roman"/>
              </a:rPr>
              <a:t>	</a:t>
            </a:r>
            <a:r>
              <a:rPr b="1" lang="en-US" sz="6600">
                <a:solidFill>
                  <a:schemeClr val="dk1"/>
                </a:solidFill>
                <a:latin typeface="Times New Roman"/>
                <a:ea typeface="Times New Roman"/>
                <a:cs typeface="Times New Roman"/>
                <a:sym typeface="Times New Roman"/>
              </a:rPr>
              <a:t>Ai chịu khốn nạn vì đạo ngay, ấy là phúc thật, vì chưng nước Đức Chúa Trời là của mình vậy.</a:t>
            </a:r>
            <a:endParaRPr/>
          </a:p>
          <a:p>
            <a:pPr indent="0" lvl="0" marL="0" rtl="0" algn="ctr">
              <a:spcBef>
                <a:spcPts val="280"/>
              </a:spcBef>
              <a:spcAft>
                <a:spcPts val="0"/>
              </a:spcAft>
              <a:buClr>
                <a:srgbClr val="888888"/>
              </a:buClr>
              <a:buSzPts val="1400"/>
              <a:buNone/>
            </a:pPr>
            <a:r>
              <a:t/>
            </a:r>
            <a:endParaRPr sz="1400">
              <a:solidFill>
                <a:srgbClr val="FFC000"/>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8"/>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fontScale="92500" lnSpcReduction="10000"/>
          </a:bodyPr>
          <a:lstStyle/>
          <a:p>
            <a:pPr indent="0" lvl="0" marL="0" rtl="0" algn="ctr">
              <a:spcBef>
                <a:spcPts val="0"/>
              </a:spcBef>
              <a:spcAft>
                <a:spcPts val="0"/>
              </a:spcAft>
              <a:buClr>
                <a:srgbClr val="FF0000"/>
              </a:buClr>
              <a:buSzPct val="100000"/>
              <a:buNone/>
            </a:pPr>
            <a:r>
              <a:rPr b="1" lang="en-US" sz="4500">
                <a:solidFill>
                  <a:srgbClr val="FF0000"/>
                </a:solidFill>
                <a:latin typeface="Times New Roman"/>
                <a:ea typeface="Times New Roman"/>
                <a:cs typeface="Times New Roman"/>
                <a:sym typeface="Times New Roman"/>
              </a:rPr>
              <a:t>KINH NĂM THÁNH 2025</a:t>
            </a:r>
            <a:endParaRPr b="1" sz="1650">
              <a:solidFill>
                <a:srgbClr val="FFC000"/>
              </a:solidFill>
              <a:latin typeface="Times New Roman"/>
              <a:ea typeface="Times New Roman"/>
              <a:cs typeface="Times New Roman"/>
              <a:sym typeface="Times New Roman"/>
            </a:endParaRPr>
          </a:p>
          <a:p>
            <a:pPr indent="0" lvl="0" marL="0" rtl="0" algn="l">
              <a:spcBef>
                <a:spcPts val="1406"/>
              </a:spcBef>
              <a:spcAft>
                <a:spcPts val="0"/>
              </a:spcAft>
              <a:buClr>
                <a:schemeClr val="dk1"/>
              </a:buClr>
              <a:buSzPct val="100000"/>
              <a:buNone/>
            </a:pPr>
            <a:r>
              <a:rPr b="1" lang="en-US" sz="7600">
                <a:solidFill>
                  <a:schemeClr val="dk1"/>
                </a:solidFill>
                <a:latin typeface="Times New Roman"/>
                <a:ea typeface="Times New Roman"/>
                <a:cs typeface="Times New Roman"/>
                <a:sym typeface="Times New Roman"/>
              </a:rPr>
              <a:t>Lạy Cha trên trời, Xin cho ơn đức tin mà Cha ban tặng chúng con/ trong Chúa Giêsu Kitô,</a:t>
            </a:r>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09"/>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Con Cha và Anh của chúng con, cùng ngọn lửa đức ái được thắp lên trong tâm hồn chúng con/</a:t>
            </a:r>
            <a:endParaRPr b="1" sz="6000">
              <a:solidFill>
                <a:schemeClr val="dk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0"/>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000"/>
              <a:buNone/>
            </a:pPr>
            <a:r>
              <a:rPr b="1" lang="en-US" sz="7000">
                <a:solidFill>
                  <a:schemeClr val="dk1"/>
                </a:solidFill>
                <a:latin typeface="Times New Roman"/>
                <a:ea typeface="Times New Roman"/>
                <a:cs typeface="Times New Roman"/>
                <a:sym typeface="Times New Roman"/>
              </a:rPr>
              <a:t>bởi Chúa Thánh Thần, khơi dậy trong chúng con/ niềm hy vọng hồng phúc hướng về Nước Cha trị đến.</a:t>
            </a:r>
            <a:endParaRPr b="1" sz="7000">
              <a:solidFill>
                <a:schemeClr val="dk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1"/>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6800"/>
              <a:buNone/>
            </a:pPr>
            <a:r>
              <a:rPr b="1" lang="en-US" sz="6800">
                <a:solidFill>
                  <a:schemeClr val="dk1"/>
                </a:solidFill>
                <a:latin typeface="Times New Roman"/>
                <a:ea typeface="Times New Roman"/>
                <a:cs typeface="Times New Roman"/>
                <a:sym typeface="Times New Roman"/>
              </a:rPr>
              <a:t>Xin ân sủng Cha biến đổi chúng con/ thành những người miệt mài vun trồng hạt giống Tin Mừng.</a:t>
            </a:r>
            <a:endParaRPr b="1" sz="6800">
              <a:solidFill>
                <a:schemeClr val="dk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2"/>
          <p:cNvSpPr txBox="1"/>
          <p:nvPr>
            <p:ph idx="1" type="subTitle"/>
          </p:nvPr>
        </p:nvSpPr>
        <p:spPr>
          <a:xfrm>
            <a:off x="0" y="246742"/>
            <a:ext cx="9144000" cy="4896757"/>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300"/>
              <a:buNone/>
            </a:pPr>
            <a:r>
              <a:rPr b="1" lang="en-US" sz="7300">
                <a:solidFill>
                  <a:schemeClr val="dk1"/>
                </a:solidFill>
                <a:latin typeface="Times New Roman"/>
                <a:ea typeface="Times New Roman"/>
                <a:cs typeface="Times New Roman"/>
                <a:sym typeface="Times New Roman"/>
              </a:rPr>
              <a:t>Ước gì những hạt giống ấy/ biến đổi từ bên trong nhân loại và toàn thể vũ trụ này,</a:t>
            </a:r>
            <a:endParaRPr b="1" sz="7300">
              <a:solidFill>
                <a:schemeClr val="dk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13"/>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trong khi vững lòng mong đợi trời mới đất mới, lúc mà quyền lực Sự Dữ sẽ bị đánh bại,</a:t>
            </a:r>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114"/>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7200"/>
              <a:buNone/>
            </a:pPr>
            <a:r>
              <a:rPr b="1" lang="en-US" sz="7200">
                <a:solidFill>
                  <a:schemeClr val="dk1"/>
                </a:solidFill>
                <a:latin typeface="Times New Roman"/>
                <a:ea typeface="Times New Roman"/>
                <a:cs typeface="Times New Roman"/>
                <a:sym typeface="Times New Roman"/>
              </a:rPr>
              <a:t>và vinh quang Cha sẽ chiếu sáng muôn đời. Xin cho ân sủng của Năm Thánh này/ khơi dậy trong chúng con,</a:t>
            </a:r>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115"/>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7500"/>
              <a:buNone/>
            </a:pPr>
            <a:r>
              <a:rPr b="1" lang="en-US" sz="7500">
                <a:solidFill>
                  <a:schemeClr val="dk1"/>
                </a:solidFill>
                <a:latin typeface="Times New Roman"/>
                <a:ea typeface="Times New Roman"/>
                <a:cs typeface="Times New Roman"/>
                <a:sym typeface="Times New Roman"/>
              </a:rPr>
              <a:t>là </a:t>
            </a:r>
            <a:r>
              <a:rPr b="1" lang="en-US" sz="7500">
                <a:solidFill>
                  <a:srgbClr val="FF0000"/>
                </a:solidFill>
                <a:latin typeface="Times New Roman"/>
                <a:ea typeface="Times New Roman"/>
                <a:cs typeface="Times New Roman"/>
                <a:sym typeface="Times New Roman"/>
              </a:rPr>
              <a:t>Những Người Lữ Hành Hy Vọng</a:t>
            </a:r>
            <a:r>
              <a:rPr b="1" lang="en-US" sz="7500">
                <a:solidFill>
                  <a:schemeClr val="dk1"/>
                </a:solidFill>
                <a:latin typeface="Times New Roman"/>
                <a:ea typeface="Times New Roman"/>
                <a:cs typeface="Times New Roman"/>
                <a:sym typeface="Times New Roman"/>
              </a:rPr>
              <a:t>, niềm khao khát kho tàng ở trên trời.</a:t>
            </a:r>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116"/>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Đồng thời cũng làm lan tỏa trên khắp thế giới/ niềm vui và sự bình an của Đấng Cứu Chuộc chúng con.</a:t>
            </a:r>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117"/>
          <p:cNvSpPr txBox="1"/>
          <p:nvPr>
            <p:ph idx="1" type="subTitle"/>
          </p:nvPr>
        </p:nvSpPr>
        <p:spPr>
          <a:xfrm>
            <a:off x="0" y="0"/>
            <a:ext cx="9144000" cy="5143500"/>
          </a:xfrm>
          <a:prstGeom prst="rect">
            <a:avLst/>
          </a:prstGeom>
          <a:solidFill>
            <a:schemeClr val="lt1"/>
          </a:solid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6600"/>
              <a:buNone/>
            </a:pPr>
            <a:r>
              <a:rPr b="1" lang="en-US" sz="6600">
                <a:solidFill>
                  <a:schemeClr val="dk1"/>
                </a:solidFill>
                <a:latin typeface="Times New Roman"/>
                <a:ea typeface="Times New Roman"/>
                <a:cs typeface="Times New Roman"/>
                <a:sym typeface="Times New Roman"/>
              </a:rPr>
              <a:t>Xin tôn vinh và ngợi khen Cha là Thiên Chúa chúng con, Cha đáng chúc tụng mãi muôn đời. </a:t>
            </a:r>
            <a:r>
              <a:rPr b="1" i="1" lang="en-US" sz="6600">
                <a:solidFill>
                  <a:srgbClr val="FF0000"/>
                </a:solidFill>
                <a:latin typeface="Times New Roman"/>
                <a:ea typeface="Times New Roman"/>
                <a:cs typeface="Times New Roman"/>
                <a:sym typeface="Times New Roman"/>
              </a:rPr>
              <a:t>Amen</a:t>
            </a:r>
            <a:r>
              <a:rPr b="1" i="1" lang="en-US" sz="6600">
                <a:solidFill>
                  <a:schemeClr val="dk1"/>
                </a:solidFill>
                <a:latin typeface="Times New Roman"/>
                <a:ea typeface="Times New Roman"/>
                <a:cs typeface="Times New Roman"/>
                <a:sym typeface="Times New Roman"/>
              </a:rPr>
              <a:t>.</a:t>
            </a:r>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pic>
        <p:nvPicPr>
          <p:cNvPr descr="Có thể là hình ảnh về 1 người và văn bản cho biết 'CHÚA NHẬT χχι THƯƠNG THƯỞNG NIÊN NĂM c Ai tôn mình lên SẼ BỊ HA XUỐNG 古米龍 &quot; phầm ai tôn mình lên, sẽ bị hạ xuỗng; còn ai hạ mình xuống sẽ được tôn lên.&quot; (Lc14,1.7-14) 1. .7-14) (Lc 14,'" id="673" name="Google Shape;673;p118"/>
          <p:cNvPicPr preferRelativeResize="0"/>
          <p:nvPr/>
        </p:nvPicPr>
        <p:blipFill rotWithShape="1">
          <a:blip r:embed="rId3">
            <a:alphaModFix/>
          </a:blip>
          <a:srcRect b="0" l="0" r="0" t="0"/>
          <a:stretch/>
        </p:blipFill>
        <p:spPr>
          <a:xfrm>
            <a:off x="-15902" y="0"/>
            <a:ext cx="9159902" cy="5143500"/>
          </a:xfrm>
          <a:prstGeom prst="rect">
            <a:avLst/>
          </a:prstGeom>
          <a:noFill/>
          <a:ln>
            <a:noFill/>
          </a:ln>
        </p:spPr>
      </p:pic>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119"/>
          <p:cNvSpPr txBox="1"/>
          <p:nvPr>
            <p:ph type="ctrTitle"/>
          </p:nvPr>
        </p:nvSpPr>
        <p:spPr>
          <a:xfrm>
            <a:off x="0" y="0"/>
            <a:ext cx="9144000" cy="5143500"/>
          </a:xfrm>
          <a:prstGeom prst="rect">
            <a:avLst/>
          </a:prstGeom>
          <a:no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HÃY ĐẾN</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(Lm. Kim Long)</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3" name="Shape 683"/>
        <p:cNvGrpSpPr/>
        <p:nvPr/>
      </p:nvGrpSpPr>
      <p:grpSpPr>
        <a:xfrm>
          <a:off x="0" y="0"/>
          <a:ext cx="0" cy="0"/>
          <a:chOff x="0" y="0"/>
          <a:chExt cx="0" cy="0"/>
        </a:xfrm>
      </p:grpSpPr>
      <p:sp>
        <p:nvSpPr>
          <p:cNvPr id="684" name="Google Shape;684;p12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New Roman"/>
              <a:buNone/>
            </a:pPr>
            <a:r>
              <a:rPr b="1" lang="en-US" sz="8800">
                <a:latin typeface="Times New Roman"/>
                <a:ea typeface="Times New Roman"/>
                <a:cs typeface="Times New Roman"/>
                <a:sym typeface="Times New Roman"/>
              </a:rPr>
              <a:t>ĐK. Hãy đến tung hô Chúa reo mừng Đấng cứu thoát ta.</a:t>
            </a:r>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12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Nào cùng đến trước thiên nhan, nào cùng đến trước thiên nhan,</a:t>
            </a:r>
            <a:endParaRPr b="1" sz="8800">
              <a:latin typeface="Times"/>
              <a:ea typeface="Times"/>
              <a:cs typeface="Times"/>
              <a:sym typeface="Times"/>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12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9600"/>
              <a:buFont typeface="Times"/>
              <a:buNone/>
            </a:pPr>
            <a:r>
              <a:rPr b="1" lang="en-US" sz="9600">
                <a:latin typeface="Times"/>
                <a:ea typeface="Times"/>
                <a:cs typeface="Times"/>
                <a:sym typeface="Times"/>
              </a:rPr>
              <a:t>dâng lời cảm tạ, và tung hô Chúa.</a:t>
            </a:r>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12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1. Chúa là nguồn quang minh tâm trí con, sáng soi</a:t>
            </a:r>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12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8800"/>
              <a:buFont typeface="Times"/>
              <a:buNone/>
            </a:pPr>
            <a:r>
              <a:rPr b="1" lang="en-US" sz="8800">
                <a:latin typeface="Times"/>
                <a:ea typeface="Times"/>
                <a:cs typeface="Times"/>
                <a:sym typeface="Times"/>
              </a:rPr>
              <a:t>con đường thế gian mịt mùng. Dìu con tiến bước về nơi ước mong,</a:t>
            </a:r>
            <a:endParaRPr b="1" sz="8800">
              <a:latin typeface="Times"/>
              <a:ea typeface="Times"/>
              <a:cs typeface="Times"/>
              <a:sym typeface="Times"/>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12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chemeClr val="dk1"/>
              </a:buClr>
              <a:buSzPts val="9600"/>
              <a:buFont typeface="Times New Roman"/>
              <a:buNone/>
            </a:pPr>
            <a:r>
              <a:rPr b="1" lang="en-US" sz="9600">
                <a:latin typeface="Times New Roman"/>
                <a:ea typeface="Times New Roman"/>
                <a:cs typeface="Times New Roman"/>
                <a:sym typeface="Times New Roman"/>
              </a:rPr>
              <a:t>dẫu ngàn nguy khó rắc gieo trên đường.</a:t>
            </a:r>
            <a:endParaRPr b="1" sz="9600">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12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New Roman"/>
              <a:buNone/>
            </a:pPr>
            <a:r>
              <a:rPr b="1" lang="en-US" sz="8800">
                <a:latin typeface="Times New Roman"/>
                <a:ea typeface="Times New Roman"/>
                <a:cs typeface="Times New Roman"/>
                <a:sym typeface="Times New Roman"/>
              </a:rPr>
              <a:t>ĐK. Hãy đến tung hô Chúa reo mừng Đấng cứu thoát ta.</a:t>
            </a:r>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p12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Nào cùng đến trước thiên nhan, nào cùng đến trước thiên nhan,</a:t>
            </a:r>
            <a:endParaRPr b="1" sz="8800">
              <a:latin typeface="Times"/>
              <a:ea typeface="Times"/>
              <a:cs typeface="Times"/>
              <a:sym typeface="Times"/>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12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9600"/>
              <a:buFont typeface="Times"/>
              <a:buNone/>
            </a:pPr>
            <a:r>
              <a:rPr b="1" lang="en-US" sz="9600">
                <a:latin typeface="Times"/>
                <a:ea typeface="Times"/>
                <a:cs typeface="Times"/>
                <a:sym typeface="Times"/>
              </a:rPr>
              <a:t>dâng lời cảm tạ, và tung hô Chúa.</a:t>
            </a:r>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pic>
        <p:nvPicPr>
          <p:cNvPr descr="Có thể là hình ảnh về 1 người và văn bản cho biết 'CHÚA NHẬT χχι THƯƠNG THƯỞNG NIÊN NĂM c Ai tôn mình lên SẼ BỊ HA XUỐNG 古米龍 &quot; phầm ai tôn mình lên, sẽ bị hạ xuỗng; còn ai hạ mình xuống sẽ được tôn lên.&quot; (Lc14,1.7-14) 1. .7-14) (Lc 14,'" id="737" name="Google Shape;737;p129"/>
          <p:cNvPicPr preferRelativeResize="0"/>
          <p:nvPr/>
        </p:nvPicPr>
        <p:blipFill rotWithShape="1">
          <a:blip r:embed="rId3">
            <a:alphaModFix/>
          </a:blip>
          <a:srcRect b="0" l="0" r="0" t="0"/>
          <a:stretch/>
        </p:blipFill>
        <p:spPr>
          <a:xfrm>
            <a:off x="-15902" y="0"/>
            <a:ext cx="9159902" cy="5143500"/>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130"/>
          <p:cNvSpPr txBox="1"/>
          <p:nvPr>
            <p:ph type="ctrTitle"/>
          </p:nvPr>
        </p:nvSpPr>
        <p:spPr>
          <a:xfrm>
            <a:off x="647700" y="0"/>
            <a:ext cx="7848600" cy="595806"/>
          </a:xfrm>
          <a:prstGeom prst="rect">
            <a:avLst/>
          </a:prstGeom>
          <a:noFill/>
          <a:ln>
            <a:noFill/>
          </a:ln>
        </p:spPr>
        <p:txBody>
          <a:bodyPr anchorCtr="0" anchor="b" bIns="0" lIns="91425" spcFirstLastPara="1" rIns="91425" wrap="square" tIns="0">
            <a:normAutofit fontScale="90000"/>
          </a:bodyPr>
          <a:lstStyle/>
          <a:p>
            <a:pPr indent="0" lvl="0" marL="0" rtl="0" algn="ctr">
              <a:lnSpc>
                <a:spcPct val="90000"/>
              </a:lnSpc>
              <a:spcBef>
                <a:spcPts val="0"/>
              </a:spcBef>
              <a:spcAft>
                <a:spcPts val="0"/>
              </a:spcAft>
              <a:buClr>
                <a:srgbClr val="FF0000"/>
              </a:buClr>
              <a:buSzPct val="137500"/>
              <a:buFont typeface="Times New Roman"/>
              <a:buNone/>
            </a:pPr>
            <a:r>
              <a:rPr b="1" lang="en-US">
                <a:solidFill>
                  <a:srgbClr val="FF0000"/>
                </a:solidFill>
                <a:latin typeface="Times New Roman"/>
                <a:ea typeface="Times New Roman"/>
                <a:cs typeface="Times New Roman"/>
                <a:sym typeface="Times New Roman"/>
              </a:rPr>
              <a:t>KINH VINH DANH</a:t>
            </a:r>
            <a:endParaRPr b="1" sz="3200">
              <a:solidFill>
                <a:srgbClr val="7F7F7F"/>
              </a:solidFill>
              <a:latin typeface="Times New Roman"/>
              <a:ea typeface="Times New Roman"/>
              <a:cs typeface="Times New Roman"/>
              <a:sym typeface="Times New Roman"/>
            </a:endParaRPr>
          </a:p>
        </p:txBody>
      </p:sp>
      <p:sp>
        <p:nvSpPr>
          <p:cNvPr id="743" name="Google Shape;743;p130"/>
          <p:cNvSpPr txBox="1"/>
          <p:nvPr/>
        </p:nvSpPr>
        <p:spPr>
          <a:xfrm>
            <a:off x="0" y="514350"/>
            <a:ext cx="9144000" cy="4629150"/>
          </a:xfrm>
          <a:prstGeom prst="rect">
            <a:avLst/>
          </a:prstGeom>
          <a:solidFill>
            <a:schemeClr val="lt1"/>
          </a:solidFill>
          <a:ln>
            <a:noFill/>
          </a:ln>
        </p:spPr>
        <p:txBody>
          <a:bodyPr anchorCtr="0" anchor="ctr" bIns="0" lIns="91425" spcFirstLastPara="1" rIns="91425" wrap="square" tIns="0">
            <a:noAutofit/>
          </a:bodyPr>
          <a:lstStyle/>
          <a:p>
            <a:pPr indent="0" lvl="0" marL="0" marR="0" rtl="0" algn="ctr">
              <a:spcBef>
                <a:spcPts val="0"/>
              </a:spcBef>
              <a:spcAft>
                <a:spcPts val="0"/>
              </a:spcAft>
              <a:buClr>
                <a:srgbClr val="EE0000"/>
              </a:buClr>
              <a:buSzPts val="9600"/>
              <a:buFont typeface="Times"/>
              <a:buNone/>
            </a:pPr>
            <a:r>
              <a:rPr b="1" i="0" lang="en-US" sz="9600" u="none" cap="none" strike="noStrike">
                <a:solidFill>
                  <a:srgbClr val="EE0000"/>
                </a:solidFill>
                <a:latin typeface="Times"/>
                <a:ea typeface="Times"/>
                <a:cs typeface="Times"/>
                <a:sym typeface="Times"/>
              </a:rPr>
              <a:t>CT:</a:t>
            </a:r>
            <a:r>
              <a:rPr b="1" i="1" lang="en-US" sz="9600" u="none" cap="none" strike="noStrike">
                <a:solidFill>
                  <a:srgbClr val="C00000"/>
                </a:solidFill>
                <a:latin typeface="Times"/>
                <a:ea typeface="Times"/>
                <a:cs typeface="Times"/>
                <a:sym typeface="Times"/>
              </a:rPr>
              <a:t> </a:t>
            </a:r>
            <a:r>
              <a:rPr b="1" i="0" lang="en-US" sz="9600" u="none" cap="none" strike="noStrike">
                <a:solidFill>
                  <a:schemeClr val="dk1"/>
                </a:solidFill>
                <a:latin typeface="Times"/>
                <a:ea typeface="Times"/>
                <a:cs typeface="Times"/>
                <a:sym typeface="Times"/>
              </a:rPr>
              <a:t>Vinh danh Thiên Chúa trên các tầng trời</a:t>
            </a:r>
            <a:endParaRPr b="1" i="0" sz="9600" u="none" cap="none" strike="noStrike">
              <a:solidFill>
                <a:schemeClr val="dk1"/>
              </a:solidFill>
              <a:latin typeface="Times"/>
              <a:ea typeface="Times"/>
              <a:cs typeface="Times"/>
              <a:sym typeface="Times"/>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131"/>
          <p:cNvSpPr txBox="1"/>
          <p:nvPr>
            <p:ph type="ctrTitle"/>
          </p:nvPr>
        </p:nvSpPr>
        <p:spPr>
          <a:xfrm>
            <a:off x="0" y="0"/>
            <a:ext cx="9144000" cy="5143500"/>
          </a:xfrm>
          <a:prstGeom prst="rect">
            <a:avLst/>
          </a:prstGeom>
          <a:solidFill>
            <a:schemeClr val="lt1"/>
          </a:solidFill>
          <a:ln>
            <a:noFill/>
          </a:ln>
        </p:spPr>
        <p:txBody>
          <a:bodyPr anchorCtr="0" anchor="t" bIns="0" lIns="91425" spcFirstLastPara="1" rIns="91425" wrap="square" tIns="0">
            <a:noAutofit/>
          </a:bodyPr>
          <a:lstStyle/>
          <a:p>
            <a:pPr indent="0" lvl="0" marL="0" rtl="0" algn="ctr">
              <a:spcBef>
                <a:spcPts val="0"/>
              </a:spcBef>
              <a:spcAft>
                <a:spcPts val="0"/>
              </a:spcAft>
              <a:buClr>
                <a:srgbClr val="FF3399"/>
              </a:buClr>
              <a:buSzPts val="9600"/>
              <a:buFont typeface="Times"/>
              <a:buNone/>
            </a:pPr>
            <a:r>
              <a:rPr b="1" lang="en-US" sz="9600">
                <a:solidFill>
                  <a:srgbClr val="FF3399"/>
                </a:solidFill>
                <a:latin typeface="Times"/>
                <a:ea typeface="Times"/>
                <a:cs typeface="Times"/>
                <a:sym typeface="Times"/>
              </a:rPr>
              <a:t>A</a:t>
            </a:r>
            <a:r>
              <a:rPr b="1" lang="en-US" sz="8800">
                <a:solidFill>
                  <a:srgbClr val="FF3399"/>
                </a:solidFill>
                <a:latin typeface="Times"/>
                <a:ea typeface="Times"/>
                <a:cs typeface="Times"/>
                <a:sym typeface="Times"/>
              </a:rPr>
              <a:t>+</a:t>
            </a:r>
            <a:r>
              <a:rPr b="1" lang="en-US" sz="9600">
                <a:solidFill>
                  <a:srgbClr val="FF3399"/>
                </a:solidFill>
                <a:latin typeface="Times"/>
                <a:ea typeface="Times"/>
                <a:cs typeface="Times"/>
                <a:sym typeface="Times"/>
              </a:rPr>
              <a:t>B: </a:t>
            </a:r>
            <a:r>
              <a:rPr b="1" lang="en-US" sz="9600">
                <a:latin typeface="Times"/>
                <a:ea typeface="Times"/>
                <a:cs typeface="Times"/>
                <a:sym typeface="Times"/>
              </a:rPr>
              <a:t>và bình an dưới thế cho người thiện tâm.</a:t>
            </a:r>
            <a:endParaRPr b="1" sz="9600">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4" name="Shape 754"/>
        <p:cNvGrpSpPr/>
        <p:nvPr/>
      </p:nvGrpSpPr>
      <p:grpSpPr>
        <a:xfrm>
          <a:off x="0" y="0"/>
          <a:ext cx="0" cy="0"/>
          <a:chOff x="0" y="0"/>
          <a:chExt cx="0" cy="0"/>
        </a:xfrm>
      </p:grpSpPr>
      <p:sp>
        <p:nvSpPr>
          <p:cNvPr id="755" name="Google Shape;755;p13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just">
              <a:spcBef>
                <a:spcPts val="0"/>
              </a:spcBef>
              <a:spcAft>
                <a:spcPts val="0"/>
              </a:spcAft>
              <a:buClr>
                <a:srgbClr val="EE0000"/>
              </a:buClr>
              <a:buSzPts val="11500"/>
              <a:buFont typeface="Times"/>
              <a:buNone/>
            </a:pPr>
            <a:r>
              <a:rPr b="1" lang="en-US" sz="11500">
                <a:solidFill>
                  <a:srgbClr val="EE0000"/>
                </a:solidFill>
                <a:latin typeface="Times"/>
                <a:ea typeface="Times"/>
                <a:cs typeface="Times"/>
                <a:sym typeface="Times"/>
              </a:rPr>
              <a:t>A: </a:t>
            </a:r>
            <a:r>
              <a:rPr b="1" lang="en-US" sz="11500">
                <a:latin typeface="Times"/>
                <a:ea typeface="Times"/>
                <a:cs typeface="Times"/>
                <a:sym typeface="Times"/>
              </a:rPr>
              <a:t>Chúng con ca ngợi Chúa,</a:t>
            </a:r>
            <a:endParaRPr b="1" sz="11500">
              <a:latin typeface="Times"/>
              <a:ea typeface="Times"/>
              <a:cs typeface="Times"/>
              <a:sym typeface="Times"/>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13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accent1"/>
              </a:buClr>
              <a:buSzPts val="10000"/>
              <a:buFont typeface="Times"/>
              <a:buNone/>
            </a:pPr>
            <a:r>
              <a:rPr b="1" lang="en-US" sz="10000">
                <a:solidFill>
                  <a:schemeClr val="accent1"/>
                </a:solidFill>
                <a:latin typeface="Times"/>
                <a:ea typeface="Times"/>
                <a:cs typeface="Times"/>
                <a:sym typeface="Times"/>
              </a:rPr>
              <a:t>B:</a:t>
            </a:r>
            <a:r>
              <a:rPr b="1" lang="en-US" sz="10000">
                <a:latin typeface="Times"/>
                <a:ea typeface="Times"/>
                <a:cs typeface="Times"/>
                <a:sym typeface="Times"/>
              </a:rPr>
              <a:t> chúng con chúc tụng Chúa,</a:t>
            </a:r>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3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11500"/>
              <a:buFont typeface="Times"/>
              <a:buNone/>
            </a:pPr>
            <a:r>
              <a:rPr b="1" lang="en-US" sz="11500">
                <a:solidFill>
                  <a:srgbClr val="EE0000"/>
                </a:solidFill>
                <a:latin typeface="Times"/>
                <a:ea typeface="Times"/>
                <a:cs typeface="Times"/>
                <a:sym typeface="Times"/>
              </a:rPr>
              <a:t>A:</a:t>
            </a:r>
            <a:r>
              <a:rPr b="1" lang="en-US" sz="11500">
                <a:latin typeface="Times"/>
                <a:ea typeface="Times"/>
                <a:cs typeface="Times"/>
                <a:sym typeface="Times"/>
              </a:rPr>
              <a:t> chúng </a:t>
            </a:r>
            <a:r>
              <a:rPr b="1" lang="en-US" sz="5400">
                <a:latin typeface="Times"/>
                <a:ea typeface="Times"/>
                <a:cs typeface="Times"/>
                <a:sym typeface="Times"/>
              </a:rPr>
              <a:t> </a:t>
            </a:r>
            <a:r>
              <a:rPr b="1" lang="en-US" sz="1600">
                <a:latin typeface="Times"/>
                <a:ea typeface="Times"/>
                <a:cs typeface="Times"/>
                <a:sym typeface="Times"/>
              </a:rPr>
              <a:t> </a:t>
            </a:r>
            <a:r>
              <a:rPr b="1" lang="en-US" sz="11500">
                <a:latin typeface="Times"/>
                <a:ea typeface="Times"/>
                <a:cs typeface="Times"/>
                <a:sym typeface="Times"/>
              </a:rPr>
              <a:t>con </a:t>
            </a:r>
            <a:br>
              <a:rPr b="1" lang="en-US" sz="11500">
                <a:latin typeface="Times"/>
                <a:ea typeface="Times"/>
                <a:cs typeface="Times"/>
                <a:sym typeface="Times"/>
              </a:rPr>
            </a:br>
            <a:r>
              <a:rPr b="1" lang="en-US" sz="11500">
                <a:latin typeface="Times"/>
                <a:ea typeface="Times"/>
                <a:cs typeface="Times"/>
                <a:sym typeface="Times"/>
              </a:rPr>
              <a:t>thờ lạy Chúa,</a:t>
            </a:r>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13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accent1"/>
              </a:buClr>
              <a:buSzPts val="9600"/>
              <a:buFont typeface="Times"/>
              <a:buNone/>
            </a:pPr>
            <a:r>
              <a:rPr b="1" lang="en-US" sz="9600">
                <a:solidFill>
                  <a:schemeClr val="accent1"/>
                </a:solidFill>
                <a:latin typeface="Times"/>
                <a:ea typeface="Times"/>
                <a:cs typeface="Times"/>
                <a:sym typeface="Times"/>
              </a:rPr>
              <a:t>B: </a:t>
            </a:r>
            <a:r>
              <a:rPr b="1" lang="en-US" sz="9600">
                <a:latin typeface="Times"/>
                <a:ea typeface="Times"/>
                <a:cs typeface="Times"/>
                <a:sym typeface="Times"/>
              </a:rPr>
              <a:t>chúng con tôn vinh Chúa,</a:t>
            </a:r>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136"/>
          <p:cNvSpPr txBox="1"/>
          <p:nvPr>
            <p:ph type="ctrTitle"/>
          </p:nvPr>
        </p:nvSpPr>
        <p:spPr>
          <a:xfrm>
            <a:off x="0" y="0"/>
            <a:ext cx="95504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8800"/>
              <a:buFont typeface="Times"/>
              <a:buNone/>
            </a:pPr>
            <a:r>
              <a:rPr b="1" lang="en-US" sz="8800">
                <a:solidFill>
                  <a:srgbClr val="EE0000"/>
                </a:solidFill>
                <a:latin typeface="Times"/>
                <a:ea typeface="Times"/>
                <a:cs typeface="Times"/>
                <a:sym typeface="Times"/>
              </a:rPr>
              <a:t>A:</a:t>
            </a:r>
            <a:r>
              <a:rPr b="1" lang="en-US" sz="8800">
                <a:latin typeface="Times"/>
                <a:ea typeface="Times"/>
                <a:cs typeface="Times"/>
                <a:sym typeface="Times"/>
              </a:rPr>
              <a:t> chúng con cảm tạ Chúa vì vinh quang</a:t>
            </a:r>
            <a:r>
              <a:rPr b="1" lang="en-US" sz="6600">
                <a:latin typeface="Times"/>
                <a:ea typeface="Times"/>
                <a:cs typeface="Times"/>
                <a:sym typeface="Times"/>
              </a:rPr>
              <a:t> </a:t>
            </a:r>
            <a:r>
              <a:rPr b="1" lang="en-US" sz="8800">
                <a:latin typeface="Times"/>
                <a:ea typeface="Times"/>
                <a:cs typeface="Times"/>
                <a:sym typeface="Times"/>
              </a:rPr>
              <a:t>cao</a:t>
            </a:r>
            <a:r>
              <a:rPr b="1" lang="en-US" sz="6600">
                <a:latin typeface="Times"/>
                <a:ea typeface="Times"/>
                <a:cs typeface="Times"/>
                <a:sym typeface="Times"/>
              </a:rPr>
              <a:t> </a:t>
            </a:r>
            <a:r>
              <a:rPr b="1" lang="en-US" sz="8800">
                <a:latin typeface="Times"/>
                <a:ea typeface="Times"/>
                <a:cs typeface="Times"/>
                <a:sym typeface="Times"/>
              </a:rPr>
              <a:t>cả</a:t>
            </a:r>
            <a:r>
              <a:rPr b="1" lang="en-US">
                <a:latin typeface="Times"/>
                <a:ea typeface="Times"/>
                <a:cs typeface="Times"/>
                <a:sym typeface="Times"/>
              </a:rPr>
              <a:t> </a:t>
            </a:r>
            <a:r>
              <a:rPr b="1" lang="en-US" sz="8800">
                <a:latin typeface="Times"/>
                <a:ea typeface="Times"/>
                <a:cs typeface="Times"/>
                <a:sym typeface="Times"/>
              </a:rPr>
              <a:t>Chúa,</a:t>
            </a:r>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13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accent1"/>
              </a:buClr>
              <a:buSzPts val="8200"/>
              <a:buFont typeface="Times"/>
              <a:buNone/>
            </a:pPr>
            <a:r>
              <a:rPr b="1" lang="en-US" sz="8200">
                <a:solidFill>
                  <a:schemeClr val="accent1"/>
                </a:solidFill>
                <a:latin typeface="Times"/>
                <a:ea typeface="Times"/>
                <a:cs typeface="Times"/>
                <a:sym typeface="Times"/>
              </a:rPr>
              <a:t>B:</a:t>
            </a:r>
            <a:r>
              <a:rPr b="1" lang="en-US" sz="8200">
                <a:latin typeface="Times"/>
                <a:ea typeface="Times"/>
                <a:cs typeface="Times"/>
                <a:sym typeface="Times"/>
              </a:rPr>
              <a:t> lạy Chúa là Thiên Chúa, là Vua trên trời, là Chúa Cha toàn năng.</a:t>
            </a:r>
            <a:endParaRPr b="1" sz="8200">
              <a:latin typeface="Times"/>
              <a:ea typeface="Times"/>
              <a:cs typeface="Times"/>
              <a:sym typeface="Times"/>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13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8800"/>
              <a:buFont typeface="Times"/>
              <a:buNone/>
            </a:pPr>
            <a:r>
              <a:rPr b="1" lang="en-US" sz="8800">
                <a:solidFill>
                  <a:srgbClr val="EE0000"/>
                </a:solidFill>
                <a:latin typeface="Times"/>
                <a:ea typeface="Times"/>
                <a:cs typeface="Times"/>
                <a:sym typeface="Times"/>
              </a:rPr>
              <a:t>A: </a:t>
            </a:r>
            <a:r>
              <a:rPr b="1" lang="en-US" sz="8800">
                <a:latin typeface="Times"/>
                <a:ea typeface="Times"/>
                <a:cs typeface="Times"/>
                <a:sym typeface="Times"/>
              </a:rPr>
              <a:t>Lạy Con một Thiên Chúa, Chúa Giêsu Kitô.</a:t>
            </a:r>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3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accent1"/>
              </a:buClr>
              <a:buSzPts val="7200"/>
              <a:buFont typeface="Times"/>
              <a:buNone/>
            </a:pPr>
            <a:r>
              <a:rPr b="1" lang="en-US" sz="7200">
                <a:solidFill>
                  <a:schemeClr val="accent1"/>
                </a:solidFill>
                <a:latin typeface="Times"/>
                <a:ea typeface="Times"/>
                <a:cs typeface="Times"/>
                <a:sym typeface="Times"/>
              </a:rPr>
              <a:t>B: </a:t>
            </a:r>
            <a:r>
              <a:rPr b="1" lang="en-US" sz="7200">
                <a:latin typeface="Times"/>
                <a:ea typeface="Times"/>
                <a:cs typeface="Times"/>
                <a:sym typeface="Times"/>
              </a:rPr>
              <a:t>Lạy Chúa là Thiên Chúa, là Chiên Thiên Chúa, là Con Ðức Chúa Cha,</a:t>
            </a:r>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14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8800"/>
              <a:buFont typeface="Times"/>
              <a:buNone/>
            </a:pPr>
            <a:r>
              <a:rPr b="1" lang="en-US" sz="8800">
                <a:solidFill>
                  <a:srgbClr val="EE0000"/>
                </a:solidFill>
                <a:latin typeface="Times"/>
                <a:ea typeface="Times"/>
                <a:cs typeface="Times"/>
                <a:sym typeface="Times"/>
              </a:rPr>
              <a:t>A: </a:t>
            </a:r>
            <a:r>
              <a:rPr b="1" lang="en-US" sz="8800">
                <a:latin typeface="Times"/>
                <a:ea typeface="Times"/>
                <a:cs typeface="Times"/>
                <a:sym typeface="Times"/>
              </a:rPr>
              <a:t>Chúa xóa tội trần gian, </a:t>
            </a:r>
            <a:br>
              <a:rPr b="1" lang="en-US" sz="8800">
                <a:latin typeface="Times"/>
                <a:ea typeface="Times"/>
                <a:cs typeface="Times"/>
                <a:sym typeface="Times"/>
              </a:rPr>
            </a:br>
            <a:r>
              <a:rPr b="1" lang="en-US" sz="8800">
                <a:latin typeface="Times"/>
                <a:ea typeface="Times"/>
                <a:cs typeface="Times"/>
                <a:sym typeface="Times"/>
              </a:rPr>
              <a:t>xin thương xót chúng con,</a:t>
            </a:r>
            <a:endParaRPr b="1" sz="8800">
              <a:latin typeface="Times"/>
              <a:ea typeface="Times"/>
              <a:cs typeface="Times"/>
              <a:sym typeface="Times"/>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14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accent1"/>
              </a:buClr>
              <a:buSzPts val="8000"/>
              <a:buFont typeface="Times"/>
              <a:buNone/>
            </a:pPr>
            <a:r>
              <a:rPr b="1" lang="en-US" sz="8000">
                <a:solidFill>
                  <a:schemeClr val="accent1"/>
                </a:solidFill>
                <a:latin typeface="Times"/>
                <a:ea typeface="Times"/>
                <a:cs typeface="Times"/>
                <a:sym typeface="Times"/>
              </a:rPr>
              <a:t>B: </a:t>
            </a:r>
            <a:r>
              <a:rPr b="1" lang="en-US" sz="8000">
                <a:latin typeface="Times"/>
                <a:ea typeface="Times"/>
                <a:cs typeface="Times"/>
                <a:sym typeface="Times"/>
              </a:rPr>
              <a:t>Chúa xóa tội trần gian, xin nhậm lời chúng con cầu khẩn.</a:t>
            </a:r>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14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8000">
                <a:latin typeface="Times"/>
                <a:ea typeface="Times"/>
                <a:cs typeface="Times"/>
                <a:sym typeface="Times"/>
              </a:rPr>
              <a:t>Chúa ngự bên hữu Ðức Chúa Cha, xin thương xót chúng con.</a:t>
            </a:r>
            <a:endParaRPr b="1" sz="8000">
              <a:latin typeface="Times"/>
              <a:ea typeface="Times"/>
              <a:cs typeface="Times"/>
              <a:sym typeface="Times"/>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14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accent1"/>
              </a:buClr>
              <a:buSzPts val="8800"/>
              <a:buFont typeface="Times"/>
              <a:buNone/>
            </a:pPr>
            <a:r>
              <a:rPr b="1" lang="en-US" sz="8800">
                <a:solidFill>
                  <a:schemeClr val="accent1"/>
                </a:solidFill>
                <a:latin typeface="Times"/>
                <a:ea typeface="Times"/>
                <a:cs typeface="Times"/>
                <a:sym typeface="Times"/>
              </a:rPr>
              <a:t>B: </a:t>
            </a:r>
            <a:r>
              <a:rPr b="1" lang="en-US" sz="8800">
                <a:latin typeface="Times"/>
                <a:ea typeface="Times"/>
                <a:cs typeface="Times"/>
                <a:sym typeface="Times"/>
              </a:rPr>
              <a:t>Vì lạy Chúa Giêsu Kitô, chỉ có Chúa là Ðấng Thánh,</a:t>
            </a:r>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4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chỉ có Chúa là Chúa, chỉ có Chúa là Ðấng Tối Cao,</a:t>
            </a:r>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14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latin typeface="Times"/>
                <a:ea typeface="Times"/>
                <a:cs typeface="Times"/>
                <a:sym typeface="Times"/>
              </a:rPr>
              <a:t>Cùng Ðức Chúa Thánh Thần trong vinh quang Ðức Chúa Cha. </a:t>
            </a:r>
            <a:r>
              <a:rPr b="1" lang="en-US" sz="7200">
                <a:solidFill>
                  <a:srgbClr val="FF0000"/>
                </a:solidFill>
                <a:latin typeface="Times"/>
                <a:ea typeface="Times"/>
                <a:cs typeface="Times"/>
                <a:sym typeface="Times"/>
              </a:rPr>
              <a:t>Amen</a:t>
            </a:r>
            <a:r>
              <a:rPr b="1" lang="en-US" sz="7200">
                <a:latin typeface="Times"/>
                <a:ea typeface="Times"/>
                <a:cs typeface="Times"/>
                <a:sym typeface="Times"/>
              </a:rPr>
              <a:t>.</a:t>
            </a:r>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pic>
        <p:nvPicPr>
          <p:cNvPr descr="Có thể là hình ảnh về 1 người và văn bản cho biết 'CHÚA NHẬT χχι THƯƠNG THƯỞNG NIÊN NĂM c Ai tôn mình lên SẼ BỊ HA XUỐNG 古米龍 &quot; phầm ai tôn mình lên, sẽ bị hạ xuỗng; còn ai hạ mình xuống sẽ được tôn lên.&quot; (Lc14,1.7-14) 1. .7-14) (Lc 14,'" id="838" name="Google Shape;838;p146"/>
          <p:cNvPicPr preferRelativeResize="0"/>
          <p:nvPr/>
        </p:nvPicPr>
        <p:blipFill rotWithShape="1">
          <a:blip r:embed="rId3">
            <a:alphaModFix/>
          </a:blip>
          <a:srcRect b="0" l="0" r="0" t="0"/>
          <a:stretch/>
        </p:blipFill>
        <p:spPr>
          <a:xfrm>
            <a:off x="-15902" y="0"/>
            <a:ext cx="9159902" cy="5143500"/>
          </a:xfrm>
          <a:prstGeom prst="rect">
            <a:avLst/>
          </a:prstGeom>
          <a:noFill/>
          <a:ln>
            <a:noFill/>
          </a:ln>
        </p:spPr>
      </p:pic>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pic>
        <p:nvPicPr>
          <p:cNvPr descr="Có thể là hình ảnh về 2 người và văn bản cho biết 'BÀI ĐỌC 1 -CN χχ TN C Bài trich sách HUẨN CA ဟလဟာလမာလဟာ &quot;Căng lầm lỡn, con căng phải hạ mình trong mọi sự, thì con sẽ được đẹp lồng Chua.&quot; (Hc 3, 19-21. 30-31)'" id="843" name="Google Shape;843;p147"/>
          <p:cNvPicPr preferRelativeResize="0"/>
          <p:nvPr/>
        </p:nvPicPr>
        <p:blipFill rotWithShape="1">
          <a:blip r:embed="rId3">
            <a:alphaModFix/>
          </a:blip>
          <a:srcRect b="0" l="0" r="0" t="0"/>
          <a:stretch/>
        </p:blipFill>
        <p:spPr>
          <a:xfrm>
            <a:off x="0" y="1"/>
            <a:ext cx="9144000" cy="5143500"/>
          </a:xfrm>
          <a:prstGeom prst="rect">
            <a:avLst/>
          </a:prstGeom>
          <a:noFill/>
          <a:ln>
            <a:noFill/>
          </a:ln>
        </p:spPr>
      </p:pic>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148"/>
          <p:cNvSpPr txBox="1"/>
          <p:nvPr>
            <p:ph type="ctrTitle"/>
          </p:nvPr>
        </p:nvSpPr>
        <p:spPr>
          <a:xfrm>
            <a:off x="0" y="0"/>
            <a:ext cx="9144000" cy="5143499"/>
          </a:xfrm>
          <a:prstGeom prst="rect">
            <a:avLst/>
          </a:prstGeom>
          <a:no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THÁNH VỊNH 67</a:t>
            </a:r>
            <a:br>
              <a:rPr b="1" i="0" lang="en-US" sz="4700">
                <a:latin typeface="Times New Roman"/>
                <a:ea typeface="Times New Roman"/>
                <a:cs typeface="Times New Roman"/>
                <a:sym typeface="Times New Roman"/>
              </a:rPr>
            </a:br>
            <a:r>
              <a:rPr b="1" i="1" lang="en-US" sz="5400">
                <a:latin typeface="Times New Roman"/>
                <a:ea typeface="Times New Roman"/>
                <a:cs typeface="Times New Roman"/>
                <a:sym typeface="Times New Roman"/>
              </a:rPr>
              <a:t>(Lm. Thái Nguyên)</a:t>
            </a:r>
            <a:br>
              <a:rPr b="1" i="1" lang="en-US" sz="5400">
                <a:latin typeface="Times New Roman"/>
                <a:ea typeface="Times New Roman"/>
                <a:cs typeface="Times New Roman"/>
                <a:sym typeface="Times New Roman"/>
              </a:rPr>
            </a:br>
            <a:br>
              <a:rPr b="1" i="1" lang="en-US" sz="1050">
                <a:latin typeface="Times New Roman"/>
                <a:ea typeface="Times New Roman"/>
                <a:cs typeface="Times New Roman"/>
                <a:sym typeface="Times New Roman"/>
              </a:rPr>
            </a:br>
            <a:r>
              <a:rPr b="1" lang="en-US" sz="5400">
                <a:latin typeface="Times New Roman"/>
                <a:ea typeface="Times New Roman"/>
                <a:cs typeface="Times New Roman"/>
                <a:sym typeface="Times New Roman"/>
              </a:rPr>
              <a:t>(03 câu)</a:t>
            </a:r>
            <a:endParaRPr b="1" sz="8000">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149"/>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9600"/>
              <a:buFont typeface="Times"/>
              <a:buNone/>
            </a:pPr>
            <a:r>
              <a:rPr b="1" lang="en-US" sz="9600">
                <a:latin typeface="Times"/>
                <a:ea typeface="Times"/>
                <a:cs typeface="Times"/>
                <a:sym typeface="Times"/>
              </a:rPr>
              <a:t>1/3. Người công chính vui sướng hỉ hoan</a:t>
            </a:r>
            <a:endParaRPr b="1" sz="9600">
              <a:latin typeface="Times"/>
              <a:ea typeface="Times"/>
              <a:cs typeface="Times"/>
              <a:sym typeface="Times"/>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150"/>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9600"/>
              <a:buFont typeface="Times"/>
              <a:buNone/>
            </a:pPr>
            <a:r>
              <a:rPr b="1" lang="en-US" sz="9600">
                <a:latin typeface="Times"/>
                <a:ea typeface="Times"/>
                <a:cs typeface="Times"/>
                <a:sym typeface="Times"/>
              </a:rPr>
              <a:t>ở trước ngai Thần Nhan Thiên Chúa.</a:t>
            </a:r>
            <a:endParaRPr b="1" sz="9600">
              <a:latin typeface="Times"/>
              <a:ea typeface="Times"/>
              <a:cs typeface="Times"/>
              <a:sym typeface="Times"/>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151"/>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Cùng hân hoan ta hát ca Danh Ngài,</a:t>
            </a:r>
            <a:endParaRPr b="1" sz="8800">
              <a:latin typeface="Times"/>
              <a:ea typeface="Times"/>
              <a:cs typeface="Times"/>
              <a:sym typeface="Times"/>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152"/>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9600"/>
              <a:buFont typeface="Times"/>
              <a:buNone/>
            </a:pPr>
            <a:r>
              <a:rPr b="1" lang="en-US" sz="9600">
                <a:latin typeface="Times"/>
                <a:ea typeface="Times"/>
                <a:cs typeface="Times"/>
                <a:sym typeface="Times"/>
              </a:rPr>
              <a:t>dọn đường Chúa ngự giá qua hoang địa.</a:t>
            </a:r>
            <a:endParaRPr b="1" sz="9600">
              <a:latin typeface="Times"/>
              <a:ea typeface="Times"/>
              <a:cs typeface="Times"/>
              <a:sym typeface="Times"/>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153"/>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10000"/>
              <a:buFont typeface="Times"/>
              <a:buNone/>
            </a:pPr>
            <a:r>
              <a:rPr b="1" lang="en-US" sz="10000">
                <a:latin typeface="Times"/>
                <a:ea typeface="Times"/>
                <a:cs typeface="Times"/>
                <a:sym typeface="Times"/>
              </a:rPr>
              <a:t>ĐK: Ôi Thiên Chúa nhân hậu dường bao.</a:t>
            </a:r>
            <a:endParaRPr b="1" sz="10000">
              <a:latin typeface="Times"/>
              <a:ea typeface="Times"/>
              <a:cs typeface="Times"/>
              <a:sym typeface="Times"/>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154"/>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9600"/>
              <a:buFont typeface="Times"/>
              <a:buNone/>
            </a:pPr>
            <a:r>
              <a:rPr b="1" lang="en-US" sz="9600">
                <a:latin typeface="Times"/>
                <a:ea typeface="Times"/>
                <a:cs typeface="Times"/>
                <a:sym typeface="Times"/>
              </a:rPr>
              <a:t>Tình yêu thương chan chứa như trời cao.</a:t>
            </a:r>
            <a:endParaRPr b="1" sz="9600">
              <a:latin typeface="Times"/>
              <a:ea typeface="Times"/>
              <a:cs typeface="Times"/>
              <a:sym typeface="Times"/>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15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10000"/>
              <a:buFont typeface="Times"/>
              <a:buNone/>
            </a:pPr>
            <a:r>
              <a:rPr b="1" lang="en-US" sz="10000">
                <a:latin typeface="Times"/>
                <a:ea typeface="Times"/>
                <a:cs typeface="Times"/>
                <a:sym typeface="Times"/>
              </a:rPr>
              <a:t>Niềm hân hoan cho những ai sầu đau.</a:t>
            </a:r>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15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10000"/>
              <a:buFont typeface="Times"/>
              <a:buNone/>
            </a:pPr>
            <a:r>
              <a:rPr b="1" lang="en-US" sz="10000">
                <a:latin typeface="Times"/>
                <a:ea typeface="Times"/>
                <a:cs typeface="Times"/>
                <a:sym typeface="Times"/>
              </a:rPr>
              <a:t>Ôi Thiên Chúa nguồn suối ân dạt dào.</a:t>
            </a:r>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57"/>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9600"/>
              <a:buFont typeface="Times"/>
              <a:buNone/>
            </a:pPr>
            <a:r>
              <a:rPr b="1" lang="en-US" sz="9600">
                <a:latin typeface="Times"/>
                <a:ea typeface="Times"/>
                <a:cs typeface="Times"/>
                <a:sym typeface="Times"/>
              </a:rPr>
              <a:t>2/3. Ngài là Cha những kẻ mồ côi,</a:t>
            </a:r>
            <a:endParaRPr b="1" sz="9600">
              <a:latin typeface="Times"/>
              <a:ea typeface="Times"/>
              <a:cs typeface="Times"/>
              <a:sym typeface="Times"/>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158"/>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9600"/>
              <a:buFont typeface="Times"/>
              <a:buNone/>
            </a:pPr>
            <a:r>
              <a:rPr b="1" lang="en-US" sz="9600">
                <a:latin typeface="Times"/>
                <a:ea typeface="Times"/>
                <a:cs typeface="Times"/>
                <a:sym typeface="Times"/>
              </a:rPr>
              <a:t>là chiếc nôi những ai yếu đuối,</a:t>
            </a:r>
            <a:endParaRPr b="1" sz="9600">
              <a:latin typeface="Times"/>
              <a:ea typeface="Times"/>
              <a:cs typeface="Times"/>
              <a:sym typeface="Times"/>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159"/>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9600"/>
              <a:buFont typeface="Times"/>
              <a:buNone/>
            </a:pPr>
            <a:r>
              <a:rPr b="1" lang="en-US" sz="9600">
                <a:latin typeface="Times"/>
                <a:ea typeface="Times"/>
                <a:cs typeface="Times"/>
                <a:sym typeface="Times"/>
              </a:rPr>
              <a:t>là niềm vui cho những kẻ cơ bần.</a:t>
            </a:r>
            <a:endParaRPr b="1" sz="9600">
              <a:latin typeface="Times"/>
              <a:ea typeface="Times"/>
              <a:cs typeface="Times"/>
              <a:sym typeface="Times"/>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160"/>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Ngài đưa dẫn tội nhân khỏi ngục tù.</a:t>
            </a:r>
            <a:endParaRPr b="1" sz="8800">
              <a:latin typeface="Times"/>
              <a:ea typeface="Times"/>
              <a:cs typeface="Times"/>
              <a:sym typeface="Times"/>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161"/>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10000"/>
              <a:buFont typeface="Times"/>
              <a:buNone/>
            </a:pPr>
            <a:r>
              <a:rPr b="1" lang="en-US" sz="10000">
                <a:latin typeface="Times"/>
                <a:ea typeface="Times"/>
                <a:cs typeface="Times"/>
                <a:sym typeface="Times"/>
              </a:rPr>
              <a:t>ĐK: Ôi Thiên Chúa nhân hậu dường bao.</a:t>
            </a:r>
            <a:endParaRPr b="1" sz="10000">
              <a:latin typeface="Times"/>
              <a:ea typeface="Times"/>
              <a:cs typeface="Times"/>
              <a:sym typeface="Times"/>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62"/>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9600"/>
              <a:buFont typeface="Times"/>
              <a:buNone/>
            </a:pPr>
            <a:r>
              <a:rPr b="1" lang="en-US" sz="9600">
                <a:latin typeface="Times"/>
                <a:ea typeface="Times"/>
                <a:cs typeface="Times"/>
                <a:sym typeface="Times"/>
              </a:rPr>
              <a:t>Tình yêu thương chan chứa như trời cao.</a:t>
            </a:r>
            <a:endParaRPr b="1" sz="9600">
              <a:latin typeface="Times"/>
              <a:ea typeface="Times"/>
              <a:cs typeface="Times"/>
              <a:sym typeface="Times"/>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16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10000"/>
              <a:buFont typeface="Times"/>
              <a:buNone/>
            </a:pPr>
            <a:r>
              <a:rPr b="1" lang="en-US" sz="10000">
                <a:latin typeface="Times"/>
                <a:ea typeface="Times"/>
                <a:cs typeface="Times"/>
                <a:sym typeface="Times"/>
              </a:rPr>
              <a:t>Niềm hân hoan cho những ai sầu đau.</a:t>
            </a:r>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16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10000"/>
              <a:buFont typeface="Times"/>
              <a:buNone/>
            </a:pPr>
            <a:r>
              <a:rPr b="1" lang="en-US" sz="10000">
                <a:latin typeface="Times"/>
                <a:ea typeface="Times"/>
                <a:cs typeface="Times"/>
                <a:sym typeface="Times"/>
              </a:rPr>
              <a:t>Ôi Thiên Chúa nguồn suối ân dạt dào.</a:t>
            </a:r>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165"/>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9600"/>
              <a:buFont typeface="Times"/>
              <a:buNone/>
            </a:pPr>
            <a:r>
              <a:rPr b="1" lang="en-US" sz="9600">
                <a:latin typeface="Times"/>
                <a:ea typeface="Times"/>
                <a:cs typeface="Times"/>
                <a:sym typeface="Times"/>
              </a:rPr>
              <a:t>3/3. Dù đàn chiên Thiên Chúa ở đâu,</a:t>
            </a:r>
            <a:endParaRPr b="1" sz="9600">
              <a:latin typeface="Times"/>
              <a:ea typeface="Times"/>
              <a:cs typeface="Times"/>
              <a:sym typeface="Times"/>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p166"/>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9600"/>
              <a:buFont typeface="Times"/>
              <a:buNone/>
            </a:pPr>
            <a:r>
              <a:rPr b="1" lang="en-US" sz="9600">
                <a:latin typeface="Times"/>
                <a:ea typeface="Times"/>
                <a:cs typeface="Times"/>
                <a:sym typeface="Times"/>
              </a:rPr>
              <a:t>Ngài vẫn luôn chở che nâng đỡ.</a:t>
            </a:r>
            <a:endParaRPr b="1" sz="9600">
              <a:latin typeface="Times"/>
              <a:ea typeface="Times"/>
              <a:cs typeface="Times"/>
              <a:sym typeface="Times"/>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67"/>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9600"/>
              <a:buFont typeface="Times"/>
              <a:buNone/>
            </a:pPr>
            <a:r>
              <a:rPr b="1" lang="en-US" sz="9600">
                <a:latin typeface="Times"/>
                <a:ea typeface="Times"/>
                <a:cs typeface="Times"/>
                <a:sym typeface="Times"/>
              </a:rPr>
              <a:t>Ngài làm mưa ân phúc cho dân Ngài.</a:t>
            </a:r>
            <a:endParaRPr b="1" sz="9600">
              <a:latin typeface="Times"/>
              <a:ea typeface="Times"/>
              <a:cs typeface="Times"/>
              <a:sym typeface="Times"/>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168"/>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9600"/>
              <a:buFont typeface="Times"/>
              <a:buNone/>
            </a:pPr>
            <a:r>
              <a:rPr b="1" lang="en-US" sz="9600">
                <a:latin typeface="Times"/>
                <a:ea typeface="Times"/>
                <a:cs typeface="Times"/>
                <a:sym typeface="Times"/>
              </a:rPr>
              <a:t>Ngài định cư cho những ai khó nghèo.</a:t>
            </a:r>
            <a:endParaRPr b="1" sz="9600">
              <a:latin typeface="Times"/>
              <a:ea typeface="Times"/>
              <a:cs typeface="Times"/>
              <a:sym typeface="Times"/>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169"/>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10000"/>
              <a:buFont typeface="Times"/>
              <a:buNone/>
            </a:pPr>
            <a:r>
              <a:rPr b="1" lang="en-US" sz="10000">
                <a:latin typeface="Times"/>
                <a:ea typeface="Times"/>
                <a:cs typeface="Times"/>
                <a:sym typeface="Times"/>
              </a:rPr>
              <a:t>ĐK: Ôi Thiên Chúa nhân hậu dường bao.</a:t>
            </a:r>
            <a:endParaRPr b="1" sz="10000">
              <a:latin typeface="Times"/>
              <a:ea typeface="Times"/>
              <a:cs typeface="Times"/>
              <a:sym typeface="Times"/>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170"/>
          <p:cNvSpPr txBox="1"/>
          <p:nvPr>
            <p:ph type="ctrTitle"/>
          </p:nvPr>
        </p:nvSpPr>
        <p:spPr>
          <a:xfrm>
            <a:off x="0" y="-130630"/>
            <a:ext cx="9144000" cy="527412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9600"/>
              <a:buFont typeface="Times"/>
              <a:buNone/>
            </a:pPr>
            <a:r>
              <a:rPr b="1" lang="en-US" sz="9600">
                <a:latin typeface="Times"/>
                <a:ea typeface="Times"/>
                <a:cs typeface="Times"/>
                <a:sym typeface="Times"/>
              </a:rPr>
              <a:t>Tình yêu thương chan chứa như trời cao.</a:t>
            </a:r>
            <a:endParaRPr b="1" sz="9600">
              <a:latin typeface="Times"/>
              <a:ea typeface="Times"/>
              <a:cs typeface="Times"/>
              <a:sym typeface="Times"/>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sp>
        <p:nvSpPr>
          <p:cNvPr id="986" name="Google Shape;986;p17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10000"/>
              <a:buFont typeface="Times"/>
              <a:buNone/>
            </a:pPr>
            <a:r>
              <a:rPr b="1" lang="en-US" sz="10000">
                <a:latin typeface="Times"/>
                <a:ea typeface="Times"/>
                <a:cs typeface="Times"/>
                <a:sym typeface="Times"/>
              </a:rPr>
              <a:t>Niềm hân hoan cho những ai sầu đau.</a:t>
            </a:r>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17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10000"/>
              <a:buFont typeface="Times"/>
              <a:buNone/>
            </a:pPr>
            <a:r>
              <a:rPr b="1" lang="en-US" sz="10000">
                <a:latin typeface="Times"/>
                <a:ea typeface="Times"/>
                <a:cs typeface="Times"/>
                <a:sym typeface="Times"/>
              </a:rPr>
              <a:t>Ôi Thiên Chúa nguồn suối ân dạt dào.</a:t>
            </a:r>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pic>
        <p:nvPicPr>
          <p:cNvPr descr="Có thể là hình ảnh về 3 người và văn bản cho biết 'BÀI ĐỌC 2 CN XH TN c 好崎島 PAFNH Bài trích gửi ΤιΝ ผบิบ DO THÁI လမာလမာလမလဟာ &quot;Anh em tiễn đến nữi Sion và thành trì của Thiên Chữa hằng sống, là Giêrusalem trên trời, tiễn đến giữa muôn ngàn thiên thần.&quot; (Dt12,18-19.22-24a) 12, 18-19. 22-24a) (Dt'" id="997" name="Google Shape;997;p173"/>
          <p:cNvPicPr preferRelativeResize="0"/>
          <p:nvPr/>
        </p:nvPicPr>
        <p:blipFill rotWithShape="1">
          <a:blip r:embed="rId3">
            <a:alphaModFix/>
          </a:blip>
          <a:srcRect b="0" l="0" r="0" t="0"/>
          <a:stretch/>
        </p:blipFill>
        <p:spPr>
          <a:xfrm>
            <a:off x="-15902" y="0"/>
            <a:ext cx="9159902" cy="5143500"/>
          </a:xfrm>
          <a:prstGeom prst="rect">
            <a:avLst/>
          </a:prstGeom>
          <a:noFill/>
          <a:ln>
            <a:noFill/>
          </a:ln>
        </p:spPr>
      </p:pic>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pic>
        <p:nvPicPr>
          <p:cNvPr descr="Có thể là hình ảnh về 1 người và văn bản cho biết 'CHÚA NHẬT χχι THƯƠNG THƯỞNG NIÊN NĂM c Ai tôn mình lên SẼ BỊ HA XUỐNG 古米龍 &quot; phầm ai tôn mình lên, sẽ bị hạ xuỗng; còn ai hạ mình xuống sẽ được tôn lên.&quot; (Lc14,1.7-14) 1. .7-14) (Lc 14,'" id="1002" name="Google Shape;1002;p174"/>
          <p:cNvPicPr preferRelativeResize="0"/>
          <p:nvPr/>
        </p:nvPicPr>
        <p:blipFill rotWithShape="1">
          <a:blip r:embed="rId3">
            <a:alphaModFix/>
          </a:blip>
          <a:srcRect b="0" l="0" r="0" t="0"/>
          <a:stretch/>
        </p:blipFill>
        <p:spPr>
          <a:xfrm>
            <a:off x="-15902" y="0"/>
            <a:ext cx="9159902" cy="5143500"/>
          </a:xfrm>
          <a:prstGeom prst="rect">
            <a:avLst/>
          </a:prstGeom>
          <a:noFill/>
          <a:ln>
            <a:noFill/>
          </a:ln>
        </p:spPr>
      </p:pic>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175"/>
          <p:cNvSpPr txBox="1"/>
          <p:nvPr>
            <p:ph type="ctrTitle"/>
          </p:nvPr>
        </p:nvSpPr>
        <p:spPr>
          <a:xfrm>
            <a:off x="0" y="330199"/>
            <a:ext cx="9144000" cy="4813301"/>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i="1" lang="en-US" sz="8000">
                <a:latin typeface="Times"/>
                <a:ea typeface="Times"/>
                <a:cs typeface="Times"/>
                <a:sym typeface="Times"/>
              </a:rPr>
              <a:t>All… All...</a:t>
            </a:r>
            <a:r>
              <a:rPr b="1" lang="en-US" sz="8000">
                <a:latin typeface="Times"/>
                <a:ea typeface="Times"/>
                <a:cs typeface="Times"/>
                <a:sym typeface="Times"/>
              </a:rPr>
              <a:t> </a:t>
            </a:r>
            <a:br>
              <a:rPr b="1" lang="en-US" sz="8000">
                <a:latin typeface="Times"/>
                <a:ea typeface="Times"/>
                <a:cs typeface="Times"/>
                <a:sym typeface="Times"/>
              </a:rPr>
            </a:br>
            <a:r>
              <a:rPr b="1" lang="en-US" sz="8000">
                <a:latin typeface="Times"/>
                <a:ea typeface="Times"/>
                <a:cs typeface="Times"/>
                <a:sym typeface="Times"/>
              </a:rPr>
              <a:t> Lạy Chúa, xin hãy phán vì tôi tớ Chúa</a:t>
            </a:r>
            <a:endParaRPr b="1" i="1" sz="8000">
              <a:latin typeface="Times"/>
              <a:ea typeface="Times"/>
              <a:cs typeface="Times"/>
              <a:sym typeface="Times"/>
            </a:endParaRPr>
          </a:p>
        </p:txBody>
      </p:sp>
      <p:sp>
        <p:nvSpPr>
          <p:cNvPr id="1008" name="Google Shape;1008;p175"/>
          <p:cNvSpPr txBox="1"/>
          <p:nvPr/>
        </p:nvSpPr>
        <p:spPr>
          <a:xfrm>
            <a:off x="0" y="0"/>
            <a:ext cx="9144000" cy="635000"/>
          </a:xfrm>
          <a:prstGeom prst="rect">
            <a:avLst/>
          </a:prstGeom>
          <a:noFill/>
          <a:ln>
            <a:noFill/>
          </a:ln>
        </p:spPr>
        <p:txBody>
          <a:bodyPr anchorCtr="0" anchor="ctr" bIns="45700" lIns="91425" spcFirstLastPara="1" rIns="91425" wrap="square" tIns="45700">
            <a:normAutofit/>
          </a:bodyPr>
          <a:lstStyle/>
          <a:p>
            <a:pPr indent="0" lvl="0" marL="0" marR="0" rtl="0" algn="ctr">
              <a:spcBef>
                <a:spcPts val="0"/>
              </a:spcBef>
              <a:spcAft>
                <a:spcPts val="0"/>
              </a:spcAft>
              <a:buClr>
                <a:srgbClr val="FF0000"/>
              </a:buClr>
              <a:buSzPts val="3200"/>
              <a:buFont typeface="Times New Roman"/>
              <a:buNone/>
            </a:pPr>
            <a:r>
              <a:rPr b="1" i="0" lang="en-US" sz="3200" u="sng" cap="none" strike="noStrike">
                <a:solidFill>
                  <a:srgbClr val="FF0000"/>
                </a:solidFill>
                <a:latin typeface="Times New Roman"/>
                <a:ea typeface="Times New Roman"/>
                <a:cs typeface="Times New Roman"/>
                <a:sym typeface="Times New Roman"/>
              </a:rPr>
              <a:t>TUNG HÔ TIN MỪNG</a:t>
            </a:r>
            <a:endParaRPr b="1" i="0" sz="3200" u="none" cap="none" strike="noStrike">
              <a:solidFill>
                <a:srgbClr val="00B050"/>
              </a:solidFill>
              <a:latin typeface="Times New Roman"/>
              <a:ea typeface="Times New Roman"/>
              <a:cs typeface="Times New Roman"/>
              <a:sym typeface="Times New Roman"/>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p17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đang lắng tai nghe. Chúa có lời ban sự sống muôn đời </a:t>
            </a:r>
            <a:r>
              <a:rPr b="1" i="1" lang="en-US" sz="8000">
                <a:latin typeface="Times"/>
                <a:ea typeface="Times"/>
                <a:cs typeface="Times"/>
                <a:sym typeface="Times"/>
              </a:rPr>
              <a:t>All…All…</a:t>
            </a:r>
            <a:endParaRPr b="1" sz="8000">
              <a:latin typeface="Times"/>
              <a:ea typeface="Times"/>
              <a:cs typeface="Times"/>
              <a:sym typeface="Times"/>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pic>
        <p:nvPicPr>
          <p:cNvPr descr="Có thể là hình ảnh về 4 người và văn bản cho biết 'CHÚA NHẬT χΧΙ THƯỜNG NIÊN NĂM c &quot;PHÀM AI TÔN MÌNH LÊN SẼ BỊ HẠ XUÔNG&quot; (Lc (Lc14,1.7-14) 14, .7-14)'" id="1018" name="Google Shape;1018;p177"/>
          <p:cNvPicPr preferRelativeResize="0"/>
          <p:nvPr/>
        </p:nvPicPr>
        <p:blipFill rotWithShape="1">
          <a:blip r:embed="rId3">
            <a:alphaModFix/>
          </a:blip>
          <a:srcRect b="0" l="0" r="0" t="0"/>
          <a:stretch/>
        </p:blipFill>
        <p:spPr>
          <a:xfrm>
            <a:off x="-15902" y="0"/>
            <a:ext cx="9159902" cy="5143500"/>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178"/>
          <p:cNvSpPr txBox="1"/>
          <p:nvPr>
            <p:ph type="ctrTitle"/>
          </p:nvPr>
        </p:nvSpPr>
        <p:spPr>
          <a:xfrm>
            <a:off x="0" y="514351"/>
            <a:ext cx="9144000" cy="4629148"/>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8800"/>
              <a:buFont typeface="Times"/>
              <a:buNone/>
            </a:pPr>
            <a:r>
              <a:rPr b="1" lang="en-US" sz="8800">
                <a:solidFill>
                  <a:srgbClr val="EE0000"/>
                </a:solidFill>
                <a:latin typeface="Times"/>
                <a:ea typeface="Times"/>
                <a:cs typeface="Times"/>
                <a:sym typeface="Times"/>
              </a:rPr>
              <a:t>CT: </a:t>
            </a:r>
            <a:r>
              <a:rPr b="1" lang="en-US" sz="8800">
                <a:latin typeface="Times"/>
                <a:ea typeface="Times"/>
                <a:cs typeface="Times"/>
                <a:sym typeface="Times"/>
              </a:rPr>
              <a:t>Tôi tin kính một Thiên Chúa là Cha toàn năng.</a:t>
            </a:r>
            <a:endParaRPr/>
          </a:p>
        </p:txBody>
      </p:sp>
      <p:sp>
        <p:nvSpPr>
          <p:cNvPr id="1024" name="Google Shape;1024;p178"/>
          <p:cNvSpPr txBox="1"/>
          <p:nvPr/>
        </p:nvSpPr>
        <p:spPr>
          <a:xfrm>
            <a:off x="0" y="83125"/>
            <a:ext cx="9144000" cy="51435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0000"/>
              </a:buClr>
              <a:buSzPts val="3600"/>
              <a:buFont typeface="Times New Roman"/>
              <a:buNone/>
            </a:pPr>
            <a:r>
              <a:rPr b="1" i="0" lang="en-US" sz="3600" u="none" cap="none" strike="noStrike">
                <a:solidFill>
                  <a:srgbClr val="FF0000"/>
                </a:solidFill>
                <a:latin typeface="Times New Roman"/>
                <a:ea typeface="Times New Roman"/>
                <a:cs typeface="Times New Roman"/>
                <a:sym typeface="Times New Roman"/>
              </a:rPr>
              <a:t>KINH TIN KÍNH</a:t>
            </a:r>
            <a:endParaRPr b="1" i="0" sz="3600" u="none" cap="none" strike="noStrike">
              <a:solidFill>
                <a:srgbClr val="00B050"/>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sp>
        <p:nvSpPr>
          <p:cNvPr id="1029" name="Google Shape;1029;p179"/>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3399"/>
              </a:buClr>
              <a:buSzPts val="8800"/>
              <a:buFont typeface="Times"/>
              <a:buNone/>
            </a:pPr>
            <a:r>
              <a:rPr b="1" lang="en-US" sz="8800">
                <a:solidFill>
                  <a:srgbClr val="FF3399"/>
                </a:solidFill>
                <a:latin typeface="Times"/>
                <a:ea typeface="Times"/>
                <a:cs typeface="Times"/>
                <a:sym typeface="Times"/>
              </a:rPr>
              <a:t>A+B:</a:t>
            </a:r>
            <a:r>
              <a:rPr b="1" lang="en-US" sz="8800">
                <a:latin typeface="Times"/>
                <a:ea typeface="Times"/>
                <a:cs typeface="Times"/>
                <a:sym typeface="Times"/>
              </a:rPr>
              <a:t> Đấng tạo thành trời đất muôn vật hữu hình và vô hình.</a:t>
            </a:r>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180"/>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8800"/>
              <a:buFont typeface="Times"/>
              <a:buNone/>
            </a:pPr>
            <a:r>
              <a:rPr b="1" lang="en-US" sz="8800">
                <a:solidFill>
                  <a:srgbClr val="EE0000"/>
                </a:solidFill>
                <a:latin typeface="Times"/>
                <a:ea typeface="Times"/>
                <a:cs typeface="Times"/>
                <a:sym typeface="Times"/>
              </a:rPr>
              <a:t>A: </a:t>
            </a:r>
            <a:r>
              <a:rPr b="1" lang="en-US" sz="8800">
                <a:latin typeface="Times"/>
                <a:ea typeface="Times"/>
                <a:cs typeface="Times"/>
                <a:sym typeface="Times"/>
              </a:rPr>
              <a:t>Tôi tin kính một Chúa Giê-su Ki-tô Con Một Thiên Chúa,</a:t>
            </a:r>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181"/>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8800"/>
              <a:buFont typeface="Times"/>
              <a:buNone/>
            </a:pPr>
            <a:r>
              <a:rPr b="1" lang="en-US" sz="8800">
                <a:solidFill>
                  <a:srgbClr val="EE0000"/>
                </a:solidFill>
                <a:latin typeface="Times"/>
                <a:ea typeface="Times"/>
                <a:cs typeface="Times"/>
                <a:sym typeface="Times"/>
              </a:rPr>
              <a:t>A: </a:t>
            </a:r>
            <a:r>
              <a:rPr b="1" lang="en-US" sz="8800">
                <a:latin typeface="Times"/>
                <a:ea typeface="Times"/>
                <a:cs typeface="Times"/>
                <a:sym typeface="Times"/>
              </a:rPr>
              <a:t>sinh bởi Đức Chúa Cha từ trước muôn đời.</a:t>
            </a:r>
            <a:endParaRPr b="1" sz="8800">
              <a:latin typeface="Times"/>
              <a:ea typeface="Times"/>
              <a:cs typeface="Times"/>
              <a:sym typeface="Times"/>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182"/>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accent1"/>
              </a:buClr>
              <a:buSzPts val="8000"/>
              <a:buFont typeface="Times"/>
              <a:buNone/>
            </a:pPr>
            <a:r>
              <a:rPr b="1" lang="en-US" sz="8000">
                <a:solidFill>
                  <a:schemeClr val="accent1"/>
                </a:solidFill>
                <a:latin typeface="Times"/>
                <a:ea typeface="Times"/>
                <a:cs typeface="Times"/>
                <a:sym typeface="Times"/>
              </a:rPr>
              <a:t>B: </a:t>
            </a:r>
            <a:r>
              <a:rPr b="1" lang="en-US" sz="8000">
                <a:latin typeface="Times"/>
                <a:ea typeface="Times"/>
                <a:cs typeface="Times"/>
                <a:sym typeface="Times"/>
              </a:rPr>
              <a:t>Người là Thiên Chúa bởi Thiên Chúa, Ánh Sáng bởi Ánh Sáng,</a:t>
            </a:r>
            <a:endParaRPr b="1" sz="8000">
              <a:latin typeface="Times"/>
              <a:ea typeface="Times"/>
              <a:cs typeface="Times"/>
              <a:sym typeface="Times"/>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p183"/>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Thiên Chúa thật bởi Thiên Chúa thật.</a:t>
            </a:r>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p184"/>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8000">
                <a:latin typeface="Times"/>
                <a:ea typeface="Times"/>
                <a:cs typeface="Times"/>
                <a:sym typeface="Times"/>
              </a:rPr>
              <a:t>Được sinh ra mà không phải được tạo thành đồng bản thể với Đức Chúa Cha:</a:t>
            </a:r>
            <a:endParaRPr b="1" sz="8000">
              <a:latin typeface="Times"/>
              <a:ea typeface="Times"/>
              <a:cs typeface="Times"/>
              <a:sym typeface="Times"/>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p185"/>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nhờ Người mà muôn vật được tạo thành.</a:t>
            </a:r>
            <a:endParaRPr b="1" sz="8800">
              <a:latin typeface="Times"/>
              <a:ea typeface="Times"/>
              <a:cs typeface="Times"/>
              <a:sym typeface="Times"/>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3" name="Shape 1063"/>
        <p:cNvGrpSpPr/>
        <p:nvPr/>
      </p:nvGrpSpPr>
      <p:grpSpPr>
        <a:xfrm>
          <a:off x="0" y="0"/>
          <a:ext cx="0" cy="0"/>
          <a:chOff x="0" y="0"/>
          <a:chExt cx="0" cy="0"/>
        </a:xfrm>
      </p:grpSpPr>
      <p:sp>
        <p:nvSpPr>
          <p:cNvPr id="1064" name="Google Shape;1064;p186"/>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accent1"/>
              </a:buClr>
              <a:buSzPts val="8000"/>
              <a:buFont typeface="Times"/>
              <a:buNone/>
            </a:pPr>
            <a:r>
              <a:rPr b="1" lang="en-US" sz="8000">
                <a:solidFill>
                  <a:schemeClr val="accent1"/>
                </a:solidFill>
                <a:latin typeface="Times"/>
                <a:ea typeface="Times"/>
                <a:cs typeface="Times"/>
                <a:sym typeface="Times"/>
              </a:rPr>
              <a:t>B: </a:t>
            </a:r>
            <a:r>
              <a:rPr b="1" lang="en-US" sz="8000">
                <a:latin typeface="Times"/>
                <a:ea typeface="Times"/>
                <a:cs typeface="Times"/>
                <a:sym typeface="Times"/>
              </a:rPr>
              <a:t>Vì loài người chúng ta và để cứu độ chúng ta, Người đã từ trời xuống thế.</a:t>
            </a:r>
            <a:endParaRPr b="1" sz="8000">
              <a:latin typeface="Times"/>
              <a:ea typeface="Times"/>
              <a:cs typeface="Times"/>
              <a:sym typeface="Times"/>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187"/>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7000"/>
              <a:buFont typeface="Times"/>
              <a:buNone/>
            </a:pPr>
            <a:r>
              <a:rPr b="1" lang="en-US" sz="7000">
                <a:solidFill>
                  <a:srgbClr val="EE0000"/>
                </a:solidFill>
                <a:latin typeface="Times"/>
                <a:ea typeface="Times"/>
                <a:cs typeface="Times"/>
                <a:sym typeface="Times"/>
              </a:rPr>
              <a:t>A: </a:t>
            </a:r>
            <a:r>
              <a:rPr b="1" lang="en-US" sz="7000">
                <a:latin typeface="Times"/>
                <a:ea typeface="Times"/>
                <a:cs typeface="Times"/>
                <a:sym typeface="Times"/>
              </a:rPr>
              <a:t>Bởi phép Đức Chúa Thánh Thần, Người đã nhập thể trong lòng Trinh Nữ Ma-ri-a, và đã làm người.</a:t>
            </a:r>
            <a:endParaRPr b="1" sz="7000">
              <a:latin typeface="Times"/>
              <a:ea typeface="Times"/>
              <a:cs typeface="Times"/>
              <a:sym typeface="Times"/>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sp>
        <p:nvSpPr>
          <p:cNvPr id="1074" name="Google Shape;1074;p188"/>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accent1"/>
              </a:buClr>
              <a:buSzPts val="8800"/>
              <a:buFont typeface="Times"/>
              <a:buNone/>
            </a:pPr>
            <a:r>
              <a:rPr b="1" lang="en-US" sz="8800">
                <a:solidFill>
                  <a:schemeClr val="accent1"/>
                </a:solidFill>
                <a:latin typeface="Times"/>
                <a:ea typeface="Times"/>
                <a:cs typeface="Times"/>
                <a:sym typeface="Times"/>
              </a:rPr>
              <a:t>B: </a:t>
            </a:r>
            <a:r>
              <a:rPr b="1" lang="en-US" sz="8800">
                <a:latin typeface="Times"/>
                <a:ea typeface="Times"/>
                <a:cs typeface="Times"/>
                <a:sym typeface="Times"/>
              </a:rPr>
              <a:t>Người chịu đóng đinh vào thập giá vì </a:t>
            </a:r>
            <a:br>
              <a:rPr b="1" lang="en-US" sz="8800">
                <a:latin typeface="Times"/>
                <a:ea typeface="Times"/>
                <a:cs typeface="Times"/>
                <a:sym typeface="Times"/>
              </a:rPr>
            </a:br>
            <a:r>
              <a:rPr b="1" lang="en-US" sz="8800">
                <a:latin typeface="Times"/>
                <a:ea typeface="Times"/>
                <a:cs typeface="Times"/>
                <a:sym typeface="Times"/>
              </a:rPr>
              <a:t>chúng ta,</a:t>
            </a:r>
            <a:endParaRPr b="1" sz="8800">
              <a:latin typeface="Times"/>
              <a:ea typeface="Times"/>
              <a:cs typeface="Times"/>
              <a:sym typeface="Times"/>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sp>
        <p:nvSpPr>
          <p:cNvPr id="1079" name="Google Shape;1079;p189"/>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thời quan Phong-xi-ô Phi-la-tô; Người chịu khổ hình và mai táng.</a:t>
            </a:r>
            <a:endParaRPr b="1" sz="8000">
              <a:latin typeface="Times"/>
              <a:ea typeface="Times"/>
              <a:cs typeface="Times"/>
              <a:sym typeface="Times"/>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sp>
        <p:nvSpPr>
          <p:cNvPr id="1084" name="Google Shape;1084;p190"/>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8800"/>
              <a:buFont typeface="Times"/>
              <a:buNone/>
            </a:pPr>
            <a:r>
              <a:rPr b="1" lang="en-US" sz="8800">
                <a:solidFill>
                  <a:srgbClr val="EE0000"/>
                </a:solidFill>
                <a:latin typeface="Times"/>
                <a:ea typeface="Times"/>
                <a:cs typeface="Times"/>
                <a:sym typeface="Times"/>
              </a:rPr>
              <a:t>A: </a:t>
            </a:r>
            <a:r>
              <a:rPr b="1" lang="en-US" sz="8800">
                <a:latin typeface="Times"/>
                <a:ea typeface="Times"/>
                <a:cs typeface="Times"/>
                <a:sym typeface="Times"/>
              </a:rPr>
              <a:t>Ngày thứ ba Người sống lại như lời </a:t>
            </a:r>
            <a:br>
              <a:rPr b="1" lang="en-US" sz="8800">
                <a:latin typeface="Times"/>
                <a:ea typeface="Times"/>
                <a:cs typeface="Times"/>
                <a:sym typeface="Times"/>
              </a:rPr>
            </a:br>
            <a:r>
              <a:rPr b="1" lang="en-US" sz="8800">
                <a:latin typeface="Times"/>
                <a:ea typeface="Times"/>
                <a:cs typeface="Times"/>
                <a:sym typeface="Times"/>
              </a:rPr>
              <a:t>Thánh kinh.</a:t>
            </a:r>
            <a:endParaRPr b="1" sz="8800">
              <a:latin typeface="Times"/>
              <a:ea typeface="Times"/>
              <a:cs typeface="Times"/>
              <a:sym typeface="Times"/>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sp>
        <p:nvSpPr>
          <p:cNvPr id="1089" name="Google Shape;1089;p191"/>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accent1"/>
              </a:buClr>
              <a:buSzPts val="8800"/>
              <a:buFont typeface="Times"/>
              <a:buNone/>
            </a:pPr>
            <a:r>
              <a:rPr b="1" lang="en-US" sz="8800">
                <a:solidFill>
                  <a:schemeClr val="accent1"/>
                </a:solidFill>
                <a:latin typeface="Times"/>
                <a:ea typeface="Times"/>
                <a:cs typeface="Times"/>
                <a:sym typeface="Times"/>
              </a:rPr>
              <a:t>B: </a:t>
            </a:r>
            <a:r>
              <a:rPr b="1" lang="en-US" sz="8800">
                <a:latin typeface="Times"/>
                <a:ea typeface="Times"/>
                <a:cs typeface="Times"/>
                <a:sym typeface="Times"/>
              </a:rPr>
              <a:t>Người lên trời, ngự bên hữu Đức Chúa Cha.</a:t>
            </a:r>
            <a:endParaRPr b="1" sz="8800">
              <a:latin typeface="Times"/>
              <a:ea typeface="Times"/>
              <a:cs typeface="Times"/>
              <a:sym typeface="Times"/>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192"/>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8000">
                <a:latin typeface="Times"/>
                <a:ea typeface="Times"/>
                <a:cs typeface="Times"/>
                <a:sym typeface="Times"/>
              </a:rPr>
              <a:t>Và Người sẽ lại đến trong vinh quang để phán xét kẻ sống và kẻ chết,</a:t>
            </a:r>
            <a:endParaRPr b="1" sz="8000">
              <a:latin typeface="Times"/>
              <a:ea typeface="Times"/>
              <a:cs typeface="Times"/>
              <a:sym typeface="Times"/>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8" name="Shape 1098"/>
        <p:cNvGrpSpPr/>
        <p:nvPr/>
      </p:nvGrpSpPr>
      <p:grpSpPr>
        <a:xfrm>
          <a:off x="0" y="0"/>
          <a:ext cx="0" cy="0"/>
          <a:chOff x="0" y="0"/>
          <a:chExt cx="0" cy="0"/>
        </a:xfrm>
      </p:grpSpPr>
      <p:sp>
        <p:nvSpPr>
          <p:cNvPr id="1099" name="Google Shape;1099;p193"/>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Nước Người sẽ không bao giờ cùng.</a:t>
            </a:r>
            <a:endParaRPr b="1" sz="8000">
              <a:latin typeface="Times"/>
              <a:ea typeface="Times"/>
              <a:cs typeface="Times"/>
              <a:sym typeface="Times"/>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194"/>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accent1"/>
              </a:buClr>
              <a:buSzPts val="7200"/>
              <a:buFont typeface="Times"/>
              <a:buNone/>
            </a:pPr>
            <a:r>
              <a:rPr b="1" lang="en-US" sz="7200">
                <a:solidFill>
                  <a:schemeClr val="accent1"/>
                </a:solidFill>
                <a:latin typeface="Times"/>
                <a:ea typeface="Times"/>
                <a:cs typeface="Times"/>
                <a:sym typeface="Times"/>
              </a:rPr>
              <a:t>B: </a:t>
            </a:r>
            <a:r>
              <a:rPr b="1" lang="en-US" sz="7200">
                <a:latin typeface="Times"/>
                <a:ea typeface="Times"/>
                <a:cs typeface="Times"/>
                <a:sym typeface="Times"/>
              </a:rPr>
              <a:t>Tôi tinh kính Đức Chúa Thánh Thần là Thiên Chúa, và là Đấng ban sự sống,</a:t>
            </a:r>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p195"/>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Người bởi Đức Chúa Cha và Đức Chúa Con mà ra.</a:t>
            </a:r>
            <a:endParaRPr b="1" sz="8000">
              <a:latin typeface="Times"/>
              <a:ea typeface="Times"/>
              <a:cs typeface="Times"/>
              <a:sym typeface="Times"/>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sp>
        <p:nvSpPr>
          <p:cNvPr id="1114" name="Google Shape;1114;p196"/>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7200"/>
              <a:buFont typeface="Times"/>
              <a:buNone/>
            </a:pPr>
            <a:r>
              <a:rPr b="1" lang="en-US" sz="7200">
                <a:solidFill>
                  <a:srgbClr val="EE0000"/>
                </a:solidFill>
                <a:latin typeface="Times"/>
                <a:ea typeface="Times"/>
                <a:cs typeface="Times"/>
                <a:sym typeface="Times"/>
              </a:rPr>
              <a:t>A: </a:t>
            </a:r>
            <a:r>
              <a:rPr b="1" lang="en-US" sz="7200">
                <a:latin typeface="Times"/>
                <a:ea typeface="Times"/>
                <a:cs typeface="Times"/>
                <a:sym typeface="Times"/>
              </a:rPr>
              <a:t>Người được phụng thờ và tôn vinh cùng với Đức Chúa Cha và Đức Chúa Con</a:t>
            </a:r>
            <a:endParaRPr b="1" sz="7200">
              <a:latin typeface="Times"/>
              <a:ea typeface="Times"/>
              <a:cs typeface="Times"/>
              <a:sym typeface="Times"/>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8" name="Shape 1118"/>
        <p:cNvGrpSpPr/>
        <p:nvPr/>
      </p:nvGrpSpPr>
      <p:grpSpPr>
        <a:xfrm>
          <a:off x="0" y="0"/>
          <a:ext cx="0" cy="0"/>
          <a:chOff x="0" y="0"/>
          <a:chExt cx="0" cy="0"/>
        </a:xfrm>
      </p:grpSpPr>
      <p:sp>
        <p:nvSpPr>
          <p:cNvPr id="1119" name="Google Shape;1119;p197"/>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Người đã dùng các Tiên tri mà phán dạy.</a:t>
            </a:r>
            <a:endParaRPr b="1" sz="8000">
              <a:latin typeface="Times"/>
              <a:ea typeface="Times"/>
              <a:cs typeface="Times"/>
              <a:sym typeface="Times"/>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198"/>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accent1"/>
              </a:buClr>
              <a:buSzPts val="8000"/>
              <a:buFont typeface="Times"/>
              <a:buNone/>
            </a:pPr>
            <a:r>
              <a:rPr b="1" lang="en-US" sz="8000">
                <a:solidFill>
                  <a:schemeClr val="accent1"/>
                </a:solidFill>
                <a:latin typeface="Times"/>
                <a:ea typeface="Times"/>
                <a:cs typeface="Times"/>
                <a:sym typeface="Times"/>
              </a:rPr>
              <a:t>B: </a:t>
            </a:r>
            <a:r>
              <a:rPr b="1" lang="en-US" sz="8000">
                <a:latin typeface="Times"/>
                <a:ea typeface="Times"/>
                <a:cs typeface="Times"/>
                <a:sym typeface="Times"/>
              </a:rPr>
              <a:t>Tôi tin Hội Thánh duy nhất, thánh thiện, công giáo và tông truyền.</a:t>
            </a:r>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8" name="Shape 1128"/>
        <p:cNvGrpSpPr/>
        <p:nvPr/>
      </p:nvGrpSpPr>
      <p:grpSpPr>
        <a:xfrm>
          <a:off x="0" y="0"/>
          <a:ext cx="0" cy="0"/>
          <a:chOff x="0" y="0"/>
          <a:chExt cx="0" cy="0"/>
        </a:xfrm>
      </p:grpSpPr>
      <p:sp>
        <p:nvSpPr>
          <p:cNvPr id="1129" name="Google Shape;1129;p199"/>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8000">
                <a:latin typeface="Times"/>
                <a:ea typeface="Times"/>
                <a:cs typeface="Times"/>
                <a:sym typeface="Times"/>
              </a:rPr>
              <a:t>Tôi tuyên xưng có một Phép Rửa </a:t>
            </a:r>
            <a:br>
              <a:rPr b="1" lang="en-US" sz="8000">
                <a:latin typeface="Times"/>
                <a:ea typeface="Times"/>
                <a:cs typeface="Times"/>
                <a:sym typeface="Times"/>
              </a:rPr>
            </a:br>
            <a:r>
              <a:rPr b="1" lang="en-US" sz="8000">
                <a:latin typeface="Times"/>
                <a:ea typeface="Times"/>
                <a:cs typeface="Times"/>
                <a:sym typeface="Times"/>
              </a:rPr>
              <a:t>để tha tội.</a:t>
            </a:r>
            <a:endParaRPr b="1" sz="8000">
              <a:latin typeface="Times"/>
              <a:ea typeface="Times"/>
              <a:cs typeface="Times"/>
              <a:sym typeface="Times"/>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3" name="Shape 1133"/>
        <p:cNvGrpSpPr/>
        <p:nvPr/>
      </p:nvGrpSpPr>
      <p:grpSpPr>
        <a:xfrm>
          <a:off x="0" y="0"/>
          <a:ext cx="0" cy="0"/>
          <a:chOff x="0" y="0"/>
          <a:chExt cx="0" cy="0"/>
        </a:xfrm>
      </p:grpSpPr>
      <p:sp>
        <p:nvSpPr>
          <p:cNvPr id="1134" name="Google Shape;1134;p200"/>
          <p:cNvSpPr txBox="1"/>
          <p:nvPr>
            <p:ph type="ctrTitle"/>
          </p:nvPr>
        </p:nvSpPr>
        <p:spPr>
          <a:xfrm>
            <a:off x="0" y="0"/>
            <a:ext cx="9144000" cy="5143499"/>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rgbClr val="FF3399"/>
              </a:buClr>
              <a:buSzPts val="8000"/>
              <a:buFont typeface="Times"/>
              <a:buNone/>
            </a:pPr>
            <a:r>
              <a:rPr b="1" lang="en-US" sz="8000">
                <a:solidFill>
                  <a:srgbClr val="FF3399"/>
                </a:solidFill>
                <a:latin typeface="Times"/>
                <a:ea typeface="Times"/>
                <a:cs typeface="Times"/>
                <a:sym typeface="Times"/>
              </a:rPr>
              <a:t>A+B: </a:t>
            </a:r>
            <a:r>
              <a:rPr b="1" lang="en-US" sz="8000">
                <a:latin typeface="Times"/>
                <a:ea typeface="Times"/>
                <a:cs typeface="Times"/>
                <a:sym typeface="Times"/>
              </a:rPr>
              <a:t>Tôi trông đợi kẻ chết sống lại và sự sống đời sau. </a:t>
            </a:r>
            <a:r>
              <a:rPr b="1" lang="en-US" sz="8000">
                <a:solidFill>
                  <a:srgbClr val="FF0000"/>
                </a:solidFill>
                <a:latin typeface="Times"/>
                <a:ea typeface="Times"/>
                <a:cs typeface="Times"/>
                <a:sym typeface="Times"/>
              </a:rPr>
              <a:t>Amen</a:t>
            </a:r>
            <a:r>
              <a:rPr b="1" lang="en-US" sz="8000">
                <a:latin typeface="Times"/>
                <a:ea typeface="Times"/>
                <a:cs typeface="Times"/>
                <a:sym typeface="Times"/>
              </a:rPr>
              <a:t>.</a:t>
            </a:r>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pic>
        <p:nvPicPr>
          <p:cNvPr descr="Có thể là hình ảnh về 1 người và văn bản cho biết 'CHÚA NHẬT χχι THƯƠNG THƯỞNG NIÊN NĂM c Ai tôn mình lên SẼ BỊ HA XUỐNG 古米龍 &quot; phầm ai tôn mình lên, sẽ bị hạ xuỗng; còn ai hạ mình xuống sẽ được tôn lên.&quot; (Lc14,1.7-14) 1. .7-14) (Lc 14,'" id="1139" name="Google Shape;1139;p201"/>
          <p:cNvPicPr preferRelativeResize="0"/>
          <p:nvPr/>
        </p:nvPicPr>
        <p:blipFill rotWithShape="1">
          <a:blip r:embed="rId3">
            <a:alphaModFix/>
          </a:blip>
          <a:srcRect b="0" l="0" r="0" t="0"/>
          <a:stretch/>
        </p:blipFill>
        <p:spPr>
          <a:xfrm>
            <a:off x="-15902" y="0"/>
            <a:ext cx="9159902" cy="5143500"/>
          </a:xfrm>
          <a:prstGeom prst="rect">
            <a:avLst/>
          </a:prstGeom>
          <a:noFill/>
          <a:ln>
            <a:noFill/>
          </a:ln>
        </p:spPr>
      </p:pic>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202"/>
          <p:cNvSpPr txBox="1"/>
          <p:nvPr>
            <p:ph type="ctrTitle"/>
          </p:nvPr>
        </p:nvSpPr>
        <p:spPr>
          <a:xfrm>
            <a:off x="0" y="0"/>
            <a:ext cx="9144000" cy="5143500"/>
          </a:xfrm>
          <a:prstGeom prst="rect">
            <a:avLst/>
          </a:prstGeom>
          <a:no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DÂNG LỄ (15) </a:t>
            </a:r>
            <a:br>
              <a:rPr b="1" lang="en-US" sz="6700">
                <a:solidFill>
                  <a:srgbClr val="FF0000"/>
                </a:solidFill>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(Phạm Liên Hùng)</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9" name="Shape 1149"/>
        <p:cNvGrpSpPr/>
        <p:nvPr/>
      </p:nvGrpSpPr>
      <p:grpSpPr>
        <a:xfrm>
          <a:off x="0" y="0"/>
          <a:ext cx="0" cy="0"/>
          <a:chOff x="0" y="0"/>
          <a:chExt cx="0" cy="0"/>
        </a:xfrm>
      </p:grpSpPr>
      <p:sp>
        <p:nvSpPr>
          <p:cNvPr id="1150" name="Google Shape;1150;p20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ÐK: Dâng lên </a:t>
            </a:r>
            <a:br>
              <a:rPr b="1" lang="en-US" sz="8000">
                <a:latin typeface="Times"/>
                <a:ea typeface="Times"/>
                <a:cs typeface="Times"/>
                <a:sym typeface="Times"/>
              </a:rPr>
            </a:br>
            <a:r>
              <a:rPr b="1" lang="en-US" sz="8000">
                <a:latin typeface="Times"/>
                <a:ea typeface="Times"/>
                <a:cs typeface="Times"/>
                <a:sym typeface="Times"/>
              </a:rPr>
              <a:t>trước thiên tòa này bánh thơm với </a:t>
            </a:r>
            <a:br>
              <a:rPr b="1" lang="en-US" sz="8000">
                <a:latin typeface="Times"/>
                <a:ea typeface="Times"/>
                <a:cs typeface="Times"/>
                <a:sym typeface="Times"/>
              </a:rPr>
            </a:br>
            <a:r>
              <a:rPr b="1" lang="en-US" sz="8000">
                <a:latin typeface="Times"/>
                <a:ea typeface="Times"/>
                <a:cs typeface="Times"/>
                <a:sym typeface="Times"/>
              </a:rPr>
              <a:t>rượu ngon.</a:t>
            </a:r>
            <a:endParaRPr b="1" sz="8000">
              <a:latin typeface="Times"/>
              <a:ea typeface="Times"/>
              <a:cs typeface="Times"/>
              <a:sym typeface="Times"/>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20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Dâng lên trót tâm hồn và trót thân xác của con</a:t>
            </a:r>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p20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1. Xin tiến dâng lời kinh hòa </a:t>
            </a:r>
            <a:br>
              <a:rPr b="1" lang="en-US" sz="8800">
                <a:latin typeface="Times"/>
                <a:ea typeface="Times"/>
                <a:cs typeface="Times"/>
                <a:sym typeface="Times"/>
              </a:rPr>
            </a:br>
            <a:r>
              <a:rPr b="1" lang="en-US" sz="8800">
                <a:latin typeface="Times"/>
                <a:ea typeface="Times"/>
                <a:cs typeface="Times"/>
                <a:sym typeface="Times"/>
              </a:rPr>
              <a:t>vang theo lời </a:t>
            </a:r>
            <a:br>
              <a:rPr b="1" lang="en-US" sz="8800">
                <a:latin typeface="Times"/>
                <a:ea typeface="Times"/>
                <a:cs typeface="Times"/>
                <a:sym typeface="Times"/>
              </a:rPr>
            </a:br>
            <a:r>
              <a:rPr b="1" lang="en-US" sz="8800">
                <a:latin typeface="Times"/>
                <a:ea typeface="Times"/>
                <a:cs typeface="Times"/>
                <a:sym typeface="Times"/>
              </a:rPr>
              <a:t>hoan chúc,</a:t>
            </a:r>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20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xin tiến dâng đời con với bao ước mơ nồng nàn,</a:t>
            </a:r>
            <a:endParaRPr b="1" sz="8800">
              <a:latin typeface="Times"/>
              <a:ea typeface="Times"/>
              <a:cs typeface="Times"/>
              <a:sym typeface="Times"/>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3" name="Shape 1173"/>
        <p:cNvGrpSpPr/>
        <p:nvPr/>
      </p:nvGrpSpPr>
      <p:grpSpPr>
        <a:xfrm>
          <a:off x="0" y="0"/>
          <a:ext cx="0" cy="0"/>
          <a:chOff x="0" y="0"/>
          <a:chExt cx="0" cy="0"/>
        </a:xfrm>
      </p:grpSpPr>
      <p:sp>
        <p:nvSpPr>
          <p:cNvPr id="1174" name="Google Shape;1174;p20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xin Chúa luôn dủ thương và ban chan hòa ơn phúc,</a:t>
            </a:r>
            <a:endParaRPr b="1" sz="8800">
              <a:latin typeface="Times"/>
              <a:ea typeface="Times"/>
              <a:cs typeface="Times"/>
              <a:sym typeface="Times"/>
            </a:endParaRPr>
          </a:p>
        </p:txBody>
      </p:sp>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9" name="Shape 1179"/>
        <p:cNvGrpSpPr/>
        <p:nvPr/>
      </p:nvGrpSpPr>
      <p:grpSpPr>
        <a:xfrm>
          <a:off x="0" y="0"/>
          <a:ext cx="0" cy="0"/>
          <a:chOff x="0" y="0"/>
          <a:chExt cx="0" cy="0"/>
        </a:xfrm>
      </p:grpSpPr>
      <p:sp>
        <p:nvSpPr>
          <p:cNvPr id="1180" name="Google Shape;1180;p20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cho chính tâm hồn con cũng như khắp dân tộc con.</a:t>
            </a:r>
            <a:endParaRPr b="1" sz="8800">
              <a:latin typeface="Times"/>
              <a:ea typeface="Times"/>
              <a:cs typeface="Times"/>
              <a:sym typeface="Times"/>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p20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ÐK: Dâng lên </a:t>
            </a:r>
            <a:br>
              <a:rPr b="1" lang="en-US" sz="8000">
                <a:latin typeface="Times"/>
                <a:ea typeface="Times"/>
                <a:cs typeface="Times"/>
                <a:sym typeface="Times"/>
              </a:rPr>
            </a:br>
            <a:r>
              <a:rPr b="1" lang="en-US" sz="8000">
                <a:latin typeface="Times"/>
                <a:ea typeface="Times"/>
                <a:cs typeface="Times"/>
                <a:sym typeface="Times"/>
              </a:rPr>
              <a:t>trước thiên tòa này bánh thơm với </a:t>
            </a:r>
            <a:br>
              <a:rPr b="1" lang="en-US" sz="8000">
                <a:latin typeface="Times"/>
                <a:ea typeface="Times"/>
                <a:cs typeface="Times"/>
                <a:sym typeface="Times"/>
              </a:rPr>
            </a:br>
            <a:r>
              <a:rPr b="1" lang="en-US" sz="8000">
                <a:latin typeface="Times"/>
                <a:ea typeface="Times"/>
                <a:cs typeface="Times"/>
                <a:sym typeface="Times"/>
              </a:rPr>
              <a:t>rượu ngon.</a:t>
            </a:r>
            <a:endParaRPr b="1" sz="8000">
              <a:latin typeface="Times"/>
              <a:ea typeface="Times"/>
              <a:cs typeface="Times"/>
              <a:sym typeface="Times"/>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sp>
        <p:nvSpPr>
          <p:cNvPr id="1192" name="Google Shape;1192;p21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Dâng lên trót tâm hồn và trót thân xác của con</a:t>
            </a:r>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p21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2. Xin tiến dâng tuổi xanh cùng bao khát vọng chan chứa,</a:t>
            </a:r>
            <a:endParaRPr/>
          </a:p>
        </p:txBody>
      </p:sp>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sp>
        <p:nvSpPr>
          <p:cNvPr id="1204" name="Google Shape;1204;p21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dâng Chúa các bạn con cũng như những ai thân thuộc.</a:t>
            </a:r>
            <a:endParaRPr b="1" sz="8000">
              <a:latin typeface="Times"/>
              <a:ea typeface="Times"/>
              <a:cs typeface="Times"/>
              <a:sym typeface="Times"/>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9" name="Shape 1209"/>
        <p:cNvGrpSpPr/>
        <p:nvPr/>
      </p:nvGrpSpPr>
      <p:grpSpPr>
        <a:xfrm>
          <a:off x="0" y="0"/>
          <a:ext cx="0" cy="0"/>
          <a:chOff x="0" y="0"/>
          <a:chExt cx="0" cy="0"/>
        </a:xfrm>
      </p:grpSpPr>
      <p:sp>
        <p:nvSpPr>
          <p:cNvPr id="1210" name="Google Shape;1210;p21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Xin Chúa thương rộng ban hồng ân chan hòa tâm trí,</a:t>
            </a:r>
            <a:endParaRPr b="1" sz="8800">
              <a:latin typeface="Times"/>
              <a:ea typeface="Times"/>
              <a:cs typeface="Times"/>
              <a:sym typeface="Times"/>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5" name="Shape 1215"/>
        <p:cNvGrpSpPr/>
        <p:nvPr/>
      </p:nvGrpSpPr>
      <p:grpSpPr>
        <a:xfrm>
          <a:off x="0" y="0"/>
          <a:ext cx="0" cy="0"/>
          <a:chOff x="0" y="0"/>
          <a:chExt cx="0" cy="0"/>
        </a:xfrm>
      </p:grpSpPr>
      <p:sp>
        <p:nvSpPr>
          <p:cNvPr id="1216" name="Google Shape;1216;p21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săn sóc giữ gìn luôn thoát qua phút giây lầm than.</a:t>
            </a:r>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1" name="Shape 1221"/>
        <p:cNvGrpSpPr/>
        <p:nvPr/>
      </p:nvGrpSpPr>
      <p:grpSpPr>
        <a:xfrm>
          <a:off x="0" y="0"/>
          <a:ext cx="0" cy="0"/>
          <a:chOff x="0" y="0"/>
          <a:chExt cx="0" cy="0"/>
        </a:xfrm>
      </p:grpSpPr>
      <p:sp>
        <p:nvSpPr>
          <p:cNvPr id="1222" name="Google Shape;1222;p21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000"/>
              <a:buFont typeface="Times"/>
              <a:buNone/>
            </a:pPr>
            <a:r>
              <a:rPr b="1" lang="en-US" sz="8000">
                <a:latin typeface="Times"/>
                <a:ea typeface="Times"/>
                <a:cs typeface="Times"/>
                <a:sym typeface="Times"/>
              </a:rPr>
              <a:t>ÐK: Dâng lên </a:t>
            </a:r>
            <a:br>
              <a:rPr b="1" lang="en-US" sz="8000">
                <a:latin typeface="Times"/>
                <a:ea typeface="Times"/>
                <a:cs typeface="Times"/>
                <a:sym typeface="Times"/>
              </a:rPr>
            </a:br>
            <a:r>
              <a:rPr b="1" lang="en-US" sz="8000">
                <a:latin typeface="Times"/>
                <a:ea typeface="Times"/>
                <a:cs typeface="Times"/>
                <a:sym typeface="Times"/>
              </a:rPr>
              <a:t>trước thiên tòa này bánh thơm với </a:t>
            </a:r>
            <a:br>
              <a:rPr b="1" lang="en-US" sz="8000">
                <a:latin typeface="Times"/>
                <a:ea typeface="Times"/>
                <a:cs typeface="Times"/>
                <a:sym typeface="Times"/>
              </a:rPr>
            </a:br>
            <a:r>
              <a:rPr b="1" lang="en-US" sz="8000">
                <a:latin typeface="Times"/>
                <a:ea typeface="Times"/>
                <a:cs typeface="Times"/>
                <a:sym typeface="Times"/>
              </a:rPr>
              <a:t>rượu ngon.</a:t>
            </a:r>
            <a:endParaRPr b="1" sz="8000">
              <a:latin typeface="Times"/>
              <a:ea typeface="Times"/>
              <a:cs typeface="Times"/>
              <a:sym typeface="Times"/>
            </a:endParaRPr>
          </a:p>
        </p:txBody>
      </p:sp>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p21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Dâng lên trót tâm hồn và trót thân xác của con</a:t>
            </a:r>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pic>
        <p:nvPicPr>
          <p:cNvPr descr="A golden chalice and a cross next to a book&#10;&#10;AI-generated content may be incorrect." id="1233" name="Google Shape;1233;p217"/>
          <p:cNvPicPr preferRelativeResize="0"/>
          <p:nvPr/>
        </p:nvPicPr>
        <p:blipFill rotWithShape="1">
          <a:blip r:embed="rId3">
            <a:alphaModFix/>
          </a:blip>
          <a:srcRect b="9844" l="0" r="0" t="5782"/>
          <a:stretch/>
        </p:blipFill>
        <p:spPr>
          <a:xfrm>
            <a:off x="0" y="0"/>
            <a:ext cx="9144000" cy="5143500"/>
          </a:xfrm>
          <a:prstGeom prst="rect">
            <a:avLst/>
          </a:prstGeom>
          <a:noFill/>
          <a:ln>
            <a:noFill/>
          </a:ln>
        </p:spPr>
      </p:pic>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p218"/>
          <p:cNvSpPr txBox="1"/>
          <p:nvPr>
            <p:ph type="ctrTitle"/>
          </p:nvPr>
        </p:nvSpPr>
        <p:spPr>
          <a:xfrm>
            <a:off x="736600" y="31750"/>
            <a:ext cx="7670800" cy="457761"/>
          </a:xfrm>
          <a:prstGeom prst="rect">
            <a:avLst/>
          </a:prstGeom>
          <a:noFill/>
          <a:ln>
            <a:noFill/>
          </a:ln>
        </p:spPr>
        <p:txBody>
          <a:bodyPr anchorCtr="0" anchor="b" bIns="0" lIns="91425" spcFirstLastPara="1" rIns="91425" wrap="square" tIns="0">
            <a:normAutofit/>
          </a:bodyPr>
          <a:lstStyle/>
          <a:p>
            <a:pPr indent="0" lvl="0" marL="0" rtl="0" algn="ctr">
              <a:lnSpc>
                <a:spcPct val="90000"/>
              </a:lnSpc>
              <a:spcBef>
                <a:spcPts val="0"/>
              </a:spcBef>
              <a:spcAft>
                <a:spcPts val="0"/>
              </a:spcAft>
              <a:buClr>
                <a:srgbClr val="FF0000"/>
              </a:buClr>
              <a:buSzPts val="3200"/>
              <a:buFont typeface="Times New Roman"/>
              <a:buNone/>
            </a:pPr>
            <a:r>
              <a:rPr b="1" lang="en-US" sz="3200" u="sng">
                <a:solidFill>
                  <a:srgbClr val="FF0000"/>
                </a:solidFill>
                <a:latin typeface="Times New Roman"/>
                <a:ea typeface="Times New Roman"/>
                <a:cs typeface="Times New Roman"/>
                <a:sym typeface="Times New Roman"/>
              </a:rPr>
              <a:t>CA HIỆP LỄ</a:t>
            </a:r>
            <a:endParaRPr b="1" sz="1800" u="sng">
              <a:solidFill>
                <a:srgbClr val="7F7F7F"/>
              </a:solidFill>
              <a:latin typeface="Times New Roman"/>
              <a:ea typeface="Times New Roman"/>
              <a:cs typeface="Times New Roman"/>
              <a:sym typeface="Times New Roman"/>
            </a:endParaRPr>
          </a:p>
        </p:txBody>
      </p:sp>
      <p:sp>
        <p:nvSpPr>
          <p:cNvPr id="1239" name="Google Shape;1239;p218"/>
          <p:cNvSpPr txBox="1"/>
          <p:nvPr/>
        </p:nvSpPr>
        <p:spPr>
          <a:xfrm>
            <a:off x="0" y="470461"/>
            <a:ext cx="9144000" cy="4673039"/>
          </a:xfrm>
          <a:prstGeom prst="rect">
            <a:avLst/>
          </a:prstGeom>
          <a:solidFill>
            <a:schemeClr val="lt1"/>
          </a:solidFill>
          <a:ln>
            <a:noFill/>
          </a:ln>
        </p:spPr>
        <p:txBody>
          <a:bodyPr anchorCtr="0" anchor="ctr" bIns="0" lIns="91425" spcFirstLastPara="1" rIns="91425" wrap="square" tIns="0">
            <a:noAutofit/>
          </a:bodyPr>
          <a:lstStyle/>
          <a:p>
            <a:pPr indent="0" lvl="0" marL="0" marR="0" rtl="0" algn="ctr">
              <a:spcBef>
                <a:spcPts val="0"/>
              </a:spcBef>
              <a:spcAft>
                <a:spcPts val="0"/>
              </a:spcAft>
              <a:buClr>
                <a:schemeClr val="dk1"/>
              </a:buClr>
              <a:buSzPts val="10000"/>
              <a:buFont typeface="Times"/>
              <a:buNone/>
            </a:pPr>
            <a:r>
              <a:rPr b="1" i="0" lang="en-US" sz="10000" u="none" cap="none" strike="noStrike">
                <a:solidFill>
                  <a:schemeClr val="dk1"/>
                </a:solidFill>
                <a:latin typeface="Times"/>
                <a:ea typeface="Times"/>
                <a:cs typeface="Times"/>
                <a:sym typeface="Times"/>
              </a:rPr>
              <a:t>Lạy Chúa, vĩ đại thay lòng nhân hậu Chúa,</a:t>
            </a:r>
            <a:endParaRPr/>
          </a:p>
        </p:txBody>
      </p:sp>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3" name="Shape 1243"/>
        <p:cNvGrpSpPr/>
        <p:nvPr/>
      </p:nvGrpSpPr>
      <p:grpSpPr>
        <a:xfrm>
          <a:off x="0" y="0"/>
          <a:ext cx="0" cy="0"/>
          <a:chOff x="0" y="0"/>
          <a:chExt cx="0" cy="0"/>
        </a:xfrm>
      </p:grpSpPr>
      <p:sp>
        <p:nvSpPr>
          <p:cNvPr id="1244" name="Google Shape;1244;p219"/>
          <p:cNvSpPr txBox="1"/>
          <p:nvPr/>
        </p:nvSpPr>
        <p:spPr>
          <a:xfrm>
            <a:off x="0" y="1"/>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marR="0" rtl="0" algn="ctr">
              <a:spcBef>
                <a:spcPts val="0"/>
              </a:spcBef>
              <a:spcAft>
                <a:spcPts val="0"/>
              </a:spcAft>
              <a:buClr>
                <a:schemeClr val="dk1"/>
              </a:buClr>
              <a:buSzPts val="8800"/>
              <a:buFont typeface="Times"/>
              <a:buNone/>
            </a:pPr>
            <a:r>
              <a:rPr b="1" i="0" lang="en-US" sz="8800" u="none" cap="none" strike="noStrike">
                <a:solidFill>
                  <a:schemeClr val="dk1"/>
                </a:solidFill>
                <a:latin typeface="Times"/>
                <a:ea typeface="Times"/>
                <a:cs typeface="Times"/>
                <a:sym typeface="Times"/>
              </a:rPr>
              <a:t>lòng nhân hậu Ngài dành để cho những ai kính </a:t>
            </a:r>
            <a:br>
              <a:rPr b="1" i="0" lang="en-US" sz="8800" u="none" cap="none" strike="noStrike">
                <a:solidFill>
                  <a:schemeClr val="dk1"/>
                </a:solidFill>
                <a:latin typeface="Times"/>
                <a:ea typeface="Times"/>
                <a:cs typeface="Times"/>
                <a:sym typeface="Times"/>
              </a:rPr>
            </a:br>
            <a:r>
              <a:rPr b="1" i="0" lang="en-US" sz="8800" u="none" cap="none" strike="noStrike">
                <a:solidFill>
                  <a:schemeClr val="dk1"/>
                </a:solidFill>
                <a:latin typeface="Times"/>
                <a:ea typeface="Times"/>
                <a:cs typeface="Times"/>
                <a:sym typeface="Times"/>
              </a:rPr>
              <a:t>sợ Ngài.</a:t>
            </a:r>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8" name="Shape 1248"/>
        <p:cNvGrpSpPr/>
        <p:nvPr/>
      </p:nvGrpSpPr>
      <p:grpSpPr>
        <a:xfrm>
          <a:off x="0" y="0"/>
          <a:ext cx="0" cy="0"/>
          <a:chOff x="0" y="0"/>
          <a:chExt cx="0" cy="0"/>
        </a:xfrm>
      </p:grpSpPr>
      <p:sp>
        <p:nvSpPr>
          <p:cNvPr id="1249" name="Google Shape;1249;p220"/>
          <p:cNvSpPr txBox="1"/>
          <p:nvPr>
            <p:ph type="ctrTitle"/>
          </p:nvPr>
        </p:nvSpPr>
        <p:spPr>
          <a:xfrm>
            <a:off x="-1" y="0"/>
            <a:ext cx="9144001" cy="5143500"/>
          </a:xfrm>
          <a:prstGeom prst="rect">
            <a:avLst/>
          </a:prstGeom>
          <a:no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TÌNH NGÀI YÊU</a:t>
            </a:r>
            <a:br>
              <a:rPr b="1" lang="en-US" sz="6700">
                <a:solidFill>
                  <a:srgbClr val="FF0000"/>
                </a:solidFill>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(Lm. Huy Hoàng)</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4" name="Shape 1254"/>
        <p:cNvGrpSpPr/>
        <p:nvPr/>
      </p:nvGrpSpPr>
      <p:grpSpPr>
        <a:xfrm>
          <a:off x="0" y="0"/>
          <a:ext cx="0" cy="0"/>
          <a:chOff x="0" y="0"/>
          <a:chExt cx="0" cy="0"/>
        </a:xfrm>
      </p:grpSpPr>
      <p:sp>
        <p:nvSpPr>
          <p:cNvPr id="1255" name="Google Shape;1255;p22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1. Tình Ngài yêu con bao la vươn lút trời xanh,</a:t>
            </a:r>
            <a:endParaRPr b="1" sz="8800">
              <a:latin typeface="Times"/>
              <a:ea typeface="Times"/>
              <a:cs typeface="Times"/>
              <a:sym typeface="Times"/>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0" name="Shape 1260"/>
        <p:cNvGrpSpPr/>
        <p:nvPr/>
      </p:nvGrpSpPr>
      <p:grpSpPr>
        <a:xfrm>
          <a:off x="0" y="0"/>
          <a:ext cx="0" cy="0"/>
          <a:chOff x="0" y="0"/>
          <a:chExt cx="0" cy="0"/>
        </a:xfrm>
      </p:grpSpPr>
      <p:sp>
        <p:nvSpPr>
          <p:cNvPr id="1261" name="Google Shape;1261;p22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tình Ngài yêu con như biển thắm sóng dâng dạt dào.</a:t>
            </a:r>
            <a:endParaRPr b="1" sz="8800">
              <a:latin typeface="Times"/>
              <a:ea typeface="Times"/>
              <a:cs typeface="Times"/>
              <a:sym typeface="Times"/>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6" name="Shape 1266"/>
        <p:cNvGrpSpPr/>
        <p:nvPr/>
      </p:nvGrpSpPr>
      <p:grpSpPr>
        <a:xfrm>
          <a:off x="0" y="0"/>
          <a:ext cx="0" cy="0"/>
          <a:chOff x="0" y="0"/>
          <a:chExt cx="0" cy="0"/>
        </a:xfrm>
      </p:grpSpPr>
      <p:sp>
        <p:nvSpPr>
          <p:cNvPr id="1267" name="Google Shape;1267;p22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Tình Ngài yêu con như mẹ hiền thức trọn đêm khuya,</a:t>
            </a:r>
            <a:endParaRPr b="1" sz="8800">
              <a:latin typeface="Times"/>
              <a:ea typeface="Times"/>
              <a:cs typeface="Times"/>
              <a:sym typeface="Times"/>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p22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canh cho con giấc ngủ yên lành vì đời con nên đã quên đời mình</a:t>
            </a:r>
            <a:endParaRPr b="1" sz="8800">
              <a:latin typeface="Times"/>
              <a:ea typeface="Times"/>
              <a:cs typeface="Times"/>
              <a:sym typeface="Times"/>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8" name="Shape 1278"/>
        <p:cNvGrpSpPr/>
        <p:nvPr/>
      </p:nvGrpSpPr>
      <p:grpSpPr>
        <a:xfrm>
          <a:off x="0" y="0"/>
          <a:ext cx="0" cy="0"/>
          <a:chOff x="0" y="0"/>
          <a:chExt cx="0" cy="0"/>
        </a:xfrm>
      </p:grpSpPr>
      <p:sp>
        <p:nvSpPr>
          <p:cNvPr id="1279" name="Google Shape;1279;p22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ĐK: Xin đoan nguyện một đời, một đời con yêu Chúa trọn phận</a:t>
            </a:r>
            <a:endParaRPr b="1" sz="8800">
              <a:latin typeface="Times"/>
              <a:ea typeface="Times"/>
              <a:cs typeface="Times"/>
              <a:sym typeface="Times"/>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4" name="Shape 1284"/>
        <p:cNvGrpSpPr/>
        <p:nvPr/>
      </p:nvGrpSpPr>
      <p:grpSpPr>
        <a:xfrm>
          <a:off x="0" y="0"/>
          <a:ext cx="0" cy="0"/>
          <a:chOff x="0" y="0"/>
          <a:chExt cx="0" cy="0"/>
        </a:xfrm>
      </p:grpSpPr>
      <p:sp>
        <p:nvSpPr>
          <p:cNvPr id="1285" name="Google Shape;1285;p22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người, một đời con yêu mến </a:t>
            </a:r>
            <a:br>
              <a:rPr b="1" lang="en-US" sz="8800">
                <a:latin typeface="Times"/>
                <a:ea typeface="Times"/>
                <a:cs typeface="Times"/>
                <a:sym typeface="Times"/>
              </a:rPr>
            </a:br>
            <a:r>
              <a:rPr b="1" lang="en-US" sz="8800">
                <a:latin typeface="Times"/>
                <a:ea typeface="Times"/>
                <a:cs typeface="Times"/>
                <a:sym typeface="Times"/>
              </a:rPr>
              <a:t>Ngài mà thôi. </a:t>
            </a:r>
            <a:br>
              <a:rPr b="1" lang="en-US" sz="8800">
                <a:latin typeface="Times"/>
                <a:ea typeface="Times"/>
                <a:cs typeface="Times"/>
                <a:sym typeface="Times"/>
              </a:rPr>
            </a:br>
            <a:r>
              <a:rPr b="1" lang="en-US" sz="8800">
                <a:latin typeface="Times"/>
                <a:ea typeface="Times"/>
                <a:cs typeface="Times"/>
                <a:sym typeface="Times"/>
              </a:rPr>
              <a:t>Mong sao người,</a:t>
            </a:r>
            <a:endParaRPr b="1" sz="8800">
              <a:latin typeface="Times"/>
              <a:ea typeface="Times"/>
              <a:cs typeface="Times"/>
              <a:sym typeface="Times"/>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0" name="Shape 1290"/>
        <p:cNvGrpSpPr/>
        <p:nvPr/>
      </p:nvGrpSpPr>
      <p:grpSpPr>
        <a:xfrm>
          <a:off x="0" y="0"/>
          <a:ext cx="0" cy="0"/>
          <a:chOff x="0" y="0"/>
          <a:chExt cx="0" cy="0"/>
        </a:xfrm>
      </p:grpSpPr>
      <p:sp>
        <p:nvSpPr>
          <p:cNvPr id="1291" name="Google Shape;1291;p22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mọi người tìm tình yêu trong mối tình của Ngài</a:t>
            </a:r>
            <a:endParaRPr b="1" sz="8800">
              <a:latin typeface="Times"/>
              <a:ea typeface="Times"/>
              <a:cs typeface="Times"/>
              <a:sym typeface="Times"/>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6" name="Shape 1296"/>
        <p:cNvGrpSpPr/>
        <p:nvPr/>
      </p:nvGrpSpPr>
      <p:grpSpPr>
        <a:xfrm>
          <a:off x="0" y="0"/>
          <a:ext cx="0" cy="0"/>
          <a:chOff x="0" y="0"/>
          <a:chExt cx="0" cy="0"/>
        </a:xfrm>
      </p:grpSpPr>
      <p:sp>
        <p:nvSpPr>
          <p:cNvPr id="1297" name="Google Shape;1297;p22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để trần gian liên kết vui sống hoài.</a:t>
            </a:r>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sp>
        <p:nvSpPr>
          <p:cNvPr id="1303" name="Google Shape;1303;p22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2. Đường trần con đi chung quanh bao nỗi hiểm nguy.</a:t>
            </a:r>
            <a:endParaRPr b="1" sz="8800">
              <a:latin typeface="Times"/>
              <a:ea typeface="Times"/>
              <a:cs typeface="Times"/>
              <a:sym typeface="Times"/>
            </a:endParaRP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8" name="Shape 1308"/>
        <p:cNvGrpSpPr/>
        <p:nvPr/>
      </p:nvGrpSpPr>
      <p:grpSpPr>
        <a:xfrm>
          <a:off x="0" y="0"/>
          <a:ext cx="0" cy="0"/>
          <a:chOff x="0" y="0"/>
          <a:chExt cx="0" cy="0"/>
        </a:xfrm>
      </p:grpSpPr>
      <p:sp>
        <p:nvSpPr>
          <p:cNvPr id="1309" name="Google Shape;1309;p23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Tình Ngài theo con, con nhịp bước hết lo sợ gì.</a:t>
            </a:r>
            <a:endParaRPr b="1" sz="8800">
              <a:latin typeface="Times"/>
              <a:ea typeface="Times"/>
              <a:cs typeface="Times"/>
              <a:sym typeface="Times"/>
            </a:endParaRPr>
          </a:p>
        </p:txBody>
      </p:sp>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4" name="Shape 1314"/>
        <p:cNvGrpSpPr/>
        <p:nvPr/>
      </p:nvGrpSpPr>
      <p:grpSpPr>
        <a:xfrm>
          <a:off x="0" y="0"/>
          <a:ext cx="0" cy="0"/>
          <a:chOff x="0" y="0"/>
          <a:chExt cx="0" cy="0"/>
        </a:xfrm>
      </p:grpSpPr>
      <p:sp>
        <p:nvSpPr>
          <p:cNvPr id="1315" name="Google Shape;1315;p23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Dù ngàn gian nan ân tình Ngàì nhắc nhở lo toan</a:t>
            </a:r>
            <a:endParaRPr b="1" sz="8800">
              <a:latin typeface="Times"/>
              <a:ea typeface="Times"/>
              <a:cs typeface="Times"/>
              <a:sym typeface="Times"/>
            </a:endParaRPr>
          </a:p>
        </p:txBody>
      </p:sp>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sp>
        <p:nvSpPr>
          <p:cNvPr id="1321" name="Google Shape;1321;p23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con an tâm vững dạ đi về, vì Ngài luôn bênh đỡ luôn phù trì.</a:t>
            </a:r>
            <a:endParaRPr/>
          </a:p>
        </p:txBody>
      </p:sp>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6" name="Shape 1326"/>
        <p:cNvGrpSpPr/>
        <p:nvPr/>
      </p:nvGrpSpPr>
      <p:grpSpPr>
        <a:xfrm>
          <a:off x="0" y="0"/>
          <a:ext cx="0" cy="0"/>
          <a:chOff x="0" y="0"/>
          <a:chExt cx="0" cy="0"/>
        </a:xfrm>
      </p:grpSpPr>
      <p:sp>
        <p:nvSpPr>
          <p:cNvPr id="1327" name="Google Shape;1327;p23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ĐK: Xin đoan nguyện một đời, một đời con yêu Chúa trọn phận</a:t>
            </a:r>
            <a:endParaRPr b="1" sz="8800">
              <a:latin typeface="Times"/>
              <a:ea typeface="Times"/>
              <a:cs typeface="Times"/>
              <a:sym typeface="Times"/>
            </a:endParaRPr>
          </a:p>
        </p:txBody>
      </p:sp>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2" name="Shape 1332"/>
        <p:cNvGrpSpPr/>
        <p:nvPr/>
      </p:nvGrpSpPr>
      <p:grpSpPr>
        <a:xfrm>
          <a:off x="0" y="0"/>
          <a:ext cx="0" cy="0"/>
          <a:chOff x="0" y="0"/>
          <a:chExt cx="0" cy="0"/>
        </a:xfrm>
      </p:grpSpPr>
      <p:sp>
        <p:nvSpPr>
          <p:cNvPr id="1333" name="Google Shape;1333;p23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người, một đời con yêu mến </a:t>
            </a:r>
            <a:br>
              <a:rPr b="1" lang="en-US" sz="8800">
                <a:latin typeface="Times"/>
                <a:ea typeface="Times"/>
                <a:cs typeface="Times"/>
                <a:sym typeface="Times"/>
              </a:rPr>
            </a:br>
            <a:r>
              <a:rPr b="1" lang="en-US" sz="8800">
                <a:latin typeface="Times"/>
                <a:ea typeface="Times"/>
                <a:cs typeface="Times"/>
                <a:sym typeface="Times"/>
              </a:rPr>
              <a:t>Ngài mà thôi. </a:t>
            </a:r>
            <a:br>
              <a:rPr b="1" lang="en-US" sz="8800">
                <a:latin typeface="Times"/>
                <a:ea typeface="Times"/>
                <a:cs typeface="Times"/>
                <a:sym typeface="Times"/>
              </a:rPr>
            </a:br>
            <a:r>
              <a:rPr b="1" lang="en-US" sz="8800">
                <a:latin typeface="Times"/>
                <a:ea typeface="Times"/>
                <a:cs typeface="Times"/>
                <a:sym typeface="Times"/>
              </a:rPr>
              <a:t>Mong sao người,</a:t>
            </a:r>
            <a:endParaRPr b="1" sz="8800">
              <a:latin typeface="Times"/>
              <a:ea typeface="Times"/>
              <a:cs typeface="Times"/>
              <a:sym typeface="Times"/>
            </a:endParaRPr>
          </a:p>
        </p:txBody>
      </p:sp>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8" name="Shape 1338"/>
        <p:cNvGrpSpPr/>
        <p:nvPr/>
      </p:nvGrpSpPr>
      <p:grpSpPr>
        <a:xfrm>
          <a:off x="0" y="0"/>
          <a:ext cx="0" cy="0"/>
          <a:chOff x="0" y="0"/>
          <a:chExt cx="0" cy="0"/>
        </a:xfrm>
      </p:grpSpPr>
      <p:sp>
        <p:nvSpPr>
          <p:cNvPr id="1339" name="Google Shape;1339;p235"/>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mọi người tìm tình yêu trong mối tình của Ngài</a:t>
            </a:r>
            <a:endParaRPr b="1" sz="8800">
              <a:latin typeface="Times"/>
              <a:ea typeface="Times"/>
              <a:cs typeface="Times"/>
              <a:sym typeface="Times"/>
            </a:endParaRPr>
          </a:p>
        </p:txBody>
      </p:sp>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4" name="Shape 1344"/>
        <p:cNvGrpSpPr/>
        <p:nvPr/>
      </p:nvGrpSpPr>
      <p:grpSpPr>
        <a:xfrm>
          <a:off x="0" y="0"/>
          <a:ext cx="0" cy="0"/>
          <a:chOff x="0" y="0"/>
          <a:chExt cx="0" cy="0"/>
        </a:xfrm>
      </p:grpSpPr>
      <p:sp>
        <p:nvSpPr>
          <p:cNvPr id="1345" name="Google Shape;1345;p236"/>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để trần gian liên kết vui sống hoài.</a:t>
            </a:r>
            <a:endParaRPr/>
          </a:p>
        </p:txBody>
      </p:sp>
    </p:spTree>
  </p:cSld>
  <p:clrMapOvr>
    <a:masterClrMapping/>
  </p:clrMapOvr>
</p:sld>
</file>

<file path=ppt/slides/slide2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0" name="Shape 1350"/>
        <p:cNvGrpSpPr/>
        <p:nvPr/>
      </p:nvGrpSpPr>
      <p:grpSpPr>
        <a:xfrm>
          <a:off x="0" y="0"/>
          <a:ext cx="0" cy="0"/>
          <a:chOff x="0" y="0"/>
          <a:chExt cx="0" cy="0"/>
        </a:xfrm>
      </p:grpSpPr>
      <p:sp>
        <p:nvSpPr>
          <p:cNvPr id="1351" name="Google Shape;1351;p23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1. Tình Ngài yêu con bao la vươn lút trời xanh,</a:t>
            </a:r>
            <a:endParaRPr b="1" sz="8800">
              <a:latin typeface="Times"/>
              <a:ea typeface="Times"/>
              <a:cs typeface="Times"/>
              <a:sym typeface="Times"/>
            </a:endParaRPr>
          </a:p>
        </p:txBody>
      </p:sp>
    </p:spTree>
  </p:cSld>
  <p:clrMapOvr>
    <a:masterClrMapping/>
  </p:clrMapOvr>
</p:sld>
</file>

<file path=ppt/slides/slide2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6" name="Shape 1356"/>
        <p:cNvGrpSpPr/>
        <p:nvPr/>
      </p:nvGrpSpPr>
      <p:grpSpPr>
        <a:xfrm>
          <a:off x="0" y="0"/>
          <a:ext cx="0" cy="0"/>
          <a:chOff x="0" y="0"/>
          <a:chExt cx="0" cy="0"/>
        </a:xfrm>
      </p:grpSpPr>
      <p:sp>
        <p:nvSpPr>
          <p:cNvPr id="1357" name="Google Shape;1357;p23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tình Ngài yêu con như biển thắm sóng dâng dạt dào.</a:t>
            </a:r>
            <a:endParaRPr b="1" sz="8800">
              <a:latin typeface="Times"/>
              <a:ea typeface="Times"/>
              <a:cs typeface="Times"/>
              <a:sym typeface="Times"/>
            </a:endParaRPr>
          </a:p>
        </p:txBody>
      </p:sp>
    </p:spTree>
  </p:cSld>
  <p:clrMapOvr>
    <a:masterClrMapping/>
  </p:clrMapOvr>
</p:sld>
</file>

<file path=ppt/slides/slide2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2" name="Shape 1362"/>
        <p:cNvGrpSpPr/>
        <p:nvPr/>
      </p:nvGrpSpPr>
      <p:grpSpPr>
        <a:xfrm>
          <a:off x="0" y="0"/>
          <a:ext cx="0" cy="0"/>
          <a:chOff x="0" y="0"/>
          <a:chExt cx="0" cy="0"/>
        </a:xfrm>
      </p:grpSpPr>
      <p:sp>
        <p:nvSpPr>
          <p:cNvPr id="1363" name="Google Shape;1363;p23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Tình Ngài yêu con như mẹ hiền thức trọn đêm khuya,</a:t>
            </a:r>
            <a:endParaRPr b="1" sz="8800">
              <a:latin typeface="Times"/>
              <a:ea typeface="Times"/>
              <a:cs typeface="Times"/>
              <a:sym typeface="Times"/>
            </a:endParaRPr>
          </a:p>
        </p:txBody>
      </p:sp>
    </p:spTree>
  </p:cSld>
  <p:clrMapOvr>
    <a:masterClrMapping/>
  </p:clrMapOvr>
</p:sld>
</file>

<file path=ppt/slides/slide2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8" name="Shape 1368"/>
        <p:cNvGrpSpPr/>
        <p:nvPr/>
      </p:nvGrpSpPr>
      <p:grpSpPr>
        <a:xfrm>
          <a:off x="0" y="0"/>
          <a:ext cx="0" cy="0"/>
          <a:chOff x="0" y="0"/>
          <a:chExt cx="0" cy="0"/>
        </a:xfrm>
      </p:grpSpPr>
      <p:sp>
        <p:nvSpPr>
          <p:cNvPr id="1369" name="Google Shape;1369;p24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canh cho con giấc ngủ yên lành vì đời con nên đã quên đời mình</a:t>
            </a:r>
            <a:endParaRPr b="1" sz="8800">
              <a:latin typeface="Times"/>
              <a:ea typeface="Times"/>
              <a:cs typeface="Times"/>
              <a:sym typeface="Times"/>
            </a:endParaRPr>
          </a:p>
        </p:txBody>
      </p:sp>
    </p:spTree>
  </p:cSld>
  <p:clrMapOvr>
    <a:masterClrMapping/>
  </p:clrMapOvr>
</p:sld>
</file>

<file path=ppt/slides/slide2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4" name="Shape 1374"/>
        <p:cNvGrpSpPr/>
        <p:nvPr/>
      </p:nvGrpSpPr>
      <p:grpSpPr>
        <a:xfrm>
          <a:off x="0" y="0"/>
          <a:ext cx="0" cy="0"/>
          <a:chOff x="0" y="0"/>
          <a:chExt cx="0" cy="0"/>
        </a:xfrm>
      </p:grpSpPr>
      <p:sp>
        <p:nvSpPr>
          <p:cNvPr id="1375" name="Google Shape;1375;p241"/>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ĐK: Xin đoan nguyện một đời, một đời con yêu Chúa trọn phận</a:t>
            </a:r>
            <a:endParaRPr b="1" sz="8800">
              <a:latin typeface="Times"/>
              <a:ea typeface="Times"/>
              <a:cs typeface="Times"/>
              <a:sym typeface="Times"/>
            </a:endParaRPr>
          </a:p>
        </p:txBody>
      </p:sp>
    </p:spTree>
  </p:cSld>
  <p:clrMapOvr>
    <a:masterClrMapping/>
  </p:clrMapOvr>
</p:sld>
</file>

<file path=ppt/slides/slide2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sp>
        <p:nvSpPr>
          <p:cNvPr id="1381" name="Google Shape;1381;p242"/>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người, một đời con yêu mến </a:t>
            </a:r>
            <a:br>
              <a:rPr b="1" lang="en-US" sz="8800">
                <a:latin typeface="Times"/>
                <a:ea typeface="Times"/>
                <a:cs typeface="Times"/>
                <a:sym typeface="Times"/>
              </a:rPr>
            </a:br>
            <a:r>
              <a:rPr b="1" lang="en-US" sz="8800">
                <a:latin typeface="Times"/>
                <a:ea typeface="Times"/>
                <a:cs typeface="Times"/>
                <a:sym typeface="Times"/>
              </a:rPr>
              <a:t>Ngài mà thôi. </a:t>
            </a:r>
            <a:br>
              <a:rPr b="1" lang="en-US" sz="8800">
                <a:latin typeface="Times"/>
                <a:ea typeface="Times"/>
                <a:cs typeface="Times"/>
                <a:sym typeface="Times"/>
              </a:rPr>
            </a:br>
            <a:r>
              <a:rPr b="1" lang="en-US" sz="8800">
                <a:latin typeface="Times"/>
                <a:ea typeface="Times"/>
                <a:cs typeface="Times"/>
                <a:sym typeface="Times"/>
              </a:rPr>
              <a:t>Mong sao người,</a:t>
            </a:r>
            <a:endParaRPr b="1" sz="8800">
              <a:latin typeface="Times"/>
              <a:ea typeface="Times"/>
              <a:cs typeface="Times"/>
              <a:sym typeface="Times"/>
            </a:endParaRPr>
          </a:p>
        </p:txBody>
      </p:sp>
    </p:spTree>
  </p:cSld>
  <p:clrMapOvr>
    <a:masterClrMapping/>
  </p:clrMapOvr>
</p:sld>
</file>

<file path=ppt/slides/slide2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6" name="Shape 1386"/>
        <p:cNvGrpSpPr/>
        <p:nvPr/>
      </p:nvGrpSpPr>
      <p:grpSpPr>
        <a:xfrm>
          <a:off x="0" y="0"/>
          <a:ext cx="0" cy="0"/>
          <a:chOff x="0" y="0"/>
          <a:chExt cx="0" cy="0"/>
        </a:xfrm>
      </p:grpSpPr>
      <p:sp>
        <p:nvSpPr>
          <p:cNvPr id="1387" name="Google Shape;1387;p243"/>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mọi người tìm tình yêu trong mối tình của Ngài</a:t>
            </a:r>
            <a:endParaRPr b="1" sz="8800">
              <a:latin typeface="Times"/>
              <a:ea typeface="Times"/>
              <a:cs typeface="Times"/>
              <a:sym typeface="Times"/>
            </a:endParaRPr>
          </a:p>
        </p:txBody>
      </p:sp>
    </p:spTree>
  </p:cSld>
  <p:clrMapOvr>
    <a:masterClrMapping/>
  </p:clrMapOvr>
</p:sld>
</file>

<file path=ppt/slides/slide2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2" name="Shape 1392"/>
        <p:cNvGrpSpPr/>
        <p:nvPr/>
      </p:nvGrpSpPr>
      <p:grpSpPr>
        <a:xfrm>
          <a:off x="0" y="0"/>
          <a:ext cx="0" cy="0"/>
          <a:chOff x="0" y="0"/>
          <a:chExt cx="0" cy="0"/>
        </a:xfrm>
      </p:grpSpPr>
      <p:sp>
        <p:nvSpPr>
          <p:cNvPr id="1393" name="Google Shape;1393;p244"/>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để trần gian liên kết vui sống hoài.</a:t>
            </a:r>
            <a:endParaRPr/>
          </a:p>
        </p:txBody>
      </p:sp>
    </p:spTree>
  </p:cSld>
  <p:clrMapOvr>
    <a:masterClrMapping/>
  </p:clrMapOvr>
</p:sld>
</file>

<file path=ppt/slides/slide2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7" name="Shape 1397"/>
        <p:cNvGrpSpPr/>
        <p:nvPr/>
      </p:nvGrpSpPr>
      <p:grpSpPr>
        <a:xfrm>
          <a:off x="0" y="0"/>
          <a:ext cx="0" cy="0"/>
          <a:chOff x="0" y="0"/>
          <a:chExt cx="0" cy="0"/>
        </a:xfrm>
      </p:grpSpPr>
      <p:pic>
        <p:nvPicPr>
          <p:cNvPr descr="Có thể là hình ảnh về 1 người và văn bản cho biết 'CHÚA NHẬT χχι THƯƠNG THƯỞNG NIÊN NĂM c Ai tôn mình lên SẼ BỊ HA XUỐNG 古米龍 &quot; phầm ai tôn mình lên, sẽ bị hạ xuỗng; còn ai hạ mình xuống sẽ được tôn lên.&quot; (Lc14,1.7-14) 1. .7-14) (Lc 14,'" id="1398" name="Google Shape;1398;p245"/>
          <p:cNvPicPr preferRelativeResize="0"/>
          <p:nvPr/>
        </p:nvPicPr>
        <p:blipFill rotWithShape="1">
          <a:blip r:embed="rId3">
            <a:alphaModFix/>
          </a:blip>
          <a:srcRect b="0" l="0" r="0" t="0"/>
          <a:stretch/>
        </p:blipFill>
        <p:spPr>
          <a:xfrm>
            <a:off x="-15902" y="0"/>
            <a:ext cx="9159902" cy="5143500"/>
          </a:xfrm>
          <a:prstGeom prst="rect">
            <a:avLst/>
          </a:prstGeom>
          <a:noFill/>
          <a:ln>
            <a:noFill/>
          </a:ln>
        </p:spPr>
      </p:pic>
    </p:spTree>
  </p:cSld>
  <p:clrMapOvr>
    <a:masterClrMapping/>
  </p:clrMapOvr>
</p:sld>
</file>

<file path=ppt/slides/slide2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sp>
        <p:nvSpPr>
          <p:cNvPr id="1403" name="Google Shape;1403;p246"/>
          <p:cNvSpPr txBox="1"/>
          <p:nvPr>
            <p:ph type="ctrTitle"/>
          </p:nvPr>
        </p:nvSpPr>
        <p:spPr>
          <a:xfrm>
            <a:off x="0" y="0"/>
            <a:ext cx="9144000" cy="5143499"/>
          </a:xfrm>
          <a:prstGeom prst="rect">
            <a:avLst/>
          </a:prstGeom>
          <a:no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latin typeface="Times New Roman"/>
                <a:ea typeface="Times New Roman"/>
                <a:cs typeface="Times New Roman"/>
                <a:sym typeface="Times New Roman"/>
              </a:rPr>
              <a:t>KẾT LỄ</a:t>
            </a:r>
            <a:br>
              <a:rPr b="1" lang="en-US" sz="6700">
                <a:solidFill>
                  <a:srgbClr val="FF0000"/>
                </a:solidFill>
                <a:latin typeface="Times New Roman"/>
                <a:ea typeface="Times New Roman"/>
                <a:cs typeface="Times New Roman"/>
                <a:sym typeface="Times New Roman"/>
              </a:rPr>
            </a:br>
            <a:r>
              <a:rPr b="1" lang="en-US" sz="6700">
                <a:solidFill>
                  <a:srgbClr val="FF0000"/>
                </a:solidFill>
                <a:latin typeface="Times New Roman"/>
                <a:ea typeface="Times New Roman"/>
                <a:cs typeface="Times New Roman"/>
                <a:sym typeface="Times New Roman"/>
              </a:rPr>
              <a:t>HOAN CA MARIA</a:t>
            </a:r>
            <a:br>
              <a:rPr b="1" i="0" lang="en-US" sz="4700">
                <a:latin typeface="Times New Roman"/>
                <a:ea typeface="Times New Roman"/>
                <a:cs typeface="Times New Roman"/>
                <a:sym typeface="Times New Roman"/>
              </a:rPr>
            </a:br>
            <a:r>
              <a:rPr b="1" i="1" lang="en-US" sz="4700">
                <a:solidFill>
                  <a:srgbClr val="7F7F7F"/>
                </a:solidFill>
                <a:latin typeface="Times New Roman"/>
                <a:ea typeface="Times New Roman"/>
                <a:cs typeface="Times New Roman"/>
                <a:sym typeface="Times New Roman"/>
              </a:rPr>
              <a:t>(Lm. Kim Long)</a:t>
            </a:r>
            <a:endParaRPr b="1" sz="4700">
              <a:solidFill>
                <a:srgbClr val="7F7F7F"/>
              </a:solidFill>
              <a:latin typeface="Times New Roman"/>
              <a:ea typeface="Times New Roman"/>
              <a:cs typeface="Times New Roman"/>
              <a:sym typeface="Times New Roman"/>
            </a:endParaRPr>
          </a:p>
        </p:txBody>
      </p:sp>
    </p:spTree>
  </p:cSld>
  <p:clrMapOvr>
    <a:masterClrMapping/>
  </p:clrMapOvr>
</p:sld>
</file>

<file path=ppt/slides/slide2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8" name="Shape 1408"/>
        <p:cNvGrpSpPr/>
        <p:nvPr/>
      </p:nvGrpSpPr>
      <p:grpSpPr>
        <a:xfrm>
          <a:off x="0" y="0"/>
          <a:ext cx="0" cy="0"/>
          <a:chOff x="0" y="0"/>
          <a:chExt cx="0" cy="0"/>
        </a:xfrm>
      </p:grpSpPr>
      <p:sp>
        <p:nvSpPr>
          <p:cNvPr id="1409" name="Google Shape;1409;p247"/>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600"/>
              <a:buFont typeface="Times"/>
              <a:buNone/>
            </a:pPr>
            <a:r>
              <a:rPr b="1" lang="en-US" sz="8600">
                <a:latin typeface="Times"/>
                <a:ea typeface="Times"/>
                <a:cs typeface="Times"/>
                <a:sym typeface="Times"/>
              </a:rPr>
              <a:t>1. Trong nắng mai huy hoàng rộn ràng chim</a:t>
            </a:r>
            <a:br>
              <a:rPr b="1" lang="en-US" sz="8600">
                <a:latin typeface="Times"/>
                <a:ea typeface="Times"/>
                <a:cs typeface="Times"/>
                <a:sym typeface="Times"/>
              </a:rPr>
            </a:br>
            <a:r>
              <a:rPr b="1" lang="en-US" sz="8600">
                <a:latin typeface="Times"/>
                <a:ea typeface="Times"/>
                <a:cs typeface="Times"/>
                <a:sym typeface="Times"/>
              </a:rPr>
              <a:t> trời ca hát,</a:t>
            </a:r>
            <a:endParaRPr/>
          </a:p>
        </p:txBody>
      </p:sp>
    </p:spTree>
  </p:cSld>
  <p:clrMapOvr>
    <a:masterClrMapping/>
  </p:clrMapOvr>
</p:sld>
</file>

<file path=ppt/slides/slide2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4" name="Shape 1414"/>
        <p:cNvGrpSpPr/>
        <p:nvPr/>
      </p:nvGrpSpPr>
      <p:grpSpPr>
        <a:xfrm>
          <a:off x="0" y="0"/>
          <a:ext cx="0" cy="0"/>
          <a:chOff x="0" y="0"/>
          <a:chExt cx="0" cy="0"/>
        </a:xfrm>
      </p:grpSpPr>
      <p:sp>
        <p:nvSpPr>
          <p:cNvPr id="1415" name="Google Shape;1415;p248"/>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muôn đóa hoa đẹp tươi, theo Thần sứ con dâng lời.</a:t>
            </a:r>
            <a:endParaRPr b="1" sz="8800">
              <a:latin typeface="Times"/>
              <a:ea typeface="Times"/>
              <a:cs typeface="Times"/>
              <a:sym typeface="Times"/>
            </a:endParaRPr>
          </a:p>
        </p:txBody>
      </p:sp>
    </p:spTree>
  </p:cSld>
  <p:clrMapOvr>
    <a:masterClrMapping/>
  </p:clrMapOvr>
</p:sld>
</file>

<file path=ppt/slides/slide2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0" name="Shape 1420"/>
        <p:cNvGrpSpPr/>
        <p:nvPr/>
      </p:nvGrpSpPr>
      <p:grpSpPr>
        <a:xfrm>
          <a:off x="0" y="0"/>
          <a:ext cx="0" cy="0"/>
          <a:chOff x="0" y="0"/>
          <a:chExt cx="0" cy="0"/>
        </a:xfrm>
      </p:grpSpPr>
      <p:sp>
        <p:nvSpPr>
          <p:cNvPr id="1421" name="Google Shape;1421;p249"/>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ĐK. Kính mừng Ma-ri-a đầy ơn phúc, Thiên Chúa ở cùng Mẹ liên,</a:t>
            </a:r>
            <a:endParaRPr b="1" sz="8800">
              <a:latin typeface="Times"/>
              <a:ea typeface="Times"/>
              <a:cs typeface="Times"/>
              <a:sym typeface="Times"/>
            </a:endParaRPr>
          </a:p>
        </p:txBody>
      </p:sp>
    </p:spTree>
  </p:cSld>
  <p:clrMapOvr>
    <a:masterClrMapping/>
  </p:clrMapOvr>
</p:sld>
</file>

<file path=ppt/slides/slide2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6" name="Shape 1426"/>
        <p:cNvGrpSpPr/>
        <p:nvPr/>
      </p:nvGrpSpPr>
      <p:grpSpPr>
        <a:xfrm>
          <a:off x="0" y="0"/>
          <a:ext cx="0" cy="0"/>
          <a:chOff x="0" y="0"/>
          <a:chExt cx="0" cy="0"/>
        </a:xfrm>
      </p:grpSpPr>
      <p:sp>
        <p:nvSpPr>
          <p:cNvPr id="1427" name="Google Shape;1427;p250"/>
          <p:cNvSpPr txBox="1"/>
          <p:nvPr>
            <p:ph type="ctrTitle"/>
          </p:nvPr>
        </p:nvSpPr>
        <p:spPr>
          <a:xfrm>
            <a:off x="0" y="0"/>
            <a:ext cx="9144000" cy="5143500"/>
          </a:xfrm>
          <a:prstGeom prst="rect">
            <a:avLst/>
          </a:prstGeom>
          <a:solidFill>
            <a:schemeClr val="lt1"/>
          </a:solidFill>
          <a:ln>
            <a:noFill/>
          </a:ln>
        </p:spPr>
        <p:txBody>
          <a:bodyPr anchorCtr="0" anchor="ctr" bIns="0" lIns="91425" spcFirstLastPara="1" rIns="91425" wrap="square" tIns="0">
            <a:noAutofit/>
          </a:bodyPr>
          <a:lstStyle/>
          <a:p>
            <a:pPr indent="0" lvl="0" marL="0" rtl="0" algn="ctr">
              <a:spcBef>
                <a:spcPts val="0"/>
              </a:spcBef>
              <a:spcAft>
                <a:spcPts val="0"/>
              </a:spcAft>
              <a:buClr>
                <a:schemeClr val="dk1"/>
              </a:buClr>
              <a:buSzPts val="8800"/>
              <a:buFont typeface="Times"/>
              <a:buNone/>
            </a:pPr>
            <a:r>
              <a:rPr b="1" lang="en-US" sz="8800">
                <a:latin typeface="Times"/>
                <a:ea typeface="Times"/>
                <a:cs typeface="Times"/>
                <a:sym typeface="Times"/>
              </a:rPr>
              <a:t>đẹp tươi diễm lệ khôn sánh, ngàn đời dâng lời hoan ca Ma-ri-a.</a:t>
            </a:r>
            <a:endParaRPr b="1" sz="8800">
              <a:latin typeface="Times"/>
              <a:ea typeface="Times"/>
              <a:cs typeface="Times"/>
              <a:sym typeface="Times"/>
            </a:endParaRPr>
          </a:p>
        </p:txBody>
      </p:sp>
    </p:spTree>
  </p:cSld>
  <p:clrMapOvr>
    <a:masterClrMapping/>
  </p:clrMapOvr>
</p:sld>
</file>

<file path=ppt/slides/slide2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1" name="Shape 1431"/>
        <p:cNvGrpSpPr/>
        <p:nvPr/>
      </p:nvGrpSpPr>
      <p:grpSpPr>
        <a:xfrm>
          <a:off x="0" y="0"/>
          <a:ext cx="0" cy="0"/>
          <a:chOff x="0" y="0"/>
          <a:chExt cx="0" cy="0"/>
        </a:xfrm>
      </p:grpSpPr>
      <p:pic>
        <p:nvPicPr>
          <p:cNvPr descr="Có thể là hình ảnh về 1 người và văn bản cho biết 'CHÚA NHẬT χχι THƯƠNG THƯỞNG NIÊN NĂM c Ai tôn mình lên SẼ BỊ HA XUỐNG 古米龍 &quot; phầm ai tôn mình lên, sẽ bị hạ xuỗng; còn ai hạ mình xuống sẽ được tôn lên.&quot; (Lc14,1.7-14) 1. .7-14) (Lc 14,'" id="1432" name="Google Shape;1432;p251"/>
          <p:cNvPicPr preferRelativeResize="0"/>
          <p:nvPr/>
        </p:nvPicPr>
        <p:blipFill rotWithShape="1">
          <a:blip r:embed="rId3">
            <a:alphaModFix/>
          </a:blip>
          <a:srcRect b="0" l="0" r="0" t="0"/>
          <a:stretch/>
        </p:blipFill>
        <p:spPr>
          <a:xfrm>
            <a:off x="-15902" y="0"/>
            <a:ext cx="9159902"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dc:creator>Hung Nam</dc:creator>
</cp:coreProperties>
</file>