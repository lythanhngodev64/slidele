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5"/>
  </p:notesMasterIdLst>
  <p:sldIdLst>
    <p:sldId id="11820" r:id="rId2"/>
    <p:sldId id="11503" r:id="rId3"/>
    <p:sldId id="321" r:id="rId4"/>
    <p:sldId id="371" r:id="rId5"/>
    <p:sldId id="322" r:id="rId6"/>
    <p:sldId id="372" r:id="rId7"/>
    <p:sldId id="323" r:id="rId8"/>
    <p:sldId id="9865" r:id="rId9"/>
    <p:sldId id="324" r:id="rId10"/>
    <p:sldId id="9866" r:id="rId11"/>
    <p:sldId id="9867" r:id="rId12"/>
    <p:sldId id="10719" r:id="rId13"/>
    <p:sldId id="10720" r:id="rId14"/>
    <p:sldId id="9869" r:id="rId15"/>
    <p:sldId id="9870" r:id="rId16"/>
    <p:sldId id="9871" r:id="rId17"/>
    <p:sldId id="9872" r:id="rId18"/>
    <p:sldId id="9873" r:id="rId19"/>
    <p:sldId id="9874" r:id="rId20"/>
    <p:sldId id="10721" r:id="rId21"/>
    <p:sldId id="10722" r:id="rId22"/>
    <p:sldId id="10723" r:id="rId23"/>
    <p:sldId id="10724" r:id="rId24"/>
    <p:sldId id="10725" r:id="rId25"/>
    <p:sldId id="11786" r:id="rId26"/>
    <p:sldId id="11821" r:id="rId27"/>
    <p:sldId id="11822" r:id="rId28"/>
    <p:sldId id="11823" r:id="rId29"/>
    <p:sldId id="11824" r:id="rId30"/>
    <p:sldId id="11825" r:id="rId31"/>
    <p:sldId id="11826" r:id="rId32"/>
    <p:sldId id="11827" r:id="rId33"/>
    <p:sldId id="11828" r:id="rId34"/>
    <p:sldId id="11829" r:id="rId35"/>
    <p:sldId id="11830" r:id="rId36"/>
    <p:sldId id="11831" r:id="rId37"/>
    <p:sldId id="11832" r:id="rId38"/>
    <p:sldId id="11833" r:id="rId39"/>
    <p:sldId id="11834" r:id="rId40"/>
    <p:sldId id="11835" r:id="rId41"/>
    <p:sldId id="11836" r:id="rId42"/>
    <p:sldId id="9898" r:id="rId43"/>
    <p:sldId id="9899" r:id="rId44"/>
    <p:sldId id="11837" r:id="rId45"/>
    <p:sldId id="11838" r:id="rId46"/>
    <p:sldId id="11839" r:id="rId47"/>
    <p:sldId id="11840" r:id="rId48"/>
    <p:sldId id="11807" r:id="rId49"/>
    <p:sldId id="11841" r:id="rId50"/>
    <p:sldId id="9907" r:id="rId51"/>
    <p:sldId id="9908" r:id="rId52"/>
    <p:sldId id="9909" r:id="rId53"/>
    <p:sldId id="9910" r:id="rId54"/>
    <p:sldId id="9911" r:id="rId55"/>
    <p:sldId id="9912" r:id="rId56"/>
    <p:sldId id="9913" r:id="rId57"/>
    <p:sldId id="9914" r:id="rId58"/>
    <p:sldId id="9915" r:id="rId59"/>
    <p:sldId id="9916" r:id="rId60"/>
    <p:sldId id="9917" r:id="rId61"/>
    <p:sldId id="9918" r:id="rId62"/>
    <p:sldId id="9919" r:id="rId63"/>
    <p:sldId id="9920" r:id="rId64"/>
    <p:sldId id="9921" r:id="rId65"/>
    <p:sldId id="9922" r:id="rId66"/>
    <p:sldId id="9923" r:id="rId67"/>
    <p:sldId id="9924" r:id="rId68"/>
    <p:sldId id="9925" r:id="rId69"/>
    <p:sldId id="9926" r:id="rId70"/>
    <p:sldId id="9927" r:id="rId71"/>
    <p:sldId id="9928" r:id="rId72"/>
    <p:sldId id="9929" r:id="rId73"/>
    <p:sldId id="9930" r:id="rId74"/>
    <p:sldId id="9931" r:id="rId75"/>
    <p:sldId id="9932" r:id="rId76"/>
    <p:sldId id="9933" r:id="rId77"/>
    <p:sldId id="9934" r:id="rId78"/>
    <p:sldId id="9935" r:id="rId79"/>
    <p:sldId id="341" r:id="rId80"/>
    <p:sldId id="409" r:id="rId81"/>
    <p:sldId id="342" r:id="rId82"/>
    <p:sldId id="417" r:id="rId83"/>
    <p:sldId id="343" r:id="rId84"/>
    <p:sldId id="11842" r:id="rId85"/>
    <p:sldId id="11843" r:id="rId86"/>
    <p:sldId id="345" r:id="rId87"/>
    <p:sldId id="418" r:id="rId88"/>
    <p:sldId id="346" r:id="rId89"/>
    <p:sldId id="11844" r:id="rId90"/>
    <p:sldId id="347" r:id="rId91"/>
    <p:sldId id="412" r:id="rId92"/>
    <p:sldId id="348" r:id="rId93"/>
    <p:sldId id="11845" r:id="rId94"/>
    <p:sldId id="349" r:id="rId95"/>
    <p:sldId id="11846" r:id="rId96"/>
    <p:sldId id="350" r:id="rId97"/>
    <p:sldId id="419" r:id="rId98"/>
    <p:sldId id="351" r:id="rId99"/>
    <p:sldId id="11847" r:id="rId100"/>
    <p:sldId id="413" r:id="rId101"/>
    <p:sldId id="352" r:id="rId102"/>
    <p:sldId id="353" r:id="rId103"/>
    <p:sldId id="11848" r:id="rId104"/>
    <p:sldId id="415" r:id="rId105"/>
    <p:sldId id="354" r:id="rId106"/>
    <p:sldId id="355" r:id="rId107"/>
    <p:sldId id="401" r:id="rId108"/>
    <p:sldId id="356" r:id="rId109"/>
    <p:sldId id="402" r:id="rId110"/>
    <p:sldId id="357" r:id="rId111"/>
    <p:sldId id="403" r:id="rId112"/>
    <p:sldId id="358" r:id="rId113"/>
    <p:sldId id="359" r:id="rId114"/>
    <p:sldId id="405" r:id="rId115"/>
    <p:sldId id="9984" r:id="rId116"/>
    <p:sldId id="406" r:id="rId117"/>
    <p:sldId id="408" r:id="rId118"/>
    <p:sldId id="365" r:id="rId119"/>
    <p:sldId id="9985" r:id="rId120"/>
    <p:sldId id="366" r:id="rId121"/>
    <p:sldId id="9961" r:id="rId122"/>
    <p:sldId id="423" r:id="rId123"/>
    <p:sldId id="424" r:id="rId124"/>
    <p:sldId id="11850" r:id="rId125"/>
    <p:sldId id="11739" r:id="rId126"/>
    <p:sldId id="11740" r:id="rId127"/>
    <p:sldId id="11741" r:id="rId128"/>
    <p:sldId id="10791" r:id="rId129"/>
    <p:sldId id="11882" r:id="rId130"/>
    <p:sldId id="11883" r:id="rId131"/>
    <p:sldId id="11884" r:id="rId132"/>
    <p:sldId id="11879" r:id="rId133"/>
    <p:sldId id="385" r:id="rId134"/>
    <p:sldId id="10256" r:id="rId135"/>
    <p:sldId id="10142" r:id="rId136"/>
    <p:sldId id="11226" r:id="rId137"/>
    <p:sldId id="11417" r:id="rId138"/>
    <p:sldId id="11885" r:id="rId139"/>
    <p:sldId id="11886" r:id="rId140"/>
    <p:sldId id="11419" r:id="rId141"/>
    <p:sldId id="11420" r:id="rId142"/>
    <p:sldId id="11887" r:id="rId143"/>
    <p:sldId id="11888" r:id="rId144"/>
    <p:sldId id="11889" r:id="rId145"/>
    <p:sldId id="11470" r:id="rId146"/>
    <p:sldId id="11471" r:id="rId147"/>
    <p:sldId id="11890" r:id="rId148"/>
    <p:sldId id="11891" r:id="rId149"/>
    <p:sldId id="11892" r:id="rId150"/>
    <p:sldId id="11893" r:id="rId151"/>
    <p:sldId id="11894" r:id="rId152"/>
    <p:sldId id="11895" r:id="rId153"/>
    <p:sldId id="11896" r:id="rId154"/>
    <p:sldId id="11897" r:id="rId155"/>
    <p:sldId id="11307" r:id="rId156"/>
    <p:sldId id="10280" r:id="rId157"/>
    <p:sldId id="11168" r:id="rId158"/>
    <p:sldId id="11851" r:id="rId159"/>
    <p:sldId id="9864" r:id="rId160"/>
    <p:sldId id="10316" r:id="rId161"/>
    <p:sldId id="10317" r:id="rId162"/>
    <p:sldId id="10318" r:id="rId163"/>
    <p:sldId id="10319" r:id="rId164"/>
    <p:sldId id="10320" r:id="rId165"/>
    <p:sldId id="10321" r:id="rId166"/>
    <p:sldId id="10322" r:id="rId167"/>
    <p:sldId id="10323" r:id="rId168"/>
    <p:sldId id="10324" r:id="rId169"/>
    <p:sldId id="10325" r:id="rId170"/>
    <p:sldId id="10337" r:id="rId171"/>
    <p:sldId id="10326" r:id="rId172"/>
    <p:sldId id="10327" r:id="rId173"/>
    <p:sldId id="10328" r:id="rId174"/>
    <p:sldId id="10336" r:id="rId175"/>
    <p:sldId id="10329" r:id="rId176"/>
    <p:sldId id="10330" r:id="rId177"/>
    <p:sldId id="10331" r:id="rId178"/>
    <p:sldId id="10332" r:id="rId179"/>
    <p:sldId id="10333" r:id="rId180"/>
    <p:sldId id="10334" r:id="rId181"/>
    <p:sldId id="10335" r:id="rId182"/>
    <p:sldId id="11898" r:id="rId183"/>
    <p:sldId id="10651" r:id="rId184"/>
    <p:sldId id="10652" r:id="rId185"/>
    <p:sldId id="10653" r:id="rId186"/>
    <p:sldId id="11169" r:id="rId187"/>
    <p:sldId id="11624" r:id="rId188"/>
    <p:sldId id="11764" r:id="rId189"/>
    <p:sldId id="11765" r:id="rId190"/>
    <p:sldId id="11899" r:id="rId191"/>
    <p:sldId id="11900" r:id="rId192"/>
    <p:sldId id="11901" r:id="rId193"/>
    <p:sldId id="11902" r:id="rId194"/>
    <p:sldId id="11903" r:id="rId195"/>
    <p:sldId id="11904" r:id="rId196"/>
    <p:sldId id="11905" r:id="rId197"/>
    <p:sldId id="11906" r:id="rId198"/>
    <p:sldId id="11907" r:id="rId199"/>
    <p:sldId id="11908" r:id="rId200"/>
    <p:sldId id="11909" r:id="rId201"/>
    <p:sldId id="11910" r:id="rId202"/>
    <p:sldId id="11911" r:id="rId203"/>
    <p:sldId id="11912" r:id="rId204"/>
    <p:sldId id="11221" r:id="rId205"/>
    <p:sldId id="11649" r:id="rId206"/>
    <p:sldId id="11655" r:id="rId207"/>
    <p:sldId id="11656" r:id="rId208"/>
    <p:sldId id="11657" r:id="rId209"/>
    <p:sldId id="11658" r:id="rId210"/>
    <p:sldId id="11659" r:id="rId211"/>
    <p:sldId id="11648" r:id="rId212"/>
    <p:sldId id="11660" r:id="rId213"/>
    <p:sldId id="11661" r:id="rId214"/>
    <p:sldId id="11662" r:id="rId215"/>
    <p:sldId id="11663" r:id="rId216"/>
    <p:sldId id="11664" r:id="rId217"/>
    <p:sldId id="11665" r:id="rId218"/>
    <p:sldId id="11666" r:id="rId219"/>
    <p:sldId id="11667" r:id="rId220"/>
    <p:sldId id="11668" r:id="rId221"/>
    <p:sldId id="11738" r:id="rId222"/>
    <p:sldId id="10212" r:id="rId223"/>
    <p:sldId id="10823" r:id="rId224"/>
    <p:sldId id="10931" r:id="rId225"/>
    <p:sldId id="10932" r:id="rId226"/>
    <p:sldId id="11868" r:id="rId227"/>
    <p:sldId id="10933" r:id="rId228"/>
    <p:sldId id="10995" r:id="rId229"/>
    <p:sldId id="11913" r:id="rId230"/>
    <p:sldId id="11914" r:id="rId231"/>
    <p:sldId id="11915" r:id="rId232"/>
    <p:sldId id="11916" r:id="rId233"/>
    <p:sldId id="11917" r:id="rId234"/>
    <p:sldId id="11918" r:id="rId235"/>
    <p:sldId id="11919" r:id="rId236"/>
    <p:sldId id="11920" r:id="rId237"/>
    <p:sldId id="11921" r:id="rId238"/>
    <p:sldId id="11922" r:id="rId239"/>
    <p:sldId id="11923" r:id="rId240"/>
    <p:sldId id="11924" r:id="rId241"/>
    <p:sldId id="11880" r:id="rId242"/>
    <p:sldId id="10769" r:id="rId243"/>
    <p:sldId id="10253" r:id="rId244"/>
    <p:sldId id="11925" r:id="rId245"/>
    <p:sldId id="11006" r:id="rId246"/>
    <p:sldId id="11926" r:id="rId247"/>
    <p:sldId id="11927" r:id="rId248"/>
    <p:sldId id="11928" r:id="rId249"/>
    <p:sldId id="11929" r:id="rId250"/>
    <p:sldId id="11930" r:id="rId251"/>
    <p:sldId id="11931" r:id="rId252"/>
    <p:sldId id="11932" r:id="rId253"/>
    <p:sldId id="11881" r:id="rId254"/>
  </p:sldIdLst>
  <p:sldSz cx="9144000" cy="5143500" type="screen16x9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FDAF1C-37A2-4320-8278-2F03C36EE5D4}" v="1" dt="2025-04-19T06:36:49.909"/>
    <p1510:client id="{D102BF66-124C-43F9-B354-0B520A23B620}" v="217" dt="2025-04-20T23:27:06.8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37" autoAdjust="0"/>
    <p:restoredTop sz="94660"/>
  </p:normalViewPr>
  <p:slideViewPr>
    <p:cSldViewPr snapToGrid="0">
      <p:cViewPr>
        <p:scale>
          <a:sx n="100" d="100"/>
          <a:sy n="100" d="100"/>
        </p:scale>
        <p:origin x="1626" y="7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17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theme" Target="theme/theme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38" Type="http://schemas.openxmlformats.org/officeDocument/2006/relationships/slide" Target="slides/slide237.xml"/><Relationship Id="rId254" Type="http://schemas.openxmlformats.org/officeDocument/2006/relationships/slide" Target="slides/slide253.xml"/><Relationship Id="rId259" Type="http://schemas.openxmlformats.org/officeDocument/2006/relationships/tableStyles" Target="tableStyles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2" Type="http://schemas.openxmlformats.org/officeDocument/2006/relationships/slide" Target="slides/slide201.xml"/><Relationship Id="rId207" Type="http://schemas.openxmlformats.org/officeDocument/2006/relationships/slide" Target="slides/slide206.xml"/><Relationship Id="rId223" Type="http://schemas.openxmlformats.org/officeDocument/2006/relationships/slide" Target="slides/slide222.xml"/><Relationship Id="rId228" Type="http://schemas.openxmlformats.org/officeDocument/2006/relationships/slide" Target="slides/slide227.xml"/><Relationship Id="rId244" Type="http://schemas.openxmlformats.org/officeDocument/2006/relationships/slide" Target="slides/slide243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260" Type="http://schemas.microsoft.com/office/2016/11/relationships/changesInfo" Target="changesInfos/changesInfo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3" Type="http://schemas.openxmlformats.org/officeDocument/2006/relationships/slide" Target="slides/slide212.xml"/><Relationship Id="rId218" Type="http://schemas.openxmlformats.org/officeDocument/2006/relationships/slide" Target="slides/slide217.xml"/><Relationship Id="rId234" Type="http://schemas.openxmlformats.org/officeDocument/2006/relationships/slide" Target="slides/slide233.xml"/><Relationship Id="rId239" Type="http://schemas.openxmlformats.org/officeDocument/2006/relationships/slide" Target="slides/slide238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0" Type="http://schemas.openxmlformats.org/officeDocument/2006/relationships/slide" Target="slides/slide249.xml"/><Relationship Id="rId255" Type="http://schemas.openxmlformats.org/officeDocument/2006/relationships/notesMaster" Target="notesMasters/notesMaster1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0" Type="http://schemas.openxmlformats.org/officeDocument/2006/relationships/slide" Target="slides/slide239.xml"/><Relationship Id="rId245" Type="http://schemas.openxmlformats.org/officeDocument/2006/relationships/slide" Target="slides/slide244.xml"/><Relationship Id="rId261" Type="http://schemas.microsoft.com/office/2015/10/relationships/revisionInfo" Target="revisionInfo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slide" Target="slides/slide21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0" Type="http://schemas.openxmlformats.org/officeDocument/2006/relationships/slide" Target="slides/slide229.xml"/><Relationship Id="rId235" Type="http://schemas.openxmlformats.org/officeDocument/2006/relationships/slide" Target="slides/slide234.xml"/><Relationship Id="rId251" Type="http://schemas.openxmlformats.org/officeDocument/2006/relationships/slide" Target="slides/slide250.xml"/><Relationship Id="rId256" Type="http://schemas.openxmlformats.org/officeDocument/2006/relationships/presProps" Target="presProps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slide" Target="slides/slide240.xml"/><Relationship Id="rId246" Type="http://schemas.openxmlformats.org/officeDocument/2006/relationships/slide" Target="slides/slide245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viewProps" Target="viewProps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ý Thanh Ngô" userId="d1fb4545a5d636d2" providerId="LiveId" clId="{E4D9CBFD-E110-4D84-9E16-A07CEF4E01B3}"/>
    <pc:docChg chg="undo redo custSel addSld delSld modSld sldOrd">
      <pc:chgData name="Lý Thanh Ngô" userId="d1fb4545a5d636d2" providerId="LiveId" clId="{E4D9CBFD-E110-4D84-9E16-A07CEF4E01B3}" dt="2025-04-05T15:27:48.763" v="4124" actId="1036"/>
      <pc:docMkLst>
        <pc:docMk/>
      </pc:docMkLst>
      <pc:sldChg chg="addSp modSp add mod setBg">
        <pc:chgData name="Lý Thanh Ngô" userId="d1fb4545a5d636d2" providerId="LiveId" clId="{E4D9CBFD-E110-4D84-9E16-A07CEF4E01B3}" dt="2025-04-05T15:20:51.677" v="4100" actId="27636"/>
        <pc:sldMkLst>
          <pc:docMk/>
          <pc:sldMk cId="591027290" sldId="257"/>
        </pc:sldMkLst>
        <pc:spChg chg="add mod">
          <ac:chgData name="Lý Thanh Ngô" userId="d1fb4545a5d636d2" providerId="LiveId" clId="{E4D9CBFD-E110-4D84-9E16-A07CEF4E01B3}" dt="2025-04-05T15:20:51.677" v="4100" actId="27636"/>
          <ac:spMkLst>
            <pc:docMk/>
            <pc:sldMk cId="591027290" sldId="257"/>
            <ac:spMk id="2" creationId="{6D3FAADD-3FA7-BD7E-FE2F-54B5B64F1AD9}"/>
          </ac:spMkLst>
        </pc:spChg>
        <pc:spChg chg="mod">
          <ac:chgData name="Lý Thanh Ngô" userId="d1fb4545a5d636d2" providerId="LiveId" clId="{E4D9CBFD-E110-4D84-9E16-A07CEF4E01B3}" dt="2025-03-30T06:39:18.206" v="331" actId="20577"/>
          <ac:spMkLst>
            <pc:docMk/>
            <pc:sldMk cId="591027290" sldId="257"/>
            <ac:spMk id="3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3-30T06:31:23.930" v="191" actId="20577"/>
        <pc:sldMkLst>
          <pc:docMk/>
          <pc:sldMk cId="2171119766" sldId="258"/>
        </pc:sldMkLst>
        <pc:spChg chg="mod">
          <ac:chgData name="Lý Thanh Ngô" userId="d1fb4545a5d636d2" providerId="LiveId" clId="{E4D9CBFD-E110-4D84-9E16-A07CEF4E01B3}" dt="2025-03-30T06:31:23.930" v="191" actId="20577"/>
          <ac:spMkLst>
            <pc:docMk/>
            <pc:sldMk cId="2171119766" sldId="258"/>
            <ac:spMk id="7170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3-30T06:33:39.195" v="234" actId="20577"/>
        <pc:sldMkLst>
          <pc:docMk/>
          <pc:sldMk cId="3057438887" sldId="259"/>
        </pc:sldMkLst>
        <pc:spChg chg="mod">
          <ac:chgData name="Lý Thanh Ngô" userId="d1fb4545a5d636d2" providerId="LiveId" clId="{E4D9CBFD-E110-4D84-9E16-A07CEF4E01B3}" dt="2025-03-30T06:33:39.195" v="234" actId="20577"/>
          <ac:spMkLst>
            <pc:docMk/>
            <pc:sldMk cId="3057438887" sldId="259"/>
            <ac:spMk id="3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4-04T14:25:03.967" v="1863" actId="20577"/>
        <pc:sldMkLst>
          <pc:docMk/>
          <pc:sldMk cId="532766581" sldId="260"/>
        </pc:sldMkLst>
        <pc:spChg chg="mod">
          <ac:chgData name="Lý Thanh Ngô" userId="d1fb4545a5d636d2" providerId="LiveId" clId="{E4D9CBFD-E110-4D84-9E16-A07CEF4E01B3}" dt="2025-04-04T14:25:03.967" v="1863" actId="20577"/>
          <ac:spMkLst>
            <pc:docMk/>
            <pc:sldMk cId="532766581" sldId="260"/>
            <ac:spMk id="7170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3-30T06:34:43.517" v="254" actId="20577"/>
        <pc:sldMkLst>
          <pc:docMk/>
          <pc:sldMk cId="1487358291" sldId="261"/>
        </pc:sldMkLst>
        <pc:spChg chg="mod">
          <ac:chgData name="Lý Thanh Ngô" userId="d1fb4545a5d636d2" providerId="LiveId" clId="{E4D9CBFD-E110-4D84-9E16-A07CEF4E01B3}" dt="2025-03-30T06:34:43.517" v="254" actId="20577"/>
          <ac:spMkLst>
            <pc:docMk/>
            <pc:sldMk cId="1487358291" sldId="261"/>
            <ac:spMk id="7170" creationId="{00000000-0000-0000-0000-000000000000}"/>
          </ac:spMkLst>
        </pc:spChg>
      </pc:sldChg>
      <pc:sldChg chg="modSp add del mod setBg">
        <pc:chgData name="Lý Thanh Ngô" userId="d1fb4545a5d636d2" providerId="LiveId" clId="{E4D9CBFD-E110-4D84-9E16-A07CEF4E01B3}" dt="2025-03-30T06:27:46.281" v="75" actId="47"/>
        <pc:sldMkLst>
          <pc:docMk/>
          <pc:sldMk cId="4207669071" sldId="262"/>
        </pc:sldMkLst>
      </pc:sldChg>
      <pc:sldChg chg="modSp add mod setBg">
        <pc:chgData name="Lý Thanh Ngô" userId="d1fb4545a5d636d2" providerId="LiveId" clId="{E4D9CBFD-E110-4D84-9E16-A07CEF4E01B3}" dt="2025-03-30T06:38:58.608" v="329" actId="20577"/>
        <pc:sldMkLst>
          <pc:docMk/>
          <pc:sldMk cId="1140672165" sldId="263"/>
        </pc:sldMkLst>
        <pc:spChg chg="mod">
          <ac:chgData name="Lý Thanh Ngô" userId="d1fb4545a5d636d2" providerId="LiveId" clId="{E4D9CBFD-E110-4D84-9E16-A07CEF4E01B3}" dt="2025-03-30T06:38:58.608" v="329" actId="20577"/>
          <ac:spMkLst>
            <pc:docMk/>
            <pc:sldMk cId="1140672165" sldId="263"/>
            <ac:spMk id="7170" creationId="{00000000-0000-0000-0000-000000000000}"/>
          </ac:spMkLst>
        </pc:spChg>
      </pc:sldChg>
      <pc:sldChg chg="modSp add del mod setBg">
        <pc:chgData name="Lý Thanh Ngô" userId="d1fb4545a5d636d2" providerId="LiveId" clId="{E4D9CBFD-E110-4D84-9E16-A07CEF4E01B3}" dt="2025-03-30T06:39:01.487" v="330" actId="47"/>
        <pc:sldMkLst>
          <pc:docMk/>
          <pc:sldMk cId="746211627" sldId="264"/>
        </pc:sldMkLst>
      </pc:sldChg>
      <pc:sldChg chg="modSp add mod setBg">
        <pc:chgData name="Lý Thanh Ngô" userId="d1fb4545a5d636d2" providerId="LiveId" clId="{E4D9CBFD-E110-4D84-9E16-A07CEF4E01B3}" dt="2025-03-30T06:35:34.904" v="276" actId="20577"/>
        <pc:sldMkLst>
          <pc:docMk/>
          <pc:sldMk cId="1434756872" sldId="265"/>
        </pc:sldMkLst>
        <pc:spChg chg="mod">
          <ac:chgData name="Lý Thanh Ngô" userId="d1fb4545a5d636d2" providerId="LiveId" clId="{E4D9CBFD-E110-4D84-9E16-A07CEF4E01B3}" dt="2025-03-30T06:35:34.904" v="276" actId="20577"/>
          <ac:spMkLst>
            <pc:docMk/>
            <pc:sldMk cId="1434756872" sldId="265"/>
            <ac:spMk id="7170" creationId="{00000000-0000-0000-0000-000000000000}"/>
          </ac:spMkLst>
        </pc:spChg>
      </pc:sldChg>
      <pc:sldChg chg="modSp add mod setBg">
        <pc:chgData name="Lý Thanh Ngô" userId="d1fb4545a5d636d2" providerId="LiveId" clId="{E4D9CBFD-E110-4D84-9E16-A07CEF4E01B3}" dt="2025-03-30T06:36:19.243" v="304" actId="20577"/>
        <pc:sldMkLst>
          <pc:docMk/>
          <pc:sldMk cId="1191164645" sldId="266"/>
        </pc:sldMkLst>
        <pc:spChg chg="mod">
          <ac:chgData name="Lý Thanh Ngô" userId="d1fb4545a5d636d2" providerId="LiveId" clId="{E4D9CBFD-E110-4D84-9E16-A07CEF4E01B3}" dt="2025-03-30T06:36:19.243" v="304" actId="20577"/>
          <ac:spMkLst>
            <pc:docMk/>
            <pc:sldMk cId="1191164645" sldId="266"/>
            <ac:spMk id="7170" creationId="{00000000-0000-0000-0000-000000000000}"/>
          </ac:spMkLst>
        </pc:spChg>
      </pc:sldChg>
      <pc:sldChg chg="add del setBg">
        <pc:chgData name="Lý Thanh Ngô" userId="d1fb4545a5d636d2" providerId="LiveId" clId="{E4D9CBFD-E110-4D84-9E16-A07CEF4E01B3}" dt="2025-03-30T06:36:36.320" v="305" actId="47"/>
        <pc:sldMkLst>
          <pc:docMk/>
          <pc:sldMk cId="3480554668" sldId="267"/>
        </pc:sldMkLst>
      </pc:sldChg>
      <pc:sldChg chg="modSp add del mod setBg">
        <pc:chgData name="Lý Thanh Ngô" userId="d1fb4545a5d636d2" providerId="LiveId" clId="{E4D9CBFD-E110-4D84-9E16-A07CEF4E01B3}" dt="2025-03-30T06:31:54.358" v="205" actId="47"/>
        <pc:sldMkLst>
          <pc:docMk/>
          <pc:sldMk cId="933824949" sldId="268"/>
        </pc:sldMkLst>
      </pc:sldChg>
      <pc:sldChg chg="modSp mod">
        <pc:chgData name="Lý Thanh Ngô" userId="d1fb4545a5d636d2" providerId="LiveId" clId="{E4D9CBFD-E110-4D84-9E16-A07CEF4E01B3}" dt="2025-04-05T14:51:13.255" v="3864" actId="123"/>
        <pc:sldMkLst>
          <pc:docMk/>
          <pc:sldMk cId="0" sldId="344"/>
        </pc:sldMkLst>
        <pc:spChg chg="mod">
          <ac:chgData name="Lý Thanh Ngô" userId="d1fb4545a5d636d2" providerId="LiveId" clId="{E4D9CBFD-E110-4D84-9E16-A07CEF4E01B3}" dt="2025-04-05T14:51:13.255" v="3864" actId="123"/>
          <ac:spMkLst>
            <pc:docMk/>
            <pc:sldMk cId="0" sldId="344"/>
            <ac:spMk id="66562" creationId="{81C76A0F-EF95-2F19-13C9-0D53F5BE8601}"/>
          </ac:spMkLst>
        </pc:spChg>
      </pc:sldChg>
      <pc:sldChg chg="modSp mod">
        <pc:chgData name="Lý Thanh Ngô" userId="d1fb4545a5d636d2" providerId="LiveId" clId="{E4D9CBFD-E110-4D84-9E16-A07CEF4E01B3}" dt="2025-04-05T14:54:00.242" v="3906" actId="255"/>
        <pc:sldMkLst>
          <pc:docMk/>
          <pc:sldMk cId="4153120279" sldId="347"/>
        </pc:sldMkLst>
        <pc:spChg chg="mod">
          <ac:chgData name="Lý Thanh Ngô" userId="d1fb4545a5d636d2" providerId="LiveId" clId="{E4D9CBFD-E110-4D84-9E16-A07CEF4E01B3}" dt="2025-04-05T14:54:00.242" v="3906" actId="255"/>
          <ac:spMkLst>
            <pc:docMk/>
            <pc:sldMk cId="4153120279" sldId="347"/>
            <ac:spMk id="66562" creationId="{4D6D1884-2BBD-1374-8C27-4DF14DF2DBF6}"/>
          </ac:spMkLst>
        </pc:spChg>
      </pc:sldChg>
      <pc:sldChg chg="modSp mod">
        <pc:chgData name="Lý Thanh Ngô" userId="d1fb4545a5d636d2" providerId="LiveId" clId="{E4D9CBFD-E110-4D84-9E16-A07CEF4E01B3}" dt="2025-04-05T14:57:07.351" v="3913" actId="27636"/>
        <pc:sldMkLst>
          <pc:docMk/>
          <pc:sldMk cId="2479201792" sldId="354"/>
        </pc:sldMkLst>
        <pc:spChg chg="mod">
          <ac:chgData name="Lý Thanh Ngô" userId="d1fb4545a5d636d2" providerId="LiveId" clId="{E4D9CBFD-E110-4D84-9E16-A07CEF4E01B3}" dt="2025-04-05T14:57:07.351" v="3913" actId="27636"/>
          <ac:spMkLst>
            <pc:docMk/>
            <pc:sldMk cId="2479201792" sldId="354"/>
            <ac:spMk id="66562" creationId="{433D330E-1ADA-A91D-179B-B45C0AD17696}"/>
          </ac:spMkLst>
        </pc:spChg>
      </pc:sldChg>
      <pc:sldChg chg="modSp mod">
        <pc:chgData name="Lý Thanh Ngô" userId="d1fb4545a5d636d2" providerId="LiveId" clId="{E4D9CBFD-E110-4D84-9E16-A07CEF4E01B3}" dt="2025-04-05T15:09:30.031" v="3993" actId="255"/>
        <pc:sldMkLst>
          <pc:docMk/>
          <pc:sldMk cId="553924112" sldId="365"/>
        </pc:sldMkLst>
        <pc:spChg chg="mod">
          <ac:chgData name="Lý Thanh Ngô" userId="d1fb4545a5d636d2" providerId="LiveId" clId="{E4D9CBFD-E110-4D84-9E16-A07CEF4E01B3}" dt="2025-04-05T15:09:30.031" v="3993" actId="255"/>
          <ac:spMkLst>
            <pc:docMk/>
            <pc:sldMk cId="553924112" sldId="365"/>
            <ac:spMk id="102402" creationId="{1084ADDA-DAB6-AF8E-BD14-B16348A1FBD9}"/>
          </ac:spMkLst>
        </pc:spChg>
      </pc:sldChg>
      <pc:sldChg chg="modSp mod">
        <pc:chgData name="Lý Thanh Ngô" userId="d1fb4545a5d636d2" providerId="LiveId" clId="{E4D9CBFD-E110-4D84-9E16-A07CEF4E01B3}" dt="2025-04-05T15:13:15.255" v="4088" actId="20577"/>
        <pc:sldMkLst>
          <pc:docMk/>
          <pc:sldMk cId="1255641883" sldId="366"/>
        </pc:sldMkLst>
        <pc:spChg chg="mod">
          <ac:chgData name="Lý Thanh Ngô" userId="d1fb4545a5d636d2" providerId="LiveId" clId="{E4D9CBFD-E110-4D84-9E16-A07CEF4E01B3}" dt="2025-04-05T15:13:15.255" v="4088" actId="20577"/>
          <ac:spMkLst>
            <pc:docMk/>
            <pc:sldMk cId="1255641883" sldId="366"/>
            <ac:spMk id="103426" creationId="{4757C4C1-B1EF-BBE0-782B-EA4BAADC21D5}"/>
          </ac:spMkLst>
        </pc:spChg>
      </pc:sldChg>
      <pc:sldChg chg="modSp mod">
        <pc:chgData name="Lý Thanh Ngô" userId="d1fb4545a5d636d2" providerId="LiveId" clId="{E4D9CBFD-E110-4D84-9E16-A07CEF4E01B3}" dt="2025-04-04T14:48:22.581" v="2678" actId="20577"/>
        <pc:sldMkLst>
          <pc:docMk/>
          <pc:sldMk cId="2472502028" sldId="385"/>
        </pc:sldMkLst>
        <pc:spChg chg="mod">
          <ac:chgData name="Lý Thanh Ngô" userId="d1fb4545a5d636d2" providerId="LiveId" clId="{E4D9CBFD-E110-4D84-9E16-A07CEF4E01B3}" dt="2025-04-04T14:47:56.073" v="2656" actId="20577"/>
          <ac:spMkLst>
            <pc:docMk/>
            <pc:sldMk cId="2472502028" sldId="385"/>
            <ac:spMk id="4" creationId="{00000000-0000-0000-0000-000000000000}"/>
          </ac:spMkLst>
        </pc:spChg>
        <pc:spChg chg="mod">
          <ac:chgData name="Lý Thanh Ngô" userId="d1fb4545a5d636d2" providerId="LiveId" clId="{E4D9CBFD-E110-4D84-9E16-A07CEF4E01B3}" dt="2025-04-04T14:48:07.380" v="2662" actId="1036"/>
          <ac:spMkLst>
            <pc:docMk/>
            <pc:sldMk cId="2472502028" sldId="385"/>
            <ac:spMk id="5" creationId="{EC9E90A0-57EF-B562-11BD-EFA379BF3A1F}"/>
          </ac:spMkLst>
        </pc:spChg>
        <pc:spChg chg="mod">
          <ac:chgData name="Lý Thanh Ngô" userId="d1fb4545a5d636d2" providerId="LiveId" clId="{E4D9CBFD-E110-4D84-9E16-A07CEF4E01B3}" dt="2025-04-04T14:48:22.581" v="2678" actId="20577"/>
          <ac:spMkLst>
            <pc:docMk/>
            <pc:sldMk cId="2472502028" sldId="385"/>
            <ac:spMk id="7" creationId="{FA7210C8-01DF-51DB-3853-C95430401C95}"/>
          </ac:spMkLst>
        </pc:spChg>
      </pc:sldChg>
      <pc:sldChg chg="modSp mod">
        <pc:chgData name="Lý Thanh Ngô" userId="d1fb4545a5d636d2" providerId="LiveId" clId="{E4D9CBFD-E110-4D84-9E16-A07CEF4E01B3}" dt="2025-04-05T15:05:40.526" v="3955" actId="255"/>
        <pc:sldMkLst>
          <pc:docMk/>
          <pc:sldMk cId="2052488373" sldId="405"/>
        </pc:sldMkLst>
        <pc:spChg chg="mod">
          <ac:chgData name="Lý Thanh Ngô" userId="d1fb4545a5d636d2" providerId="LiveId" clId="{E4D9CBFD-E110-4D84-9E16-A07CEF4E01B3}" dt="2025-04-05T15:05:40.526" v="3955" actId="255"/>
          <ac:spMkLst>
            <pc:docMk/>
            <pc:sldMk cId="2052488373" sldId="405"/>
            <ac:spMk id="101378" creationId="{8B071663-4B6E-994B-582A-6E6D92613C37}"/>
          </ac:spMkLst>
        </pc:spChg>
      </pc:sldChg>
      <pc:sldChg chg="modSp mod">
        <pc:chgData name="Lý Thanh Ngô" userId="d1fb4545a5d636d2" providerId="LiveId" clId="{E4D9CBFD-E110-4D84-9E16-A07CEF4E01B3}" dt="2025-04-05T15:07:14.813" v="3964" actId="27636"/>
        <pc:sldMkLst>
          <pc:docMk/>
          <pc:sldMk cId="3600510535" sldId="406"/>
        </pc:sldMkLst>
        <pc:spChg chg="mod">
          <ac:chgData name="Lý Thanh Ngô" userId="d1fb4545a5d636d2" providerId="LiveId" clId="{E4D9CBFD-E110-4D84-9E16-A07CEF4E01B3}" dt="2025-04-05T15:07:14.813" v="3964" actId="27636"/>
          <ac:spMkLst>
            <pc:docMk/>
            <pc:sldMk cId="3600510535" sldId="406"/>
            <ac:spMk id="99330" creationId="{8A50B797-F9AB-BABB-1B40-19BCA9033AB2}"/>
          </ac:spMkLst>
        </pc:spChg>
      </pc:sldChg>
      <pc:sldChg chg="modSp del mod">
        <pc:chgData name="Lý Thanh Ngô" userId="d1fb4545a5d636d2" providerId="LiveId" clId="{E4D9CBFD-E110-4D84-9E16-A07CEF4E01B3}" dt="2025-04-05T15:07:21.560" v="3965" actId="47"/>
        <pc:sldMkLst>
          <pc:docMk/>
          <pc:sldMk cId="0" sldId="407"/>
        </pc:sldMkLst>
      </pc:sldChg>
      <pc:sldChg chg="modSp mod">
        <pc:chgData name="Lý Thanh Ngô" userId="d1fb4545a5d636d2" providerId="LiveId" clId="{E4D9CBFD-E110-4D84-9E16-A07CEF4E01B3}" dt="2025-04-05T15:08:03.529" v="3968" actId="255"/>
        <pc:sldMkLst>
          <pc:docMk/>
          <pc:sldMk cId="2522754634" sldId="408"/>
        </pc:sldMkLst>
        <pc:spChg chg="mod">
          <ac:chgData name="Lý Thanh Ngô" userId="d1fb4545a5d636d2" providerId="LiveId" clId="{E4D9CBFD-E110-4D84-9E16-A07CEF4E01B3}" dt="2025-04-05T15:08:03.529" v="3968" actId="255"/>
          <ac:spMkLst>
            <pc:docMk/>
            <pc:sldMk cId="2522754634" sldId="408"/>
            <ac:spMk id="101378" creationId="{05CAE2DE-B2EC-A655-F166-350C09BD7435}"/>
          </ac:spMkLst>
        </pc:spChg>
      </pc:sldChg>
      <pc:sldChg chg="modSp del mod">
        <pc:chgData name="Lý Thanh Ngô" userId="d1fb4545a5d636d2" providerId="LiveId" clId="{E4D9CBFD-E110-4D84-9E16-A07CEF4E01B3}" dt="2025-04-05T15:13:26.369" v="4089" actId="2696"/>
        <pc:sldMkLst>
          <pc:docMk/>
          <pc:sldMk cId="0" sldId="422"/>
        </pc:sldMkLst>
      </pc:sldChg>
      <pc:sldChg chg="modSp mod">
        <pc:chgData name="Lý Thanh Ngô" userId="d1fb4545a5d636d2" providerId="LiveId" clId="{E4D9CBFD-E110-4D84-9E16-A07CEF4E01B3}" dt="2025-04-05T15:14:26.618" v="4091" actId="207"/>
        <pc:sldMkLst>
          <pc:docMk/>
          <pc:sldMk cId="2198175032" sldId="424"/>
        </pc:sldMkLst>
        <pc:spChg chg="mod">
          <ac:chgData name="Lý Thanh Ngô" userId="d1fb4545a5d636d2" providerId="LiveId" clId="{E4D9CBFD-E110-4D84-9E16-A07CEF4E01B3}" dt="2025-04-05T15:14:26.618" v="4091" actId="207"/>
          <ac:spMkLst>
            <pc:docMk/>
            <pc:sldMk cId="2198175032" sldId="424"/>
            <ac:spMk id="106498" creationId="{E3BC3CA2-358F-C6F0-6E92-29F63F658DAF}"/>
          </ac:spMkLst>
        </pc:spChg>
      </pc:sldChg>
      <pc:sldChg chg="addSp delSp modSp del mod">
        <pc:chgData name="Lý Thanh Ngô" userId="d1fb4545a5d636d2" providerId="LiveId" clId="{E4D9CBFD-E110-4D84-9E16-A07CEF4E01B3}" dt="2025-04-03T23:12:48.955" v="1151" actId="47"/>
        <pc:sldMkLst>
          <pc:docMk/>
          <pc:sldMk cId="3769639125" sldId="9788"/>
        </pc:sldMkLst>
      </pc:sldChg>
      <pc:sldChg chg="del">
        <pc:chgData name="Lý Thanh Ngô" userId="d1fb4545a5d636d2" providerId="LiveId" clId="{E4D9CBFD-E110-4D84-9E16-A07CEF4E01B3}" dt="2025-04-03T23:28:32.591" v="1312" actId="47"/>
        <pc:sldMkLst>
          <pc:docMk/>
          <pc:sldMk cId="3917989569" sldId="9789"/>
        </pc:sldMkLst>
      </pc:sldChg>
      <pc:sldChg chg="addSp delSp modSp mod modNotesTx">
        <pc:chgData name="Lý Thanh Ngô" userId="d1fb4545a5d636d2" providerId="LiveId" clId="{E4D9CBFD-E110-4D84-9E16-A07CEF4E01B3}" dt="2025-04-05T15:14:52.143" v="4092" actId="14100"/>
        <pc:sldMkLst>
          <pc:docMk/>
          <pc:sldMk cId="3681698675" sldId="9793"/>
        </pc:sldMkLst>
        <pc:spChg chg="mod">
          <ac:chgData name="Lý Thanh Ngô" userId="d1fb4545a5d636d2" providerId="LiveId" clId="{E4D9CBFD-E110-4D84-9E16-A07CEF4E01B3}" dt="2025-04-05T15:14:52.143" v="4092" actId="14100"/>
          <ac:spMkLst>
            <pc:docMk/>
            <pc:sldMk cId="3681698675" sldId="9793"/>
            <ac:spMk id="2" creationId="{224182AB-1A1E-C15F-0016-71E6D272116A}"/>
          </ac:spMkLst>
        </pc:spChg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2438411217" sldId="9794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2324261318" sldId="9795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3427656459" sldId="9796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2672676719" sldId="9797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1902892374" sldId="9798"/>
        </pc:sldMkLst>
      </pc:sldChg>
      <pc:sldChg chg="modSp mod modNotesTx">
        <pc:chgData name="Lý Thanh Ngô" userId="d1fb4545a5d636d2" providerId="LiveId" clId="{E4D9CBFD-E110-4D84-9E16-A07CEF4E01B3}" dt="2025-04-04T14:39:08.715" v="2162" actId="255"/>
        <pc:sldMkLst>
          <pc:docMk/>
          <pc:sldMk cId="288514113" sldId="9799"/>
        </pc:sldMkLst>
        <pc:spChg chg="mod">
          <ac:chgData name="Lý Thanh Ngô" userId="d1fb4545a5d636d2" providerId="LiveId" clId="{E4D9CBFD-E110-4D84-9E16-A07CEF4E01B3}" dt="2025-04-04T14:39:08.715" v="2162" actId="255"/>
          <ac:spMkLst>
            <pc:docMk/>
            <pc:sldMk cId="288514113" sldId="9799"/>
            <ac:spMk id="2" creationId="{AD79F752-64A9-AEFA-6988-B977A51087C2}"/>
          </ac:spMkLst>
        </pc:spChg>
      </pc:sldChg>
      <pc:sldChg chg="addSp modSp mod">
        <pc:chgData name="Lý Thanh Ngô" userId="d1fb4545a5d636d2" providerId="LiveId" clId="{E4D9CBFD-E110-4D84-9E16-A07CEF4E01B3}" dt="2025-04-05T15:20:06.469" v="4094" actId="114"/>
        <pc:sldMkLst>
          <pc:docMk/>
          <pc:sldMk cId="1307668271" sldId="9800"/>
        </pc:sldMkLst>
        <pc:spChg chg="mod">
          <ac:chgData name="Lý Thanh Ngô" userId="d1fb4545a5d636d2" providerId="LiveId" clId="{E4D9CBFD-E110-4D84-9E16-A07CEF4E01B3}" dt="2025-04-05T15:20:06.469" v="4094" actId="114"/>
          <ac:spMkLst>
            <pc:docMk/>
            <pc:sldMk cId="1307668271" sldId="9800"/>
            <ac:spMk id="2" creationId="{4712D805-4723-9CE9-42DA-7AE8EBF9C314}"/>
          </ac:spMkLst>
        </pc:spChg>
      </pc:sldChg>
      <pc:sldChg chg="del">
        <pc:chgData name="Lý Thanh Ngô" userId="d1fb4545a5d636d2" providerId="LiveId" clId="{E4D9CBFD-E110-4D84-9E16-A07CEF4E01B3}" dt="2025-04-04T14:31:36.163" v="2071" actId="47"/>
        <pc:sldMkLst>
          <pc:docMk/>
          <pc:sldMk cId="3126393781" sldId="9801"/>
        </pc:sldMkLst>
      </pc:sldChg>
      <pc:sldChg chg="addSp delSp modSp del mod">
        <pc:chgData name="Lý Thanh Ngô" userId="d1fb4545a5d636d2" providerId="LiveId" clId="{E4D9CBFD-E110-4D84-9E16-A07CEF4E01B3}" dt="2025-04-03T23:20:21.800" v="1214" actId="47"/>
        <pc:sldMkLst>
          <pc:docMk/>
          <pc:sldMk cId="3297558619" sldId="9802"/>
        </pc:sldMkLst>
      </pc:sldChg>
      <pc:sldChg chg="modSp mod modNotesTx">
        <pc:chgData name="Lý Thanh Ngô" userId="d1fb4545a5d636d2" providerId="LiveId" clId="{E4D9CBFD-E110-4D84-9E16-A07CEF4E01B3}" dt="2025-04-05T15:25:41.092" v="4104" actId="123"/>
        <pc:sldMkLst>
          <pc:docMk/>
          <pc:sldMk cId="1342301587" sldId="9803"/>
        </pc:sldMkLst>
        <pc:spChg chg="mod">
          <ac:chgData name="Lý Thanh Ngô" userId="d1fb4545a5d636d2" providerId="LiveId" clId="{E4D9CBFD-E110-4D84-9E16-A07CEF4E01B3}" dt="2025-04-05T15:25:41.092" v="4104" actId="123"/>
          <ac:spMkLst>
            <pc:docMk/>
            <pc:sldMk cId="1342301587" sldId="9803"/>
            <ac:spMk id="2" creationId="{D9FDB8AF-DBC1-FC77-9BEB-926C6D7AF5D6}"/>
          </ac:spMkLst>
        </pc:spChg>
      </pc:sldChg>
      <pc:sldChg chg="del">
        <pc:chgData name="Lý Thanh Ngô" userId="d1fb4545a5d636d2" providerId="LiveId" clId="{E4D9CBFD-E110-4D84-9E16-A07CEF4E01B3}" dt="2025-03-30T06:37:17.055" v="321" actId="47"/>
        <pc:sldMkLst>
          <pc:docMk/>
          <pc:sldMk cId="3407074290" sldId="9804"/>
        </pc:sldMkLst>
      </pc:sldChg>
      <pc:sldChg chg="del">
        <pc:chgData name="Lý Thanh Ngô" userId="d1fb4545a5d636d2" providerId="LiveId" clId="{E4D9CBFD-E110-4D84-9E16-A07CEF4E01B3}" dt="2025-03-30T06:37:17.055" v="321" actId="47"/>
        <pc:sldMkLst>
          <pc:docMk/>
          <pc:sldMk cId="3731749232" sldId="9805"/>
        </pc:sldMkLst>
      </pc:sldChg>
      <pc:sldChg chg="del">
        <pc:chgData name="Lý Thanh Ngô" userId="d1fb4545a5d636d2" providerId="LiveId" clId="{E4D9CBFD-E110-4D84-9E16-A07CEF4E01B3}" dt="2025-03-30T06:37:17.055" v="321" actId="47"/>
        <pc:sldMkLst>
          <pc:docMk/>
          <pc:sldMk cId="2605310120" sldId="9806"/>
        </pc:sldMkLst>
      </pc:sldChg>
      <pc:sldChg chg="modSp mod modNotesTx">
        <pc:chgData name="Lý Thanh Ngô" userId="d1fb4545a5d636d2" providerId="LiveId" clId="{E4D9CBFD-E110-4D84-9E16-A07CEF4E01B3}" dt="2025-04-04T14:55:16.591" v="2803" actId="255"/>
        <pc:sldMkLst>
          <pc:docMk/>
          <pc:sldMk cId="3768715522" sldId="9808"/>
        </pc:sldMkLst>
        <pc:spChg chg="mod">
          <ac:chgData name="Lý Thanh Ngô" userId="d1fb4545a5d636d2" providerId="LiveId" clId="{E4D9CBFD-E110-4D84-9E16-A07CEF4E01B3}" dt="2025-04-04T14:55:16.591" v="2803" actId="255"/>
          <ac:spMkLst>
            <pc:docMk/>
            <pc:sldMk cId="3768715522" sldId="9808"/>
            <ac:spMk id="2" creationId="{A94A499C-A97E-79EF-ED19-E090AEBBEC19}"/>
          </ac:spMkLst>
        </pc:spChg>
      </pc:sldChg>
      <pc:sldChg chg="del">
        <pc:chgData name="Lý Thanh Ngô" userId="d1fb4545a5d636d2" providerId="LiveId" clId="{E4D9CBFD-E110-4D84-9E16-A07CEF4E01B3}" dt="2025-04-04T13:48:01.043" v="1617" actId="47"/>
        <pc:sldMkLst>
          <pc:docMk/>
          <pc:sldMk cId="3329939368" sldId="9809"/>
        </pc:sldMkLst>
      </pc:sldChg>
      <pc:sldChg chg="del">
        <pc:chgData name="Lý Thanh Ngô" userId="d1fb4545a5d636d2" providerId="LiveId" clId="{E4D9CBFD-E110-4D84-9E16-A07CEF4E01B3}" dt="2025-04-03T23:28:08.969" v="1303" actId="47"/>
        <pc:sldMkLst>
          <pc:docMk/>
          <pc:sldMk cId="1592849602" sldId="9813"/>
        </pc:sldMkLst>
      </pc:sldChg>
      <pc:sldChg chg="modSp mod modNotesTx">
        <pc:chgData name="Lý Thanh Ngô" userId="d1fb4545a5d636d2" providerId="LiveId" clId="{E4D9CBFD-E110-4D84-9E16-A07CEF4E01B3}" dt="2025-04-04T15:29:56.702" v="3646" actId="20577"/>
        <pc:sldMkLst>
          <pc:docMk/>
          <pc:sldMk cId="627141964" sldId="9814"/>
        </pc:sldMkLst>
        <pc:spChg chg="mod">
          <ac:chgData name="Lý Thanh Ngô" userId="d1fb4545a5d636d2" providerId="LiveId" clId="{E4D9CBFD-E110-4D84-9E16-A07CEF4E01B3}" dt="2025-04-04T15:29:41.060" v="3590" actId="123"/>
          <ac:spMkLst>
            <pc:docMk/>
            <pc:sldMk cId="627141964" sldId="9814"/>
            <ac:spMk id="2" creationId="{ED4DBA0B-0F80-9FB8-2416-207E64980B46}"/>
          </ac:spMkLst>
        </pc:spChg>
      </pc:sldChg>
      <pc:sldChg chg="del">
        <pc:chgData name="Lý Thanh Ngô" userId="d1fb4545a5d636d2" providerId="LiveId" clId="{E4D9CBFD-E110-4D84-9E16-A07CEF4E01B3}" dt="2025-03-30T06:46:28.729" v="450" actId="47"/>
        <pc:sldMkLst>
          <pc:docMk/>
          <pc:sldMk cId="1691264668" sldId="9815"/>
        </pc:sldMkLst>
      </pc:sldChg>
      <pc:sldChg chg="del">
        <pc:chgData name="Lý Thanh Ngô" userId="d1fb4545a5d636d2" providerId="LiveId" clId="{E4D9CBFD-E110-4D84-9E16-A07CEF4E01B3}" dt="2025-04-04T14:36:34.626" v="2128" actId="47"/>
        <pc:sldMkLst>
          <pc:docMk/>
          <pc:sldMk cId="1432816605" sldId="9816"/>
        </pc:sldMkLst>
      </pc:sldChg>
      <pc:sldChg chg="del">
        <pc:chgData name="Lý Thanh Ngô" userId="d1fb4545a5d636d2" providerId="LiveId" clId="{E4D9CBFD-E110-4D84-9E16-A07CEF4E01B3}" dt="2025-03-30T06:47:45.153" v="566" actId="47"/>
        <pc:sldMkLst>
          <pc:docMk/>
          <pc:sldMk cId="448704284" sldId="9817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2205802082" sldId="9818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1646080519" sldId="9819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1398243246" sldId="9820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4135302213" sldId="9821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148545705" sldId="9822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832378762" sldId="9823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2506181314" sldId="9824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609497434" sldId="9825"/>
        </pc:sldMkLst>
      </pc:sldChg>
      <pc:sldChg chg="del">
        <pc:chgData name="Lý Thanh Ngô" userId="d1fb4545a5d636d2" providerId="LiveId" clId="{E4D9CBFD-E110-4D84-9E16-A07CEF4E01B3}" dt="2025-03-30T06:36:43.140" v="306" actId="47"/>
        <pc:sldMkLst>
          <pc:docMk/>
          <pc:sldMk cId="1250538440" sldId="9826"/>
        </pc:sldMkLst>
      </pc:sldChg>
      <pc:sldChg chg="modSp mod modNotesTx">
        <pc:chgData name="Lý Thanh Ngô" userId="d1fb4545a5d636d2" providerId="LiveId" clId="{E4D9CBFD-E110-4D84-9E16-A07CEF4E01B3}" dt="2025-04-04T15:20:19.386" v="3450" actId="123"/>
        <pc:sldMkLst>
          <pc:docMk/>
          <pc:sldMk cId="2958806556" sldId="9827"/>
        </pc:sldMkLst>
        <pc:spChg chg="mod">
          <ac:chgData name="Lý Thanh Ngô" userId="d1fb4545a5d636d2" providerId="LiveId" clId="{E4D9CBFD-E110-4D84-9E16-A07CEF4E01B3}" dt="2025-04-04T15:20:19.386" v="3450" actId="123"/>
          <ac:spMkLst>
            <pc:docMk/>
            <pc:sldMk cId="2958806556" sldId="9827"/>
            <ac:spMk id="2" creationId="{D0DB7A7C-C6BF-BBBA-3631-B0614733E958}"/>
          </ac:spMkLst>
        </pc:spChg>
      </pc:sldChg>
      <pc:sldChg chg="del">
        <pc:chgData name="Lý Thanh Ngô" userId="d1fb4545a5d636d2" providerId="LiveId" clId="{E4D9CBFD-E110-4D84-9E16-A07CEF4E01B3}" dt="2025-03-30T06:47:59.406" v="570" actId="47"/>
        <pc:sldMkLst>
          <pc:docMk/>
          <pc:sldMk cId="3958862344" sldId="9828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1647823718" sldId="9829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449617028" sldId="9830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1592406097" sldId="9831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410915460" sldId="9832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272661577" sldId="9833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1232266678" sldId="9834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496433219" sldId="9835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31621706" sldId="9836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840654511" sldId="9837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105827102" sldId="9838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1302606052" sldId="9839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2880974531" sldId="9840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31976115" sldId="9841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974659310" sldId="9842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3839078036" sldId="9843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848203935" sldId="9844"/>
        </pc:sldMkLst>
      </pc:sldChg>
      <pc:sldChg chg="del">
        <pc:chgData name="Lý Thanh Ngô" userId="d1fb4545a5d636d2" providerId="LiveId" clId="{E4D9CBFD-E110-4D84-9E16-A07CEF4E01B3}" dt="2025-03-30T06:37:04.178" v="312" actId="47"/>
        <pc:sldMkLst>
          <pc:docMk/>
          <pc:sldMk cId="2393921006" sldId="9845"/>
        </pc:sldMkLst>
      </pc:sldChg>
      <pc:sldChg chg="del">
        <pc:chgData name="Lý Thanh Ngô" userId="d1fb4545a5d636d2" providerId="LiveId" clId="{E4D9CBFD-E110-4D84-9E16-A07CEF4E01B3}" dt="2025-03-30T06:48:27.681" v="592" actId="47"/>
        <pc:sldMkLst>
          <pc:docMk/>
          <pc:sldMk cId="1623123200" sldId="9846"/>
        </pc:sldMkLst>
      </pc:sldChg>
      <pc:sldChg chg="modSp mod modNotesTx">
        <pc:chgData name="Lý Thanh Ngô" userId="d1fb4545a5d636d2" providerId="LiveId" clId="{E4D9CBFD-E110-4D84-9E16-A07CEF4E01B3}" dt="2025-04-04T14:38:55.562" v="2159" actId="255"/>
        <pc:sldMkLst>
          <pc:docMk/>
          <pc:sldMk cId="3438506491" sldId="9847"/>
        </pc:sldMkLst>
      </pc:sldChg>
      <pc:sldChg chg="modSp mod modNotesTx">
        <pc:chgData name="Lý Thanh Ngô" userId="d1fb4545a5d636d2" providerId="LiveId" clId="{E4D9CBFD-E110-4D84-9E16-A07CEF4E01B3}" dt="2025-04-04T14:39:03.281" v="2161" actId="255"/>
        <pc:sldMkLst>
          <pc:docMk/>
          <pc:sldMk cId="3111587494" sldId="9848"/>
        </pc:sldMkLst>
        <pc:spChg chg="mod">
          <ac:chgData name="Lý Thanh Ngô" userId="d1fb4545a5d636d2" providerId="LiveId" clId="{E4D9CBFD-E110-4D84-9E16-A07CEF4E01B3}" dt="2025-04-04T14:39:03.281" v="2161" actId="255"/>
          <ac:spMkLst>
            <pc:docMk/>
            <pc:sldMk cId="3111587494" sldId="9848"/>
            <ac:spMk id="2" creationId="{63F0A5E2-77DC-7B9F-1C02-600C97B0A748}"/>
          </ac:spMkLst>
        </pc:spChg>
      </pc:sldChg>
      <pc:sldChg chg="modSp mod modNotesTx">
        <pc:chgData name="Lý Thanh Ngô" userId="d1fb4545a5d636d2" providerId="LiveId" clId="{E4D9CBFD-E110-4D84-9E16-A07CEF4E01B3}" dt="2025-04-04T14:39:17.247" v="2163" actId="255"/>
        <pc:sldMkLst>
          <pc:docMk/>
          <pc:sldMk cId="3414643596" sldId="9849"/>
        </pc:sldMkLst>
        <pc:spChg chg="mod">
          <ac:chgData name="Lý Thanh Ngô" userId="d1fb4545a5d636d2" providerId="LiveId" clId="{E4D9CBFD-E110-4D84-9E16-A07CEF4E01B3}" dt="2025-04-04T14:39:17.247" v="2163" actId="255"/>
          <ac:spMkLst>
            <pc:docMk/>
            <pc:sldMk cId="3414643596" sldId="9849"/>
            <ac:spMk id="2" creationId="{875313AE-8DE9-EF7A-A539-00E8E5418705}"/>
          </ac:spMkLst>
        </pc:spChg>
      </pc:sldChg>
      <pc:sldChg chg="modSp mod">
        <pc:chgData name="Lý Thanh Ngô" userId="d1fb4545a5d636d2" providerId="LiveId" clId="{E4D9CBFD-E110-4D84-9E16-A07CEF4E01B3}" dt="2025-04-04T14:39:23.735" v="2165" actId="255"/>
        <pc:sldMkLst>
          <pc:docMk/>
          <pc:sldMk cId="3238211235" sldId="9850"/>
        </pc:sldMkLst>
        <pc:spChg chg="mod">
          <ac:chgData name="Lý Thanh Ngô" userId="d1fb4545a5d636d2" providerId="LiveId" clId="{E4D9CBFD-E110-4D84-9E16-A07CEF4E01B3}" dt="2025-04-04T14:39:23.735" v="2165" actId="255"/>
          <ac:spMkLst>
            <pc:docMk/>
            <pc:sldMk cId="3238211235" sldId="9850"/>
            <ac:spMk id="2" creationId="{9EB41746-D780-1DA4-8C37-16E02E72EE06}"/>
          </ac:spMkLst>
        </pc:spChg>
      </pc:sldChg>
      <pc:sldChg chg="del">
        <pc:chgData name="Lý Thanh Ngô" userId="d1fb4545a5d636d2" providerId="LiveId" clId="{E4D9CBFD-E110-4D84-9E16-A07CEF4E01B3}" dt="2025-04-04T14:39:33.933" v="2169" actId="47"/>
        <pc:sldMkLst>
          <pc:docMk/>
          <pc:sldMk cId="1186045386" sldId="9851"/>
        </pc:sldMkLst>
      </pc:sldChg>
      <pc:sldChg chg="del">
        <pc:chgData name="Lý Thanh Ngô" userId="d1fb4545a5d636d2" providerId="LiveId" clId="{E4D9CBFD-E110-4D84-9E16-A07CEF4E01B3}" dt="2025-04-04T14:39:35.520" v="2170" actId="47"/>
        <pc:sldMkLst>
          <pc:docMk/>
          <pc:sldMk cId="887314122" sldId="9852"/>
        </pc:sldMkLst>
      </pc:sldChg>
      <pc:sldChg chg="modSp mod modNotesTx">
        <pc:chgData name="Lý Thanh Ngô" userId="d1fb4545a5d636d2" providerId="LiveId" clId="{E4D9CBFD-E110-4D84-9E16-A07CEF4E01B3}" dt="2025-04-04T14:40:22.207" v="2186" actId="255"/>
        <pc:sldMkLst>
          <pc:docMk/>
          <pc:sldMk cId="2696584302" sldId="9853"/>
        </pc:sldMkLst>
      </pc:sldChg>
      <pc:sldChg chg="del">
        <pc:chgData name="Lý Thanh Ngô" userId="d1fb4545a5d636d2" providerId="LiveId" clId="{E4D9CBFD-E110-4D84-9E16-A07CEF4E01B3}" dt="2025-04-04T14:40:42.164" v="2188" actId="47"/>
        <pc:sldMkLst>
          <pc:docMk/>
          <pc:sldMk cId="3862663970" sldId="9854"/>
        </pc:sldMkLst>
      </pc:sldChg>
      <pc:sldChg chg="del">
        <pc:chgData name="Lý Thanh Ngô" userId="d1fb4545a5d636d2" providerId="LiveId" clId="{E4D9CBFD-E110-4D84-9E16-A07CEF4E01B3}" dt="2025-04-04T14:41:14.598" v="2195" actId="47"/>
        <pc:sldMkLst>
          <pc:docMk/>
          <pc:sldMk cId="3848865846" sldId="9855"/>
        </pc:sldMkLst>
      </pc:sldChg>
      <pc:sldChg chg="del">
        <pc:chgData name="Lý Thanh Ngô" userId="d1fb4545a5d636d2" providerId="LiveId" clId="{E4D9CBFD-E110-4D84-9E16-A07CEF4E01B3}" dt="2025-04-04T14:41:16.132" v="2196" actId="47"/>
        <pc:sldMkLst>
          <pc:docMk/>
          <pc:sldMk cId="1777329158" sldId="9856"/>
        </pc:sldMkLst>
      </pc:sldChg>
      <pc:sldChg chg="modSp mod">
        <pc:chgData name="Lý Thanh Ngô" userId="d1fb4545a5d636d2" providerId="LiveId" clId="{E4D9CBFD-E110-4D84-9E16-A07CEF4E01B3}" dt="2025-04-04T14:46:41.297" v="2635" actId="122"/>
        <pc:sldMkLst>
          <pc:docMk/>
          <pc:sldMk cId="1640538101" sldId="9857"/>
        </pc:sldMkLst>
        <pc:spChg chg="mod">
          <ac:chgData name="Lý Thanh Ngô" userId="d1fb4545a5d636d2" providerId="LiveId" clId="{E4D9CBFD-E110-4D84-9E16-A07CEF4E01B3}" dt="2025-04-04T14:42:38.836" v="2221" actId="20577"/>
          <ac:spMkLst>
            <pc:docMk/>
            <pc:sldMk cId="1640538101" sldId="9857"/>
            <ac:spMk id="4" creationId="{C83C1662-DE3B-485E-D039-6DAF01222417}"/>
          </ac:spMkLst>
        </pc:spChg>
        <pc:spChg chg="mod">
          <ac:chgData name="Lý Thanh Ngô" userId="d1fb4545a5d636d2" providerId="LiveId" clId="{E4D9CBFD-E110-4D84-9E16-A07CEF4E01B3}" dt="2025-04-04T14:46:41.297" v="2635" actId="122"/>
          <ac:spMkLst>
            <pc:docMk/>
            <pc:sldMk cId="1640538101" sldId="9857"/>
            <ac:spMk id="5" creationId="{885A7151-12D0-D5E7-4150-116F20C67271}"/>
          </ac:spMkLst>
        </pc:spChg>
        <pc:spChg chg="mod">
          <ac:chgData name="Lý Thanh Ngô" userId="d1fb4545a5d636d2" providerId="LiveId" clId="{E4D9CBFD-E110-4D84-9E16-A07CEF4E01B3}" dt="2025-04-04T14:44:55.863" v="2509" actId="1076"/>
          <ac:spMkLst>
            <pc:docMk/>
            <pc:sldMk cId="1640538101" sldId="9857"/>
            <ac:spMk id="7" creationId="{27682D36-7139-D43C-8AC6-2259120A3B6A}"/>
          </ac:spMkLst>
        </pc:spChg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130758898" sldId="9858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826091572" sldId="9859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3848815841" sldId="9860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3207059514" sldId="9861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416133720" sldId="9862"/>
        </pc:sldMkLst>
      </pc:sldChg>
      <pc:sldChg chg="del">
        <pc:chgData name="Lý Thanh Ngô" userId="d1fb4545a5d636d2" providerId="LiveId" clId="{E4D9CBFD-E110-4D84-9E16-A07CEF4E01B3}" dt="2025-04-04T15:23:46.487" v="3536" actId="2696"/>
        <pc:sldMkLst>
          <pc:docMk/>
          <pc:sldMk cId="2711831379" sldId="9863"/>
        </pc:sldMkLst>
      </pc:sldChg>
      <pc:sldChg chg="modSp mod">
        <pc:chgData name="Lý Thanh Ngô" userId="d1fb4545a5d636d2" providerId="LiveId" clId="{E4D9CBFD-E110-4D84-9E16-A07CEF4E01B3}" dt="2025-04-05T15:25:18.021" v="4103" actId="115"/>
        <pc:sldMkLst>
          <pc:docMk/>
          <pc:sldMk cId="2722460507" sldId="9864"/>
        </pc:sldMkLst>
        <pc:spChg chg="mod">
          <ac:chgData name="Lý Thanh Ngô" userId="d1fb4545a5d636d2" providerId="LiveId" clId="{E4D9CBFD-E110-4D84-9E16-A07CEF4E01B3}" dt="2025-04-04T15:07:12.736" v="3150" actId="20577"/>
          <ac:spMkLst>
            <pc:docMk/>
            <pc:sldMk cId="2722460507" sldId="9864"/>
            <ac:spMk id="2" creationId="{C5AC7524-1DCF-5012-325A-112DC29DE05E}"/>
          </ac:spMkLst>
        </pc:spChg>
        <pc:spChg chg="mod">
          <ac:chgData name="Lý Thanh Ngô" userId="d1fb4545a5d636d2" providerId="LiveId" clId="{E4D9CBFD-E110-4D84-9E16-A07CEF4E01B3}" dt="2025-04-05T15:25:18.021" v="4103" actId="115"/>
          <ac:spMkLst>
            <pc:docMk/>
            <pc:sldMk cId="2722460507" sldId="9864"/>
            <ac:spMk id="4" creationId="{9B130C5D-607E-1CBB-D591-F748074BB843}"/>
          </ac:spMkLst>
        </pc:spChg>
      </pc:sldChg>
      <pc:sldChg chg="modSp mod">
        <pc:chgData name="Lý Thanh Ngô" userId="d1fb4545a5d636d2" providerId="LiveId" clId="{E4D9CBFD-E110-4D84-9E16-A07CEF4E01B3}" dt="2025-04-05T14:22:55.901" v="3698" actId="122"/>
        <pc:sldMkLst>
          <pc:docMk/>
          <pc:sldMk cId="2160185228" sldId="9889"/>
        </pc:sldMkLst>
        <pc:spChg chg="mod">
          <ac:chgData name="Lý Thanh Ngô" userId="d1fb4545a5d636d2" providerId="LiveId" clId="{E4D9CBFD-E110-4D84-9E16-A07CEF4E01B3}" dt="2025-04-05T14:22:55.901" v="3698" actId="122"/>
          <ac:spMkLst>
            <pc:docMk/>
            <pc:sldMk cId="2160185228" sldId="9889"/>
            <ac:spMk id="46082" creationId="{7F10E4E4-09C3-1CB5-C4A2-CFBEECAD9E94}"/>
          </ac:spMkLst>
        </pc:spChg>
      </pc:sldChg>
      <pc:sldChg chg="modSp mod">
        <pc:chgData name="Lý Thanh Ngô" userId="d1fb4545a5d636d2" providerId="LiveId" clId="{E4D9CBFD-E110-4D84-9E16-A07CEF4E01B3}" dt="2025-04-05T14:24:58.879" v="3721" actId="27636"/>
        <pc:sldMkLst>
          <pc:docMk/>
          <pc:sldMk cId="3359446926" sldId="9892"/>
        </pc:sldMkLst>
        <pc:spChg chg="mod">
          <ac:chgData name="Lý Thanh Ngô" userId="d1fb4545a5d636d2" providerId="LiveId" clId="{E4D9CBFD-E110-4D84-9E16-A07CEF4E01B3}" dt="2025-04-05T14:24:58.879" v="3721" actId="27636"/>
          <ac:spMkLst>
            <pc:docMk/>
            <pc:sldMk cId="3359446926" sldId="9892"/>
            <ac:spMk id="46082" creationId="{3893F0D4-65DD-5D42-B970-F583E8012BD1}"/>
          </ac:spMkLst>
        </pc:spChg>
      </pc:sldChg>
      <pc:sldChg chg="modSp mod">
        <pc:chgData name="Lý Thanh Ngô" userId="d1fb4545a5d636d2" providerId="LiveId" clId="{E4D9CBFD-E110-4D84-9E16-A07CEF4E01B3}" dt="2025-04-05T14:32:58.614" v="3833" actId="403"/>
        <pc:sldMkLst>
          <pc:docMk/>
          <pc:sldMk cId="3719311503" sldId="9893"/>
        </pc:sldMkLst>
        <pc:spChg chg="mod">
          <ac:chgData name="Lý Thanh Ngô" userId="d1fb4545a5d636d2" providerId="LiveId" clId="{E4D9CBFD-E110-4D84-9E16-A07CEF4E01B3}" dt="2025-04-05T14:32:58.614" v="3833" actId="403"/>
          <ac:spMkLst>
            <pc:docMk/>
            <pc:sldMk cId="3719311503" sldId="9893"/>
            <ac:spMk id="87042" creationId="{9D6177F0-5E6C-608E-3A88-D9044B9315F4}"/>
          </ac:spMkLst>
        </pc:spChg>
      </pc:sldChg>
      <pc:sldChg chg="modSp del mod">
        <pc:chgData name="Lý Thanh Ngô" userId="d1fb4545a5d636d2" providerId="LiveId" clId="{E4D9CBFD-E110-4D84-9E16-A07CEF4E01B3}" dt="2025-04-05T14:26:25.452" v="3735" actId="47"/>
        <pc:sldMkLst>
          <pc:docMk/>
          <pc:sldMk cId="316058304" sldId="9894"/>
        </pc:sldMkLst>
      </pc:sldChg>
      <pc:sldChg chg="modSp mod">
        <pc:chgData name="Lý Thanh Ngô" userId="d1fb4545a5d636d2" providerId="LiveId" clId="{E4D9CBFD-E110-4D84-9E16-A07CEF4E01B3}" dt="2025-04-05T14:33:12.952" v="3837" actId="255"/>
        <pc:sldMkLst>
          <pc:docMk/>
          <pc:sldMk cId="1521856680" sldId="9895"/>
        </pc:sldMkLst>
        <pc:spChg chg="mod">
          <ac:chgData name="Lý Thanh Ngô" userId="d1fb4545a5d636d2" providerId="LiveId" clId="{E4D9CBFD-E110-4D84-9E16-A07CEF4E01B3}" dt="2025-04-05T14:33:12.952" v="3837" actId="255"/>
          <ac:spMkLst>
            <pc:docMk/>
            <pc:sldMk cId="1521856680" sldId="9895"/>
            <ac:spMk id="87042" creationId="{5E4C3294-384A-CFC9-ED45-0243B0AA62AF}"/>
          </ac:spMkLst>
        </pc:spChg>
      </pc:sldChg>
      <pc:sldChg chg="modSp del mod">
        <pc:chgData name="Lý Thanh Ngô" userId="d1fb4545a5d636d2" providerId="LiveId" clId="{E4D9CBFD-E110-4D84-9E16-A07CEF4E01B3}" dt="2025-04-05T14:28:15.727" v="3790" actId="47"/>
        <pc:sldMkLst>
          <pc:docMk/>
          <pc:sldMk cId="367318003" sldId="9896"/>
        </pc:sldMkLst>
      </pc:sldChg>
      <pc:sldChg chg="modSp mod">
        <pc:chgData name="Lý Thanh Ngô" userId="d1fb4545a5d636d2" providerId="LiveId" clId="{E4D9CBFD-E110-4D84-9E16-A07CEF4E01B3}" dt="2025-04-05T14:33:40.051" v="3840" actId="255"/>
        <pc:sldMkLst>
          <pc:docMk/>
          <pc:sldMk cId="121284145" sldId="9897"/>
        </pc:sldMkLst>
        <pc:spChg chg="mod">
          <ac:chgData name="Lý Thanh Ngô" userId="d1fb4545a5d636d2" providerId="LiveId" clId="{E4D9CBFD-E110-4D84-9E16-A07CEF4E01B3}" dt="2025-04-05T14:33:40.051" v="3840" actId="255"/>
          <ac:spMkLst>
            <pc:docMk/>
            <pc:sldMk cId="121284145" sldId="9897"/>
            <ac:spMk id="87042" creationId="{EF956515-5E3A-1C60-EEC1-B8BC2F8729E5}"/>
          </ac:spMkLst>
        </pc:spChg>
      </pc:sldChg>
      <pc:sldChg chg="modSp mod">
        <pc:chgData name="Lý Thanh Ngô" userId="d1fb4545a5d636d2" providerId="LiveId" clId="{E4D9CBFD-E110-4D84-9E16-A07CEF4E01B3}" dt="2025-04-05T14:35:28.241" v="3842" actId="207"/>
        <pc:sldMkLst>
          <pc:docMk/>
          <pc:sldMk cId="2539266509" sldId="9899"/>
        </pc:sldMkLst>
        <pc:spChg chg="mod">
          <ac:chgData name="Lý Thanh Ngô" userId="d1fb4545a5d636d2" providerId="LiveId" clId="{E4D9CBFD-E110-4D84-9E16-A07CEF4E01B3}" dt="2025-04-05T14:35:28.241" v="3842" actId="207"/>
          <ac:spMkLst>
            <pc:docMk/>
            <pc:sldMk cId="2539266509" sldId="9899"/>
            <ac:spMk id="87042" creationId="{2B2286D7-605B-DB63-0781-00C69EDA5C3E}"/>
          </ac:spMkLst>
        </pc:spChg>
      </pc:sldChg>
      <pc:sldChg chg="del">
        <pc:chgData name="Lý Thanh Ngô" userId="d1fb4545a5d636d2" providerId="LiveId" clId="{E4D9CBFD-E110-4D84-9E16-A07CEF4E01B3}" dt="2025-04-05T14:36:55.241" v="3843" actId="2696"/>
        <pc:sldMkLst>
          <pc:docMk/>
          <pc:sldMk cId="1290835927" sldId="9903"/>
        </pc:sldMkLst>
      </pc:sldChg>
      <pc:sldChg chg="modSp mod">
        <pc:chgData name="Lý Thanh Ngô" userId="d1fb4545a5d636d2" providerId="LiveId" clId="{E4D9CBFD-E110-4D84-9E16-A07CEF4E01B3}" dt="2025-04-05T14:37:18.551" v="3858" actId="6549"/>
        <pc:sldMkLst>
          <pc:docMk/>
          <pc:sldMk cId="4150645961" sldId="9904"/>
        </pc:sldMkLst>
        <pc:spChg chg="mod">
          <ac:chgData name="Lý Thanh Ngô" userId="d1fb4545a5d636d2" providerId="LiveId" clId="{E4D9CBFD-E110-4D84-9E16-A07CEF4E01B3}" dt="2025-04-05T14:37:18.551" v="3858" actId="6549"/>
          <ac:spMkLst>
            <pc:docMk/>
            <pc:sldMk cId="4150645961" sldId="9904"/>
            <ac:spMk id="46082" creationId="{236B643C-42FE-0444-4FEE-828177A8F322}"/>
          </ac:spMkLst>
        </pc:spChg>
      </pc:sldChg>
      <pc:sldChg chg="modSp mod">
        <pc:chgData name="Lý Thanh Ngô" userId="d1fb4545a5d636d2" providerId="LiveId" clId="{E4D9CBFD-E110-4D84-9E16-A07CEF4E01B3}" dt="2025-04-05T14:39:52.599" v="3863" actId="255"/>
        <pc:sldMkLst>
          <pc:docMk/>
          <pc:sldMk cId="574032678" sldId="9918"/>
        </pc:sldMkLst>
        <pc:spChg chg="mod">
          <ac:chgData name="Lý Thanh Ngô" userId="d1fb4545a5d636d2" providerId="LiveId" clId="{E4D9CBFD-E110-4D84-9E16-A07CEF4E01B3}" dt="2025-04-05T14:39:52.599" v="3863" actId="255"/>
          <ac:spMkLst>
            <pc:docMk/>
            <pc:sldMk cId="574032678" sldId="9918"/>
            <ac:spMk id="46082" creationId="{61F1A4DB-79ED-8B9A-714E-8288BF017CD5}"/>
          </ac:spMkLst>
        </pc:spChg>
      </pc:sldChg>
      <pc:sldChg chg="modSp mod">
        <pc:chgData name="Lý Thanh Ngô" userId="d1fb4545a5d636d2" providerId="LiveId" clId="{E4D9CBFD-E110-4D84-9E16-A07CEF4E01B3}" dt="2025-04-05T14:51:27.754" v="3865" actId="123"/>
        <pc:sldMkLst>
          <pc:docMk/>
          <pc:sldMk cId="2840395799" sldId="9936"/>
        </pc:sldMkLst>
        <pc:spChg chg="mod">
          <ac:chgData name="Lý Thanh Ngô" userId="d1fb4545a5d636d2" providerId="LiveId" clId="{E4D9CBFD-E110-4D84-9E16-A07CEF4E01B3}" dt="2025-04-05T14:51:27.754" v="3865" actId="123"/>
          <ac:spMkLst>
            <pc:docMk/>
            <pc:sldMk cId="2840395799" sldId="9936"/>
            <ac:spMk id="66562" creationId="{21102977-3B5A-1558-31A1-C4E1BFDE937F}"/>
          </ac:spMkLst>
        </pc:spChg>
      </pc:sldChg>
      <pc:sldChg chg="del">
        <pc:chgData name="Lý Thanh Ngô" userId="d1fb4545a5d636d2" providerId="LiveId" clId="{E4D9CBFD-E110-4D84-9E16-A07CEF4E01B3}" dt="2025-04-05T14:57:44.231" v="3914" actId="47"/>
        <pc:sldMkLst>
          <pc:docMk/>
          <pc:sldMk cId="1696849316" sldId="9937"/>
        </pc:sldMkLst>
      </pc:sldChg>
      <pc:sldChg chg="add">
        <pc:chgData name="Lý Thanh Ngô" userId="d1fb4545a5d636d2" providerId="LiveId" clId="{E4D9CBFD-E110-4D84-9E16-A07CEF4E01B3}" dt="2025-03-30T06:24:12.228" v="0" actId="2890"/>
        <pc:sldMkLst>
          <pc:docMk/>
          <pc:sldMk cId="3153557228" sldId="9938"/>
        </pc:sldMkLst>
      </pc:sldChg>
      <pc:sldChg chg="modSp add mod modNotesTx">
        <pc:chgData name="Lý Thanh Ngô" userId="d1fb4545a5d636d2" providerId="LiveId" clId="{E4D9CBFD-E110-4D84-9E16-A07CEF4E01B3}" dt="2025-04-04T14:55:42.549" v="2808" actId="20577"/>
        <pc:sldMkLst>
          <pc:docMk/>
          <pc:sldMk cId="813544249" sldId="9939"/>
        </pc:sldMkLst>
        <pc:spChg chg="mod">
          <ac:chgData name="Lý Thanh Ngô" userId="d1fb4545a5d636d2" providerId="LiveId" clId="{E4D9CBFD-E110-4D84-9E16-A07CEF4E01B3}" dt="2025-04-04T14:55:32.984" v="2806" actId="255"/>
          <ac:spMkLst>
            <pc:docMk/>
            <pc:sldMk cId="813544249" sldId="9939"/>
            <ac:spMk id="2" creationId="{0FDF8E87-4413-7DB9-20AC-EF6EA30AFFF6}"/>
          </ac:spMkLst>
        </pc:spChg>
      </pc:sldChg>
      <pc:sldChg chg="modSp add mod modNotesTx">
        <pc:chgData name="Lý Thanh Ngô" userId="d1fb4545a5d636d2" providerId="LiveId" clId="{E4D9CBFD-E110-4D84-9E16-A07CEF4E01B3}" dt="2025-04-04T14:57:25.293" v="2825" actId="255"/>
        <pc:sldMkLst>
          <pc:docMk/>
          <pc:sldMk cId="268761183" sldId="9940"/>
        </pc:sldMkLst>
        <pc:spChg chg="mod">
          <ac:chgData name="Lý Thanh Ngô" userId="d1fb4545a5d636d2" providerId="LiveId" clId="{E4D9CBFD-E110-4D84-9E16-A07CEF4E01B3}" dt="2025-04-04T14:57:25.293" v="2825" actId="255"/>
          <ac:spMkLst>
            <pc:docMk/>
            <pc:sldMk cId="268761183" sldId="9940"/>
            <ac:spMk id="2" creationId="{D74C8315-A309-A147-0C1E-6D1C1ABAA66F}"/>
          </ac:spMkLst>
        </pc:spChg>
      </pc:sldChg>
      <pc:sldChg chg="modSp add mod ord">
        <pc:chgData name="Lý Thanh Ngô" userId="d1fb4545a5d636d2" providerId="LiveId" clId="{E4D9CBFD-E110-4D84-9E16-A07CEF4E01B3}" dt="2025-04-04T14:45:07.970" v="2514" actId="20577"/>
        <pc:sldMkLst>
          <pc:docMk/>
          <pc:sldMk cId="990936998" sldId="9941"/>
        </pc:sldMkLst>
        <pc:spChg chg="mod">
          <ac:chgData name="Lý Thanh Ngô" userId="d1fb4545a5d636d2" providerId="LiveId" clId="{E4D9CBFD-E110-4D84-9E16-A07CEF4E01B3}" dt="2025-04-04T14:45:07.970" v="2514" actId="20577"/>
          <ac:spMkLst>
            <pc:docMk/>
            <pc:sldMk cId="990936998" sldId="9941"/>
            <ac:spMk id="2" creationId="{F7C3BBC3-CF78-1F09-8F73-5276A745A17C}"/>
          </ac:spMkLst>
        </pc:spChg>
      </pc:sldChg>
      <pc:sldChg chg="addSp delSp modSp add del mod setBg addAnim delDesignElem">
        <pc:chgData name="Lý Thanh Ngô" userId="d1fb4545a5d636d2" providerId="LiveId" clId="{E4D9CBFD-E110-4D84-9E16-A07CEF4E01B3}" dt="2025-03-30T06:45:31.535" v="372" actId="47"/>
        <pc:sldMkLst>
          <pc:docMk/>
          <pc:sldMk cId="3030894678" sldId="9941"/>
        </pc:sldMkLst>
      </pc:sldChg>
      <pc:sldChg chg="modSp add mod ord">
        <pc:chgData name="Lý Thanh Ngô" userId="d1fb4545a5d636d2" providerId="LiveId" clId="{E4D9CBFD-E110-4D84-9E16-A07CEF4E01B3}" dt="2025-04-04T14:53:48.328" v="2776" actId="27636"/>
        <pc:sldMkLst>
          <pc:docMk/>
          <pc:sldMk cId="2810394137" sldId="9942"/>
        </pc:sldMkLst>
        <pc:spChg chg="mod">
          <ac:chgData name="Lý Thanh Ngô" userId="d1fb4545a5d636d2" providerId="LiveId" clId="{E4D9CBFD-E110-4D84-9E16-A07CEF4E01B3}" dt="2025-04-04T14:53:48.328" v="2776" actId="27636"/>
          <ac:spMkLst>
            <pc:docMk/>
            <pc:sldMk cId="2810394137" sldId="9942"/>
            <ac:spMk id="2" creationId="{312F32DC-9B83-B46C-8BF4-6344E3FAAC74}"/>
          </ac:spMkLst>
        </pc:spChg>
      </pc:sldChg>
      <pc:sldChg chg="modSp add mod ord">
        <pc:chgData name="Lý Thanh Ngô" userId="d1fb4545a5d636d2" providerId="LiveId" clId="{E4D9CBFD-E110-4D84-9E16-A07CEF4E01B3}" dt="2025-04-04T15:12:15.111" v="3231" actId="27636"/>
        <pc:sldMkLst>
          <pc:docMk/>
          <pc:sldMk cId="378811415" sldId="9943"/>
        </pc:sldMkLst>
        <pc:spChg chg="mod">
          <ac:chgData name="Lý Thanh Ngô" userId="d1fb4545a5d636d2" providerId="LiveId" clId="{E4D9CBFD-E110-4D84-9E16-A07CEF4E01B3}" dt="2025-04-04T15:12:15.111" v="3231" actId="27636"/>
          <ac:spMkLst>
            <pc:docMk/>
            <pc:sldMk cId="378811415" sldId="9943"/>
            <ac:spMk id="2" creationId="{DC1B0499-28FB-DE88-7ED6-4994F19B6B34}"/>
          </ac:spMkLst>
        </pc:spChg>
      </pc:sldChg>
      <pc:sldChg chg="modSp add mod ord">
        <pc:chgData name="Lý Thanh Ngô" userId="d1fb4545a5d636d2" providerId="LiveId" clId="{E4D9CBFD-E110-4D84-9E16-A07CEF4E01B3}" dt="2025-04-04T15:23:06.636" v="3535" actId="20577"/>
        <pc:sldMkLst>
          <pc:docMk/>
          <pc:sldMk cId="3779287100" sldId="9944"/>
        </pc:sldMkLst>
        <pc:spChg chg="mod">
          <ac:chgData name="Lý Thanh Ngô" userId="d1fb4545a5d636d2" providerId="LiveId" clId="{E4D9CBFD-E110-4D84-9E16-A07CEF4E01B3}" dt="2025-04-04T15:23:06.636" v="3535" actId="20577"/>
          <ac:spMkLst>
            <pc:docMk/>
            <pc:sldMk cId="3779287100" sldId="9944"/>
            <ac:spMk id="2" creationId="{2084C655-90FD-8D43-D091-30E94757F522}"/>
          </ac:spMkLst>
        </pc:spChg>
      </pc:sldChg>
      <pc:sldChg chg="addSp delSp modSp add mod setBg">
        <pc:chgData name="Lý Thanh Ngô" userId="d1fb4545a5d636d2" providerId="LiveId" clId="{E4D9CBFD-E110-4D84-9E16-A07CEF4E01B3}" dt="2025-04-05T15:27:27.079" v="4121"/>
        <pc:sldMkLst>
          <pc:docMk/>
          <pc:sldMk cId="2454869540" sldId="9945"/>
        </pc:sldMkLst>
        <pc:spChg chg="add mod">
          <ac:chgData name="Lý Thanh Ngô" userId="d1fb4545a5d636d2" providerId="LiveId" clId="{E4D9CBFD-E110-4D84-9E16-A07CEF4E01B3}" dt="2025-04-04T13:37:21.096" v="1313" actId="2711"/>
          <ac:spMkLst>
            <pc:docMk/>
            <pc:sldMk cId="2454869540" sldId="9945"/>
            <ac:spMk id="13" creationId="{71869B43-3F2C-19D6-D0DA-39ABE8B36ADE}"/>
          </ac:spMkLst>
        </pc:spChg>
        <pc:spChg chg="add mod">
          <ac:chgData name="Lý Thanh Ngô" userId="d1fb4545a5d636d2" providerId="LiveId" clId="{E4D9CBFD-E110-4D84-9E16-A07CEF4E01B3}" dt="2025-04-04T13:40:35.204" v="1446" actId="2085"/>
          <ac:spMkLst>
            <pc:docMk/>
            <pc:sldMk cId="2454869540" sldId="9945"/>
            <ac:spMk id="14" creationId="{508DD08E-8C99-DFA9-6A8B-8A4ACC50DF72}"/>
          </ac:spMkLst>
        </pc:spChg>
        <pc:spChg chg="add mod">
          <ac:chgData name="Lý Thanh Ngô" userId="d1fb4545a5d636d2" providerId="LiveId" clId="{E4D9CBFD-E110-4D84-9E16-A07CEF4E01B3}" dt="2025-04-05T15:27:27.079" v="4121"/>
          <ac:spMkLst>
            <pc:docMk/>
            <pc:sldMk cId="2454869540" sldId="9945"/>
            <ac:spMk id="15" creationId="{C6A41391-A817-7ACA-7186-E5CB90A28449}"/>
          </ac:spMkLst>
        </pc:spChg>
        <pc:picChg chg="add mod ord">
          <ac:chgData name="Lý Thanh Ngô" userId="d1fb4545a5d636d2" providerId="LiveId" clId="{E4D9CBFD-E110-4D84-9E16-A07CEF4E01B3}" dt="2025-04-03T23:05:04.910" v="1018" actId="26606"/>
          <ac:picMkLst>
            <pc:docMk/>
            <pc:sldMk cId="2454869540" sldId="9945"/>
            <ac:picMk id="12" creationId="{DC7CB448-D008-3FF2-DF07-3502D8D92D3B}"/>
          </ac:picMkLst>
        </pc:picChg>
      </pc:sldChg>
      <pc:sldChg chg="addSp delSp add del setBg delDesignElem">
        <pc:chgData name="Lý Thanh Ngô" userId="d1fb4545a5d636d2" providerId="LiveId" clId="{E4D9CBFD-E110-4D84-9E16-A07CEF4E01B3}" dt="2025-04-03T23:13:18.578" v="1154"/>
        <pc:sldMkLst>
          <pc:docMk/>
          <pc:sldMk cId="1533085762" sldId="9946"/>
        </pc:sldMkLst>
      </pc:sldChg>
      <pc:sldChg chg="addSp delSp modSp add del mod ord">
        <pc:chgData name="Lý Thanh Ngô" userId="d1fb4545a5d636d2" providerId="LiveId" clId="{E4D9CBFD-E110-4D84-9E16-A07CEF4E01B3}" dt="2025-04-04T13:41:58.213" v="1453" actId="47"/>
        <pc:sldMkLst>
          <pc:docMk/>
          <pc:sldMk cId="3701650730" sldId="9946"/>
        </pc:sldMkLst>
      </pc:sldChg>
      <pc:sldChg chg="add del">
        <pc:chgData name="Lý Thanh Ngô" userId="d1fb4545a5d636d2" providerId="LiveId" clId="{E4D9CBFD-E110-4D84-9E16-A07CEF4E01B3}" dt="2025-04-03T23:16:04.067" v="1205" actId="2890"/>
        <pc:sldMkLst>
          <pc:docMk/>
          <pc:sldMk cId="290238042" sldId="9947"/>
        </pc:sldMkLst>
      </pc:sldChg>
      <pc:sldChg chg="addSp delSp modSp add mod modTransition setBg addAnim delAnim modAnim setClrOvrMap">
        <pc:chgData name="Lý Thanh Ngô" userId="d1fb4545a5d636d2" providerId="LiveId" clId="{E4D9CBFD-E110-4D84-9E16-A07CEF4E01B3}" dt="2025-04-04T14:49:31.423" v="2680"/>
        <pc:sldMkLst>
          <pc:docMk/>
          <pc:sldMk cId="3944630175" sldId="9947"/>
        </pc:sldMkLst>
      </pc:sldChg>
      <pc:sldChg chg="addSp delSp add del setBg delDesignElem">
        <pc:chgData name="Lý Thanh Ngô" userId="d1fb4545a5d636d2" providerId="LiveId" clId="{E4D9CBFD-E110-4D84-9E16-A07CEF4E01B3}" dt="2025-04-03T23:28:21.068" v="1308"/>
        <pc:sldMkLst>
          <pc:docMk/>
          <pc:sldMk cId="391373228" sldId="9948"/>
        </pc:sldMkLst>
      </pc:sldChg>
      <pc:sldChg chg="add del ord">
        <pc:chgData name="Lý Thanh Ngô" userId="d1fb4545a5d636d2" providerId="LiveId" clId="{E4D9CBFD-E110-4D84-9E16-A07CEF4E01B3}" dt="2025-04-04T15:21:34.119" v="3459" actId="47"/>
        <pc:sldMkLst>
          <pc:docMk/>
          <pc:sldMk cId="2125520960" sldId="9948"/>
        </pc:sldMkLst>
      </pc:sldChg>
      <pc:sldChg chg="addSp delSp modSp add mod ord modTransition">
        <pc:chgData name="Lý Thanh Ngô" userId="d1fb4545a5d636d2" providerId="LiveId" clId="{E4D9CBFD-E110-4D84-9E16-A07CEF4E01B3}" dt="2025-04-04T15:40:47.317" v="3687"/>
        <pc:sldMkLst>
          <pc:docMk/>
          <pc:sldMk cId="3262154031" sldId="9949"/>
        </pc:sldMkLst>
      </pc:sldChg>
      <pc:sldChg chg="addSp delSp modSp add mod ord modTransition setBg delAnim modAnim delDesignElem">
        <pc:chgData name="Lý Thanh Ngô" userId="d1fb4545a5d636d2" providerId="LiveId" clId="{E4D9CBFD-E110-4D84-9E16-A07CEF4E01B3}" dt="2025-04-04T15:41:48.147" v="3688"/>
        <pc:sldMkLst>
          <pc:docMk/>
          <pc:sldMk cId="721610287" sldId="9950"/>
        </pc:sldMkLst>
      </pc:sldChg>
      <pc:sldChg chg="modSp add mod ord modTransition modAnim">
        <pc:chgData name="Lý Thanh Ngô" userId="d1fb4545a5d636d2" providerId="LiveId" clId="{E4D9CBFD-E110-4D84-9E16-A07CEF4E01B3}" dt="2025-04-05T15:27:48.763" v="4124" actId="1036"/>
        <pc:sldMkLst>
          <pc:docMk/>
          <pc:sldMk cId="4124360639" sldId="9951"/>
        </pc:sldMkLst>
      </pc:sldChg>
      <pc:sldChg chg="add del ord">
        <pc:chgData name="Lý Thanh Ngô" userId="d1fb4545a5d636d2" providerId="LiveId" clId="{E4D9CBFD-E110-4D84-9E16-A07CEF4E01B3}" dt="2025-04-04T14:20:22.693" v="1834" actId="47"/>
        <pc:sldMkLst>
          <pc:docMk/>
          <pc:sldMk cId="4203696164" sldId="9951"/>
        </pc:sldMkLst>
      </pc:sldChg>
      <pc:sldChg chg="add ord">
        <pc:chgData name="Lý Thanh Ngô" userId="d1fb4545a5d636d2" providerId="LiveId" clId="{E4D9CBFD-E110-4D84-9E16-A07CEF4E01B3}" dt="2025-04-04T14:39:31.490" v="2168"/>
        <pc:sldMkLst>
          <pc:docMk/>
          <pc:sldMk cId="624180952" sldId="9952"/>
        </pc:sldMkLst>
      </pc:sldChg>
      <pc:sldChg chg="modSp add mod">
        <pc:chgData name="Lý Thanh Ngô" userId="d1fb4545a5d636d2" providerId="LiveId" clId="{E4D9CBFD-E110-4D84-9E16-A07CEF4E01B3}" dt="2025-04-04T14:40:59.660" v="2191" actId="255"/>
        <pc:sldMkLst>
          <pc:docMk/>
          <pc:sldMk cId="185798073" sldId="9953"/>
        </pc:sldMkLst>
      </pc:sldChg>
      <pc:sldChg chg="add ord">
        <pc:chgData name="Lý Thanh Ngô" userId="d1fb4545a5d636d2" providerId="LiveId" clId="{E4D9CBFD-E110-4D84-9E16-A07CEF4E01B3}" dt="2025-04-04T14:41:12.810" v="2194"/>
        <pc:sldMkLst>
          <pc:docMk/>
          <pc:sldMk cId="1054668953" sldId="9954"/>
        </pc:sldMkLst>
      </pc:sldChg>
      <pc:sldChg chg="add">
        <pc:chgData name="Lý Thanh Ngô" userId="d1fb4545a5d636d2" providerId="LiveId" clId="{E4D9CBFD-E110-4D84-9E16-A07CEF4E01B3}" dt="2025-04-04T14:57:04.084" v="2821" actId="2890"/>
        <pc:sldMkLst>
          <pc:docMk/>
          <pc:sldMk cId="516085141" sldId="9955"/>
        </pc:sldMkLst>
      </pc:sldChg>
      <pc:sldChg chg="modSp add mod ord">
        <pc:chgData name="Lý Thanh Ngô" userId="d1fb4545a5d636d2" providerId="LiveId" clId="{E4D9CBFD-E110-4D84-9E16-A07CEF4E01B3}" dt="2025-04-04T14:58:14.286" v="2833"/>
        <pc:sldMkLst>
          <pc:docMk/>
          <pc:sldMk cId="1431207373" sldId="9956"/>
        </pc:sldMkLst>
      </pc:sldChg>
      <pc:sldChg chg="modSp add mod ord replId">
        <pc:chgData name="Lý Thanh Ngô" userId="d1fb4545a5d636d2" providerId="LiveId" clId="{E4D9CBFD-E110-4D84-9E16-A07CEF4E01B3}" dt="2025-04-04T14:58:28.455" v="2837" actId="20577"/>
        <pc:sldMkLst>
          <pc:docMk/>
          <pc:sldMk cId="3987162015" sldId="9957"/>
        </pc:sldMkLst>
      </pc:sldChg>
      <pc:sldChg chg="add ord">
        <pc:chgData name="Lý Thanh Ngô" userId="d1fb4545a5d636d2" providerId="LiveId" clId="{E4D9CBFD-E110-4D84-9E16-A07CEF4E01B3}" dt="2025-04-04T14:58:40.539" v="2840"/>
        <pc:sldMkLst>
          <pc:docMk/>
          <pc:sldMk cId="2282112537" sldId="9958"/>
        </pc:sldMkLst>
      </pc:sldChg>
      <pc:sldChg chg="add ord replId">
        <pc:chgData name="Lý Thanh Ngô" userId="d1fb4545a5d636d2" providerId="LiveId" clId="{E4D9CBFD-E110-4D84-9E16-A07CEF4E01B3}" dt="2025-04-04T14:58:40.539" v="2840"/>
        <pc:sldMkLst>
          <pc:docMk/>
          <pc:sldMk cId="165752441" sldId="9959"/>
        </pc:sldMkLst>
      </pc:sldChg>
      <pc:sldChg chg="add del">
        <pc:chgData name="Lý Thanh Ngô" userId="d1fb4545a5d636d2" providerId="LiveId" clId="{E4D9CBFD-E110-4D84-9E16-A07CEF4E01B3}" dt="2025-04-04T15:05:03.382" v="3119" actId="47"/>
        <pc:sldMkLst>
          <pc:docMk/>
          <pc:sldMk cId="1705467564" sldId="9960"/>
        </pc:sldMkLst>
      </pc:sldChg>
      <pc:sldChg chg="delSp modSp add mod">
        <pc:chgData name="Lý Thanh Ngô" userId="d1fb4545a5d636d2" providerId="LiveId" clId="{E4D9CBFD-E110-4D84-9E16-A07CEF4E01B3}" dt="2025-04-04T15:07:08.452" v="3149" actId="20577"/>
        <pc:sldMkLst>
          <pc:docMk/>
          <pc:sldMk cId="3408874133" sldId="9960"/>
        </pc:sldMkLst>
      </pc:sldChg>
      <pc:sldChg chg="modSp add mod">
        <pc:chgData name="Lý Thanh Ngô" userId="d1fb4545a5d636d2" providerId="LiveId" clId="{E4D9CBFD-E110-4D84-9E16-A07CEF4E01B3}" dt="2025-04-04T15:08:18.563" v="3158" actId="255"/>
        <pc:sldMkLst>
          <pc:docMk/>
          <pc:sldMk cId="1306729375" sldId="9961"/>
        </pc:sldMkLst>
        <pc:spChg chg="mod">
          <ac:chgData name="Lý Thanh Ngô" userId="d1fb4545a5d636d2" providerId="LiveId" clId="{E4D9CBFD-E110-4D84-9E16-A07CEF4E01B3}" dt="2025-04-04T15:08:18.563" v="3158" actId="255"/>
          <ac:spMkLst>
            <pc:docMk/>
            <pc:sldMk cId="1306729375" sldId="9961"/>
            <ac:spMk id="118786" creationId="{92D4C300-2034-9AFA-5F60-80E2C8FE73DB}"/>
          </ac:spMkLst>
        </pc:spChg>
      </pc:sldChg>
      <pc:sldChg chg="modSp add mod">
        <pc:chgData name="Lý Thanh Ngô" userId="d1fb4545a5d636d2" providerId="LiveId" clId="{E4D9CBFD-E110-4D84-9E16-A07CEF4E01B3}" dt="2025-04-05T15:25:45.555" v="4105" actId="123"/>
        <pc:sldMkLst>
          <pc:docMk/>
          <pc:sldMk cId="624766837" sldId="9962"/>
        </pc:sldMkLst>
        <pc:spChg chg="mod">
          <ac:chgData name="Lý Thanh Ngô" userId="d1fb4545a5d636d2" providerId="LiveId" clId="{E4D9CBFD-E110-4D84-9E16-A07CEF4E01B3}" dt="2025-04-05T15:25:45.555" v="4105" actId="123"/>
          <ac:spMkLst>
            <pc:docMk/>
            <pc:sldMk cId="624766837" sldId="9962"/>
            <ac:spMk id="2" creationId="{BD44D9BF-8FAF-06D2-C497-C7325FD962E4}"/>
          </ac:spMkLst>
        </pc:spChg>
      </pc:sldChg>
      <pc:sldChg chg="modSp add mod">
        <pc:chgData name="Lý Thanh Ngô" userId="d1fb4545a5d636d2" providerId="LiveId" clId="{E4D9CBFD-E110-4D84-9E16-A07CEF4E01B3}" dt="2025-04-05T15:25:48.898" v="4106" actId="123"/>
        <pc:sldMkLst>
          <pc:docMk/>
          <pc:sldMk cId="3695098983" sldId="9963"/>
        </pc:sldMkLst>
        <pc:spChg chg="mod">
          <ac:chgData name="Lý Thanh Ngô" userId="d1fb4545a5d636d2" providerId="LiveId" clId="{E4D9CBFD-E110-4D84-9E16-A07CEF4E01B3}" dt="2025-04-05T15:25:48.898" v="4106" actId="123"/>
          <ac:spMkLst>
            <pc:docMk/>
            <pc:sldMk cId="3695098983" sldId="9963"/>
            <ac:spMk id="2" creationId="{9DFE1CDA-F7C0-DFA3-CE14-4A3AE39E6BBA}"/>
          </ac:spMkLst>
        </pc:spChg>
      </pc:sldChg>
      <pc:sldChg chg="modSp add mod">
        <pc:chgData name="Lý Thanh Ngô" userId="d1fb4545a5d636d2" providerId="LiveId" clId="{E4D9CBFD-E110-4D84-9E16-A07CEF4E01B3}" dt="2025-04-05T15:25:51.559" v="4107" actId="123"/>
        <pc:sldMkLst>
          <pc:docMk/>
          <pc:sldMk cId="3393974807" sldId="9964"/>
        </pc:sldMkLst>
        <pc:spChg chg="mod">
          <ac:chgData name="Lý Thanh Ngô" userId="d1fb4545a5d636d2" providerId="LiveId" clId="{E4D9CBFD-E110-4D84-9E16-A07CEF4E01B3}" dt="2025-04-05T15:25:51.559" v="4107" actId="123"/>
          <ac:spMkLst>
            <pc:docMk/>
            <pc:sldMk cId="3393974807" sldId="9964"/>
            <ac:spMk id="2" creationId="{3905EDAE-1302-69EE-349A-5A614EA702FF}"/>
          </ac:spMkLst>
        </pc:spChg>
      </pc:sldChg>
      <pc:sldChg chg="modSp add mod ord">
        <pc:chgData name="Lý Thanh Ngô" userId="d1fb4545a5d636d2" providerId="LiveId" clId="{E4D9CBFD-E110-4D84-9E16-A07CEF4E01B3}" dt="2025-04-05T15:25:55.564" v="4108" actId="123"/>
        <pc:sldMkLst>
          <pc:docMk/>
          <pc:sldMk cId="1366274867" sldId="9965"/>
        </pc:sldMkLst>
        <pc:spChg chg="mod">
          <ac:chgData name="Lý Thanh Ngô" userId="d1fb4545a5d636d2" providerId="LiveId" clId="{E4D9CBFD-E110-4D84-9E16-A07CEF4E01B3}" dt="2025-04-05T15:25:55.564" v="4108" actId="123"/>
          <ac:spMkLst>
            <pc:docMk/>
            <pc:sldMk cId="1366274867" sldId="9965"/>
            <ac:spMk id="2" creationId="{68744D67-9CCE-ACF0-7B66-ED1BE1AB6929}"/>
          </ac:spMkLst>
        </pc:spChg>
      </pc:sldChg>
      <pc:sldChg chg="modSp add mod ord replId">
        <pc:chgData name="Lý Thanh Ngô" userId="d1fb4545a5d636d2" providerId="LiveId" clId="{E4D9CBFD-E110-4D84-9E16-A07CEF4E01B3}" dt="2025-04-05T15:25:58.068" v="4109" actId="123"/>
        <pc:sldMkLst>
          <pc:docMk/>
          <pc:sldMk cId="2478253930" sldId="9966"/>
        </pc:sldMkLst>
        <pc:spChg chg="mod">
          <ac:chgData name="Lý Thanh Ngô" userId="d1fb4545a5d636d2" providerId="LiveId" clId="{E4D9CBFD-E110-4D84-9E16-A07CEF4E01B3}" dt="2025-04-05T15:25:58.068" v="4109" actId="123"/>
          <ac:spMkLst>
            <pc:docMk/>
            <pc:sldMk cId="2478253930" sldId="9966"/>
            <ac:spMk id="2" creationId="{84D71C44-9F8C-8117-7112-6861DCEED389}"/>
          </ac:spMkLst>
        </pc:spChg>
      </pc:sldChg>
      <pc:sldChg chg="modSp add mod ord">
        <pc:chgData name="Lý Thanh Ngô" userId="d1fb4545a5d636d2" providerId="LiveId" clId="{E4D9CBFD-E110-4D84-9E16-A07CEF4E01B3}" dt="2025-04-05T15:26:04.110" v="4110" actId="123"/>
        <pc:sldMkLst>
          <pc:docMk/>
          <pc:sldMk cId="747948205" sldId="9967"/>
        </pc:sldMkLst>
      </pc:sldChg>
      <pc:sldChg chg="modSp add mod ord replId">
        <pc:chgData name="Lý Thanh Ngô" userId="d1fb4545a5d636d2" providerId="LiveId" clId="{E4D9CBFD-E110-4D84-9E16-A07CEF4E01B3}" dt="2025-04-05T15:26:17.414" v="4111" actId="123"/>
        <pc:sldMkLst>
          <pc:docMk/>
          <pc:sldMk cId="631962786" sldId="9968"/>
        </pc:sldMkLst>
      </pc:sldChg>
      <pc:sldChg chg="modSp add mod ord">
        <pc:chgData name="Lý Thanh Ngô" userId="d1fb4545a5d636d2" providerId="LiveId" clId="{E4D9CBFD-E110-4D84-9E16-A07CEF4E01B3}" dt="2025-04-05T15:26:21.383" v="4112" actId="123"/>
        <pc:sldMkLst>
          <pc:docMk/>
          <pc:sldMk cId="3954064163" sldId="9969"/>
        </pc:sldMkLst>
      </pc:sldChg>
      <pc:sldChg chg="modSp add mod ord replId">
        <pc:chgData name="Lý Thanh Ngô" userId="d1fb4545a5d636d2" providerId="LiveId" clId="{E4D9CBFD-E110-4D84-9E16-A07CEF4E01B3}" dt="2025-04-05T15:26:26.164" v="4113" actId="123"/>
        <pc:sldMkLst>
          <pc:docMk/>
          <pc:sldMk cId="525939841" sldId="9970"/>
        </pc:sldMkLst>
      </pc:sldChg>
      <pc:sldChg chg="modSp add mod ord">
        <pc:chgData name="Lý Thanh Ngô" userId="d1fb4545a5d636d2" providerId="LiveId" clId="{E4D9CBFD-E110-4D84-9E16-A07CEF4E01B3}" dt="2025-04-05T15:26:29.768" v="4114" actId="123"/>
        <pc:sldMkLst>
          <pc:docMk/>
          <pc:sldMk cId="1664256530" sldId="9971"/>
        </pc:sldMkLst>
      </pc:sldChg>
      <pc:sldChg chg="modSp add mod ord replId">
        <pc:chgData name="Lý Thanh Ngô" userId="d1fb4545a5d636d2" providerId="LiveId" clId="{E4D9CBFD-E110-4D84-9E16-A07CEF4E01B3}" dt="2025-04-05T15:26:34.860" v="4115" actId="123"/>
        <pc:sldMkLst>
          <pc:docMk/>
          <pc:sldMk cId="3471029095" sldId="9972"/>
        </pc:sldMkLst>
      </pc:sldChg>
      <pc:sldChg chg="modSp add mod ord">
        <pc:chgData name="Lý Thanh Ngô" userId="d1fb4545a5d636d2" providerId="LiveId" clId="{E4D9CBFD-E110-4D84-9E16-A07CEF4E01B3}" dt="2025-04-05T15:26:39.275" v="4116" actId="123"/>
        <pc:sldMkLst>
          <pc:docMk/>
          <pc:sldMk cId="3500693299" sldId="9973"/>
        </pc:sldMkLst>
      </pc:sldChg>
      <pc:sldChg chg="modSp add mod ord replId">
        <pc:chgData name="Lý Thanh Ngô" userId="d1fb4545a5d636d2" providerId="LiveId" clId="{E4D9CBFD-E110-4D84-9E16-A07CEF4E01B3}" dt="2025-04-05T15:26:41.533" v="4117" actId="123"/>
        <pc:sldMkLst>
          <pc:docMk/>
          <pc:sldMk cId="3417300399" sldId="9974"/>
        </pc:sldMkLst>
      </pc:sldChg>
      <pc:sldChg chg="modSp add mod">
        <pc:chgData name="Lý Thanh Ngô" userId="d1fb4545a5d636d2" providerId="LiveId" clId="{E4D9CBFD-E110-4D84-9E16-A07CEF4E01B3}" dt="2025-04-04T15:20:14.887" v="3449" actId="123"/>
        <pc:sldMkLst>
          <pc:docMk/>
          <pc:sldMk cId="1284839365" sldId="9975"/>
        </pc:sldMkLst>
        <pc:spChg chg="mod">
          <ac:chgData name="Lý Thanh Ngô" userId="d1fb4545a5d636d2" providerId="LiveId" clId="{E4D9CBFD-E110-4D84-9E16-A07CEF4E01B3}" dt="2025-04-04T15:20:14.887" v="3449" actId="123"/>
          <ac:spMkLst>
            <pc:docMk/>
            <pc:sldMk cId="1284839365" sldId="9975"/>
            <ac:spMk id="2" creationId="{C79F052F-BCA6-166F-AEC4-767EBEF53B1F}"/>
          </ac:spMkLst>
        </pc:spChg>
      </pc:sldChg>
      <pc:sldChg chg="modSp add mod">
        <pc:chgData name="Lý Thanh Ngô" userId="d1fb4545a5d636d2" providerId="LiveId" clId="{E4D9CBFD-E110-4D84-9E16-A07CEF4E01B3}" dt="2025-04-04T15:20:53.727" v="3454" actId="404"/>
        <pc:sldMkLst>
          <pc:docMk/>
          <pc:sldMk cId="165486286" sldId="9976"/>
        </pc:sldMkLst>
        <pc:spChg chg="mod">
          <ac:chgData name="Lý Thanh Ngô" userId="d1fb4545a5d636d2" providerId="LiveId" clId="{E4D9CBFD-E110-4D84-9E16-A07CEF4E01B3}" dt="2025-04-04T15:20:53.727" v="3454" actId="404"/>
          <ac:spMkLst>
            <pc:docMk/>
            <pc:sldMk cId="165486286" sldId="9976"/>
            <ac:spMk id="2" creationId="{A1D82AA7-F1D0-AEA4-1FAD-4748502A37C4}"/>
          </ac:spMkLst>
        </pc:spChg>
      </pc:sldChg>
      <pc:sldChg chg="modSp add mod">
        <pc:chgData name="Lý Thanh Ngô" userId="d1fb4545a5d636d2" providerId="LiveId" clId="{E4D9CBFD-E110-4D84-9E16-A07CEF4E01B3}" dt="2025-04-04T15:21:18.927" v="3458" actId="255"/>
        <pc:sldMkLst>
          <pc:docMk/>
          <pc:sldMk cId="3587934167" sldId="9977"/>
        </pc:sldMkLst>
        <pc:spChg chg="mod">
          <ac:chgData name="Lý Thanh Ngô" userId="d1fb4545a5d636d2" providerId="LiveId" clId="{E4D9CBFD-E110-4D84-9E16-A07CEF4E01B3}" dt="2025-04-04T15:21:18.927" v="3458" actId="255"/>
          <ac:spMkLst>
            <pc:docMk/>
            <pc:sldMk cId="3587934167" sldId="9977"/>
            <ac:spMk id="2" creationId="{6880B61F-5F7A-1892-A99C-045C6383F15E}"/>
          </ac:spMkLst>
        </pc:spChg>
      </pc:sldChg>
      <pc:sldChg chg="add ord modTransition">
        <pc:chgData name="Lý Thanh Ngô" userId="d1fb4545a5d636d2" providerId="LiveId" clId="{E4D9CBFD-E110-4D84-9E16-A07CEF4E01B3}" dt="2025-04-04T15:22:14.367" v="3463"/>
        <pc:sldMkLst>
          <pc:docMk/>
          <pc:sldMk cId="3904146026" sldId="9978"/>
        </pc:sldMkLst>
      </pc:sldChg>
      <pc:sldChg chg="modSp add mod modNotesTx">
        <pc:chgData name="Lý Thanh Ngô" userId="d1fb4545a5d636d2" providerId="LiveId" clId="{E4D9CBFD-E110-4D84-9E16-A07CEF4E01B3}" dt="2025-04-04T15:30:24.600" v="3653"/>
        <pc:sldMkLst>
          <pc:docMk/>
          <pc:sldMk cId="1474904797" sldId="9979"/>
        </pc:sldMkLst>
        <pc:spChg chg="mod">
          <ac:chgData name="Lý Thanh Ngô" userId="d1fb4545a5d636d2" providerId="LiveId" clId="{E4D9CBFD-E110-4D84-9E16-A07CEF4E01B3}" dt="2025-04-04T15:30:24.600" v="3653"/>
          <ac:spMkLst>
            <pc:docMk/>
            <pc:sldMk cId="1474904797" sldId="9979"/>
            <ac:spMk id="2" creationId="{9565030A-77B7-AF6C-4507-19108EDCD44B}"/>
          </ac:spMkLst>
        </pc:spChg>
      </pc:sldChg>
      <pc:sldChg chg="modSp add mod modNotesTx">
        <pc:chgData name="Lý Thanh Ngô" userId="d1fb4545a5d636d2" providerId="LiveId" clId="{E4D9CBFD-E110-4D84-9E16-A07CEF4E01B3}" dt="2025-04-04T15:30:52.970" v="3658" actId="20577"/>
        <pc:sldMkLst>
          <pc:docMk/>
          <pc:sldMk cId="359517249" sldId="9980"/>
        </pc:sldMkLst>
        <pc:spChg chg="mod">
          <ac:chgData name="Lý Thanh Ngô" userId="d1fb4545a5d636d2" providerId="LiveId" clId="{E4D9CBFD-E110-4D84-9E16-A07CEF4E01B3}" dt="2025-04-04T15:30:52.970" v="3658" actId="20577"/>
          <ac:spMkLst>
            <pc:docMk/>
            <pc:sldMk cId="359517249" sldId="9980"/>
            <ac:spMk id="2" creationId="{3E920A8F-4979-A34A-7B28-174A4193BDAA}"/>
          </ac:spMkLst>
        </pc:spChg>
      </pc:sldChg>
      <pc:sldChg chg="modSp add mod">
        <pc:chgData name="Lý Thanh Ngô" userId="d1fb4545a5d636d2" providerId="LiveId" clId="{E4D9CBFD-E110-4D84-9E16-A07CEF4E01B3}" dt="2025-04-04T15:31:17.511" v="3661"/>
        <pc:sldMkLst>
          <pc:docMk/>
          <pc:sldMk cId="3935681365" sldId="9981"/>
        </pc:sldMkLst>
      </pc:sldChg>
      <pc:sldChg chg="modSp add mod">
        <pc:chgData name="Lý Thanh Ngô" userId="d1fb4545a5d636d2" providerId="LiveId" clId="{E4D9CBFD-E110-4D84-9E16-A07CEF4E01B3}" dt="2025-04-04T15:31:31.867" v="3664"/>
        <pc:sldMkLst>
          <pc:docMk/>
          <pc:sldMk cId="3286551496" sldId="9982"/>
        </pc:sldMkLst>
      </pc:sldChg>
      <pc:sldChg chg="add ord">
        <pc:chgData name="Lý Thanh Ngô" userId="d1fb4545a5d636d2" providerId="LiveId" clId="{E4D9CBFD-E110-4D84-9E16-A07CEF4E01B3}" dt="2025-04-04T15:31:42.256" v="3667"/>
        <pc:sldMkLst>
          <pc:docMk/>
          <pc:sldMk cId="1816306348" sldId="9983"/>
        </pc:sldMkLst>
      </pc:sldChg>
      <pc:sldChg chg="modSp add mod">
        <pc:chgData name="Lý Thanh Ngô" userId="d1fb4545a5d636d2" providerId="LiveId" clId="{E4D9CBFD-E110-4D84-9E16-A07CEF4E01B3}" dt="2025-04-05T15:06:32.391" v="3960" actId="27636"/>
        <pc:sldMkLst>
          <pc:docMk/>
          <pc:sldMk cId="263607885" sldId="9984"/>
        </pc:sldMkLst>
        <pc:spChg chg="mod">
          <ac:chgData name="Lý Thanh Ngô" userId="d1fb4545a5d636d2" providerId="LiveId" clId="{E4D9CBFD-E110-4D84-9E16-A07CEF4E01B3}" dt="2025-04-05T15:06:32.391" v="3960" actId="27636"/>
          <ac:spMkLst>
            <pc:docMk/>
            <pc:sldMk cId="263607885" sldId="9984"/>
            <ac:spMk id="101378" creationId="{E8B5C425-1613-646D-3D74-69D653656685}"/>
          </ac:spMkLst>
        </pc:spChg>
      </pc:sldChg>
      <pc:sldChg chg="modSp add mod">
        <pc:chgData name="Lý Thanh Ngô" userId="d1fb4545a5d636d2" providerId="LiveId" clId="{E4D9CBFD-E110-4D84-9E16-A07CEF4E01B3}" dt="2025-04-05T15:10:14.843" v="4083"/>
        <pc:sldMkLst>
          <pc:docMk/>
          <pc:sldMk cId="2501544215" sldId="9985"/>
        </pc:sldMkLst>
        <pc:spChg chg="mod">
          <ac:chgData name="Lý Thanh Ngô" userId="d1fb4545a5d636d2" providerId="LiveId" clId="{E4D9CBFD-E110-4D84-9E16-A07CEF4E01B3}" dt="2025-04-05T15:10:14.843" v="4083"/>
          <ac:spMkLst>
            <pc:docMk/>
            <pc:sldMk cId="2501544215" sldId="9985"/>
            <ac:spMk id="102402" creationId="{48725B39-9AEA-3831-39AD-A3C80A34459D}"/>
          </ac:spMkLst>
        </pc:spChg>
      </pc:sldChg>
    </pc:docChg>
  </pc:docChgLst>
  <pc:docChgLst>
    <pc:chgData name="Lý Thanh Ngô" userId="d1fb4545a5d636d2" providerId="LiveId" clId="{3EBE4935-0AA5-7D46-87F5-3833BB1987ED}"/>
    <pc:docChg chg="undo custSel addSld modSld sldOrd">
      <pc:chgData name="Lý Thanh Ngô" userId="d1fb4545a5d636d2" providerId="LiveId" clId="{3EBE4935-0AA5-7D46-87F5-3833BB1987ED}" dt="2025-03-29T16:43:48.894" v="478" actId="20577"/>
      <pc:docMkLst>
        <pc:docMk/>
      </pc:docMkLst>
      <pc:sldChg chg="modSp">
        <pc:chgData name="Lý Thanh Ngô" userId="d1fb4545a5d636d2" providerId="LiveId" clId="{3EBE4935-0AA5-7D46-87F5-3833BB1987ED}" dt="2025-03-27T01:41:42.704" v="1" actId="1076"/>
        <pc:sldMkLst>
          <pc:docMk/>
          <pc:sldMk cId="2472502028" sldId="385"/>
        </pc:sldMkLst>
      </pc:sldChg>
      <pc:sldChg chg="modSp">
        <pc:chgData name="Lý Thanh Ngô" userId="d1fb4545a5d636d2" providerId="LiveId" clId="{3EBE4935-0AA5-7D46-87F5-3833BB1987ED}" dt="2025-03-29T16:43:48.894" v="478" actId="20577"/>
        <pc:sldMkLst>
          <pc:docMk/>
          <pc:sldMk cId="1623123200" sldId="9846"/>
        </pc:sldMkLst>
      </pc:sldChg>
      <pc:sldChg chg="modSp add ord">
        <pc:chgData name="Lý Thanh Ngô" userId="d1fb4545a5d636d2" providerId="LiveId" clId="{3EBE4935-0AA5-7D46-87F5-3833BB1987ED}" dt="2025-03-28T23:15:48.217" v="290" actId="20577"/>
        <pc:sldMkLst>
          <pc:docMk/>
          <pc:sldMk cId="2722460507" sldId="9864"/>
        </pc:sldMkLst>
        <pc:spChg chg="mod">
          <ac:chgData name="Lý Thanh Ngô" userId="d1fb4545a5d636d2" providerId="LiveId" clId="{3EBE4935-0AA5-7D46-87F5-3833BB1987ED}" dt="2025-03-28T23:15:48.217" v="290" actId="20577"/>
          <ac:spMkLst>
            <pc:docMk/>
            <pc:sldMk cId="2722460507" sldId="9864"/>
            <ac:spMk id="2" creationId="{C5AC7524-1DCF-5012-325A-112DC29DE05E}"/>
          </ac:spMkLst>
        </pc:spChg>
        <pc:spChg chg="mod">
          <ac:chgData name="Lý Thanh Ngô" userId="d1fb4545a5d636d2" providerId="LiveId" clId="{3EBE4935-0AA5-7D46-87F5-3833BB1987ED}" dt="2025-03-28T23:13:58.894" v="241" actId="20577"/>
          <ac:spMkLst>
            <pc:docMk/>
            <pc:sldMk cId="2722460507" sldId="9864"/>
            <ac:spMk id="4" creationId="{9B130C5D-607E-1CBB-D591-F748074BB843}"/>
          </ac:spMkLst>
        </pc:spChg>
      </pc:sldChg>
    </pc:docChg>
  </pc:docChgLst>
  <pc:docChgLst>
    <pc:chgData name="Lý Thanh Ngô" userId="d1fb4545a5d636d2" providerId="Windows Live" clId="Web-{D102BF66-124C-43F9-B354-0B520A23B620}"/>
    <pc:docChg chg="addSld delSld modSld sldOrd">
      <pc:chgData name="Lý Thanh Ngô" userId="d1fb4545a5d636d2" providerId="Windows Live" clId="Web-{D102BF66-124C-43F9-B354-0B520A23B620}" dt="2025-04-20T23:27:04.567" v="212" actId="20577"/>
      <pc:docMkLst>
        <pc:docMk/>
      </pc:docMkLst>
      <pc:sldChg chg="addSp modSp">
        <pc:chgData name="Lý Thanh Ngô" userId="d1fb4545a5d636d2" providerId="Windows Live" clId="Web-{D102BF66-124C-43F9-B354-0B520A23B620}" dt="2025-04-20T23:22:24.635" v="139" actId="20577"/>
        <pc:sldMkLst>
          <pc:docMk/>
          <pc:sldMk cId="3709593179" sldId="992"/>
        </pc:sldMkLst>
        <pc:spChg chg="add mod">
          <ac:chgData name="Lý Thanh Ngô" userId="d1fb4545a5d636d2" providerId="Windows Live" clId="Web-{D102BF66-124C-43F9-B354-0B520A23B620}" dt="2025-04-20T23:20:48.147" v="110" actId="20577"/>
          <ac:spMkLst>
            <pc:docMk/>
            <pc:sldMk cId="3709593179" sldId="992"/>
            <ac:spMk id="2" creationId="{C57F27C5-F0BD-6C31-DD7A-EE663B2AC4BF}"/>
          </ac:spMkLst>
        </pc:spChg>
        <pc:spChg chg="mod">
          <ac:chgData name="Lý Thanh Ngô" userId="d1fb4545a5d636d2" providerId="Windows Live" clId="Web-{D102BF66-124C-43F9-B354-0B520A23B620}" dt="2025-04-20T23:22:24.635" v="139" actId="20577"/>
          <ac:spMkLst>
            <pc:docMk/>
            <pc:sldMk cId="3709593179" sldId="992"/>
            <ac:spMk id="46082" creationId="{00000000-0000-0000-0000-000000000000}"/>
          </ac:spMkLst>
        </pc:spChg>
      </pc:sldChg>
      <pc:sldChg chg="modSp">
        <pc:chgData name="Lý Thanh Ngô" userId="d1fb4545a5d636d2" providerId="Windows Live" clId="Web-{D102BF66-124C-43F9-B354-0B520A23B620}" dt="2025-04-20T23:25:54.737" v="194" actId="20577"/>
        <pc:sldMkLst>
          <pc:docMk/>
          <pc:sldMk cId="926735322" sldId="1000"/>
        </pc:sldMkLst>
        <pc:spChg chg="mod">
          <ac:chgData name="Lý Thanh Ngô" userId="d1fb4545a5d636d2" providerId="Windows Live" clId="Web-{D102BF66-124C-43F9-B354-0B520A23B620}" dt="2025-04-20T23:25:54.737" v="194" actId="20577"/>
          <ac:spMkLst>
            <pc:docMk/>
            <pc:sldMk cId="926735322" sldId="1000"/>
            <ac:spMk id="86018" creationId="{00000000-0000-0000-0000-000000000000}"/>
          </ac:spMkLst>
        </pc:spChg>
      </pc:sldChg>
      <pc:sldChg chg="modSp">
        <pc:chgData name="Lý Thanh Ngô" userId="d1fb4545a5d636d2" providerId="Windows Live" clId="Web-{D102BF66-124C-43F9-B354-0B520A23B620}" dt="2025-04-20T23:26:13.050" v="200" actId="20577"/>
        <pc:sldMkLst>
          <pc:docMk/>
          <pc:sldMk cId="2279159345" sldId="1001"/>
        </pc:sldMkLst>
        <pc:spChg chg="mod">
          <ac:chgData name="Lý Thanh Ngô" userId="d1fb4545a5d636d2" providerId="Windows Live" clId="Web-{D102BF66-124C-43F9-B354-0B520A23B620}" dt="2025-04-20T23:26:13.050" v="200" actId="20577"/>
          <ac:spMkLst>
            <pc:docMk/>
            <pc:sldMk cId="2279159345" sldId="1001"/>
            <ac:spMk id="87042" creationId="{00000000-0000-0000-0000-000000000000}"/>
          </ac:spMkLst>
        </pc:spChg>
      </pc:sldChg>
      <pc:sldChg chg="modSp">
        <pc:chgData name="Lý Thanh Ngô" userId="d1fb4545a5d636d2" providerId="Windows Live" clId="Web-{D102BF66-124C-43F9-B354-0B520A23B620}" dt="2025-04-20T23:22:53.589" v="146" actId="20577"/>
        <pc:sldMkLst>
          <pc:docMk/>
          <pc:sldMk cId="164018825" sldId="9868"/>
        </pc:sldMkLst>
        <pc:spChg chg="mod">
          <ac:chgData name="Lý Thanh Ngô" userId="d1fb4545a5d636d2" providerId="Windows Live" clId="Web-{D102BF66-124C-43F9-B354-0B520A23B620}" dt="2025-04-20T23:22:53.589" v="146" actId="20577"/>
          <ac:spMkLst>
            <pc:docMk/>
            <pc:sldMk cId="164018825" sldId="9868"/>
            <ac:spMk id="46082" creationId="{C11C8183-3786-BCD8-8D04-15856141B202}"/>
          </ac:spMkLst>
        </pc:spChg>
      </pc:sldChg>
      <pc:sldChg chg="del">
        <pc:chgData name="Lý Thanh Ngô" userId="d1fb4545a5d636d2" providerId="Windows Live" clId="Web-{D102BF66-124C-43F9-B354-0B520A23B620}" dt="2025-04-20T23:24:06.014" v="176"/>
        <pc:sldMkLst>
          <pc:docMk/>
          <pc:sldMk cId="2013522262" sldId="9869"/>
        </pc:sldMkLst>
      </pc:sldChg>
      <pc:sldChg chg="del">
        <pc:chgData name="Lý Thanh Ngô" userId="d1fb4545a5d636d2" providerId="Windows Live" clId="Web-{D102BF66-124C-43F9-B354-0B520A23B620}" dt="2025-04-20T23:24:06.014" v="175"/>
        <pc:sldMkLst>
          <pc:docMk/>
          <pc:sldMk cId="3673572297" sldId="9870"/>
        </pc:sldMkLst>
      </pc:sldChg>
      <pc:sldChg chg="del">
        <pc:chgData name="Lý Thanh Ngô" userId="d1fb4545a5d636d2" providerId="Windows Live" clId="Web-{D102BF66-124C-43F9-B354-0B520A23B620}" dt="2025-04-20T23:24:09.951" v="180"/>
        <pc:sldMkLst>
          <pc:docMk/>
          <pc:sldMk cId="908324352" sldId="9871"/>
        </pc:sldMkLst>
      </pc:sldChg>
      <pc:sldChg chg="del">
        <pc:chgData name="Lý Thanh Ngô" userId="d1fb4545a5d636d2" providerId="Windows Live" clId="Web-{D102BF66-124C-43F9-B354-0B520A23B620}" dt="2025-04-20T23:24:09.951" v="179"/>
        <pc:sldMkLst>
          <pc:docMk/>
          <pc:sldMk cId="2985367123" sldId="9872"/>
        </pc:sldMkLst>
      </pc:sldChg>
      <pc:sldChg chg="del">
        <pc:chgData name="Lý Thanh Ngô" userId="d1fb4545a5d636d2" providerId="Windows Live" clId="Web-{D102BF66-124C-43F9-B354-0B520A23B620}" dt="2025-04-20T23:24:09.951" v="178"/>
        <pc:sldMkLst>
          <pc:docMk/>
          <pc:sldMk cId="3195392803" sldId="9873"/>
        </pc:sldMkLst>
      </pc:sldChg>
      <pc:sldChg chg="del">
        <pc:chgData name="Lý Thanh Ngô" userId="d1fb4545a5d636d2" providerId="Windows Live" clId="Web-{D102BF66-124C-43F9-B354-0B520A23B620}" dt="2025-04-20T23:24:09.951" v="177"/>
        <pc:sldMkLst>
          <pc:docMk/>
          <pc:sldMk cId="2946253812" sldId="9874"/>
        </pc:sldMkLst>
      </pc:sldChg>
      <pc:sldChg chg="modSp">
        <pc:chgData name="Lý Thanh Ngô" userId="d1fb4545a5d636d2" providerId="Windows Live" clId="Web-{D102BF66-124C-43F9-B354-0B520A23B620}" dt="2025-04-20T23:26:28.972" v="204" actId="20577"/>
        <pc:sldMkLst>
          <pc:docMk/>
          <pc:sldMk cId="746019610" sldId="9876"/>
        </pc:sldMkLst>
        <pc:spChg chg="mod">
          <ac:chgData name="Lý Thanh Ngô" userId="d1fb4545a5d636d2" providerId="Windows Live" clId="Web-{D102BF66-124C-43F9-B354-0B520A23B620}" dt="2025-04-20T23:26:28.972" v="204" actId="20577"/>
          <ac:spMkLst>
            <pc:docMk/>
            <pc:sldMk cId="746019610" sldId="9876"/>
            <ac:spMk id="87042" creationId="{A5EF2E5F-0C1C-E7B3-90DB-68BB610F6C55}"/>
          </ac:spMkLst>
        </pc:spChg>
      </pc:sldChg>
      <pc:sldChg chg="modSp">
        <pc:chgData name="Lý Thanh Ngô" userId="d1fb4545a5d636d2" providerId="Windows Live" clId="Web-{D102BF66-124C-43F9-B354-0B520A23B620}" dt="2025-04-20T23:26:54.676" v="208" actId="20577"/>
        <pc:sldMkLst>
          <pc:docMk/>
          <pc:sldMk cId="2746057718" sldId="9877"/>
        </pc:sldMkLst>
        <pc:spChg chg="mod">
          <ac:chgData name="Lý Thanh Ngô" userId="d1fb4545a5d636d2" providerId="Windows Live" clId="Web-{D102BF66-124C-43F9-B354-0B520A23B620}" dt="2025-04-20T23:26:54.676" v="208" actId="20577"/>
          <ac:spMkLst>
            <pc:docMk/>
            <pc:sldMk cId="2746057718" sldId="9877"/>
            <ac:spMk id="87042" creationId="{082AC1DB-1601-1A29-A69E-4B030B8CA4DC}"/>
          </ac:spMkLst>
        </pc:spChg>
      </pc:sldChg>
      <pc:sldChg chg="modSp">
        <pc:chgData name="Lý Thanh Ngô" userId="d1fb4545a5d636d2" providerId="Windows Live" clId="Web-{D102BF66-124C-43F9-B354-0B520A23B620}" dt="2025-04-20T23:27:04.567" v="212" actId="20577"/>
        <pc:sldMkLst>
          <pc:docMk/>
          <pc:sldMk cId="1631203887" sldId="9878"/>
        </pc:sldMkLst>
        <pc:spChg chg="mod">
          <ac:chgData name="Lý Thanh Ngô" userId="d1fb4545a5d636d2" providerId="Windows Live" clId="Web-{D102BF66-124C-43F9-B354-0B520A23B620}" dt="2025-04-20T23:27:04.567" v="212" actId="20577"/>
          <ac:spMkLst>
            <pc:docMk/>
            <pc:sldMk cId="1631203887" sldId="9878"/>
            <ac:spMk id="87042" creationId="{9CD209B4-C587-CC4B-44C2-38608CFC7E4A}"/>
          </ac:spMkLst>
        </pc:spChg>
      </pc:sldChg>
      <pc:sldChg chg="modSp mod setBg">
        <pc:chgData name="Lý Thanh Ngô" userId="d1fb4545a5d636d2" providerId="Windows Live" clId="Web-{D102BF66-124C-43F9-B354-0B520A23B620}" dt="2025-04-20T23:12:54.036" v="45" actId="1076"/>
        <pc:sldMkLst>
          <pc:docMk/>
          <pc:sldMk cId="3725756604" sldId="10092"/>
        </pc:sldMkLst>
        <pc:spChg chg="mod">
          <ac:chgData name="Lý Thanh Ngô" userId="d1fb4545a5d636d2" providerId="Windows Live" clId="Web-{D102BF66-124C-43F9-B354-0B520A23B620}" dt="2025-04-20T23:12:54.036" v="45" actId="1076"/>
          <ac:spMkLst>
            <pc:docMk/>
            <pc:sldMk cId="3725756604" sldId="10092"/>
            <ac:spMk id="2" creationId="{0F6A5CE5-B4D8-BCF6-5EFF-F208569F478C}"/>
          </ac:spMkLst>
        </pc:spChg>
        <pc:spChg chg="mod">
          <ac:chgData name="Lý Thanh Ngô" userId="d1fb4545a5d636d2" providerId="Windows Live" clId="Web-{D102BF66-124C-43F9-B354-0B520A23B620}" dt="2025-04-20T23:07:09.066" v="17" actId="1076"/>
          <ac:spMkLst>
            <pc:docMk/>
            <pc:sldMk cId="3725756604" sldId="10092"/>
            <ac:spMk id="13" creationId="{C79F8ACD-B8D8-2529-26AB-4599224970D9}"/>
          </ac:spMkLst>
        </pc:spChg>
        <pc:spChg chg="mod">
          <ac:chgData name="Lý Thanh Ngô" userId="d1fb4545a5d636d2" providerId="Windows Live" clId="Web-{D102BF66-124C-43F9-B354-0B520A23B620}" dt="2025-04-20T23:12:49.989" v="44" actId="20577"/>
          <ac:spMkLst>
            <pc:docMk/>
            <pc:sldMk cId="3725756604" sldId="10092"/>
            <ac:spMk id="14" creationId="{DE350219-EF26-FDCA-6A74-0CFB9B7CEA3D}"/>
          </ac:spMkLst>
        </pc:spChg>
      </pc:sldChg>
      <pc:sldChg chg="del">
        <pc:chgData name="Lý Thanh Ngô" userId="d1fb4545a5d636d2" providerId="Windows Live" clId="Web-{D102BF66-124C-43F9-B354-0B520A23B620}" dt="2025-04-20T23:08:01.958" v="21"/>
        <pc:sldMkLst>
          <pc:docMk/>
          <pc:sldMk cId="1904792399" sldId="10273"/>
        </pc:sldMkLst>
      </pc:sldChg>
      <pc:sldChg chg="del">
        <pc:chgData name="Lý Thanh Ngô" userId="d1fb4545a5d636d2" providerId="Windows Live" clId="Web-{D102BF66-124C-43F9-B354-0B520A23B620}" dt="2025-04-20T23:08:13.818" v="24"/>
        <pc:sldMkLst>
          <pc:docMk/>
          <pc:sldMk cId="2298115398" sldId="10276"/>
        </pc:sldMkLst>
      </pc:sldChg>
      <pc:sldChg chg="del">
        <pc:chgData name="Lý Thanh Ngô" userId="d1fb4545a5d636d2" providerId="Windows Live" clId="Web-{D102BF66-124C-43F9-B354-0B520A23B620}" dt="2025-04-20T23:08:39.679" v="33"/>
        <pc:sldMkLst>
          <pc:docMk/>
          <pc:sldMk cId="1565759562" sldId="10277"/>
        </pc:sldMkLst>
      </pc:sldChg>
      <pc:sldChg chg="del">
        <pc:chgData name="Lý Thanh Ngô" userId="d1fb4545a5d636d2" providerId="Windows Live" clId="Web-{D102BF66-124C-43F9-B354-0B520A23B620}" dt="2025-04-20T23:08:47.741" v="36"/>
        <pc:sldMkLst>
          <pc:docMk/>
          <pc:sldMk cId="2059986902" sldId="10278"/>
        </pc:sldMkLst>
      </pc:sldChg>
      <pc:sldChg chg="del">
        <pc:chgData name="Lý Thanh Ngô" userId="d1fb4545a5d636d2" providerId="Windows Live" clId="Web-{D102BF66-124C-43F9-B354-0B520A23B620}" dt="2025-04-20T23:08:29.053" v="30"/>
        <pc:sldMkLst>
          <pc:docMk/>
          <pc:sldMk cId="3038942686" sldId="10279"/>
        </pc:sldMkLst>
      </pc:sldChg>
      <pc:sldChg chg="del">
        <pc:chgData name="Lý Thanh Ngô" userId="d1fb4545a5d636d2" providerId="Windows Live" clId="Web-{D102BF66-124C-43F9-B354-0B520A23B620}" dt="2025-04-20T23:08:22.490" v="27"/>
        <pc:sldMkLst>
          <pc:docMk/>
          <pc:sldMk cId="3743221985" sldId="10314"/>
        </pc:sldMkLst>
      </pc:sldChg>
      <pc:sldChg chg="add mod ord replId setBg">
        <pc:chgData name="Lý Thanh Ngô" userId="d1fb4545a5d636d2" providerId="Windows Live" clId="Web-{D102BF66-124C-43F9-B354-0B520A23B620}" dt="2025-04-20T23:11:19.434" v="38"/>
        <pc:sldMkLst>
          <pc:docMk/>
          <pc:sldMk cId="1297061217" sldId="10339"/>
        </pc:sldMkLst>
      </pc:sldChg>
      <pc:sldChg chg="add del mod ord replId setBg">
        <pc:chgData name="Lý Thanh Ngô" userId="d1fb4545a5d636d2" providerId="Windows Live" clId="Web-{D102BF66-124C-43F9-B354-0B520A23B620}" dt="2025-04-20T23:14:01.820" v="80"/>
        <pc:sldMkLst>
          <pc:docMk/>
          <pc:sldMk cId="1429353144" sldId="10340"/>
        </pc:sldMkLst>
      </pc:sldChg>
      <pc:sldChg chg="add del mod ord replId setBg">
        <pc:chgData name="Lý Thanh Ngô" userId="d1fb4545a5d636d2" providerId="Windows Live" clId="Web-{D102BF66-124C-43F9-B354-0B520A23B620}" dt="2025-04-20T23:14:12.274" v="83"/>
        <pc:sldMkLst>
          <pc:docMk/>
          <pc:sldMk cId="2038434055" sldId="10341"/>
        </pc:sldMkLst>
      </pc:sldChg>
      <pc:sldChg chg="add del mod ord replId setBg">
        <pc:chgData name="Lý Thanh Ngô" userId="d1fb4545a5d636d2" providerId="Windows Live" clId="Web-{D102BF66-124C-43F9-B354-0B520A23B620}" dt="2025-04-20T23:14:20.586" v="86"/>
        <pc:sldMkLst>
          <pc:docMk/>
          <pc:sldMk cId="4275852868" sldId="10342"/>
        </pc:sldMkLst>
      </pc:sldChg>
      <pc:sldChg chg="add del mod ord replId setBg">
        <pc:chgData name="Lý Thanh Ngô" userId="d1fb4545a5d636d2" providerId="Windows Live" clId="Web-{D102BF66-124C-43F9-B354-0B520A23B620}" dt="2025-04-20T23:14:30.665" v="89"/>
        <pc:sldMkLst>
          <pc:docMk/>
          <pc:sldMk cId="379401526" sldId="10343"/>
        </pc:sldMkLst>
      </pc:sldChg>
      <pc:sldChg chg="add del mod ord replId setBg">
        <pc:chgData name="Lý Thanh Ngô" userId="d1fb4545a5d636d2" providerId="Windows Live" clId="Web-{D102BF66-124C-43F9-B354-0B520A23B620}" dt="2025-04-20T23:14:47.556" v="92"/>
        <pc:sldMkLst>
          <pc:docMk/>
          <pc:sldMk cId="14268833" sldId="10344"/>
        </pc:sldMkLst>
      </pc:sldChg>
      <pc:sldChg chg="add del replId">
        <pc:chgData name="Lý Thanh Ngô" userId="d1fb4545a5d636d2" providerId="Windows Live" clId="Web-{D102BF66-124C-43F9-B354-0B520A23B620}" dt="2025-04-20T23:13:42.507" v="72"/>
        <pc:sldMkLst>
          <pc:docMk/>
          <pc:sldMk cId="2906770932" sldId="10345"/>
        </pc:sldMkLst>
      </pc:sldChg>
      <pc:sldChg chg="add del replId">
        <pc:chgData name="Lý Thanh Ngô" userId="d1fb4545a5d636d2" providerId="Windows Live" clId="Web-{D102BF66-124C-43F9-B354-0B520A23B620}" dt="2025-04-20T23:13:42.772" v="73"/>
        <pc:sldMkLst>
          <pc:docMk/>
          <pc:sldMk cId="1980861627" sldId="10346"/>
        </pc:sldMkLst>
      </pc:sldChg>
      <pc:sldChg chg="add del replId">
        <pc:chgData name="Lý Thanh Ngô" userId="d1fb4545a5d636d2" providerId="Windows Live" clId="Web-{D102BF66-124C-43F9-B354-0B520A23B620}" dt="2025-04-20T23:13:43.038" v="74"/>
        <pc:sldMkLst>
          <pc:docMk/>
          <pc:sldMk cId="3892877944" sldId="10347"/>
        </pc:sldMkLst>
      </pc:sldChg>
      <pc:sldChg chg="add">
        <pc:chgData name="Lý Thanh Ngô" userId="d1fb4545a5d636d2" providerId="Windows Live" clId="Web-{D102BF66-124C-43F9-B354-0B520A23B620}" dt="2025-04-20T23:13:48.429" v="75"/>
        <pc:sldMkLst>
          <pc:docMk/>
          <pc:sldMk cId="1650330413" sldId="10348"/>
        </pc:sldMkLst>
      </pc:sldChg>
      <pc:sldChg chg="add ord replId">
        <pc:chgData name="Lý Thanh Ngô" userId="d1fb4545a5d636d2" providerId="Windows Live" clId="Web-{D102BF66-124C-43F9-B354-0B520A23B620}" dt="2025-04-20T23:14:08.805" v="82"/>
        <pc:sldMkLst>
          <pc:docMk/>
          <pc:sldMk cId="34406757" sldId="10349"/>
        </pc:sldMkLst>
      </pc:sldChg>
      <pc:sldChg chg="add del">
        <pc:chgData name="Lý Thanh Ngô" userId="d1fb4545a5d636d2" providerId="Windows Live" clId="Web-{D102BF66-124C-43F9-B354-0B520A23B620}" dt="2025-04-20T23:13:59.523" v="79"/>
        <pc:sldMkLst>
          <pc:docMk/>
          <pc:sldMk cId="515834520" sldId="10349"/>
        </pc:sldMkLst>
      </pc:sldChg>
      <pc:sldChg chg="add ord replId">
        <pc:chgData name="Lý Thanh Ngô" userId="d1fb4545a5d636d2" providerId="Windows Live" clId="Web-{D102BF66-124C-43F9-B354-0B520A23B620}" dt="2025-04-20T23:14:18.618" v="85"/>
        <pc:sldMkLst>
          <pc:docMk/>
          <pc:sldMk cId="1297571981" sldId="10350"/>
        </pc:sldMkLst>
      </pc:sldChg>
      <pc:sldChg chg="add del">
        <pc:chgData name="Lý Thanh Ngô" userId="d1fb4545a5d636d2" providerId="Windows Live" clId="Web-{D102BF66-124C-43F9-B354-0B520A23B620}" dt="2025-04-20T23:13:59.523" v="78"/>
        <pc:sldMkLst>
          <pc:docMk/>
          <pc:sldMk cId="3428822464" sldId="10350"/>
        </pc:sldMkLst>
      </pc:sldChg>
      <pc:sldChg chg="add ord replId">
        <pc:chgData name="Lý Thanh Ngô" userId="d1fb4545a5d636d2" providerId="Windows Live" clId="Web-{D102BF66-124C-43F9-B354-0B520A23B620}" dt="2025-04-20T23:14:28.571" v="88"/>
        <pc:sldMkLst>
          <pc:docMk/>
          <pc:sldMk cId="3854325399" sldId="10351"/>
        </pc:sldMkLst>
      </pc:sldChg>
      <pc:sldChg chg="add ord replId">
        <pc:chgData name="Lý Thanh Ngô" userId="d1fb4545a5d636d2" providerId="Windows Live" clId="Web-{D102BF66-124C-43F9-B354-0B520A23B620}" dt="2025-04-20T23:14:44.650" v="91"/>
        <pc:sldMkLst>
          <pc:docMk/>
          <pc:sldMk cId="1644976485" sldId="10352"/>
        </pc:sldMkLst>
      </pc:sldChg>
      <pc:sldChg chg="modSp add replId">
        <pc:chgData name="Lý Thanh Ngô" userId="d1fb4545a5d636d2" providerId="Windows Live" clId="Web-{D102BF66-124C-43F9-B354-0B520A23B620}" dt="2025-04-20T23:23:21.262" v="162" actId="20577"/>
        <pc:sldMkLst>
          <pc:docMk/>
          <pc:sldMk cId="3178957577" sldId="10353"/>
        </pc:sldMkLst>
        <pc:spChg chg="mod">
          <ac:chgData name="Lý Thanh Ngô" userId="d1fb4545a5d636d2" providerId="Windows Live" clId="Web-{D102BF66-124C-43F9-B354-0B520A23B620}" dt="2025-04-20T23:23:21.262" v="162" actId="20577"/>
          <ac:spMkLst>
            <pc:docMk/>
            <pc:sldMk cId="3178957577" sldId="10353"/>
            <ac:spMk id="46082" creationId="{85C17735-7BAA-CD89-B52A-1F4BFF494069}"/>
          </ac:spMkLst>
        </pc:spChg>
      </pc:sldChg>
      <pc:sldChg chg="modSp add replId">
        <pc:chgData name="Lý Thanh Ngô" userId="d1fb4545a5d636d2" providerId="Windows Live" clId="Web-{D102BF66-124C-43F9-B354-0B520A23B620}" dt="2025-04-20T23:23:44.747" v="169" actId="20577"/>
        <pc:sldMkLst>
          <pc:docMk/>
          <pc:sldMk cId="2521317777" sldId="10354"/>
        </pc:sldMkLst>
        <pc:spChg chg="mod">
          <ac:chgData name="Lý Thanh Ngô" userId="d1fb4545a5d636d2" providerId="Windows Live" clId="Web-{D102BF66-124C-43F9-B354-0B520A23B620}" dt="2025-04-20T23:23:44.747" v="169" actId="20577"/>
          <ac:spMkLst>
            <pc:docMk/>
            <pc:sldMk cId="2521317777" sldId="10354"/>
            <ac:spMk id="46082" creationId="{C3A5766B-4D44-0F7E-1A28-3CDA078B45CA}"/>
          </ac:spMkLst>
        </pc:spChg>
      </pc:sldChg>
      <pc:sldChg chg="modSp add ord replId">
        <pc:chgData name="Lý Thanh Ngô" userId="d1fb4545a5d636d2" providerId="Windows Live" clId="Web-{D102BF66-124C-43F9-B354-0B520A23B620}" dt="2025-04-20T23:24:00.092" v="174" actId="20577"/>
        <pc:sldMkLst>
          <pc:docMk/>
          <pc:sldMk cId="70965490" sldId="10355"/>
        </pc:sldMkLst>
        <pc:spChg chg="mod">
          <ac:chgData name="Lý Thanh Ngô" userId="d1fb4545a5d636d2" providerId="Windows Live" clId="Web-{D102BF66-124C-43F9-B354-0B520A23B620}" dt="2025-04-20T23:24:00.092" v="174" actId="20577"/>
          <ac:spMkLst>
            <pc:docMk/>
            <pc:sldMk cId="70965490" sldId="10355"/>
            <ac:spMk id="46082" creationId="{CE50AFAC-2F18-11DB-748C-1801D7FA0169}"/>
          </ac:spMkLst>
        </pc:spChg>
      </pc:sldChg>
      <pc:sldChg chg="modSp add ord replId">
        <pc:chgData name="Lý Thanh Ngô" userId="d1fb4545a5d636d2" providerId="Windows Live" clId="Web-{D102BF66-124C-43F9-B354-0B520A23B620}" dt="2025-04-20T23:25:36.517" v="189" actId="20577"/>
        <pc:sldMkLst>
          <pc:docMk/>
          <pc:sldMk cId="1907014761" sldId="10356"/>
        </pc:sldMkLst>
        <pc:spChg chg="mod">
          <ac:chgData name="Lý Thanh Ngô" userId="d1fb4545a5d636d2" providerId="Windows Live" clId="Web-{D102BF66-124C-43F9-B354-0B520A23B620}" dt="2025-04-20T23:25:36.517" v="189" actId="20577"/>
          <ac:spMkLst>
            <pc:docMk/>
            <pc:sldMk cId="1907014761" sldId="10356"/>
            <ac:spMk id="46082" creationId="{3C7A8091-E4E8-CEF6-4BE6-C20A9169193C}"/>
          </ac:spMkLst>
        </pc:spChg>
      </pc:sldChg>
    </pc:docChg>
  </pc:docChgLst>
  <pc:docChgLst>
    <pc:chgData name="Lý Thanh Ngô" userId="d1fb4545a5d636d2" providerId="Windows Live" clId="Web-{67FDAF1C-37A2-4320-8278-2F03C36EE5D4}"/>
    <pc:docChg chg="modSld">
      <pc:chgData name="Lý Thanh Ngô" userId="d1fb4545a5d636d2" providerId="Windows Live" clId="Web-{67FDAF1C-37A2-4320-8278-2F03C36EE5D4}" dt="2025-04-19T06:36:49.909" v="0" actId="14100"/>
      <pc:docMkLst>
        <pc:docMk/>
      </pc:docMkLst>
      <pc:sldChg chg="modSp">
        <pc:chgData name="Lý Thanh Ngô" userId="d1fb4545a5d636d2" providerId="Windows Live" clId="Web-{67FDAF1C-37A2-4320-8278-2F03C36EE5D4}" dt="2025-04-19T06:36:49.909" v="0" actId="14100"/>
        <pc:sldMkLst>
          <pc:docMk/>
          <pc:sldMk cId="2157675428" sldId="10252"/>
        </pc:sldMkLst>
        <pc:spChg chg="mod">
          <ac:chgData name="Lý Thanh Ngô" userId="d1fb4545a5d636d2" providerId="Windows Live" clId="Web-{67FDAF1C-37A2-4320-8278-2F03C36EE5D4}" dt="2025-04-19T06:36:49.909" v="0" actId="14100"/>
          <ac:spMkLst>
            <pc:docMk/>
            <pc:sldMk cId="2157675428" sldId="10252"/>
            <ac:spMk id="2" creationId="{7245C7E0-AD08-9DB0-D243-A28F8F7A3746}"/>
          </ac:spMkLst>
        </pc:spChg>
      </pc:sldChg>
    </pc:docChg>
  </pc:docChgLst>
  <pc:docChgLst>
    <pc:chgData name="Người dùng Khách" providerId="Windows Live" clId="Web-{1B100269-CCA5-42B0-A349-0021EC7AED96}"/>
    <pc:docChg chg="addSld delSld modSld">
      <pc:chgData name="Người dùng Khách" userId="" providerId="Windows Live" clId="Web-{1B100269-CCA5-42B0-A349-0021EC7AED96}" dt="2025-03-29T17:05:52.474" v="107"/>
      <pc:docMkLst>
        <pc:docMk/>
      </pc:docMkLst>
      <pc:sldChg chg="modTransition">
        <pc:chgData name="Người dùng Khách" userId="" providerId="Windows Live" clId="Web-{1B100269-CCA5-42B0-A349-0021EC7AED96}" dt="2025-03-29T17:05:49.302" v="106"/>
        <pc:sldMkLst>
          <pc:docMk/>
          <pc:sldMk cId="3297558619" sldId="9802"/>
        </pc:sldMkLst>
      </pc:sldChg>
      <pc:sldChg chg="modSp">
        <pc:chgData name="Người dùng Khách" userId="" providerId="Windows Live" clId="Web-{1B100269-CCA5-42B0-A349-0021EC7AED96}" dt="2025-03-29T17:03:17.563" v="101"/>
        <pc:sldMkLst>
          <pc:docMk/>
          <pc:sldMk cId="3407074290" sldId="9804"/>
        </pc:sldMkLst>
      </pc:sldChg>
      <pc:sldChg chg="modSp">
        <pc:chgData name="Người dùng Khách" userId="" providerId="Windows Live" clId="Web-{1B100269-CCA5-42B0-A349-0021EC7AED96}" dt="2025-03-29T16:56:35.910" v="59" actId="20577"/>
        <pc:sldMkLst>
          <pc:docMk/>
          <pc:sldMk cId="3731749232" sldId="9805"/>
        </pc:sldMkLst>
      </pc:sldChg>
      <pc:sldChg chg="modSp add del">
        <pc:chgData name="Người dùng Khách" userId="" providerId="Windows Live" clId="Web-{1B100269-CCA5-42B0-A349-0021EC7AED96}" dt="2025-03-29T17:01:56.827" v="94"/>
        <pc:sldMkLst>
          <pc:docMk/>
          <pc:sldMk cId="2605310120" sldId="9806"/>
        </pc:sldMkLst>
      </pc:sldChg>
      <pc:sldChg chg="del">
        <pc:chgData name="Người dùng Khách" userId="" providerId="Windows Live" clId="Web-{1B100269-CCA5-42B0-A349-0021EC7AED96}" dt="2025-03-29T17:02:02.608" v="95"/>
        <pc:sldMkLst>
          <pc:docMk/>
          <pc:sldMk cId="1065535235" sldId="9807"/>
        </pc:sldMkLst>
      </pc:sldChg>
      <pc:sldChg chg="modTransition">
        <pc:chgData name="Người dùng Khách" userId="" providerId="Windows Live" clId="Web-{1B100269-CCA5-42B0-A349-0021EC7AED96}" dt="2025-03-29T17:05:52.474" v="107"/>
        <pc:sldMkLst>
          <pc:docMk/>
          <pc:sldMk cId="1592849602" sldId="9813"/>
        </pc:sldMkLst>
      </pc:sldChg>
      <pc:sldChg chg="modSp">
        <pc:chgData name="Người dùng Khách" userId="" providerId="Windows Live" clId="Web-{1B100269-CCA5-42B0-A349-0021EC7AED96}" dt="2025-03-29T17:03:20.360" v="102"/>
        <pc:sldMkLst>
          <pc:docMk/>
          <pc:sldMk cId="2958806556" sldId="9827"/>
        </pc:sldMkLst>
        <pc:spChg chg="mod">
          <ac:chgData name="Người dùng Khách" userId="" providerId="Windows Live" clId="Web-{1B100269-CCA5-42B0-A349-0021EC7AED96}" dt="2025-03-29T17:03:20.360" v="102"/>
          <ac:spMkLst>
            <pc:docMk/>
            <pc:sldMk cId="2958806556" sldId="9827"/>
            <ac:spMk id="2" creationId="{D0DB7A7C-C6BF-BBBA-3631-B0614733E958}"/>
          </ac:spMkLst>
        </pc:spChg>
      </pc:sldChg>
      <pc:sldChg chg="modSp">
        <pc:chgData name="Người dùng Khách" userId="" providerId="Windows Live" clId="Web-{1B100269-CCA5-42B0-A349-0021EC7AED96}" dt="2025-03-29T16:45:46.704" v="6" actId="20577"/>
        <pc:sldMkLst>
          <pc:docMk/>
          <pc:sldMk cId="1623123200" sldId="9846"/>
        </pc:sldMkLst>
      </pc:sldChg>
      <pc:sldChg chg="modSp">
        <pc:chgData name="Người dùng Khách" userId="" providerId="Windows Live" clId="Web-{1B100269-CCA5-42B0-A349-0021EC7AED96}" dt="2025-03-29T17:04:03.440" v="105"/>
        <pc:sldMkLst>
          <pc:docMk/>
          <pc:sldMk cId="2722460507" sldId="9864"/>
        </pc:sldMkLst>
        <pc:spChg chg="mod">
          <ac:chgData name="Người dùng Khách" userId="" providerId="Windows Live" clId="Web-{1B100269-CCA5-42B0-A349-0021EC7AED96}" dt="2025-03-29T17:04:03.440" v="105"/>
          <ac:spMkLst>
            <pc:docMk/>
            <pc:sldMk cId="2722460507" sldId="9864"/>
            <ac:spMk id="2" creationId="{C5AC7524-1DCF-5012-325A-112DC29DE05E}"/>
          </ac:spMkLst>
        </pc:spChg>
        <pc:spChg chg="mod">
          <ac:chgData name="Người dùng Khách" userId="" providerId="Windows Live" clId="Web-{1B100269-CCA5-42B0-A349-0021EC7AED96}" dt="2025-03-29T17:03:51.049" v="104"/>
          <ac:spMkLst>
            <pc:docMk/>
            <pc:sldMk cId="2722460507" sldId="9864"/>
            <ac:spMk id="4" creationId="{9B130C5D-607E-1CBB-D591-F748074BB843}"/>
          </ac:spMkLst>
        </pc:spChg>
      </pc:sldChg>
    </pc:docChg>
  </pc:docChgLst>
  <pc:docChgLst>
    <pc:chgData name="Lý Thanh Ngô" userId="d1fb4545a5d636d2" providerId="LiveId" clId="{572A53DC-FA1E-40D6-9AFD-601B456BF9DD}"/>
    <pc:docChg chg="undo custSel addSld delSld modSld">
      <pc:chgData name="Lý Thanh Ngô" userId="d1fb4545a5d636d2" providerId="LiveId" clId="{572A53DC-FA1E-40D6-9AFD-601B456BF9DD}" dt="2025-04-13T02:16:12.493" v="104" actId="14100"/>
      <pc:docMkLst>
        <pc:docMk/>
      </pc:docMkLst>
      <pc:sldChg chg="modSp mod">
        <pc:chgData name="Lý Thanh Ngô" userId="d1fb4545a5d636d2" providerId="LiveId" clId="{572A53DC-FA1E-40D6-9AFD-601B456BF9DD}" dt="2025-04-13T02:15:53.319" v="103" actId="403"/>
        <pc:sldMkLst>
          <pc:docMk/>
          <pc:sldMk cId="591027290" sldId="257"/>
        </pc:sldMkLst>
        <pc:spChg chg="mod">
          <ac:chgData name="Lý Thanh Ngô" userId="d1fb4545a5d636d2" providerId="LiveId" clId="{572A53DC-FA1E-40D6-9AFD-601B456BF9DD}" dt="2025-04-13T02:15:53.319" v="103" actId="403"/>
          <ac:spMkLst>
            <pc:docMk/>
            <pc:sldMk cId="591027290" sldId="257"/>
            <ac:spMk id="3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6:12.493" v="104" actId="14100"/>
        <pc:sldMkLst>
          <pc:docMk/>
          <pc:sldMk cId="2171119766" sldId="258"/>
        </pc:sldMkLst>
        <pc:spChg chg="mod">
          <ac:chgData name="Lý Thanh Ngô" userId="d1fb4545a5d636d2" providerId="LiveId" clId="{572A53DC-FA1E-40D6-9AFD-601B456BF9DD}" dt="2025-04-13T02:16:12.493" v="104" actId="14100"/>
          <ac:spMkLst>
            <pc:docMk/>
            <pc:sldMk cId="2171119766" sldId="258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1:57.845" v="20" actId="20577"/>
        <pc:sldMkLst>
          <pc:docMk/>
          <pc:sldMk cId="3057438887" sldId="259"/>
        </pc:sldMkLst>
        <pc:spChg chg="mod">
          <ac:chgData name="Lý Thanh Ngô" userId="d1fb4545a5d636d2" providerId="LiveId" clId="{572A53DC-FA1E-40D6-9AFD-601B456BF9DD}" dt="2025-04-13T02:11:57.845" v="20" actId="20577"/>
          <ac:spMkLst>
            <pc:docMk/>
            <pc:sldMk cId="3057438887" sldId="259"/>
            <ac:spMk id="3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2:12.258" v="26" actId="20577"/>
        <pc:sldMkLst>
          <pc:docMk/>
          <pc:sldMk cId="532766581" sldId="260"/>
        </pc:sldMkLst>
        <pc:spChg chg="mod">
          <ac:chgData name="Lý Thanh Ngô" userId="d1fb4545a5d636d2" providerId="LiveId" clId="{572A53DC-FA1E-40D6-9AFD-601B456BF9DD}" dt="2025-04-13T02:12:12.258" v="26" actId="20577"/>
          <ac:spMkLst>
            <pc:docMk/>
            <pc:sldMk cId="532766581" sldId="260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2:28.041" v="33" actId="20577"/>
        <pc:sldMkLst>
          <pc:docMk/>
          <pc:sldMk cId="1487358291" sldId="261"/>
        </pc:sldMkLst>
        <pc:spChg chg="mod">
          <ac:chgData name="Lý Thanh Ngô" userId="d1fb4545a5d636d2" providerId="LiveId" clId="{572A53DC-FA1E-40D6-9AFD-601B456BF9DD}" dt="2025-04-13T02:12:28.041" v="33" actId="20577"/>
          <ac:spMkLst>
            <pc:docMk/>
            <pc:sldMk cId="1487358291" sldId="261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3:01.536" v="47" actId="20577"/>
        <pc:sldMkLst>
          <pc:docMk/>
          <pc:sldMk cId="1140672165" sldId="263"/>
        </pc:sldMkLst>
        <pc:spChg chg="mod">
          <ac:chgData name="Lý Thanh Ngô" userId="d1fb4545a5d636d2" providerId="LiveId" clId="{572A53DC-FA1E-40D6-9AFD-601B456BF9DD}" dt="2025-04-13T02:13:01.536" v="47" actId="20577"/>
          <ac:spMkLst>
            <pc:docMk/>
            <pc:sldMk cId="1140672165" sldId="263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3:11.801" v="50" actId="27636"/>
        <pc:sldMkLst>
          <pc:docMk/>
          <pc:sldMk cId="1434756872" sldId="265"/>
        </pc:sldMkLst>
        <pc:spChg chg="mod">
          <ac:chgData name="Lý Thanh Ngô" userId="d1fb4545a5d636d2" providerId="LiveId" clId="{572A53DC-FA1E-40D6-9AFD-601B456BF9DD}" dt="2025-04-13T02:13:11.801" v="50" actId="27636"/>
          <ac:spMkLst>
            <pc:docMk/>
            <pc:sldMk cId="1434756872" sldId="265"/>
            <ac:spMk id="7170" creationId="{00000000-0000-0000-0000-000000000000}"/>
          </ac:spMkLst>
        </pc:spChg>
      </pc:sldChg>
      <pc:sldChg chg="modSp mod">
        <pc:chgData name="Lý Thanh Ngô" userId="d1fb4545a5d636d2" providerId="LiveId" clId="{572A53DC-FA1E-40D6-9AFD-601B456BF9DD}" dt="2025-04-13T02:13:25.104" v="53" actId="27636"/>
        <pc:sldMkLst>
          <pc:docMk/>
          <pc:sldMk cId="1191164645" sldId="266"/>
        </pc:sldMkLst>
        <pc:spChg chg="mod">
          <ac:chgData name="Lý Thanh Ngô" userId="d1fb4545a5d636d2" providerId="LiveId" clId="{572A53DC-FA1E-40D6-9AFD-601B456BF9DD}" dt="2025-04-13T02:13:25.104" v="53" actId="27636"/>
          <ac:spMkLst>
            <pc:docMk/>
            <pc:sldMk cId="1191164645" sldId="266"/>
            <ac:spMk id="7170" creationId="{00000000-0000-0000-0000-000000000000}"/>
          </ac:spMkLst>
        </pc:spChg>
      </pc:sldChg>
      <pc:sldChg chg="modSp add mod">
        <pc:chgData name="Lý Thanh Ngô" userId="d1fb4545a5d636d2" providerId="LiveId" clId="{572A53DC-FA1E-40D6-9AFD-601B456BF9DD}" dt="2025-04-13T02:14:13.720" v="74" actId="255"/>
        <pc:sldMkLst>
          <pc:docMk/>
          <pc:sldMk cId="3745318228" sldId="10025"/>
        </pc:sldMkLst>
        <pc:spChg chg="mod">
          <ac:chgData name="Lý Thanh Ngô" userId="d1fb4545a5d636d2" providerId="LiveId" clId="{572A53DC-FA1E-40D6-9AFD-601B456BF9DD}" dt="2025-04-13T02:14:13.720" v="74" actId="255"/>
          <ac:spMkLst>
            <pc:docMk/>
            <pc:sldMk cId="3745318228" sldId="10025"/>
            <ac:spMk id="7170" creationId="{B03D3875-C065-9232-5CCB-9E4598D6B32B}"/>
          </ac:spMkLst>
        </pc:spChg>
      </pc:sldChg>
      <pc:sldChg chg="add del">
        <pc:chgData name="Lý Thanh Ngô" userId="d1fb4545a5d636d2" providerId="LiveId" clId="{572A53DC-FA1E-40D6-9AFD-601B456BF9DD}" dt="2025-04-13T02:15:41.047" v="102" actId="47"/>
        <pc:sldMkLst>
          <pc:docMk/>
          <pc:sldMk cId="4186013731" sldId="10026"/>
        </pc:sldMkLst>
      </pc:sldChg>
      <pc:sldChg chg="modSp add mod">
        <pc:chgData name="Lý Thanh Ngô" userId="d1fb4545a5d636d2" providerId="LiveId" clId="{572A53DC-FA1E-40D6-9AFD-601B456BF9DD}" dt="2025-04-13T02:14:42.368" v="85" actId="20577"/>
        <pc:sldMkLst>
          <pc:docMk/>
          <pc:sldMk cId="2805427209" sldId="10027"/>
        </pc:sldMkLst>
        <pc:spChg chg="mod">
          <ac:chgData name="Lý Thanh Ngô" userId="d1fb4545a5d636d2" providerId="LiveId" clId="{572A53DC-FA1E-40D6-9AFD-601B456BF9DD}" dt="2025-04-13T02:14:42.368" v="85" actId="20577"/>
          <ac:spMkLst>
            <pc:docMk/>
            <pc:sldMk cId="2805427209" sldId="10027"/>
            <ac:spMk id="7170" creationId="{6C388B8F-92EB-F8BC-C719-6F704A7EB62E}"/>
          </ac:spMkLst>
        </pc:spChg>
      </pc:sldChg>
      <pc:sldChg chg="modSp add mod">
        <pc:chgData name="Lý Thanh Ngô" userId="d1fb4545a5d636d2" providerId="LiveId" clId="{572A53DC-FA1E-40D6-9AFD-601B456BF9DD}" dt="2025-04-13T02:14:55.407" v="87"/>
        <pc:sldMkLst>
          <pc:docMk/>
          <pc:sldMk cId="400344294" sldId="10028"/>
        </pc:sldMkLst>
        <pc:spChg chg="mod">
          <ac:chgData name="Lý Thanh Ngô" userId="d1fb4545a5d636d2" providerId="LiveId" clId="{572A53DC-FA1E-40D6-9AFD-601B456BF9DD}" dt="2025-04-13T02:14:55.407" v="87"/>
          <ac:spMkLst>
            <pc:docMk/>
            <pc:sldMk cId="400344294" sldId="10028"/>
            <ac:spMk id="7170" creationId="{74836C57-81A1-171A-0033-498FC909B48D}"/>
          </ac:spMkLst>
        </pc:spChg>
      </pc:sldChg>
      <pc:sldChg chg="modSp add mod">
        <pc:chgData name="Lý Thanh Ngô" userId="d1fb4545a5d636d2" providerId="LiveId" clId="{572A53DC-FA1E-40D6-9AFD-601B456BF9DD}" dt="2025-04-13T02:15:15.361" v="92" actId="20577"/>
        <pc:sldMkLst>
          <pc:docMk/>
          <pc:sldMk cId="2530891263" sldId="10029"/>
        </pc:sldMkLst>
        <pc:spChg chg="mod">
          <ac:chgData name="Lý Thanh Ngô" userId="d1fb4545a5d636d2" providerId="LiveId" clId="{572A53DC-FA1E-40D6-9AFD-601B456BF9DD}" dt="2025-04-13T02:15:15.361" v="92" actId="20577"/>
          <ac:spMkLst>
            <pc:docMk/>
            <pc:sldMk cId="2530891263" sldId="10029"/>
            <ac:spMk id="7170" creationId="{1725084F-0C50-CE5E-ED27-E9FD6D0F6769}"/>
          </ac:spMkLst>
        </pc:spChg>
      </pc:sldChg>
      <pc:sldChg chg="modSp add mod">
        <pc:chgData name="Lý Thanh Ngô" userId="d1fb4545a5d636d2" providerId="LiveId" clId="{572A53DC-FA1E-40D6-9AFD-601B456BF9DD}" dt="2025-04-13T02:15:39.547" v="101" actId="207"/>
        <pc:sldMkLst>
          <pc:docMk/>
          <pc:sldMk cId="4195677237" sldId="10030"/>
        </pc:sldMkLst>
        <pc:spChg chg="mod">
          <ac:chgData name="Lý Thanh Ngô" userId="d1fb4545a5d636d2" providerId="LiveId" clId="{572A53DC-FA1E-40D6-9AFD-601B456BF9DD}" dt="2025-04-13T02:15:39.547" v="101" actId="207"/>
          <ac:spMkLst>
            <pc:docMk/>
            <pc:sldMk cId="4195677237" sldId="10030"/>
            <ac:spMk id="7170" creationId="{1FA55E2C-9F42-E4AD-447A-B8389F4E6E51}"/>
          </ac:spMkLst>
        </pc:spChg>
      </pc:sldChg>
    </pc:docChg>
  </pc:docChgLst>
  <pc:docChgLst>
    <pc:chgData name="Lý Thanh Ngô" userId="d1fb4545a5d636d2" providerId="LiveId" clId="{ABD4904B-081A-47C6-B87B-1F2506E329D6}"/>
    <pc:docChg chg="undo redo custSel addSld delSld modSld sldOrd delMainMaster">
      <pc:chgData name="Lý Thanh Ngô" userId="d1fb4545a5d636d2" providerId="LiveId" clId="{ABD4904B-081A-47C6-B87B-1F2506E329D6}" dt="2025-03-30T06:10:53.274" v="2014" actId="123"/>
      <pc:docMkLst>
        <pc:docMk/>
      </pc:docMkLst>
      <pc:sldChg chg="modSp mod">
        <pc:chgData name="Lý Thanh Ngô" userId="d1fb4545a5d636d2" providerId="LiveId" clId="{ABD4904B-081A-47C6-B87B-1F2506E329D6}" dt="2025-03-30T04:54:23.912" v="1799" actId="122"/>
        <pc:sldMkLst>
          <pc:docMk/>
          <pc:sldMk cId="0" sldId="304"/>
        </pc:sldMkLst>
        <pc:spChg chg="mod">
          <ac:chgData name="Lý Thanh Ngô" userId="d1fb4545a5d636d2" providerId="LiveId" clId="{ABD4904B-081A-47C6-B87B-1F2506E329D6}" dt="2025-03-30T04:54:23.912" v="1799" actId="122"/>
          <ac:spMkLst>
            <pc:docMk/>
            <pc:sldMk cId="0" sldId="304"/>
            <ac:spMk id="46082" creationId="{E17C6E24-CB11-9ED3-E73D-25EE4CA00827}"/>
          </ac:spMkLst>
        </pc:spChg>
      </pc:sldChg>
      <pc:sldChg chg="modSp mod">
        <pc:chgData name="Lý Thanh Ngô" userId="d1fb4545a5d636d2" providerId="LiveId" clId="{ABD4904B-081A-47C6-B87B-1F2506E329D6}" dt="2025-03-30T04:52:57.906" v="1763" actId="123"/>
        <pc:sldMkLst>
          <pc:docMk/>
          <pc:sldMk cId="1509110804" sldId="321"/>
        </pc:sldMkLst>
        <pc:spChg chg="mod">
          <ac:chgData name="Lý Thanh Ngô" userId="d1fb4545a5d636d2" providerId="LiveId" clId="{ABD4904B-081A-47C6-B87B-1F2506E329D6}" dt="2025-03-30T04:52:57.906" v="1763" actId="123"/>
          <ac:spMkLst>
            <pc:docMk/>
            <pc:sldMk cId="1509110804" sldId="321"/>
            <ac:spMk id="66562" creationId="{D884BA29-1F76-D50D-3220-7C4834945777}"/>
          </ac:spMkLst>
        </pc:spChg>
      </pc:sldChg>
      <pc:sldChg chg="modSp mod">
        <pc:chgData name="Lý Thanh Ngô" userId="d1fb4545a5d636d2" providerId="LiveId" clId="{ABD4904B-081A-47C6-B87B-1F2506E329D6}" dt="2025-03-30T04:53:05.836" v="1765" actId="123"/>
        <pc:sldMkLst>
          <pc:docMk/>
          <pc:sldMk cId="161811385" sldId="322"/>
        </pc:sldMkLst>
        <pc:spChg chg="mod">
          <ac:chgData name="Lý Thanh Ngô" userId="d1fb4545a5d636d2" providerId="LiveId" clId="{ABD4904B-081A-47C6-B87B-1F2506E329D6}" dt="2025-03-30T04:53:05.836" v="1765" actId="123"/>
          <ac:spMkLst>
            <pc:docMk/>
            <pc:sldMk cId="161811385" sldId="322"/>
            <ac:spMk id="66562" creationId="{DB96D1C1-1479-6C6E-261C-24F0694D7BDD}"/>
          </ac:spMkLst>
        </pc:spChg>
      </pc:sldChg>
      <pc:sldChg chg="modSp mod">
        <pc:chgData name="Lý Thanh Ngô" userId="d1fb4545a5d636d2" providerId="LiveId" clId="{ABD4904B-081A-47C6-B87B-1F2506E329D6}" dt="2025-03-30T04:53:10.913" v="1766" actId="123"/>
        <pc:sldMkLst>
          <pc:docMk/>
          <pc:sldMk cId="1571869884" sldId="323"/>
        </pc:sldMkLst>
        <pc:spChg chg="mod">
          <ac:chgData name="Lý Thanh Ngô" userId="d1fb4545a5d636d2" providerId="LiveId" clId="{ABD4904B-081A-47C6-B87B-1F2506E329D6}" dt="2025-03-30T04:53:10.913" v="1766" actId="123"/>
          <ac:spMkLst>
            <pc:docMk/>
            <pc:sldMk cId="1571869884" sldId="323"/>
            <ac:spMk id="66562" creationId="{C3F13C7A-5304-48FF-CAD8-39A6B663E1B7}"/>
          </ac:spMkLst>
        </pc:spChg>
      </pc:sldChg>
      <pc:sldChg chg="modSp mod">
        <pc:chgData name="Lý Thanh Ngô" userId="d1fb4545a5d636d2" providerId="LiveId" clId="{ABD4904B-081A-47C6-B87B-1F2506E329D6}" dt="2025-03-30T04:53:17.920" v="1768" actId="123"/>
        <pc:sldMkLst>
          <pc:docMk/>
          <pc:sldMk cId="3338813260" sldId="324"/>
        </pc:sldMkLst>
        <pc:spChg chg="mod">
          <ac:chgData name="Lý Thanh Ngô" userId="d1fb4545a5d636d2" providerId="LiveId" clId="{ABD4904B-081A-47C6-B87B-1F2506E329D6}" dt="2025-03-30T04:53:17.920" v="1768" actId="123"/>
          <ac:spMkLst>
            <pc:docMk/>
            <pc:sldMk cId="3338813260" sldId="324"/>
            <ac:spMk id="66562" creationId="{030630BD-3423-7E1C-CA80-A2B4DAF1EA01}"/>
          </ac:spMkLst>
        </pc:spChg>
      </pc:sldChg>
      <pc:sldChg chg="modSp mod">
        <pc:chgData name="Lý Thanh Ngô" userId="d1fb4545a5d636d2" providerId="LiveId" clId="{ABD4904B-081A-47C6-B87B-1F2506E329D6}" dt="2025-03-30T05:03:04.716" v="1993" actId="404"/>
        <pc:sldMkLst>
          <pc:docMk/>
          <pc:sldMk cId="1026976238" sldId="341"/>
        </pc:sldMkLst>
        <pc:spChg chg="mod">
          <ac:chgData name="Lý Thanh Ngô" userId="d1fb4545a5d636d2" providerId="LiveId" clId="{ABD4904B-081A-47C6-B87B-1F2506E329D6}" dt="2025-03-30T05:03:04.716" v="1993" actId="404"/>
          <ac:spMkLst>
            <pc:docMk/>
            <pc:sldMk cId="1026976238" sldId="341"/>
            <ac:spMk id="66562" creationId="{A4D685C3-35A5-ED4F-2DCC-7FD5DCCE7257}"/>
          </ac:spMkLst>
        </pc:spChg>
      </pc:sldChg>
      <pc:sldChg chg="modSp mod">
        <pc:chgData name="Lý Thanh Ngô" userId="d1fb4545a5d636d2" providerId="LiveId" clId="{ABD4904B-081A-47C6-B87B-1F2506E329D6}" dt="2025-03-30T04:25:33.214" v="996" actId="20577"/>
        <pc:sldMkLst>
          <pc:docMk/>
          <pc:sldMk cId="4058609013" sldId="342"/>
        </pc:sldMkLst>
        <pc:spChg chg="mod">
          <ac:chgData name="Lý Thanh Ngô" userId="d1fb4545a5d636d2" providerId="LiveId" clId="{ABD4904B-081A-47C6-B87B-1F2506E329D6}" dt="2025-03-30T04:25:33.214" v="996" actId="20577"/>
          <ac:spMkLst>
            <pc:docMk/>
            <pc:sldMk cId="4058609013" sldId="342"/>
            <ac:spMk id="66562" creationId="{ACD56851-6628-4177-9AD5-458996848715}"/>
          </ac:spMkLst>
        </pc:spChg>
      </pc:sldChg>
      <pc:sldChg chg="modSp mod">
        <pc:chgData name="Lý Thanh Ngô" userId="d1fb4545a5d636d2" providerId="LiveId" clId="{ABD4904B-081A-47C6-B87B-1F2506E329D6}" dt="2025-03-30T04:30:22.957" v="1197" actId="20577"/>
        <pc:sldMkLst>
          <pc:docMk/>
          <pc:sldMk cId="4123736537" sldId="343"/>
        </pc:sldMkLst>
        <pc:spChg chg="mod">
          <ac:chgData name="Lý Thanh Ngô" userId="d1fb4545a5d636d2" providerId="LiveId" clId="{ABD4904B-081A-47C6-B87B-1F2506E329D6}" dt="2025-03-30T04:30:22.957" v="1197" actId="20577"/>
          <ac:spMkLst>
            <pc:docMk/>
            <pc:sldMk cId="4123736537" sldId="343"/>
            <ac:spMk id="66562" creationId="{9BFAB20C-8B8D-DA6D-B8B2-28F039EE254E}"/>
          </ac:spMkLst>
        </pc:spChg>
      </pc:sldChg>
      <pc:sldChg chg="modSp mod">
        <pc:chgData name="Lý Thanh Ngô" userId="d1fb4545a5d636d2" providerId="LiveId" clId="{ABD4904B-081A-47C6-B87B-1F2506E329D6}" dt="2025-03-30T04:32:47.457" v="1237" actId="255"/>
        <pc:sldMkLst>
          <pc:docMk/>
          <pc:sldMk cId="0" sldId="344"/>
        </pc:sldMkLst>
        <pc:spChg chg="mod">
          <ac:chgData name="Lý Thanh Ngô" userId="d1fb4545a5d636d2" providerId="LiveId" clId="{ABD4904B-081A-47C6-B87B-1F2506E329D6}" dt="2025-03-30T04:32:47.457" v="1237" actId="255"/>
          <ac:spMkLst>
            <pc:docMk/>
            <pc:sldMk cId="0" sldId="344"/>
            <ac:spMk id="66562" creationId="{81C76A0F-EF95-2F19-13C9-0D53F5BE8601}"/>
          </ac:spMkLst>
        </pc:spChg>
      </pc:sldChg>
      <pc:sldChg chg="modSp mod">
        <pc:chgData name="Lý Thanh Ngô" userId="d1fb4545a5d636d2" providerId="LiveId" clId="{ABD4904B-081A-47C6-B87B-1F2506E329D6}" dt="2025-03-30T04:34:45.903" v="1259" actId="27636"/>
        <pc:sldMkLst>
          <pc:docMk/>
          <pc:sldMk cId="3975068091" sldId="345"/>
        </pc:sldMkLst>
        <pc:spChg chg="mod">
          <ac:chgData name="Lý Thanh Ngô" userId="d1fb4545a5d636d2" providerId="LiveId" clId="{ABD4904B-081A-47C6-B87B-1F2506E329D6}" dt="2025-03-30T04:34:45.903" v="1259" actId="27636"/>
          <ac:spMkLst>
            <pc:docMk/>
            <pc:sldMk cId="3975068091" sldId="345"/>
            <ac:spMk id="66562" creationId="{AB065F11-4BDC-5D36-3AC6-A4C4BFF5DBC3}"/>
          </ac:spMkLst>
        </pc:spChg>
      </pc:sldChg>
      <pc:sldChg chg="modSp mod">
        <pc:chgData name="Lý Thanh Ngô" userId="d1fb4545a5d636d2" providerId="LiveId" clId="{ABD4904B-081A-47C6-B87B-1F2506E329D6}" dt="2025-03-30T04:35:53.052" v="1281" actId="6549"/>
        <pc:sldMkLst>
          <pc:docMk/>
          <pc:sldMk cId="3049490765" sldId="346"/>
        </pc:sldMkLst>
        <pc:spChg chg="mod">
          <ac:chgData name="Lý Thanh Ngô" userId="d1fb4545a5d636d2" providerId="LiveId" clId="{ABD4904B-081A-47C6-B87B-1F2506E329D6}" dt="2025-03-30T04:35:53.052" v="1281" actId="6549"/>
          <ac:spMkLst>
            <pc:docMk/>
            <pc:sldMk cId="3049490765" sldId="346"/>
            <ac:spMk id="66562" creationId="{C4A6B55D-2891-6BDC-DED5-E5F0D700E625}"/>
          </ac:spMkLst>
        </pc:spChg>
      </pc:sldChg>
      <pc:sldChg chg="modSp mod">
        <pc:chgData name="Lý Thanh Ngô" userId="d1fb4545a5d636d2" providerId="LiveId" clId="{ABD4904B-081A-47C6-B87B-1F2506E329D6}" dt="2025-03-30T04:36:57.323" v="1302" actId="403"/>
        <pc:sldMkLst>
          <pc:docMk/>
          <pc:sldMk cId="4153120279" sldId="347"/>
        </pc:sldMkLst>
        <pc:spChg chg="mod">
          <ac:chgData name="Lý Thanh Ngô" userId="d1fb4545a5d636d2" providerId="LiveId" clId="{ABD4904B-081A-47C6-B87B-1F2506E329D6}" dt="2025-03-30T04:36:57.323" v="1302" actId="403"/>
          <ac:spMkLst>
            <pc:docMk/>
            <pc:sldMk cId="4153120279" sldId="347"/>
            <ac:spMk id="66562" creationId="{4D6D1884-2BBD-1374-8C27-4DF14DF2DBF6}"/>
          </ac:spMkLst>
        </pc:spChg>
      </pc:sldChg>
      <pc:sldChg chg="modSp mod">
        <pc:chgData name="Lý Thanh Ngô" userId="d1fb4545a5d636d2" providerId="LiveId" clId="{ABD4904B-081A-47C6-B87B-1F2506E329D6}" dt="2025-03-30T04:38:51.572" v="1358" actId="27636"/>
        <pc:sldMkLst>
          <pc:docMk/>
          <pc:sldMk cId="1809824440" sldId="348"/>
        </pc:sldMkLst>
        <pc:spChg chg="mod">
          <ac:chgData name="Lý Thanh Ngô" userId="d1fb4545a5d636d2" providerId="LiveId" clId="{ABD4904B-081A-47C6-B87B-1F2506E329D6}" dt="2025-03-30T04:38:51.572" v="1358" actId="27636"/>
          <ac:spMkLst>
            <pc:docMk/>
            <pc:sldMk cId="1809824440" sldId="348"/>
            <ac:spMk id="66562" creationId="{33CC4CD7-1B60-C439-112A-F5719E6F93AB}"/>
          </ac:spMkLst>
        </pc:spChg>
      </pc:sldChg>
      <pc:sldChg chg="modSp mod">
        <pc:chgData name="Lý Thanh Ngô" userId="d1fb4545a5d636d2" providerId="LiveId" clId="{ABD4904B-081A-47C6-B87B-1F2506E329D6}" dt="2025-03-30T04:39:46.769" v="1372" actId="27636"/>
        <pc:sldMkLst>
          <pc:docMk/>
          <pc:sldMk cId="3265871763" sldId="349"/>
        </pc:sldMkLst>
        <pc:spChg chg="mod">
          <ac:chgData name="Lý Thanh Ngô" userId="d1fb4545a5d636d2" providerId="LiveId" clId="{ABD4904B-081A-47C6-B87B-1F2506E329D6}" dt="2025-03-30T04:39:46.769" v="1372" actId="27636"/>
          <ac:spMkLst>
            <pc:docMk/>
            <pc:sldMk cId="3265871763" sldId="349"/>
            <ac:spMk id="66562" creationId="{C0F1FE32-B775-A81C-6666-6F3DFFF789A0}"/>
          </ac:spMkLst>
        </pc:spChg>
      </pc:sldChg>
      <pc:sldChg chg="modSp mod">
        <pc:chgData name="Lý Thanh Ngô" userId="d1fb4545a5d636d2" providerId="LiveId" clId="{ABD4904B-081A-47C6-B87B-1F2506E329D6}" dt="2025-03-30T04:40:14.375" v="1384" actId="403"/>
        <pc:sldMkLst>
          <pc:docMk/>
          <pc:sldMk cId="1977848719" sldId="350"/>
        </pc:sldMkLst>
        <pc:spChg chg="mod">
          <ac:chgData name="Lý Thanh Ngô" userId="d1fb4545a5d636d2" providerId="LiveId" clId="{ABD4904B-081A-47C6-B87B-1F2506E329D6}" dt="2025-03-30T04:40:14.375" v="1384" actId="403"/>
          <ac:spMkLst>
            <pc:docMk/>
            <pc:sldMk cId="1977848719" sldId="350"/>
            <ac:spMk id="66562" creationId="{F76B668E-C196-E29B-D15F-AFB22C66E040}"/>
          </ac:spMkLst>
        </pc:spChg>
      </pc:sldChg>
      <pc:sldChg chg="modSp mod">
        <pc:chgData name="Lý Thanh Ngô" userId="d1fb4545a5d636d2" providerId="LiveId" clId="{ABD4904B-081A-47C6-B87B-1F2506E329D6}" dt="2025-03-30T04:42:53.021" v="1535" actId="403"/>
        <pc:sldMkLst>
          <pc:docMk/>
          <pc:sldMk cId="2574427317" sldId="351"/>
        </pc:sldMkLst>
        <pc:spChg chg="mod">
          <ac:chgData name="Lý Thanh Ngô" userId="d1fb4545a5d636d2" providerId="LiveId" clId="{ABD4904B-081A-47C6-B87B-1F2506E329D6}" dt="2025-03-30T04:42:53.021" v="1535" actId="403"/>
          <ac:spMkLst>
            <pc:docMk/>
            <pc:sldMk cId="2574427317" sldId="351"/>
            <ac:spMk id="66562" creationId="{B66FF892-2DFC-35F5-832D-65ECBE15DADD}"/>
          </ac:spMkLst>
        </pc:spChg>
      </pc:sldChg>
      <pc:sldChg chg="modSp mod">
        <pc:chgData name="Lý Thanh Ngô" userId="d1fb4545a5d636d2" providerId="LiveId" clId="{ABD4904B-081A-47C6-B87B-1F2506E329D6}" dt="2025-03-30T04:44:46.538" v="1586" actId="120"/>
        <pc:sldMkLst>
          <pc:docMk/>
          <pc:sldMk cId="1206523092" sldId="352"/>
        </pc:sldMkLst>
        <pc:spChg chg="mod">
          <ac:chgData name="Lý Thanh Ngô" userId="d1fb4545a5d636d2" providerId="LiveId" clId="{ABD4904B-081A-47C6-B87B-1F2506E329D6}" dt="2025-03-30T04:44:46.538" v="1586" actId="120"/>
          <ac:spMkLst>
            <pc:docMk/>
            <pc:sldMk cId="1206523092" sldId="352"/>
            <ac:spMk id="66562" creationId="{BE0D3BF3-E3D0-B397-F77F-20BAF3B2FA4A}"/>
          </ac:spMkLst>
        </pc:spChg>
      </pc:sldChg>
      <pc:sldChg chg="modSp mod">
        <pc:chgData name="Lý Thanh Ngô" userId="d1fb4545a5d636d2" providerId="LiveId" clId="{ABD4904B-081A-47C6-B87B-1F2506E329D6}" dt="2025-03-30T04:48:59.585" v="1669" actId="120"/>
        <pc:sldMkLst>
          <pc:docMk/>
          <pc:sldMk cId="1912030798" sldId="353"/>
        </pc:sldMkLst>
        <pc:spChg chg="mod">
          <ac:chgData name="Lý Thanh Ngô" userId="d1fb4545a5d636d2" providerId="LiveId" clId="{ABD4904B-081A-47C6-B87B-1F2506E329D6}" dt="2025-03-30T04:48:59.585" v="1669" actId="120"/>
          <ac:spMkLst>
            <pc:docMk/>
            <pc:sldMk cId="1912030798" sldId="353"/>
            <ac:spMk id="66562" creationId="{EA9068C9-9945-05A1-E593-DF0FB5AFE597}"/>
          </ac:spMkLst>
        </pc:spChg>
      </pc:sldChg>
      <pc:sldChg chg="modSp mod">
        <pc:chgData name="Lý Thanh Ngô" userId="d1fb4545a5d636d2" providerId="LiveId" clId="{ABD4904B-081A-47C6-B87B-1F2506E329D6}" dt="2025-03-30T04:49:51.228" v="1699" actId="207"/>
        <pc:sldMkLst>
          <pc:docMk/>
          <pc:sldMk cId="2479201792" sldId="354"/>
        </pc:sldMkLst>
        <pc:spChg chg="mod">
          <ac:chgData name="Lý Thanh Ngô" userId="d1fb4545a5d636d2" providerId="LiveId" clId="{ABD4904B-081A-47C6-B87B-1F2506E329D6}" dt="2025-03-30T04:49:51.228" v="1699" actId="207"/>
          <ac:spMkLst>
            <pc:docMk/>
            <pc:sldMk cId="2479201792" sldId="354"/>
            <ac:spMk id="66562" creationId="{433D330E-1ADA-A91D-179B-B45C0AD17696}"/>
          </ac:spMkLst>
        </pc:spChg>
      </pc:sldChg>
      <pc:sldChg chg="modSp mod">
        <pc:chgData name="Lý Thanh Ngô" userId="d1fb4545a5d636d2" providerId="LiveId" clId="{ABD4904B-081A-47C6-B87B-1F2506E329D6}" dt="2025-03-30T04:50:10.327" v="1705" actId="207"/>
        <pc:sldMkLst>
          <pc:docMk/>
          <pc:sldMk cId="1645660859" sldId="355"/>
        </pc:sldMkLst>
        <pc:spChg chg="mod">
          <ac:chgData name="Lý Thanh Ngô" userId="d1fb4545a5d636d2" providerId="LiveId" clId="{ABD4904B-081A-47C6-B87B-1F2506E329D6}" dt="2025-03-30T04:50:10.327" v="1705" actId="207"/>
          <ac:spMkLst>
            <pc:docMk/>
            <pc:sldMk cId="1645660859" sldId="355"/>
            <ac:spMk id="66562" creationId="{B29CBAD3-9A59-1290-3F2E-48D6B157815B}"/>
          </ac:spMkLst>
        </pc:spChg>
      </pc:sldChg>
      <pc:sldChg chg="modSp mod">
        <pc:chgData name="Lý Thanh Ngô" userId="d1fb4545a5d636d2" providerId="LiveId" clId="{ABD4904B-081A-47C6-B87B-1F2506E329D6}" dt="2025-03-30T04:52:20.889" v="1756" actId="403"/>
        <pc:sldMkLst>
          <pc:docMk/>
          <pc:sldMk cId="205539018" sldId="356"/>
        </pc:sldMkLst>
        <pc:spChg chg="mod">
          <ac:chgData name="Lý Thanh Ngô" userId="d1fb4545a5d636d2" providerId="LiveId" clId="{ABD4904B-081A-47C6-B87B-1F2506E329D6}" dt="2025-03-30T04:52:20.889" v="1756" actId="403"/>
          <ac:spMkLst>
            <pc:docMk/>
            <pc:sldMk cId="205539018" sldId="356"/>
            <ac:spMk id="91138" creationId="{7897A9CE-D9A3-DFCA-186C-54A0F3C6308C}"/>
          </ac:spMkLst>
        </pc:spChg>
      </pc:sldChg>
      <pc:sldChg chg="modSp mod">
        <pc:chgData name="Lý Thanh Ngô" userId="d1fb4545a5d636d2" providerId="LiveId" clId="{ABD4904B-081A-47C6-B87B-1F2506E329D6}" dt="2025-03-30T04:51:47.981" v="1742" actId="27636"/>
        <pc:sldMkLst>
          <pc:docMk/>
          <pc:sldMk cId="1995492596" sldId="357"/>
        </pc:sldMkLst>
        <pc:spChg chg="mod">
          <ac:chgData name="Lý Thanh Ngô" userId="d1fb4545a5d636d2" providerId="LiveId" clId="{ABD4904B-081A-47C6-B87B-1F2506E329D6}" dt="2025-03-30T04:51:47.981" v="1742" actId="27636"/>
          <ac:spMkLst>
            <pc:docMk/>
            <pc:sldMk cId="1995492596" sldId="357"/>
            <ac:spMk id="66562" creationId="{8CAC1D55-A1D3-AA61-1F0B-406CD71DF7FD}"/>
          </ac:spMkLst>
        </pc:spChg>
      </pc:sldChg>
      <pc:sldChg chg="modSp mod setBg">
        <pc:chgData name="Lý Thanh Ngô" userId="d1fb4545a5d636d2" providerId="LiveId" clId="{ABD4904B-081A-47C6-B87B-1F2506E329D6}" dt="2025-03-30T04:51:32.892" v="1733" actId="403"/>
        <pc:sldMkLst>
          <pc:docMk/>
          <pc:sldMk cId="2134478103" sldId="358"/>
        </pc:sldMkLst>
        <pc:spChg chg="mod">
          <ac:chgData name="Lý Thanh Ngô" userId="d1fb4545a5d636d2" providerId="LiveId" clId="{ABD4904B-081A-47C6-B87B-1F2506E329D6}" dt="2025-03-30T04:51:32.892" v="1733" actId="403"/>
          <ac:spMkLst>
            <pc:docMk/>
            <pc:sldMk cId="2134478103" sldId="358"/>
            <ac:spMk id="66562" creationId="{0EBC0F20-DD81-3105-D8C6-A7937474A117}"/>
          </ac:spMkLst>
        </pc:spChg>
      </pc:sldChg>
      <pc:sldChg chg="modSp mod">
        <pc:chgData name="Lý Thanh Ngô" userId="d1fb4545a5d636d2" providerId="LiveId" clId="{ABD4904B-081A-47C6-B87B-1F2506E329D6}" dt="2025-03-30T04:51:25.241" v="1730" actId="403"/>
        <pc:sldMkLst>
          <pc:docMk/>
          <pc:sldMk cId="1441965139" sldId="359"/>
        </pc:sldMkLst>
        <pc:spChg chg="mod">
          <ac:chgData name="Lý Thanh Ngô" userId="d1fb4545a5d636d2" providerId="LiveId" clId="{ABD4904B-081A-47C6-B87B-1F2506E329D6}" dt="2025-03-30T04:51:25.241" v="1730" actId="403"/>
          <ac:spMkLst>
            <pc:docMk/>
            <pc:sldMk cId="1441965139" sldId="359"/>
            <ac:spMk id="59394" creationId="{E52F8858-16E8-FD5D-17B5-C5641CE3D4ED}"/>
          </ac:spMkLst>
        </pc:spChg>
      </pc:sldChg>
      <pc:sldChg chg="modSp mod">
        <pc:chgData name="Lý Thanh Ngô" userId="d1fb4545a5d636d2" providerId="LiveId" clId="{ABD4904B-081A-47C6-B87B-1F2506E329D6}" dt="2025-03-30T04:46:23.095" v="1611" actId="27636"/>
        <pc:sldMkLst>
          <pc:docMk/>
          <pc:sldMk cId="553924112" sldId="365"/>
        </pc:sldMkLst>
        <pc:spChg chg="mod">
          <ac:chgData name="Lý Thanh Ngô" userId="d1fb4545a5d636d2" providerId="LiveId" clId="{ABD4904B-081A-47C6-B87B-1F2506E329D6}" dt="2025-03-30T04:46:23.095" v="1611" actId="27636"/>
          <ac:spMkLst>
            <pc:docMk/>
            <pc:sldMk cId="553924112" sldId="365"/>
            <ac:spMk id="102402" creationId="{1084ADDA-DAB6-AF8E-BD14-B16348A1FBD9}"/>
          </ac:spMkLst>
        </pc:spChg>
      </pc:sldChg>
      <pc:sldChg chg="modSp mod">
        <pc:chgData name="Lý Thanh Ngô" userId="d1fb4545a5d636d2" providerId="LiveId" clId="{ABD4904B-081A-47C6-B87B-1F2506E329D6}" dt="2025-03-30T04:46:10.645" v="1605" actId="403"/>
        <pc:sldMkLst>
          <pc:docMk/>
          <pc:sldMk cId="1255641883" sldId="366"/>
        </pc:sldMkLst>
        <pc:spChg chg="mod">
          <ac:chgData name="Lý Thanh Ngô" userId="d1fb4545a5d636d2" providerId="LiveId" clId="{ABD4904B-081A-47C6-B87B-1F2506E329D6}" dt="2025-03-30T04:46:10.645" v="1605" actId="403"/>
          <ac:spMkLst>
            <pc:docMk/>
            <pc:sldMk cId="1255641883" sldId="366"/>
            <ac:spMk id="103426" creationId="{4757C4C1-B1EF-BBE0-782B-EA4BAADC21D5}"/>
          </ac:spMkLst>
        </pc:spChg>
      </pc:sldChg>
      <pc:sldChg chg="modSp mod">
        <pc:chgData name="Lý Thanh Ngô" userId="d1fb4545a5d636d2" providerId="LiveId" clId="{ABD4904B-081A-47C6-B87B-1F2506E329D6}" dt="2025-03-30T04:53:02.270" v="1764" actId="123"/>
        <pc:sldMkLst>
          <pc:docMk/>
          <pc:sldMk cId="1537629157" sldId="371"/>
        </pc:sldMkLst>
        <pc:spChg chg="mod">
          <ac:chgData name="Lý Thanh Ngô" userId="d1fb4545a5d636d2" providerId="LiveId" clId="{ABD4904B-081A-47C6-B87B-1F2506E329D6}" dt="2025-03-30T04:53:02.270" v="1764" actId="123"/>
          <ac:spMkLst>
            <pc:docMk/>
            <pc:sldMk cId="1537629157" sldId="371"/>
            <ac:spMk id="5122" creationId="{3A534A11-9DFE-A5EC-8139-2FB818022E44}"/>
          </ac:spMkLst>
        </pc:spChg>
      </pc:sldChg>
      <pc:sldChg chg="addSp delSp modSp mod modTransition">
        <pc:chgData name="Lý Thanh Ngô" userId="d1fb4545a5d636d2" providerId="LiveId" clId="{ABD4904B-081A-47C6-B87B-1F2506E329D6}" dt="2025-03-27T07:50:57.978" v="473" actId="1076"/>
        <pc:sldMkLst>
          <pc:docMk/>
          <pc:sldMk cId="2472502028" sldId="385"/>
        </pc:sldMkLst>
        <pc:spChg chg="mod">
          <ac:chgData name="Lý Thanh Ngô" userId="d1fb4545a5d636d2" providerId="LiveId" clId="{ABD4904B-081A-47C6-B87B-1F2506E329D6}" dt="2025-03-27T07:49:52.966" v="450" actId="1076"/>
          <ac:spMkLst>
            <pc:docMk/>
            <pc:sldMk cId="2472502028" sldId="385"/>
            <ac:spMk id="4" creationId="{00000000-0000-0000-0000-000000000000}"/>
          </ac:spMkLst>
        </pc:spChg>
        <pc:spChg chg="add mod">
          <ac:chgData name="Lý Thanh Ngô" userId="d1fb4545a5d636d2" providerId="LiveId" clId="{ABD4904B-081A-47C6-B87B-1F2506E329D6}" dt="2025-03-27T07:50:54.110" v="472" actId="1076"/>
          <ac:spMkLst>
            <pc:docMk/>
            <pc:sldMk cId="2472502028" sldId="385"/>
            <ac:spMk id="5" creationId="{EC9E90A0-57EF-B562-11BD-EFA379BF3A1F}"/>
          </ac:spMkLst>
        </pc:spChg>
        <pc:spChg chg="add mod">
          <ac:chgData name="Lý Thanh Ngô" userId="d1fb4545a5d636d2" providerId="LiveId" clId="{ABD4904B-081A-47C6-B87B-1F2506E329D6}" dt="2025-03-27T07:50:57.978" v="473" actId="1076"/>
          <ac:spMkLst>
            <pc:docMk/>
            <pc:sldMk cId="2472502028" sldId="385"/>
            <ac:spMk id="7" creationId="{FA7210C8-01DF-51DB-3853-C95430401C95}"/>
          </ac:spMkLst>
        </pc:spChg>
      </pc:sldChg>
      <pc:sldChg chg="modSp del mod modTransition">
        <pc:chgData name="Lý Thanh Ngô" userId="d1fb4545a5d636d2" providerId="LiveId" clId="{ABD4904B-081A-47C6-B87B-1F2506E329D6}" dt="2025-03-27T07:54:44.862" v="623" actId="47"/>
        <pc:sldMkLst>
          <pc:docMk/>
          <pc:sldMk cId="1775292808" sldId="390"/>
        </pc:sldMkLst>
      </pc:sldChg>
      <pc:sldChg chg="modSp mod">
        <pc:chgData name="Lý Thanh Ngô" userId="d1fb4545a5d636d2" providerId="LiveId" clId="{ABD4904B-081A-47C6-B87B-1F2506E329D6}" dt="2025-03-30T04:52:34.414" v="1762" actId="207"/>
        <pc:sldMkLst>
          <pc:docMk/>
          <pc:sldMk cId="71557838" sldId="401"/>
        </pc:sldMkLst>
        <pc:spChg chg="mod">
          <ac:chgData name="Lý Thanh Ngô" userId="d1fb4545a5d636d2" providerId="LiveId" clId="{ABD4904B-081A-47C6-B87B-1F2506E329D6}" dt="2025-03-30T04:52:34.414" v="1762" actId="207"/>
          <ac:spMkLst>
            <pc:docMk/>
            <pc:sldMk cId="71557838" sldId="401"/>
            <ac:spMk id="5122" creationId="{24DA8356-44F2-FA16-4947-37F52C5817CB}"/>
          </ac:spMkLst>
        </pc:spChg>
      </pc:sldChg>
      <pc:sldChg chg="modSp mod">
        <pc:chgData name="Lý Thanh Ngô" userId="d1fb4545a5d636d2" providerId="LiveId" clId="{ABD4904B-081A-47C6-B87B-1F2506E329D6}" dt="2025-03-30T04:52:05.124" v="1749" actId="6549"/>
        <pc:sldMkLst>
          <pc:docMk/>
          <pc:sldMk cId="3391431436" sldId="402"/>
        </pc:sldMkLst>
        <pc:spChg chg="mod">
          <ac:chgData name="Lý Thanh Ngô" userId="d1fb4545a5d636d2" providerId="LiveId" clId="{ABD4904B-081A-47C6-B87B-1F2506E329D6}" dt="2025-03-30T04:52:05.124" v="1749" actId="6549"/>
          <ac:spMkLst>
            <pc:docMk/>
            <pc:sldMk cId="3391431436" sldId="402"/>
            <ac:spMk id="92162" creationId="{1F9C0583-6028-786C-0F2C-B6F741646725}"/>
          </ac:spMkLst>
        </pc:spChg>
      </pc:sldChg>
      <pc:sldChg chg="modSp mod">
        <pc:chgData name="Lý Thanh Ngô" userId="d1fb4545a5d636d2" providerId="LiveId" clId="{ABD4904B-081A-47C6-B87B-1F2506E329D6}" dt="2025-03-30T04:51:19.252" v="1727" actId="27636"/>
        <pc:sldMkLst>
          <pc:docMk/>
          <pc:sldMk cId="2096617204" sldId="403"/>
        </pc:sldMkLst>
        <pc:spChg chg="mod">
          <ac:chgData name="Lý Thanh Ngô" userId="d1fb4545a5d636d2" providerId="LiveId" clId="{ABD4904B-081A-47C6-B87B-1F2506E329D6}" dt="2025-03-30T04:51:19.252" v="1727" actId="27636"/>
          <ac:spMkLst>
            <pc:docMk/>
            <pc:sldMk cId="2096617204" sldId="403"/>
            <ac:spMk id="5122" creationId="{4999B0E5-5D06-2694-2C01-33327C15E3DC}"/>
          </ac:spMkLst>
        </pc:spChg>
      </pc:sldChg>
      <pc:sldChg chg="modSp mod">
        <pc:chgData name="Lý Thanh Ngô" userId="d1fb4545a5d636d2" providerId="LiveId" clId="{ABD4904B-081A-47C6-B87B-1F2506E329D6}" dt="2025-03-30T04:47:32.942" v="1640" actId="403"/>
        <pc:sldMkLst>
          <pc:docMk/>
          <pc:sldMk cId="2052488373" sldId="405"/>
        </pc:sldMkLst>
        <pc:spChg chg="mod">
          <ac:chgData name="Lý Thanh Ngô" userId="d1fb4545a5d636d2" providerId="LiveId" clId="{ABD4904B-081A-47C6-B87B-1F2506E329D6}" dt="2025-03-30T04:47:32.942" v="1640" actId="403"/>
          <ac:spMkLst>
            <pc:docMk/>
            <pc:sldMk cId="2052488373" sldId="405"/>
            <ac:spMk id="101378" creationId="{8B071663-4B6E-994B-582A-6E6D92613C37}"/>
          </ac:spMkLst>
        </pc:spChg>
      </pc:sldChg>
      <pc:sldChg chg="modSp mod">
        <pc:chgData name="Lý Thanh Ngô" userId="d1fb4545a5d636d2" providerId="LiveId" clId="{ABD4904B-081A-47C6-B87B-1F2506E329D6}" dt="2025-03-30T04:47:02.750" v="1626" actId="403"/>
        <pc:sldMkLst>
          <pc:docMk/>
          <pc:sldMk cId="3600510535" sldId="406"/>
        </pc:sldMkLst>
        <pc:spChg chg="mod">
          <ac:chgData name="Lý Thanh Ngô" userId="d1fb4545a5d636d2" providerId="LiveId" clId="{ABD4904B-081A-47C6-B87B-1F2506E329D6}" dt="2025-03-30T04:47:02.750" v="1626" actId="403"/>
          <ac:spMkLst>
            <pc:docMk/>
            <pc:sldMk cId="3600510535" sldId="406"/>
            <ac:spMk id="99330" creationId="{8A50B797-F9AB-BABB-1B40-19BCA9033AB2}"/>
          </ac:spMkLst>
        </pc:spChg>
      </pc:sldChg>
      <pc:sldChg chg="modSp mod">
        <pc:chgData name="Lý Thanh Ngô" userId="d1fb4545a5d636d2" providerId="LiveId" clId="{ABD4904B-081A-47C6-B87B-1F2506E329D6}" dt="2025-03-30T04:46:46.660" v="1619" actId="403"/>
        <pc:sldMkLst>
          <pc:docMk/>
          <pc:sldMk cId="0" sldId="407"/>
        </pc:sldMkLst>
      </pc:sldChg>
      <pc:sldChg chg="modSp mod">
        <pc:chgData name="Lý Thanh Ngô" userId="d1fb4545a5d636d2" providerId="LiveId" clId="{ABD4904B-081A-47C6-B87B-1F2506E329D6}" dt="2025-03-30T04:46:36.099" v="1614" actId="207"/>
        <pc:sldMkLst>
          <pc:docMk/>
          <pc:sldMk cId="2522754634" sldId="408"/>
        </pc:sldMkLst>
        <pc:spChg chg="mod">
          <ac:chgData name="Lý Thanh Ngô" userId="d1fb4545a5d636d2" providerId="LiveId" clId="{ABD4904B-081A-47C6-B87B-1F2506E329D6}" dt="2025-03-30T04:46:36.099" v="1614" actId="207"/>
          <ac:spMkLst>
            <pc:docMk/>
            <pc:sldMk cId="2522754634" sldId="408"/>
            <ac:spMk id="101378" creationId="{05CAE2DE-B2EC-A655-F166-350C09BD7435}"/>
          </ac:spMkLst>
        </pc:spChg>
      </pc:sldChg>
      <pc:sldChg chg="modSp mod">
        <pc:chgData name="Lý Thanh Ngô" userId="d1fb4545a5d636d2" providerId="LiveId" clId="{ABD4904B-081A-47C6-B87B-1F2506E329D6}" dt="2025-03-30T04:23:56.539" v="921" actId="27636"/>
        <pc:sldMkLst>
          <pc:docMk/>
          <pc:sldMk cId="1313510986" sldId="409"/>
        </pc:sldMkLst>
        <pc:spChg chg="mod">
          <ac:chgData name="Lý Thanh Ngô" userId="d1fb4545a5d636d2" providerId="LiveId" clId="{ABD4904B-081A-47C6-B87B-1F2506E329D6}" dt="2025-03-30T04:23:56.539" v="921" actId="27636"/>
          <ac:spMkLst>
            <pc:docMk/>
            <pc:sldMk cId="1313510986" sldId="409"/>
            <ac:spMk id="5122" creationId="{93146006-FC1B-E6F9-1314-494063FCD611}"/>
          </ac:spMkLst>
        </pc:spChg>
      </pc:sldChg>
      <pc:sldChg chg="modSp mod">
        <pc:chgData name="Lý Thanh Ngô" userId="d1fb4545a5d636d2" providerId="LiveId" clId="{ABD4904B-081A-47C6-B87B-1F2506E329D6}" dt="2025-03-30T04:38:17.474" v="1342" actId="20577"/>
        <pc:sldMkLst>
          <pc:docMk/>
          <pc:sldMk cId="3482076779" sldId="412"/>
        </pc:sldMkLst>
        <pc:spChg chg="mod">
          <ac:chgData name="Lý Thanh Ngô" userId="d1fb4545a5d636d2" providerId="LiveId" clId="{ABD4904B-081A-47C6-B87B-1F2506E329D6}" dt="2025-03-30T04:38:17.474" v="1342" actId="20577"/>
          <ac:spMkLst>
            <pc:docMk/>
            <pc:sldMk cId="3482076779" sldId="412"/>
            <ac:spMk id="5122" creationId="{F3468EC2-34F2-4845-07D9-246E727B0E59}"/>
          </ac:spMkLst>
        </pc:spChg>
      </pc:sldChg>
      <pc:sldChg chg="modSp mod">
        <pc:chgData name="Lý Thanh Ngô" userId="d1fb4545a5d636d2" providerId="LiveId" clId="{ABD4904B-081A-47C6-B87B-1F2506E329D6}" dt="2025-03-30T04:43:42.148" v="1565" actId="27636"/>
        <pc:sldMkLst>
          <pc:docMk/>
          <pc:sldMk cId="1659555538" sldId="413"/>
        </pc:sldMkLst>
        <pc:spChg chg="mod">
          <ac:chgData name="Lý Thanh Ngô" userId="d1fb4545a5d636d2" providerId="LiveId" clId="{ABD4904B-081A-47C6-B87B-1F2506E329D6}" dt="2025-03-30T04:43:42.148" v="1565" actId="27636"/>
          <ac:spMkLst>
            <pc:docMk/>
            <pc:sldMk cId="1659555538" sldId="413"/>
            <ac:spMk id="5122" creationId="{D09B7431-80A5-5A29-5F59-7AE97BB61221}"/>
          </ac:spMkLst>
        </pc:spChg>
      </pc:sldChg>
      <pc:sldChg chg="modSp mod">
        <pc:chgData name="Lý Thanh Ngô" userId="d1fb4545a5d636d2" providerId="LiveId" clId="{ABD4904B-081A-47C6-B87B-1F2506E329D6}" dt="2025-03-30T04:49:30.407" v="1691" actId="403"/>
        <pc:sldMkLst>
          <pc:docMk/>
          <pc:sldMk cId="2719589455" sldId="415"/>
        </pc:sldMkLst>
        <pc:spChg chg="mod">
          <ac:chgData name="Lý Thanh Ngô" userId="d1fb4545a5d636d2" providerId="LiveId" clId="{ABD4904B-081A-47C6-B87B-1F2506E329D6}" dt="2025-03-30T04:49:30.407" v="1691" actId="403"/>
          <ac:spMkLst>
            <pc:docMk/>
            <pc:sldMk cId="2719589455" sldId="415"/>
            <ac:spMk id="5122" creationId="{2B9A6706-C428-3E6A-5662-C680C893E988}"/>
          </ac:spMkLst>
        </pc:spChg>
      </pc:sldChg>
      <pc:sldChg chg="modSp mod">
        <pc:chgData name="Lý Thanh Ngô" userId="d1fb4545a5d636d2" providerId="LiveId" clId="{ABD4904B-081A-47C6-B87B-1F2506E329D6}" dt="2025-03-30T06:10:53.274" v="2014" actId="123"/>
        <pc:sldMkLst>
          <pc:docMk/>
          <pc:sldMk cId="3515630678" sldId="417"/>
        </pc:sldMkLst>
        <pc:spChg chg="mod">
          <ac:chgData name="Lý Thanh Ngô" userId="d1fb4545a5d636d2" providerId="LiveId" clId="{ABD4904B-081A-47C6-B87B-1F2506E329D6}" dt="2025-03-30T06:10:53.274" v="2014" actId="123"/>
          <ac:spMkLst>
            <pc:docMk/>
            <pc:sldMk cId="3515630678" sldId="417"/>
            <ac:spMk id="5122" creationId="{FAEBB9A1-4055-E178-C71E-8310588A2AB3}"/>
          </ac:spMkLst>
        </pc:spChg>
      </pc:sldChg>
      <pc:sldChg chg="modSp mod">
        <pc:chgData name="Lý Thanh Ngô" userId="d1fb4545a5d636d2" providerId="LiveId" clId="{ABD4904B-081A-47C6-B87B-1F2506E329D6}" dt="2025-03-30T04:35:24.079" v="1271" actId="6549"/>
        <pc:sldMkLst>
          <pc:docMk/>
          <pc:sldMk cId="3638583956" sldId="418"/>
        </pc:sldMkLst>
        <pc:spChg chg="mod">
          <ac:chgData name="Lý Thanh Ngô" userId="d1fb4545a5d636d2" providerId="LiveId" clId="{ABD4904B-081A-47C6-B87B-1F2506E329D6}" dt="2025-03-30T04:35:24.079" v="1271" actId="6549"/>
          <ac:spMkLst>
            <pc:docMk/>
            <pc:sldMk cId="3638583956" sldId="418"/>
            <ac:spMk id="5122" creationId="{B841D53A-75CD-A498-2FF8-51D3779388B8}"/>
          </ac:spMkLst>
        </pc:spChg>
      </pc:sldChg>
      <pc:sldChg chg="modSp mod">
        <pc:chgData name="Lý Thanh Ngô" userId="d1fb4545a5d636d2" providerId="LiveId" clId="{ABD4904B-081A-47C6-B87B-1F2506E329D6}" dt="2025-03-30T04:42:18.685" v="1524" actId="20577"/>
        <pc:sldMkLst>
          <pc:docMk/>
          <pc:sldMk cId="1706778419" sldId="419"/>
        </pc:sldMkLst>
        <pc:spChg chg="mod">
          <ac:chgData name="Lý Thanh Ngô" userId="d1fb4545a5d636d2" providerId="LiveId" clId="{ABD4904B-081A-47C6-B87B-1F2506E329D6}" dt="2025-03-30T04:42:18.685" v="1524" actId="20577"/>
          <ac:spMkLst>
            <pc:docMk/>
            <pc:sldMk cId="1706778419" sldId="419"/>
            <ac:spMk id="5122" creationId="{662F0F59-F73C-087E-1261-EE0E44712400}"/>
          </ac:spMkLst>
        </pc:spChg>
      </pc:sldChg>
      <pc:sldChg chg="modSp mod">
        <pc:chgData name="Lý Thanh Ngô" userId="d1fb4545a5d636d2" providerId="LiveId" clId="{ABD4904B-081A-47C6-B87B-1F2506E329D6}" dt="2025-03-30T04:45:56.103" v="1600" actId="255"/>
        <pc:sldMkLst>
          <pc:docMk/>
          <pc:sldMk cId="0" sldId="422"/>
        </pc:sldMkLst>
      </pc:sldChg>
      <pc:sldChg chg="modSp mod">
        <pc:chgData name="Lý Thanh Ngô" userId="d1fb4545a5d636d2" providerId="LiveId" clId="{ABD4904B-081A-47C6-B87B-1F2506E329D6}" dt="2025-03-30T04:45:39.579" v="1594" actId="207"/>
        <pc:sldMkLst>
          <pc:docMk/>
          <pc:sldMk cId="1483110766" sldId="423"/>
        </pc:sldMkLst>
        <pc:spChg chg="mod">
          <ac:chgData name="Lý Thanh Ngô" userId="d1fb4545a5d636d2" providerId="LiveId" clId="{ABD4904B-081A-47C6-B87B-1F2506E329D6}" dt="2025-03-30T04:45:39.579" v="1594" actId="207"/>
          <ac:spMkLst>
            <pc:docMk/>
            <pc:sldMk cId="1483110766" sldId="423"/>
            <ac:spMk id="105474" creationId="{41602E03-DCD1-488B-D053-47495648D28F}"/>
          </ac:spMkLst>
        </pc:spChg>
      </pc:sldChg>
      <pc:sldChg chg="modSp mod">
        <pc:chgData name="Lý Thanh Ngô" userId="d1fb4545a5d636d2" providerId="LiveId" clId="{ABD4904B-081A-47C6-B87B-1F2506E329D6}" dt="2025-03-30T04:45:22.350" v="1590" actId="207"/>
        <pc:sldMkLst>
          <pc:docMk/>
          <pc:sldMk cId="2198175032" sldId="424"/>
        </pc:sldMkLst>
        <pc:spChg chg="mod">
          <ac:chgData name="Lý Thanh Ngô" userId="d1fb4545a5d636d2" providerId="LiveId" clId="{ABD4904B-081A-47C6-B87B-1F2506E329D6}" dt="2025-03-30T04:45:22.350" v="1590" actId="207"/>
          <ac:spMkLst>
            <pc:docMk/>
            <pc:sldMk cId="2198175032" sldId="424"/>
            <ac:spMk id="106498" creationId="{E3BC3CA2-358F-C6F0-6E92-29F63F658DAF}"/>
          </ac:spMkLst>
        </pc:spChg>
      </pc:sldChg>
      <pc:sldChg chg="del">
        <pc:chgData name="Lý Thanh Ngô" userId="d1fb4545a5d636d2" providerId="LiveId" clId="{ABD4904B-081A-47C6-B87B-1F2506E329D6}" dt="2025-03-30T04:47:44.445" v="1641" actId="47"/>
        <pc:sldMkLst>
          <pc:docMk/>
          <pc:sldMk cId="0" sldId="432"/>
        </pc:sldMkLst>
      </pc:sldChg>
      <pc:sldChg chg="modSp mod">
        <pc:chgData name="Lý Thanh Ngô" userId="d1fb4545a5d636d2" providerId="LiveId" clId="{ABD4904B-081A-47C6-B87B-1F2506E329D6}" dt="2025-03-30T04:20:16.669" v="713" actId="20577"/>
        <pc:sldMkLst>
          <pc:docMk/>
          <pc:sldMk cId="3709593179" sldId="992"/>
        </pc:sldMkLst>
        <pc:spChg chg="mod">
          <ac:chgData name="Lý Thanh Ngô" userId="d1fb4545a5d636d2" providerId="LiveId" clId="{ABD4904B-081A-47C6-B87B-1F2506E329D6}" dt="2025-03-30T04:20:16.669" v="713" actId="20577"/>
          <ac:spMkLst>
            <pc:docMk/>
            <pc:sldMk cId="3709593179" sldId="992"/>
            <ac:spMk id="46082" creationId="{00000000-0000-0000-0000-000000000000}"/>
          </ac:spMkLst>
        </pc:spChg>
      </pc:sldChg>
      <pc:sldChg chg="modSp mod">
        <pc:chgData name="Lý Thanh Ngô" userId="d1fb4545a5d636d2" providerId="LiveId" clId="{ABD4904B-081A-47C6-B87B-1F2506E329D6}" dt="2025-03-30T04:54:28.909" v="1800" actId="122"/>
        <pc:sldMkLst>
          <pc:docMk/>
          <pc:sldMk cId="926735322" sldId="1000"/>
        </pc:sldMkLst>
        <pc:spChg chg="mod">
          <ac:chgData name="Lý Thanh Ngô" userId="d1fb4545a5d636d2" providerId="LiveId" clId="{ABD4904B-081A-47C6-B87B-1F2506E329D6}" dt="2025-03-30T04:54:28.909" v="1800" actId="122"/>
          <ac:spMkLst>
            <pc:docMk/>
            <pc:sldMk cId="926735322" sldId="1000"/>
            <ac:spMk id="86018" creationId="{00000000-0000-0000-0000-000000000000}"/>
          </ac:spMkLst>
        </pc:spChg>
      </pc:sldChg>
      <pc:sldChg chg="modSp mod">
        <pc:chgData name="Lý Thanh Ngô" userId="d1fb4545a5d636d2" providerId="LiveId" clId="{ABD4904B-081A-47C6-B87B-1F2506E329D6}" dt="2025-03-30T04:53:37.152" v="1772" actId="123"/>
        <pc:sldMkLst>
          <pc:docMk/>
          <pc:sldMk cId="2279159345" sldId="1001"/>
        </pc:sldMkLst>
        <pc:spChg chg="mod">
          <ac:chgData name="Lý Thanh Ngô" userId="d1fb4545a5d636d2" providerId="LiveId" clId="{ABD4904B-081A-47C6-B87B-1F2506E329D6}" dt="2025-03-30T04:53:37.152" v="1772" actId="123"/>
          <ac:spMkLst>
            <pc:docMk/>
            <pc:sldMk cId="2279159345" sldId="1001"/>
            <ac:spMk id="87042" creationId="{00000000-0000-0000-0000-000000000000}"/>
          </ac:spMkLst>
        </pc:spChg>
      </pc:sldChg>
      <pc:sldChg chg="modSp mod modTransition">
        <pc:chgData name="Lý Thanh Ngô" userId="d1fb4545a5d636d2" providerId="LiveId" clId="{ABD4904B-081A-47C6-B87B-1F2506E329D6}" dt="2025-03-27T01:37:25.084" v="6"/>
        <pc:sldMkLst>
          <pc:docMk/>
          <pc:sldMk cId="3769639125" sldId="9788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917989569" sldId="9789"/>
        </pc:sldMkLst>
      </pc:sldChg>
      <pc:sldChg chg="addSp delSp modSp mod modTransition">
        <pc:chgData name="Lý Thanh Ngô" userId="d1fb4545a5d636d2" providerId="LiveId" clId="{ABD4904B-081A-47C6-B87B-1F2506E329D6}" dt="2025-03-27T07:59:12.257" v="636" actId="26606"/>
        <pc:sldMkLst>
          <pc:docMk/>
          <pc:sldMk cId="3681698675" sldId="9793"/>
        </pc:sldMkLst>
        <pc:spChg chg="mod">
          <ac:chgData name="Lý Thanh Ngô" userId="d1fb4545a5d636d2" providerId="LiveId" clId="{ABD4904B-081A-47C6-B87B-1F2506E329D6}" dt="2025-03-27T07:59:12.257" v="636" actId="26606"/>
          <ac:spMkLst>
            <pc:docMk/>
            <pc:sldMk cId="3681698675" sldId="9793"/>
            <ac:spMk id="2" creationId="{224182AB-1A1E-C15F-0016-71E6D272116A}"/>
          </ac:spMkLst>
        </pc:spChg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438411217" sldId="979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324261318" sldId="979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427656459" sldId="9796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672676719" sldId="9797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902892374" sldId="9798"/>
        </pc:sldMkLst>
      </pc:sldChg>
      <pc:sldChg chg="modSp mod modTransition modNotesTx">
        <pc:chgData name="Lý Thanh Ngô" userId="d1fb4545a5d636d2" providerId="LiveId" clId="{ABD4904B-081A-47C6-B87B-1F2506E329D6}" dt="2025-03-27T07:32:12.597" v="89"/>
        <pc:sldMkLst>
          <pc:docMk/>
          <pc:sldMk cId="288514113" sldId="9799"/>
        </pc:sldMkLst>
        <pc:spChg chg="mod">
          <ac:chgData name="Lý Thanh Ngô" userId="d1fb4545a5d636d2" providerId="LiveId" clId="{ABD4904B-081A-47C6-B87B-1F2506E329D6}" dt="2025-03-27T07:32:12.597" v="89"/>
          <ac:spMkLst>
            <pc:docMk/>
            <pc:sldMk cId="288514113" sldId="9799"/>
            <ac:spMk id="2" creationId="{AD79F752-64A9-AEFA-6988-B977A51087C2}"/>
          </ac:spMkLst>
        </pc:spChg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307668271" sldId="980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126393781" sldId="9801"/>
        </pc:sldMkLst>
      </pc:sldChg>
      <pc:sldChg chg="modTransition">
        <pc:chgData name="Lý Thanh Ngô" userId="d1fb4545a5d636d2" providerId="LiveId" clId="{ABD4904B-081A-47C6-B87B-1F2506E329D6}" dt="2025-03-27T08:06:03.339" v="671"/>
        <pc:sldMkLst>
          <pc:docMk/>
          <pc:sldMk cId="3297558619" sldId="9802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342301587" sldId="9803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407074290" sldId="980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731749232" sldId="980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605310120" sldId="9806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065535235" sldId="9807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768715522" sldId="9808"/>
        </pc:sldMkLst>
      </pc:sldChg>
      <pc:sldChg chg="modTransition setBg">
        <pc:chgData name="Lý Thanh Ngô" userId="d1fb4545a5d636d2" providerId="LiveId" clId="{ABD4904B-081A-47C6-B87B-1F2506E329D6}" dt="2025-03-27T08:06:36.822" v="673"/>
        <pc:sldMkLst>
          <pc:docMk/>
          <pc:sldMk cId="3329939368" sldId="9809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775538961" sldId="981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734214333" sldId="9811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396412669" sldId="9812"/>
        </pc:sldMkLst>
      </pc:sldChg>
      <pc:sldChg chg="modTransition">
        <pc:chgData name="Lý Thanh Ngô" userId="d1fb4545a5d636d2" providerId="LiveId" clId="{ABD4904B-081A-47C6-B87B-1F2506E329D6}" dt="2025-03-27T08:03:45.274" v="661"/>
        <pc:sldMkLst>
          <pc:docMk/>
          <pc:sldMk cId="1592849602" sldId="9813"/>
        </pc:sldMkLst>
      </pc:sldChg>
      <pc:sldChg chg="modSp mod modTransition">
        <pc:chgData name="Lý Thanh Ngô" userId="d1fb4545a5d636d2" providerId="LiveId" clId="{ABD4904B-081A-47C6-B87B-1F2506E329D6}" dt="2025-03-27T01:37:25.084" v="6"/>
        <pc:sldMkLst>
          <pc:docMk/>
          <pc:sldMk cId="627141964" sldId="9814"/>
        </pc:sldMkLst>
        <pc:spChg chg="mod">
          <ac:chgData name="Lý Thanh Ngô" userId="d1fb4545a5d636d2" providerId="LiveId" clId="{ABD4904B-081A-47C6-B87B-1F2506E329D6}" dt="2025-03-27T01:35:00.838" v="1" actId="113"/>
          <ac:spMkLst>
            <pc:docMk/>
            <pc:sldMk cId="627141964" sldId="9814"/>
            <ac:spMk id="2" creationId="{ED4DBA0B-0F80-9FB8-2416-207E64980B46}"/>
          </ac:spMkLst>
        </pc:spChg>
      </pc:sldChg>
      <pc:sldChg chg="modSp mod modTransition">
        <pc:chgData name="Lý Thanh Ngô" userId="d1fb4545a5d636d2" providerId="LiveId" clId="{ABD4904B-081A-47C6-B87B-1F2506E329D6}" dt="2025-03-27T07:57:01.325" v="632" actId="255"/>
        <pc:sldMkLst>
          <pc:docMk/>
          <pc:sldMk cId="1691264668" sldId="981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432816605" sldId="9816"/>
        </pc:sldMkLst>
      </pc:sldChg>
      <pc:sldChg chg="modSp mod modTransition">
        <pc:chgData name="Lý Thanh Ngô" userId="d1fb4545a5d636d2" providerId="LiveId" clId="{ABD4904B-081A-47C6-B87B-1F2506E329D6}" dt="2025-03-27T07:56:39.364" v="627" actId="14100"/>
        <pc:sldMkLst>
          <pc:docMk/>
          <pc:sldMk cId="448704284" sldId="9817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205802082" sldId="9818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646080519" sldId="9819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398243246" sldId="982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4135302213" sldId="9821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48545705" sldId="9822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832378762" sldId="9823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506181314" sldId="982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609497434" sldId="982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250538440" sldId="9826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958806556" sldId="9827"/>
        </pc:sldMkLst>
      </pc:sldChg>
      <pc:sldChg chg="modSp mod modTransition">
        <pc:chgData name="Lý Thanh Ngô" userId="d1fb4545a5d636d2" providerId="LiveId" clId="{ABD4904B-081A-47C6-B87B-1F2506E329D6}" dt="2025-03-27T07:57:38.855" v="633" actId="255"/>
        <pc:sldMkLst>
          <pc:docMk/>
          <pc:sldMk cId="3958862344" sldId="9828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647823718" sldId="9829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449617028" sldId="983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592406097" sldId="9831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410915460" sldId="9832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72661577" sldId="9833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232266678" sldId="983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496433219" sldId="9835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31621706" sldId="9836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840654511" sldId="9837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105827102" sldId="9838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1302606052" sldId="9839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880974531" sldId="9840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31976115" sldId="9841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974659310" sldId="9842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3839078036" sldId="9843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848203935" sldId="9844"/>
        </pc:sldMkLst>
      </pc:sldChg>
      <pc:sldChg chg="modTransition">
        <pc:chgData name="Lý Thanh Ngô" userId="d1fb4545a5d636d2" providerId="LiveId" clId="{ABD4904B-081A-47C6-B87B-1F2506E329D6}" dt="2025-03-27T01:37:25.084" v="6"/>
        <pc:sldMkLst>
          <pc:docMk/>
          <pc:sldMk cId="2393921006" sldId="9845"/>
        </pc:sldMkLst>
      </pc:sldChg>
      <pc:sldChg chg="modSp mod modTransition">
        <pc:chgData name="Lý Thanh Ngô" userId="d1fb4545a5d636d2" providerId="LiveId" clId="{ABD4904B-081A-47C6-B87B-1F2506E329D6}" dt="2025-03-27T08:07:08.232" v="675" actId="20577"/>
        <pc:sldMkLst>
          <pc:docMk/>
          <pc:sldMk cId="1623123200" sldId="9846"/>
        </pc:sldMkLst>
      </pc:sldChg>
      <pc:sldChg chg="add">
        <pc:chgData name="Lý Thanh Ngô" userId="d1fb4545a5d636d2" providerId="LiveId" clId="{ABD4904B-081A-47C6-B87B-1F2506E329D6}" dt="2025-03-27T07:31:35.061" v="8" actId="2890"/>
        <pc:sldMkLst>
          <pc:docMk/>
          <pc:sldMk cId="3438506491" sldId="9847"/>
        </pc:sldMkLst>
      </pc:sldChg>
      <pc:sldChg chg="modSp add mod">
        <pc:chgData name="Lý Thanh Ngô" userId="d1fb4545a5d636d2" providerId="LiveId" clId="{ABD4904B-081A-47C6-B87B-1F2506E329D6}" dt="2025-03-27T07:32:23.398" v="92"/>
        <pc:sldMkLst>
          <pc:docMk/>
          <pc:sldMk cId="3111587494" sldId="9848"/>
        </pc:sldMkLst>
        <pc:spChg chg="mod">
          <ac:chgData name="Lý Thanh Ngô" userId="d1fb4545a5d636d2" providerId="LiveId" clId="{ABD4904B-081A-47C6-B87B-1F2506E329D6}" dt="2025-03-27T07:32:23.398" v="92"/>
          <ac:spMkLst>
            <pc:docMk/>
            <pc:sldMk cId="3111587494" sldId="9848"/>
            <ac:spMk id="2" creationId="{63F0A5E2-77DC-7B9F-1C02-600C97B0A748}"/>
          </ac:spMkLst>
        </pc:spChg>
      </pc:sldChg>
      <pc:sldChg chg="modSp add mod modNotesTx">
        <pc:chgData name="Lý Thanh Ngô" userId="d1fb4545a5d636d2" providerId="LiveId" clId="{ABD4904B-081A-47C6-B87B-1F2506E329D6}" dt="2025-03-27T07:33:07.719" v="179" actId="20577"/>
        <pc:sldMkLst>
          <pc:docMk/>
          <pc:sldMk cId="3414643596" sldId="9849"/>
        </pc:sldMkLst>
        <pc:spChg chg="mod">
          <ac:chgData name="Lý Thanh Ngô" userId="d1fb4545a5d636d2" providerId="LiveId" clId="{ABD4904B-081A-47C6-B87B-1F2506E329D6}" dt="2025-03-27T07:33:07.719" v="179" actId="20577"/>
          <ac:spMkLst>
            <pc:docMk/>
            <pc:sldMk cId="3414643596" sldId="9849"/>
            <ac:spMk id="2" creationId="{875313AE-8DE9-EF7A-A539-00E8E5418705}"/>
          </ac:spMkLst>
        </pc:spChg>
      </pc:sldChg>
      <pc:sldChg chg="modSp add mod">
        <pc:chgData name="Lý Thanh Ngô" userId="d1fb4545a5d636d2" providerId="LiveId" clId="{ABD4904B-081A-47C6-B87B-1F2506E329D6}" dt="2025-03-27T07:33:14.037" v="181"/>
        <pc:sldMkLst>
          <pc:docMk/>
          <pc:sldMk cId="3238211235" sldId="9850"/>
        </pc:sldMkLst>
        <pc:spChg chg="mod">
          <ac:chgData name="Lý Thanh Ngô" userId="d1fb4545a5d636d2" providerId="LiveId" clId="{ABD4904B-081A-47C6-B87B-1F2506E329D6}" dt="2025-03-27T07:33:14.037" v="181"/>
          <ac:spMkLst>
            <pc:docMk/>
            <pc:sldMk cId="3238211235" sldId="9850"/>
            <ac:spMk id="2" creationId="{9EB41746-D780-1DA4-8C37-16E02E72EE06}"/>
          </ac:spMkLst>
        </pc:spChg>
      </pc:sldChg>
      <pc:sldChg chg="add">
        <pc:chgData name="Lý Thanh Ngô" userId="d1fb4545a5d636d2" providerId="LiveId" clId="{ABD4904B-081A-47C6-B87B-1F2506E329D6}" dt="2025-03-27T07:33:19.449" v="182"/>
        <pc:sldMkLst>
          <pc:docMk/>
          <pc:sldMk cId="1186045386" sldId="9851"/>
        </pc:sldMkLst>
      </pc:sldChg>
      <pc:sldChg chg="add">
        <pc:chgData name="Lý Thanh Ngô" userId="d1fb4545a5d636d2" providerId="LiveId" clId="{ABD4904B-081A-47C6-B87B-1F2506E329D6}" dt="2025-03-27T07:33:19.449" v="182"/>
        <pc:sldMkLst>
          <pc:docMk/>
          <pc:sldMk cId="887314122" sldId="9852"/>
        </pc:sldMkLst>
      </pc:sldChg>
      <pc:sldChg chg="modSp add mod modNotesTx">
        <pc:chgData name="Lý Thanh Ngô" userId="d1fb4545a5d636d2" providerId="LiveId" clId="{ABD4904B-081A-47C6-B87B-1F2506E329D6}" dt="2025-03-27T07:33:41.081" v="265" actId="20577"/>
        <pc:sldMkLst>
          <pc:docMk/>
          <pc:sldMk cId="2696584302" sldId="9853"/>
        </pc:sldMkLst>
      </pc:sldChg>
      <pc:sldChg chg="modSp add mod">
        <pc:chgData name="Lý Thanh Ngô" userId="d1fb4545a5d636d2" providerId="LiveId" clId="{ABD4904B-081A-47C6-B87B-1F2506E329D6}" dt="2025-03-27T07:33:47.606" v="267"/>
        <pc:sldMkLst>
          <pc:docMk/>
          <pc:sldMk cId="3862663970" sldId="9854"/>
        </pc:sldMkLst>
      </pc:sldChg>
      <pc:sldChg chg="add">
        <pc:chgData name="Lý Thanh Ngô" userId="d1fb4545a5d636d2" providerId="LiveId" clId="{ABD4904B-081A-47C6-B87B-1F2506E329D6}" dt="2025-03-27T07:33:51.314" v="268"/>
        <pc:sldMkLst>
          <pc:docMk/>
          <pc:sldMk cId="3848865846" sldId="9855"/>
        </pc:sldMkLst>
      </pc:sldChg>
      <pc:sldChg chg="add">
        <pc:chgData name="Lý Thanh Ngô" userId="d1fb4545a5d636d2" providerId="LiveId" clId="{ABD4904B-081A-47C6-B87B-1F2506E329D6}" dt="2025-03-27T07:33:51.314" v="268"/>
        <pc:sldMkLst>
          <pc:docMk/>
          <pc:sldMk cId="1777329158" sldId="9856"/>
        </pc:sldMkLst>
      </pc:sldChg>
      <pc:sldChg chg="modSp add mod ord">
        <pc:chgData name="Lý Thanh Ngô" userId="d1fb4545a5d636d2" providerId="LiveId" clId="{ABD4904B-081A-47C6-B87B-1F2506E329D6}" dt="2025-03-27T07:55:45.767" v="625"/>
        <pc:sldMkLst>
          <pc:docMk/>
          <pc:sldMk cId="1640538101" sldId="9857"/>
        </pc:sldMkLst>
        <pc:spChg chg="mod">
          <ac:chgData name="Lý Thanh Ngô" userId="d1fb4545a5d636d2" providerId="LiveId" clId="{ABD4904B-081A-47C6-B87B-1F2506E329D6}" dt="2025-03-27T07:52:54.768" v="489" actId="20577"/>
          <ac:spMkLst>
            <pc:docMk/>
            <pc:sldMk cId="1640538101" sldId="9857"/>
            <ac:spMk id="4" creationId="{C83C1662-DE3B-485E-D039-6DAF01222417}"/>
          </ac:spMkLst>
        </pc:spChg>
        <pc:spChg chg="mod">
          <ac:chgData name="Lý Thanh Ngô" userId="d1fb4545a5d636d2" providerId="LiveId" clId="{ABD4904B-081A-47C6-B87B-1F2506E329D6}" dt="2025-03-27T07:54:15.964" v="618" actId="1076"/>
          <ac:spMkLst>
            <pc:docMk/>
            <pc:sldMk cId="1640538101" sldId="9857"/>
            <ac:spMk id="5" creationId="{885A7151-12D0-D5E7-4150-116F20C67271}"/>
          </ac:spMkLst>
        </pc:spChg>
        <pc:spChg chg="mod">
          <ac:chgData name="Lý Thanh Ngô" userId="d1fb4545a5d636d2" providerId="LiveId" clId="{ABD4904B-081A-47C6-B87B-1F2506E329D6}" dt="2025-03-27T07:54:40.690" v="622" actId="113"/>
          <ac:spMkLst>
            <pc:docMk/>
            <pc:sldMk cId="1640538101" sldId="9857"/>
            <ac:spMk id="7" creationId="{27682D36-7139-D43C-8AC6-2259120A3B6A}"/>
          </ac:spMkLst>
        </pc:spChg>
      </pc:sldChg>
      <pc:sldChg chg="modSp add mod setBg modNotesTx">
        <pc:chgData name="Lý Thanh Ngô" userId="d1fb4545a5d636d2" providerId="LiveId" clId="{ABD4904B-081A-47C6-B87B-1F2506E329D6}" dt="2025-03-27T08:01:14.171" v="640" actId="20577"/>
        <pc:sldMkLst>
          <pc:docMk/>
          <pc:sldMk cId="130758898" sldId="9858"/>
        </pc:sldMkLst>
      </pc:sldChg>
      <pc:sldChg chg="modSp add mod setBg modNotesTx">
        <pc:chgData name="Lý Thanh Ngô" userId="d1fb4545a5d636d2" providerId="LiveId" clId="{ABD4904B-081A-47C6-B87B-1F2506E329D6}" dt="2025-03-27T08:01:56.112" v="648" actId="255"/>
        <pc:sldMkLst>
          <pc:docMk/>
          <pc:sldMk cId="826091572" sldId="9859"/>
        </pc:sldMkLst>
      </pc:sldChg>
      <pc:sldChg chg="modSp add mod setBg modNotesTx">
        <pc:chgData name="Lý Thanh Ngô" userId="d1fb4545a5d636d2" providerId="LiveId" clId="{ABD4904B-081A-47C6-B87B-1F2506E329D6}" dt="2025-03-27T08:02:17.352" v="653" actId="20577"/>
        <pc:sldMkLst>
          <pc:docMk/>
          <pc:sldMk cId="3848815841" sldId="9860"/>
        </pc:sldMkLst>
      </pc:sldChg>
      <pc:sldChg chg="add setBg">
        <pc:chgData name="Lý Thanh Ngô" userId="d1fb4545a5d636d2" providerId="LiveId" clId="{ABD4904B-081A-47C6-B87B-1F2506E329D6}" dt="2025-03-27T08:02:37.387" v="654"/>
        <pc:sldMkLst>
          <pc:docMk/>
          <pc:sldMk cId="3207059514" sldId="9861"/>
        </pc:sldMkLst>
      </pc:sldChg>
      <pc:sldChg chg="add setBg">
        <pc:chgData name="Lý Thanh Ngô" userId="d1fb4545a5d636d2" providerId="LiveId" clId="{ABD4904B-081A-47C6-B87B-1F2506E329D6}" dt="2025-03-27T08:02:37.387" v="654"/>
        <pc:sldMkLst>
          <pc:docMk/>
          <pc:sldMk cId="416133720" sldId="9862"/>
        </pc:sldMkLst>
      </pc:sldChg>
      <pc:sldChg chg="add">
        <pc:chgData name="Lý Thanh Ngô" userId="d1fb4545a5d636d2" providerId="LiveId" clId="{ABD4904B-081A-47C6-B87B-1F2506E329D6}" dt="2025-03-27T08:02:37.387" v="654"/>
        <pc:sldMkLst>
          <pc:docMk/>
          <pc:sldMk cId="2711831379" sldId="9863"/>
        </pc:sldMkLst>
      </pc:sldChg>
      <pc:sldChg chg="modSp mod">
        <pc:chgData name="Lý Thanh Ngô" userId="d1fb4545a5d636d2" providerId="LiveId" clId="{ABD4904B-081A-47C6-B87B-1F2506E329D6}" dt="2025-03-30T04:53:14.930" v="1767" actId="123"/>
        <pc:sldMkLst>
          <pc:docMk/>
          <pc:sldMk cId="607866452" sldId="9865"/>
        </pc:sldMkLst>
        <pc:spChg chg="mod">
          <ac:chgData name="Lý Thanh Ngô" userId="d1fb4545a5d636d2" providerId="LiveId" clId="{ABD4904B-081A-47C6-B87B-1F2506E329D6}" dt="2025-03-30T04:53:14.930" v="1767" actId="123"/>
          <ac:spMkLst>
            <pc:docMk/>
            <pc:sldMk cId="607866452" sldId="9865"/>
            <ac:spMk id="66562" creationId="{82047D14-E417-5DE6-C9C7-9B82C82EDE0B}"/>
          </ac:spMkLst>
        </pc:spChg>
      </pc:sldChg>
      <pc:sldChg chg="modSp mod">
        <pc:chgData name="Lý Thanh Ngô" userId="d1fb4545a5d636d2" providerId="LiveId" clId="{ABD4904B-081A-47C6-B87B-1F2506E329D6}" dt="2025-03-30T04:53:20.900" v="1769" actId="123"/>
        <pc:sldMkLst>
          <pc:docMk/>
          <pc:sldMk cId="1170284011" sldId="9866"/>
        </pc:sldMkLst>
        <pc:spChg chg="mod">
          <ac:chgData name="Lý Thanh Ngô" userId="d1fb4545a5d636d2" providerId="LiveId" clId="{ABD4904B-081A-47C6-B87B-1F2506E329D6}" dt="2025-03-30T04:53:20.900" v="1769" actId="123"/>
          <ac:spMkLst>
            <pc:docMk/>
            <pc:sldMk cId="1170284011" sldId="9866"/>
            <ac:spMk id="66562" creationId="{4C5D4E35-9549-4095-21EF-FC5243A37787}"/>
          </ac:spMkLst>
        </pc:spChg>
      </pc:sldChg>
      <pc:sldChg chg="modSp mod">
        <pc:chgData name="Lý Thanh Ngô" userId="d1fb4545a5d636d2" providerId="LiveId" clId="{ABD4904B-081A-47C6-B87B-1F2506E329D6}" dt="2025-03-30T04:53:23.724" v="1770" actId="123"/>
        <pc:sldMkLst>
          <pc:docMk/>
          <pc:sldMk cId="1063818607" sldId="9867"/>
        </pc:sldMkLst>
        <pc:spChg chg="mod">
          <ac:chgData name="Lý Thanh Ngô" userId="d1fb4545a5d636d2" providerId="LiveId" clId="{ABD4904B-081A-47C6-B87B-1F2506E329D6}" dt="2025-03-30T04:53:23.724" v="1770" actId="123"/>
          <ac:spMkLst>
            <pc:docMk/>
            <pc:sldMk cId="1063818607" sldId="9867"/>
            <ac:spMk id="66562" creationId="{FF75AC47-1F6D-EA79-ADBF-809C6278BEEB}"/>
          </ac:spMkLst>
        </pc:spChg>
      </pc:sldChg>
      <pc:sldChg chg="modSp mod">
        <pc:chgData name="Lý Thanh Ngô" userId="d1fb4545a5d636d2" providerId="LiveId" clId="{ABD4904B-081A-47C6-B87B-1F2506E329D6}" dt="2025-03-30T04:53:49.285" v="1778" actId="20577"/>
        <pc:sldMkLst>
          <pc:docMk/>
          <pc:sldMk cId="746019610" sldId="9876"/>
        </pc:sldMkLst>
        <pc:spChg chg="mod">
          <ac:chgData name="Lý Thanh Ngô" userId="d1fb4545a5d636d2" providerId="LiveId" clId="{ABD4904B-081A-47C6-B87B-1F2506E329D6}" dt="2025-03-30T04:53:49.285" v="1778" actId="20577"/>
          <ac:spMkLst>
            <pc:docMk/>
            <pc:sldMk cId="746019610" sldId="9876"/>
            <ac:spMk id="87042" creationId="{A5EF2E5F-0C1C-E7B3-90DB-68BB610F6C55}"/>
          </ac:spMkLst>
        </pc:spChg>
      </pc:sldChg>
      <pc:sldChg chg="modSp mod">
        <pc:chgData name="Lý Thanh Ngô" userId="d1fb4545a5d636d2" providerId="LiveId" clId="{ABD4904B-081A-47C6-B87B-1F2506E329D6}" dt="2025-03-30T04:53:54.239" v="1779" actId="123"/>
        <pc:sldMkLst>
          <pc:docMk/>
          <pc:sldMk cId="2746057718" sldId="9877"/>
        </pc:sldMkLst>
        <pc:spChg chg="mod">
          <ac:chgData name="Lý Thanh Ngô" userId="d1fb4545a5d636d2" providerId="LiveId" clId="{ABD4904B-081A-47C6-B87B-1F2506E329D6}" dt="2025-03-30T04:53:54.239" v="1779" actId="123"/>
          <ac:spMkLst>
            <pc:docMk/>
            <pc:sldMk cId="2746057718" sldId="9877"/>
            <ac:spMk id="87042" creationId="{082AC1DB-1601-1A29-A69E-4B030B8CA4DC}"/>
          </ac:spMkLst>
        </pc:spChg>
      </pc:sldChg>
      <pc:sldChg chg="modSp mod">
        <pc:chgData name="Lý Thanh Ngô" userId="d1fb4545a5d636d2" providerId="LiveId" clId="{ABD4904B-081A-47C6-B87B-1F2506E329D6}" dt="2025-03-30T04:54:14.872" v="1797" actId="404"/>
        <pc:sldMkLst>
          <pc:docMk/>
          <pc:sldMk cId="1631203887" sldId="9878"/>
        </pc:sldMkLst>
        <pc:spChg chg="mod">
          <ac:chgData name="Lý Thanh Ngô" userId="d1fb4545a5d636d2" providerId="LiveId" clId="{ABD4904B-081A-47C6-B87B-1F2506E329D6}" dt="2025-03-30T04:54:14.872" v="1797" actId="404"/>
          <ac:spMkLst>
            <pc:docMk/>
            <pc:sldMk cId="1631203887" sldId="9878"/>
            <ac:spMk id="87042" creationId="{9CD209B4-C587-CC4B-44C2-38608CFC7E4A}"/>
          </ac:spMkLst>
        </pc:spChg>
      </pc:sldChg>
      <pc:sldChg chg="modSp mod">
        <pc:chgData name="Lý Thanh Ngô" userId="d1fb4545a5d636d2" providerId="LiveId" clId="{ABD4904B-081A-47C6-B87B-1F2506E329D6}" dt="2025-03-30T04:54:35.635" v="1801" actId="123"/>
        <pc:sldMkLst>
          <pc:docMk/>
          <pc:sldMk cId="2568018836" sldId="9879"/>
        </pc:sldMkLst>
        <pc:spChg chg="mod">
          <ac:chgData name="Lý Thanh Ngô" userId="d1fb4545a5d636d2" providerId="LiveId" clId="{ABD4904B-081A-47C6-B87B-1F2506E329D6}" dt="2025-03-30T04:54:35.635" v="1801" actId="123"/>
          <ac:spMkLst>
            <pc:docMk/>
            <pc:sldMk cId="2568018836" sldId="9879"/>
            <ac:spMk id="87042" creationId="{B23F1D18-B7C7-5D52-9DE7-348C04BB5C0B}"/>
          </ac:spMkLst>
        </pc:spChg>
      </pc:sldChg>
      <pc:sldChg chg="modSp mod">
        <pc:chgData name="Lý Thanh Ngô" userId="d1fb4545a5d636d2" providerId="LiveId" clId="{ABD4904B-081A-47C6-B87B-1F2506E329D6}" dt="2025-03-30T04:54:37.445" v="1802" actId="123"/>
        <pc:sldMkLst>
          <pc:docMk/>
          <pc:sldMk cId="181995151" sldId="9880"/>
        </pc:sldMkLst>
        <pc:spChg chg="mod">
          <ac:chgData name="Lý Thanh Ngô" userId="d1fb4545a5d636d2" providerId="LiveId" clId="{ABD4904B-081A-47C6-B87B-1F2506E329D6}" dt="2025-03-30T04:54:37.445" v="1802" actId="123"/>
          <ac:spMkLst>
            <pc:docMk/>
            <pc:sldMk cId="181995151" sldId="9880"/>
            <ac:spMk id="87042" creationId="{E23A55D2-39BC-5ACF-FF01-3A1F0C6DE876}"/>
          </ac:spMkLst>
        </pc:spChg>
      </pc:sldChg>
      <pc:sldChg chg="modSp mod">
        <pc:chgData name="Lý Thanh Ngô" userId="d1fb4545a5d636d2" providerId="LiveId" clId="{ABD4904B-081A-47C6-B87B-1F2506E329D6}" dt="2025-03-30T04:54:39.610" v="1803" actId="123"/>
        <pc:sldMkLst>
          <pc:docMk/>
          <pc:sldMk cId="1703213285" sldId="9881"/>
        </pc:sldMkLst>
        <pc:spChg chg="mod">
          <ac:chgData name="Lý Thanh Ngô" userId="d1fb4545a5d636d2" providerId="LiveId" clId="{ABD4904B-081A-47C6-B87B-1F2506E329D6}" dt="2025-03-30T04:54:39.610" v="1803" actId="123"/>
          <ac:spMkLst>
            <pc:docMk/>
            <pc:sldMk cId="1703213285" sldId="9881"/>
            <ac:spMk id="87042" creationId="{7A7F8A57-795D-5BE7-E136-BD0DC0766313}"/>
          </ac:spMkLst>
        </pc:spChg>
      </pc:sldChg>
      <pc:sldChg chg="modSp mod">
        <pc:chgData name="Lý Thanh Ngô" userId="d1fb4545a5d636d2" providerId="LiveId" clId="{ABD4904B-081A-47C6-B87B-1F2506E329D6}" dt="2025-03-30T04:54:43.176" v="1804" actId="123"/>
        <pc:sldMkLst>
          <pc:docMk/>
          <pc:sldMk cId="1438407309" sldId="9882"/>
        </pc:sldMkLst>
        <pc:spChg chg="mod">
          <ac:chgData name="Lý Thanh Ngô" userId="d1fb4545a5d636d2" providerId="LiveId" clId="{ABD4904B-081A-47C6-B87B-1F2506E329D6}" dt="2025-03-30T04:54:43.176" v="1804" actId="123"/>
          <ac:spMkLst>
            <pc:docMk/>
            <pc:sldMk cId="1438407309" sldId="9882"/>
            <ac:spMk id="87042" creationId="{1D590097-05BA-8268-85A9-60C2D6A2446A}"/>
          </ac:spMkLst>
        </pc:spChg>
      </pc:sldChg>
      <pc:sldChg chg="modSp mod">
        <pc:chgData name="Lý Thanh Ngô" userId="d1fb4545a5d636d2" providerId="LiveId" clId="{ABD4904B-081A-47C6-B87B-1F2506E329D6}" dt="2025-03-30T04:55:20.520" v="1816" actId="404"/>
        <pc:sldMkLst>
          <pc:docMk/>
          <pc:sldMk cId="1954565109" sldId="9883"/>
        </pc:sldMkLst>
        <pc:spChg chg="mod">
          <ac:chgData name="Lý Thanh Ngô" userId="d1fb4545a5d636d2" providerId="LiveId" clId="{ABD4904B-081A-47C6-B87B-1F2506E329D6}" dt="2025-03-30T04:55:20.520" v="1816" actId="404"/>
          <ac:spMkLst>
            <pc:docMk/>
            <pc:sldMk cId="1954565109" sldId="9883"/>
            <ac:spMk id="87042" creationId="{22699D2C-8763-156D-F51D-1784997923B6}"/>
          </ac:spMkLst>
        </pc:spChg>
      </pc:sldChg>
      <pc:sldChg chg="modSp mod">
        <pc:chgData name="Lý Thanh Ngô" userId="d1fb4545a5d636d2" providerId="LiveId" clId="{ABD4904B-081A-47C6-B87B-1F2506E329D6}" dt="2025-03-30T04:55:44.735" v="1826" actId="123"/>
        <pc:sldMkLst>
          <pc:docMk/>
          <pc:sldMk cId="2188824168" sldId="9884"/>
        </pc:sldMkLst>
        <pc:spChg chg="mod">
          <ac:chgData name="Lý Thanh Ngô" userId="d1fb4545a5d636d2" providerId="LiveId" clId="{ABD4904B-081A-47C6-B87B-1F2506E329D6}" dt="2025-03-30T04:55:44.735" v="1826" actId="123"/>
          <ac:spMkLst>
            <pc:docMk/>
            <pc:sldMk cId="2188824168" sldId="9884"/>
            <ac:spMk id="46082" creationId="{8476D6E7-324D-C6DE-B47D-867879947BB0}"/>
          </ac:spMkLst>
        </pc:spChg>
      </pc:sldChg>
      <pc:sldChg chg="modSp mod">
        <pc:chgData name="Lý Thanh Ngô" userId="d1fb4545a5d636d2" providerId="LiveId" clId="{ABD4904B-081A-47C6-B87B-1F2506E329D6}" dt="2025-03-30T04:55:30.455" v="1817" actId="123"/>
        <pc:sldMkLst>
          <pc:docMk/>
          <pc:sldMk cId="662654963" sldId="9885"/>
        </pc:sldMkLst>
        <pc:spChg chg="mod">
          <ac:chgData name="Lý Thanh Ngô" userId="d1fb4545a5d636d2" providerId="LiveId" clId="{ABD4904B-081A-47C6-B87B-1F2506E329D6}" dt="2025-03-30T04:55:30.455" v="1817" actId="123"/>
          <ac:spMkLst>
            <pc:docMk/>
            <pc:sldMk cId="662654963" sldId="9885"/>
            <ac:spMk id="87042" creationId="{D8A71609-0C98-EEF0-2D2E-B1E587497947}"/>
          </ac:spMkLst>
        </pc:spChg>
      </pc:sldChg>
      <pc:sldChg chg="modSp mod">
        <pc:chgData name="Lý Thanh Ngô" userId="d1fb4545a5d636d2" providerId="LiveId" clId="{ABD4904B-081A-47C6-B87B-1F2506E329D6}" dt="2025-03-30T04:57:01.172" v="1877" actId="255"/>
        <pc:sldMkLst>
          <pc:docMk/>
          <pc:sldMk cId="4290998353" sldId="9886"/>
        </pc:sldMkLst>
        <pc:spChg chg="mod">
          <ac:chgData name="Lý Thanh Ngô" userId="d1fb4545a5d636d2" providerId="LiveId" clId="{ABD4904B-081A-47C6-B87B-1F2506E329D6}" dt="2025-03-30T04:57:01.172" v="1877" actId="255"/>
          <ac:spMkLst>
            <pc:docMk/>
            <pc:sldMk cId="4290998353" sldId="9886"/>
            <ac:spMk id="87042" creationId="{4F796875-2FDD-ED52-CF5B-B6F4CA724F54}"/>
          </ac:spMkLst>
        </pc:spChg>
      </pc:sldChg>
      <pc:sldChg chg="modSp mod">
        <pc:chgData name="Lý Thanh Ngô" userId="d1fb4545a5d636d2" providerId="LiveId" clId="{ABD4904B-081A-47C6-B87B-1F2506E329D6}" dt="2025-03-30T04:57:28.801" v="1886" actId="255"/>
        <pc:sldMkLst>
          <pc:docMk/>
          <pc:sldMk cId="3520831965" sldId="9887"/>
        </pc:sldMkLst>
        <pc:spChg chg="mod">
          <ac:chgData name="Lý Thanh Ngô" userId="d1fb4545a5d636d2" providerId="LiveId" clId="{ABD4904B-081A-47C6-B87B-1F2506E329D6}" dt="2025-03-30T04:57:28.801" v="1886" actId="255"/>
          <ac:spMkLst>
            <pc:docMk/>
            <pc:sldMk cId="3520831965" sldId="9887"/>
            <ac:spMk id="87042" creationId="{47B993B1-4E7E-3623-5845-358F89A38981}"/>
          </ac:spMkLst>
        </pc:spChg>
      </pc:sldChg>
      <pc:sldChg chg="modSp del mod">
        <pc:chgData name="Lý Thanh Ngô" userId="d1fb4545a5d636d2" providerId="LiveId" clId="{ABD4904B-081A-47C6-B87B-1F2506E329D6}" dt="2025-03-30T04:57:32.745" v="1887" actId="47"/>
        <pc:sldMkLst>
          <pc:docMk/>
          <pc:sldMk cId="1525044725" sldId="9888"/>
        </pc:sldMkLst>
      </pc:sldChg>
      <pc:sldChg chg="modSp mod">
        <pc:chgData name="Lý Thanh Ngô" userId="d1fb4545a5d636d2" providerId="LiveId" clId="{ABD4904B-081A-47C6-B87B-1F2506E329D6}" dt="2025-03-30T04:20:46.642" v="768" actId="20577"/>
        <pc:sldMkLst>
          <pc:docMk/>
          <pc:sldMk cId="2160185228" sldId="9889"/>
        </pc:sldMkLst>
        <pc:spChg chg="mod">
          <ac:chgData name="Lý Thanh Ngô" userId="d1fb4545a5d636d2" providerId="LiveId" clId="{ABD4904B-081A-47C6-B87B-1F2506E329D6}" dt="2025-03-30T04:20:46.642" v="768" actId="20577"/>
          <ac:spMkLst>
            <pc:docMk/>
            <pc:sldMk cId="2160185228" sldId="9889"/>
            <ac:spMk id="46082" creationId="{7F10E4E4-09C3-1CB5-C4A2-CFBEECAD9E94}"/>
          </ac:spMkLst>
        </pc:spChg>
      </pc:sldChg>
      <pc:sldChg chg="modSp mod">
        <pc:chgData name="Lý Thanh Ngô" userId="d1fb4545a5d636d2" providerId="LiveId" clId="{ABD4904B-081A-47C6-B87B-1F2506E329D6}" dt="2025-03-30T04:58:20.969" v="1904" actId="255"/>
        <pc:sldMkLst>
          <pc:docMk/>
          <pc:sldMk cId="13721989" sldId="9890"/>
        </pc:sldMkLst>
        <pc:spChg chg="mod">
          <ac:chgData name="Lý Thanh Ngô" userId="d1fb4545a5d636d2" providerId="LiveId" clId="{ABD4904B-081A-47C6-B87B-1F2506E329D6}" dt="2025-03-30T04:58:20.969" v="1904" actId="255"/>
          <ac:spMkLst>
            <pc:docMk/>
            <pc:sldMk cId="13721989" sldId="9890"/>
            <ac:spMk id="87042" creationId="{EA32DEC4-77F7-E4F0-E43C-66DB26030237}"/>
          </ac:spMkLst>
        </pc:spChg>
      </pc:sldChg>
      <pc:sldChg chg="modSp mod">
        <pc:chgData name="Lý Thanh Ngô" userId="d1fb4545a5d636d2" providerId="LiveId" clId="{ABD4904B-081A-47C6-B87B-1F2506E329D6}" dt="2025-03-30T04:58:28.020" v="1905" actId="123"/>
        <pc:sldMkLst>
          <pc:docMk/>
          <pc:sldMk cId="1952414727" sldId="9891"/>
        </pc:sldMkLst>
        <pc:spChg chg="mod">
          <ac:chgData name="Lý Thanh Ngô" userId="d1fb4545a5d636d2" providerId="LiveId" clId="{ABD4904B-081A-47C6-B87B-1F2506E329D6}" dt="2025-03-30T04:58:28.020" v="1905" actId="123"/>
          <ac:spMkLst>
            <pc:docMk/>
            <pc:sldMk cId="1952414727" sldId="9891"/>
            <ac:spMk id="87042" creationId="{8B5415F9-5B1C-F1AB-A470-19E098C759C2}"/>
          </ac:spMkLst>
        </pc:spChg>
      </pc:sldChg>
      <pc:sldChg chg="modSp mod">
        <pc:chgData name="Lý Thanh Ngô" userId="d1fb4545a5d636d2" providerId="LiveId" clId="{ABD4904B-081A-47C6-B87B-1F2506E329D6}" dt="2025-03-30T04:20:55.749" v="802" actId="20577"/>
        <pc:sldMkLst>
          <pc:docMk/>
          <pc:sldMk cId="3359446926" sldId="9892"/>
        </pc:sldMkLst>
        <pc:spChg chg="mod">
          <ac:chgData name="Lý Thanh Ngô" userId="d1fb4545a5d636d2" providerId="LiveId" clId="{ABD4904B-081A-47C6-B87B-1F2506E329D6}" dt="2025-03-30T04:20:55.749" v="802" actId="20577"/>
          <ac:spMkLst>
            <pc:docMk/>
            <pc:sldMk cId="3359446926" sldId="9892"/>
            <ac:spMk id="46082" creationId="{3893F0D4-65DD-5D42-B970-F583E8012BD1}"/>
          </ac:spMkLst>
        </pc:spChg>
      </pc:sldChg>
      <pc:sldChg chg="modSp mod">
        <pc:chgData name="Lý Thanh Ngô" userId="d1fb4545a5d636d2" providerId="LiveId" clId="{ABD4904B-081A-47C6-B87B-1F2506E329D6}" dt="2025-03-30T04:58:42.064" v="1906" actId="123"/>
        <pc:sldMkLst>
          <pc:docMk/>
          <pc:sldMk cId="3719311503" sldId="9893"/>
        </pc:sldMkLst>
        <pc:spChg chg="mod">
          <ac:chgData name="Lý Thanh Ngô" userId="d1fb4545a5d636d2" providerId="LiveId" clId="{ABD4904B-081A-47C6-B87B-1F2506E329D6}" dt="2025-03-30T04:58:42.064" v="1906" actId="123"/>
          <ac:spMkLst>
            <pc:docMk/>
            <pc:sldMk cId="3719311503" sldId="9893"/>
            <ac:spMk id="87042" creationId="{9D6177F0-5E6C-608E-3A88-D9044B9315F4}"/>
          </ac:spMkLst>
        </pc:spChg>
      </pc:sldChg>
      <pc:sldChg chg="modSp mod">
        <pc:chgData name="Lý Thanh Ngô" userId="d1fb4545a5d636d2" providerId="LiveId" clId="{ABD4904B-081A-47C6-B87B-1F2506E329D6}" dt="2025-03-30T04:58:45.926" v="1907" actId="123"/>
        <pc:sldMkLst>
          <pc:docMk/>
          <pc:sldMk cId="316058304" sldId="9894"/>
        </pc:sldMkLst>
      </pc:sldChg>
      <pc:sldChg chg="modSp mod">
        <pc:chgData name="Lý Thanh Ngô" userId="d1fb4545a5d636d2" providerId="LiveId" clId="{ABD4904B-081A-47C6-B87B-1F2506E329D6}" dt="2025-03-30T04:58:48.681" v="1908" actId="123"/>
        <pc:sldMkLst>
          <pc:docMk/>
          <pc:sldMk cId="1521856680" sldId="9895"/>
        </pc:sldMkLst>
        <pc:spChg chg="mod">
          <ac:chgData name="Lý Thanh Ngô" userId="d1fb4545a5d636d2" providerId="LiveId" clId="{ABD4904B-081A-47C6-B87B-1F2506E329D6}" dt="2025-03-30T04:58:48.681" v="1908" actId="123"/>
          <ac:spMkLst>
            <pc:docMk/>
            <pc:sldMk cId="1521856680" sldId="9895"/>
            <ac:spMk id="87042" creationId="{5E4C3294-384A-CFC9-ED45-0243B0AA62AF}"/>
          </ac:spMkLst>
        </pc:spChg>
      </pc:sldChg>
      <pc:sldChg chg="modSp mod">
        <pc:chgData name="Lý Thanh Ngô" userId="d1fb4545a5d636d2" providerId="LiveId" clId="{ABD4904B-081A-47C6-B87B-1F2506E329D6}" dt="2025-03-30T04:58:51.566" v="1909" actId="123"/>
        <pc:sldMkLst>
          <pc:docMk/>
          <pc:sldMk cId="367318003" sldId="9896"/>
        </pc:sldMkLst>
      </pc:sldChg>
      <pc:sldChg chg="modSp mod">
        <pc:chgData name="Lý Thanh Ngô" userId="d1fb4545a5d636d2" providerId="LiveId" clId="{ABD4904B-081A-47C6-B87B-1F2506E329D6}" dt="2025-03-30T04:58:55.482" v="1910" actId="123"/>
        <pc:sldMkLst>
          <pc:docMk/>
          <pc:sldMk cId="121284145" sldId="9897"/>
        </pc:sldMkLst>
        <pc:spChg chg="mod">
          <ac:chgData name="Lý Thanh Ngô" userId="d1fb4545a5d636d2" providerId="LiveId" clId="{ABD4904B-081A-47C6-B87B-1F2506E329D6}" dt="2025-03-30T04:58:55.482" v="1910" actId="123"/>
          <ac:spMkLst>
            <pc:docMk/>
            <pc:sldMk cId="121284145" sldId="9897"/>
            <ac:spMk id="87042" creationId="{EF956515-5E3A-1C60-EEC1-B8BC2F8729E5}"/>
          </ac:spMkLst>
        </pc:spChg>
      </pc:sldChg>
      <pc:sldChg chg="modSp mod">
        <pc:chgData name="Lý Thanh Ngô" userId="d1fb4545a5d636d2" providerId="LiveId" clId="{ABD4904B-081A-47C6-B87B-1F2506E329D6}" dt="2025-03-30T04:59:10.744" v="1916" actId="122"/>
        <pc:sldMkLst>
          <pc:docMk/>
          <pc:sldMk cId="1078366241" sldId="9900"/>
        </pc:sldMkLst>
        <pc:spChg chg="mod">
          <ac:chgData name="Lý Thanh Ngô" userId="d1fb4545a5d636d2" providerId="LiveId" clId="{ABD4904B-081A-47C6-B87B-1F2506E329D6}" dt="2025-03-30T04:59:10.744" v="1916" actId="122"/>
          <ac:spMkLst>
            <pc:docMk/>
            <pc:sldMk cId="1078366241" sldId="9900"/>
            <ac:spMk id="46082" creationId="{44F3A9AE-039F-15BA-D2A3-30FDFA699F44}"/>
          </ac:spMkLst>
        </pc:spChg>
      </pc:sldChg>
      <pc:sldChg chg="modSp mod">
        <pc:chgData name="Lý Thanh Ngô" userId="d1fb4545a5d636d2" providerId="LiveId" clId="{ABD4904B-081A-47C6-B87B-1F2506E329D6}" dt="2025-03-30T04:59:15.465" v="1917" actId="123"/>
        <pc:sldMkLst>
          <pc:docMk/>
          <pc:sldMk cId="1608661232" sldId="9901"/>
        </pc:sldMkLst>
        <pc:spChg chg="mod">
          <ac:chgData name="Lý Thanh Ngô" userId="d1fb4545a5d636d2" providerId="LiveId" clId="{ABD4904B-081A-47C6-B87B-1F2506E329D6}" dt="2025-03-30T04:59:15.465" v="1917" actId="123"/>
          <ac:spMkLst>
            <pc:docMk/>
            <pc:sldMk cId="1608661232" sldId="9901"/>
            <ac:spMk id="46082" creationId="{FF7D9A66-A37E-54A8-65CA-B9AC17CC62FF}"/>
          </ac:spMkLst>
        </pc:spChg>
      </pc:sldChg>
      <pc:sldChg chg="modSp mod">
        <pc:chgData name="Lý Thanh Ngô" userId="d1fb4545a5d636d2" providerId="LiveId" clId="{ABD4904B-081A-47C6-B87B-1F2506E329D6}" dt="2025-03-30T04:59:18.933" v="1918" actId="123"/>
        <pc:sldMkLst>
          <pc:docMk/>
          <pc:sldMk cId="2629207321" sldId="9902"/>
        </pc:sldMkLst>
        <pc:spChg chg="mod">
          <ac:chgData name="Lý Thanh Ngô" userId="d1fb4545a5d636d2" providerId="LiveId" clId="{ABD4904B-081A-47C6-B87B-1F2506E329D6}" dt="2025-03-30T04:59:18.933" v="1918" actId="123"/>
          <ac:spMkLst>
            <pc:docMk/>
            <pc:sldMk cId="2629207321" sldId="9902"/>
            <ac:spMk id="46082" creationId="{6246C1CF-B2C1-5F3F-9394-7F923C0F61E1}"/>
          </ac:spMkLst>
        </pc:spChg>
      </pc:sldChg>
      <pc:sldChg chg="modSp mod">
        <pc:chgData name="Lý Thanh Ngô" userId="d1fb4545a5d636d2" providerId="LiveId" clId="{ABD4904B-081A-47C6-B87B-1F2506E329D6}" dt="2025-03-30T04:59:22.598" v="1919" actId="123"/>
        <pc:sldMkLst>
          <pc:docMk/>
          <pc:sldMk cId="1290835927" sldId="9903"/>
        </pc:sldMkLst>
      </pc:sldChg>
      <pc:sldChg chg="modSp mod">
        <pc:chgData name="Lý Thanh Ngô" userId="d1fb4545a5d636d2" providerId="LiveId" clId="{ABD4904B-081A-47C6-B87B-1F2506E329D6}" dt="2025-03-30T04:59:25.909" v="1920" actId="123"/>
        <pc:sldMkLst>
          <pc:docMk/>
          <pc:sldMk cId="4150645961" sldId="9904"/>
        </pc:sldMkLst>
        <pc:spChg chg="mod">
          <ac:chgData name="Lý Thanh Ngô" userId="d1fb4545a5d636d2" providerId="LiveId" clId="{ABD4904B-081A-47C6-B87B-1F2506E329D6}" dt="2025-03-30T04:59:25.909" v="1920" actId="123"/>
          <ac:spMkLst>
            <pc:docMk/>
            <pc:sldMk cId="4150645961" sldId="9904"/>
            <ac:spMk id="46082" creationId="{236B643C-42FE-0444-4FEE-828177A8F322}"/>
          </ac:spMkLst>
        </pc:spChg>
      </pc:sldChg>
      <pc:sldChg chg="modSp mod">
        <pc:chgData name="Lý Thanh Ngô" userId="d1fb4545a5d636d2" providerId="LiveId" clId="{ABD4904B-081A-47C6-B87B-1F2506E329D6}" dt="2025-03-30T04:59:28.436" v="1921" actId="123"/>
        <pc:sldMkLst>
          <pc:docMk/>
          <pc:sldMk cId="3470603365" sldId="9905"/>
        </pc:sldMkLst>
        <pc:spChg chg="mod">
          <ac:chgData name="Lý Thanh Ngô" userId="d1fb4545a5d636d2" providerId="LiveId" clId="{ABD4904B-081A-47C6-B87B-1F2506E329D6}" dt="2025-03-30T04:59:28.436" v="1921" actId="123"/>
          <ac:spMkLst>
            <pc:docMk/>
            <pc:sldMk cId="3470603365" sldId="9905"/>
            <ac:spMk id="46082" creationId="{4855D5D5-42B6-03AA-D0C5-C060017BD8DF}"/>
          </ac:spMkLst>
        </pc:spChg>
      </pc:sldChg>
      <pc:sldChg chg="modSp mod">
        <pc:chgData name="Lý Thanh Ngô" userId="d1fb4545a5d636d2" providerId="LiveId" clId="{ABD4904B-081A-47C6-B87B-1F2506E329D6}" dt="2025-03-30T04:33:39.806" v="1246" actId="207"/>
        <pc:sldMkLst>
          <pc:docMk/>
          <pc:sldMk cId="1613890805" sldId="9906"/>
        </pc:sldMkLst>
        <pc:spChg chg="mod">
          <ac:chgData name="Lý Thanh Ngô" userId="d1fb4545a5d636d2" providerId="LiveId" clId="{ABD4904B-081A-47C6-B87B-1F2506E329D6}" dt="2025-03-30T04:33:39.806" v="1246" actId="207"/>
          <ac:spMkLst>
            <pc:docMk/>
            <pc:sldMk cId="1613890805" sldId="9906"/>
            <ac:spMk id="46082" creationId="{15972B90-D4B5-7307-77D9-8F1546BE592A}"/>
          </ac:spMkLst>
        </pc:spChg>
      </pc:sldChg>
      <pc:sldChg chg="modSp mod">
        <pc:chgData name="Lý Thanh Ngô" userId="d1fb4545a5d636d2" providerId="LiveId" clId="{ABD4904B-081A-47C6-B87B-1F2506E329D6}" dt="2025-03-30T04:59:43.046" v="1927" actId="122"/>
        <pc:sldMkLst>
          <pc:docMk/>
          <pc:sldMk cId="576050836" sldId="9907"/>
        </pc:sldMkLst>
        <pc:spChg chg="mod">
          <ac:chgData name="Lý Thanh Ngô" userId="d1fb4545a5d636d2" providerId="LiveId" clId="{ABD4904B-081A-47C6-B87B-1F2506E329D6}" dt="2025-03-30T04:59:43.046" v="1927" actId="122"/>
          <ac:spMkLst>
            <pc:docMk/>
            <pc:sldMk cId="576050836" sldId="9907"/>
            <ac:spMk id="46082" creationId="{256126B9-69D1-A440-AA9D-73146B07307C}"/>
          </ac:spMkLst>
        </pc:spChg>
      </pc:sldChg>
      <pc:sldChg chg="modSp mod">
        <pc:chgData name="Lý Thanh Ngô" userId="d1fb4545a5d636d2" providerId="LiveId" clId="{ABD4904B-081A-47C6-B87B-1F2506E329D6}" dt="2025-03-30T04:59:48.514" v="1928" actId="123"/>
        <pc:sldMkLst>
          <pc:docMk/>
          <pc:sldMk cId="2827542806" sldId="9908"/>
        </pc:sldMkLst>
        <pc:spChg chg="mod">
          <ac:chgData name="Lý Thanh Ngô" userId="d1fb4545a5d636d2" providerId="LiveId" clId="{ABD4904B-081A-47C6-B87B-1F2506E329D6}" dt="2025-03-30T04:59:48.514" v="1928" actId="123"/>
          <ac:spMkLst>
            <pc:docMk/>
            <pc:sldMk cId="2827542806" sldId="9908"/>
            <ac:spMk id="46082" creationId="{306480E5-0698-C66D-1ED9-AA4B2A88B6EA}"/>
          </ac:spMkLst>
        </pc:spChg>
      </pc:sldChg>
      <pc:sldChg chg="modSp mod">
        <pc:chgData name="Lý Thanh Ngô" userId="d1fb4545a5d636d2" providerId="LiveId" clId="{ABD4904B-081A-47C6-B87B-1F2506E329D6}" dt="2025-03-30T04:59:50.468" v="1929" actId="123"/>
        <pc:sldMkLst>
          <pc:docMk/>
          <pc:sldMk cId="159199625" sldId="9909"/>
        </pc:sldMkLst>
        <pc:spChg chg="mod">
          <ac:chgData name="Lý Thanh Ngô" userId="d1fb4545a5d636d2" providerId="LiveId" clId="{ABD4904B-081A-47C6-B87B-1F2506E329D6}" dt="2025-03-30T04:59:50.468" v="1929" actId="123"/>
          <ac:spMkLst>
            <pc:docMk/>
            <pc:sldMk cId="159199625" sldId="9909"/>
            <ac:spMk id="46082" creationId="{B141D9D1-57C4-8622-8A12-15440C6F1202}"/>
          </ac:spMkLst>
        </pc:spChg>
      </pc:sldChg>
      <pc:sldChg chg="modSp mod">
        <pc:chgData name="Lý Thanh Ngô" userId="d1fb4545a5d636d2" providerId="LiveId" clId="{ABD4904B-081A-47C6-B87B-1F2506E329D6}" dt="2025-03-30T04:59:54.180" v="1930" actId="123"/>
        <pc:sldMkLst>
          <pc:docMk/>
          <pc:sldMk cId="2074675852" sldId="9910"/>
        </pc:sldMkLst>
        <pc:spChg chg="mod">
          <ac:chgData name="Lý Thanh Ngô" userId="d1fb4545a5d636d2" providerId="LiveId" clId="{ABD4904B-081A-47C6-B87B-1F2506E329D6}" dt="2025-03-30T04:59:54.180" v="1930" actId="123"/>
          <ac:spMkLst>
            <pc:docMk/>
            <pc:sldMk cId="2074675852" sldId="9910"/>
            <ac:spMk id="46082" creationId="{758ECD1A-DC89-8A0B-D94A-4526E8992F46}"/>
          </ac:spMkLst>
        </pc:spChg>
      </pc:sldChg>
      <pc:sldChg chg="modSp mod">
        <pc:chgData name="Lý Thanh Ngô" userId="d1fb4545a5d636d2" providerId="LiveId" clId="{ABD4904B-081A-47C6-B87B-1F2506E329D6}" dt="2025-03-30T05:00:01.223" v="1931" actId="123"/>
        <pc:sldMkLst>
          <pc:docMk/>
          <pc:sldMk cId="1253784387" sldId="9911"/>
        </pc:sldMkLst>
        <pc:spChg chg="mod">
          <ac:chgData name="Lý Thanh Ngô" userId="d1fb4545a5d636d2" providerId="LiveId" clId="{ABD4904B-081A-47C6-B87B-1F2506E329D6}" dt="2025-03-30T05:00:01.223" v="1931" actId="123"/>
          <ac:spMkLst>
            <pc:docMk/>
            <pc:sldMk cId="1253784387" sldId="9911"/>
            <ac:spMk id="46082" creationId="{15C01A9F-E3DC-CD0C-C3E1-C8A13A5CEB44}"/>
          </ac:spMkLst>
        </pc:spChg>
      </pc:sldChg>
      <pc:sldChg chg="modSp mod">
        <pc:chgData name="Lý Thanh Ngô" userId="d1fb4545a5d636d2" providerId="LiveId" clId="{ABD4904B-081A-47C6-B87B-1F2506E329D6}" dt="2025-03-30T05:00:04.544" v="1932" actId="123"/>
        <pc:sldMkLst>
          <pc:docMk/>
          <pc:sldMk cId="4061793047" sldId="9912"/>
        </pc:sldMkLst>
        <pc:spChg chg="mod">
          <ac:chgData name="Lý Thanh Ngô" userId="d1fb4545a5d636d2" providerId="LiveId" clId="{ABD4904B-081A-47C6-B87B-1F2506E329D6}" dt="2025-03-30T05:00:04.544" v="1932" actId="123"/>
          <ac:spMkLst>
            <pc:docMk/>
            <pc:sldMk cId="4061793047" sldId="9912"/>
            <ac:spMk id="46082" creationId="{8F726F33-0364-F5A4-C8A3-4F5B58DC56A1}"/>
          </ac:spMkLst>
        </pc:spChg>
      </pc:sldChg>
      <pc:sldChg chg="modSp mod">
        <pc:chgData name="Lý Thanh Ngô" userId="d1fb4545a5d636d2" providerId="LiveId" clId="{ABD4904B-081A-47C6-B87B-1F2506E329D6}" dt="2025-03-30T05:00:18.995" v="1939" actId="20577"/>
        <pc:sldMkLst>
          <pc:docMk/>
          <pc:sldMk cId="3165449530" sldId="9913"/>
        </pc:sldMkLst>
        <pc:spChg chg="mod">
          <ac:chgData name="Lý Thanh Ngô" userId="d1fb4545a5d636d2" providerId="LiveId" clId="{ABD4904B-081A-47C6-B87B-1F2506E329D6}" dt="2025-03-30T05:00:18.995" v="1939" actId="20577"/>
          <ac:spMkLst>
            <pc:docMk/>
            <pc:sldMk cId="3165449530" sldId="9913"/>
            <ac:spMk id="46082" creationId="{E1B29ADE-B01B-C893-7794-6987D636A811}"/>
          </ac:spMkLst>
        </pc:spChg>
      </pc:sldChg>
      <pc:sldChg chg="modSp mod">
        <pc:chgData name="Lý Thanh Ngô" userId="d1fb4545a5d636d2" providerId="LiveId" clId="{ABD4904B-081A-47C6-B87B-1F2506E329D6}" dt="2025-03-30T05:00:26.809" v="1940" actId="123"/>
        <pc:sldMkLst>
          <pc:docMk/>
          <pc:sldMk cId="522233016" sldId="9914"/>
        </pc:sldMkLst>
        <pc:spChg chg="mod">
          <ac:chgData name="Lý Thanh Ngô" userId="d1fb4545a5d636d2" providerId="LiveId" clId="{ABD4904B-081A-47C6-B87B-1F2506E329D6}" dt="2025-03-30T05:00:26.809" v="1940" actId="123"/>
          <ac:spMkLst>
            <pc:docMk/>
            <pc:sldMk cId="522233016" sldId="9914"/>
            <ac:spMk id="46082" creationId="{F6B68CC3-412D-C5F9-6BF0-12DAAFAB7C4C}"/>
          </ac:spMkLst>
        </pc:spChg>
      </pc:sldChg>
      <pc:sldChg chg="modSp mod">
        <pc:chgData name="Lý Thanh Ngô" userId="d1fb4545a5d636d2" providerId="LiveId" clId="{ABD4904B-081A-47C6-B87B-1F2506E329D6}" dt="2025-03-30T05:00:30.588" v="1941" actId="123"/>
        <pc:sldMkLst>
          <pc:docMk/>
          <pc:sldMk cId="2763764899" sldId="9915"/>
        </pc:sldMkLst>
        <pc:spChg chg="mod">
          <ac:chgData name="Lý Thanh Ngô" userId="d1fb4545a5d636d2" providerId="LiveId" clId="{ABD4904B-081A-47C6-B87B-1F2506E329D6}" dt="2025-03-30T05:00:30.588" v="1941" actId="123"/>
          <ac:spMkLst>
            <pc:docMk/>
            <pc:sldMk cId="2763764899" sldId="9915"/>
            <ac:spMk id="46082" creationId="{C4B159FC-D56B-AFDD-468E-8327FB5A59E9}"/>
          </ac:spMkLst>
        </pc:spChg>
      </pc:sldChg>
      <pc:sldChg chg="modSp mod">
        <pc:chgData name="Lý Thanh Ngô" userId="d1fb4545a5d636d2" providerId="LiveId" clId="{ABD4904B-081A-47C6-B87B-1F2506E329D6}" dt="2025-03-30T05:00:34.768" v="1942" actId="123"/>
        <pc:sldMkLst>
          <pc:docMk/>
          <pc:sldMk cId="2276341674" sldId="9916"/>
        </pc:sldMkLst>
        <pc:spChg chg="mod">
          <ac:chgData name="Lý Thanh Ngô" userId="d1fb4545a5d636d2" providerId="LiveId" clId="{ABD4904B-081A-47C6-B87B-1F2506E329D6}" dt="2025-03-30T05:00:34.768" v="1942" actId="123"/>
          <ac:spMkLst>
            <pc:docMk/>
            <pc:sldMk cId="2276341674" sldId="9916"/>
            <ac:spMk id="46082" creationId="{64D8C2BA-B418-ED2B-49CA-A3324EE34F84}"/>
          </ac:spMkLst>
        </pc:spChg>
      </pc:sldChg>
      <pc:sldChg chg="modSp mod">
        <pc:chgData name="Lý Thanh Ngô" userId="d1fb4545a5d636d2" providerId="LiveId" clId="{ABD4904B-081A-47C6-B87B-1F2506E329D6}" dt="2025-03-30T05:00:37.578" v="1943" actId="123"/>
        <pc:sldMkLst>
          <pc:docMk/>
          <pc:sldMk cId="888088382" sldId="9917"/>
        </pc:sldMkLst>
        <pc:spChg chg="mod">
          <ac:chgData name="Lý Thanh Ngô" userId="d1fb4545a5d636d2" providerId="LiveId" clId="{ABD4904B-081A-47C6-B87B-1F2506E329D6}" dt="2025-03-30T05:00:37.578" v="1943" actId="123"/>
          <ac:spMkLst>
            <pc:docMk/>
            <pc:sldMk cId="888088382" sldId="9917"/>
            <ac:spMk id="46082" creationId="{0BDA323C-35E3-FDBD-2A4E-51EF8EC81D80}"/>
          </ac:spMkLst>
        </pc:spChg>
      </pc:sldChg>
      <pc:sldChg chg="modSp mod">
        <pc:chgData name="Lý Thanh Ngô" userId="d1fb4545a5d636d2" providerId="LiveId" clId="{ABD4904B-081A-47C6-B87B-1F2506E329D6}" dt="2025-03-30T05:00:40.431" v="1944" actId="123"/>
        <pc:sldMkLst>
          <pc:docMk/>
          <pc:sldMk cId="574032678" sldId="9918"/>
        </pc:sldMkLst>
        <pc:spChg chg="mod">
          <ac:chgData name="Lý Thanh Ngô" userId="d1fb4545a5d636d2" providerId="LiveId" clId="{ABD4904B-081A-47C6-B87B-1F2506E329D6}" dt="2025-03-30T05:00:40.431" v="1944" actId="123"/>
          <ac:spMkLst>
            <pc:docMk/>
            <pc:sldMk cId="574032678" sldId="9918"/>
            <ac:spMk id="46082" creationId="{61F1A4DB-79ED-8B9A-714E-8288BF017CD5}"/>
          </ac:spMkLst>
        </pc:spChg>
      </pc:sldChg>
      <pc:sldChg chg="modSp mod">
        <pc:chgData name="Lý Thanh Ngô" userId="d1fb4545a5d636d2" providerId="LiveId" clId="{ABD4904B-081A-47C6-B87B-1F2506E329D6}" dt="2025-03-30T05:00:43.285" v="1945" actId="123"/>
        <pc:sldMkLst>
          <pc:docMk/>
          <pc:sldMk cId="3268485197" sldId="9919"/>
        </pc:sldMkLst>
        <pc:spChg chg="mod">
          <ac:chgData name="Lý Thanh Ngô" userId="d1fb4545a5d636d2" providerId="LiveId" clId="{ABD4904B-081A-47C6-B87B-1F2506E329D6}" dt="2025-03-30T05:00:43.285" v="1945" actId="123"/>
          <ac:spMkLst>
            <pc:docMk/>
            <pc:sldMk cId="3268485197" sldId="9919"/>
            <ac:spMk id="46082" creationId="{CA418B87-6FFE-4F3F-0A00-510748A83D7A}"/>
          </ac:spMkLst>
        </pc:spChg>
      </pc:sldChg>
      <pc:sldChg chg="modSp mod">
        <pc:chgData name="Lý Thanh Ngô" userId="d1fb4545a5d636d2" providerId="LiveId" clId="{ABD4904B-081A-47C6-B87B-1F2506E329D6}" dt="2025-03-30T05:00:47.370" v="1946" actId="123"/>
        <pc:sldMkLst>
          <pc:docMk/>
          <pc:sldMk cId="187347292" sldId="9920"/>
        </pc:sldMkLst>
        <pc:spChg chg="mod">
          <ac:chgData name="Lý Thanh Ngô" userId="d1fb4545a5d636d2" providerId="LiveId" clId="{ABD4904B-081A-47C6-B87B-1F2506E329D6}" dt="2025-03-30T05:00:47.370" v="1946" actId="123"/>
          <ac:spMkLst>
            <pc:docMk/>
            <pc:sldMk cId="187347292" sldId="9920"/>
            <ac:spMk id="46082" creationId="{23E3E4F5-F2FC-70A2-4DCB-357274CFE020}"/>
          </ac:spMkLst>
        </pc:spChg>
      </pc:sldChg>
      <pc:sldChg chg="modSp mod">
        <pc:chgData name="Lý Thanh Ngô" userId="d1fb4545a5d636d2" providerId="LiveId" clId="{ABD4904B-081A-47C6-B87B-1F2506E329D6}" dt="2025-03-30T05:00:53.792" v="1947" actId="123"/>
        <pc:sldMkLst>
          <pc:docMk/>
          <pc:sldMk cId="1295548846" sldId="9921"/>
        </pc:sldMkLst>
        <pc:spChg chg="mod">
          <ac:chgData name="Lý Thanh Ngô" userId="d1fb4545a5d636d2" providerId="LiveId" clId="{ABD4904B-081A-47C6-B87B-1F2506E329D6}" dt="2025-03-30T05:00:53.792" v="1947" actId="123"/>
          <ac:spMkLst>
            <pc:docMk/>
            <pc:sldMk cId="1295548846" sldId="9921"/>
            <ac:spMk id="46082" creationId="{AB45D9CD-917A-320C-6C9D-94B009DFE745}"/>
          </ac:spMkLst>
        </pc:spChg>
      </pc:sldChg>
      <pc:sldChg chg="modSp mod">
        <pc:chgData name="Lý Thanh Ngô" userId="d1fb4545a5d636d2" providerId="LiveId" clId="{ABD4904B-081A-47C6-B87B-1F2506E329D6}" dt="2025-03-30T05:00:56.698" v="1948" actId="123"/>
        <pc:sldMkLst>
          <pc:docMk/>
          <pc:sldMk cId="1032720080" sldId="9922"/>
        </pc:sldMkLst>
        <pc:spChg chg="mod">
          <ac:chgData name="Lý Thanh Ngô" userId="d1fb4545a5d636d2" providerId="LiveId" clId="{ABD4904B-081A-47C6-B87B-1F2506E329D6}" dt="2025-03-30T05:00:56.698" v="1948" actId="123"/>
          <ac:spMkLst>
            <pc:docMk/>
            <pc:sldMk cId="1032720080" sldId="9922"/>
            <ac:spMk id="46082" creationId="{B04F7272-7E7A-4D00-E89F-1A611CCD4996}"/>
          </ac:spMkLst>
        </pc:spChg>
      </pc:sldChg>
      <pc:sldChg chg="modSp mod">
        <pc:chgData name="Lý Thanh Ngô" userId="d1fb4545a5d636d2" providerId="LiveId" clId="{ABD4904B-081A-47C6-B87B-1F2506E329D6}" dt="2025-03-30T05:00:59.891" v="1949" actId="123"/>
        <pc:sldMkLst>
          <pc:docMk/>
          <pc:sldMk cId="1660952084" sldId="9923"/>
        </pc:sldMkLst>
        <pc:spChg chg="mod">
          <ac:chgData name="Lý Thanh Ngô" userId="d1fb4545a5d636d2" providerId="LiveId" clId="{ABD4904B-081A-47C6-B87B-1F2506E329D6}" dt="2025-03-30T05:00:59.891" v="1949" actId="123"/>
          <ac:spMkLst>
            <pc:docMk/>
            <pc:sldMk cId="1660952084" sldId="9923"/>
            <ac:spMk id="46082" creationId="{3782FF22-374E-1F13-3700-806F91B3C50D}"/>
          </ac:spMkLst>
        </pc:spChg>
      </pc:sldChg>
      <pc:sldChg chg="modSp mod">
        <pc:chgData name="Lý Thanh Ngô" userId="d1fb4545a5d636d2" providerId="LiveId" clId="{ABD4904B-081A-47C6-B87B-1F2506E329D6}" dt="2025-03-30T05:01:12.170" v="1953" actId="255"/>
        <pc:sldMkLst>
          <pc:docMk/>
          <pc:sldMk cId="135439565" sldId="9924"/>
        </pc:sldMkLst>
        <pc:spChg chg="mod">
          <ac:chgData name="Lý Thanh Ngô" userId="d1fb4545a5d636d2" providerId="LiveId" clId="{ABD4904B-081A-47C6-B87B-1F2506E329D6}" dt="2025-03-30T05:01:12.170" v="1953" actId="255"/>
          <ac:spMkLst>
            <pc:docMk/>
            <pc:sldMk cId="135439565" sldId="9924"/>
            <ac:spMk id="46082" creationId="{A04F28CD-D38D-D8A7-A32D-68EB065C63EC}"/>
          </ac:spMkLst>
        </pc:spChg>
      </pc:sldChg>
      <pc:sldChg chg="modSp mod">
        <pc:chgData name="Lý Thanh Ngô" userId="d1fb4545a5d636d2" providerId="LiveId" clId="{ABD4904B-081A-47C6-B87B-1F2506E329D6}" dt="2025-03-30T05:01:20.441" v="1956" actId="6549"/>
        <pc:sldMkLst>
          <pc:docMk/>
          <pc:sldMk cId="3976937419" sldId="9925"/>
        </pc:sldMkLst>
        <pc:spChg chg="mod">
          <ac:chgData name="Lý Thanh Ngô" userId="d1fb4545a5d636d2" providerId="LiveId" clId="{ABD4904B-081A-47C6-B87B-1F2506E329D6}" dt="2025-03-30T05:01:20.441" v="1956" actId="6549"/>
          <ac:spMkLst>
            <pc:docMk/>
            <pc:sldMk cId="3976937419" sldId="9925"/>
            <ac:spMk id="46082" creationId="{9076FCC7-650B-65D4-2AE8-2FF676493363}"/>
          </ac:spMkLst>
        </pc:spChg>
      </pc:sldChg>
      <pc:sldChg chg="modSp mod">
        <pc:chgData name="Lý Thanh Ngô" userId="d1fb4545a5d636d2" providerId="LiveId" clId="{ABD4904B-081A-47C6-B87B-1F2506E329D6}" dt="2025-03-30T05:01:24.556" v="1957" actId="123"/>
        <pc:sldMkLst>
          <pc:docMk/>
          <pc:sldMk cId="3849524063" sldId="9926"/>
        </pc:sldMkLst>
        <pc:spChg chg="mod">
          <ac:chgData name="Lý Thanh Ngô" userId="d1fb4545a5d636d2" providerId="LiveId" clId="{ABD4904B-081A-47C6-B87B-1F2506E329D6}" dt="2025-03-30T05:01:24.556" v="1957" actId="123"/>
          <ac:spMkLst>
            <pc:docMk/>
            <pc:sldMk cId="3849524063" sldId="9926"/>
            <ac:spMk id="46082" creationId="{4383DA44-7C29-F4D8-2001-51B997A82768}"/>
          </ac:spMkLst>
        </pc:spChg>
      </pc:sldChg>
      <pc:sldChg chg="modSp mod">
        <pc:chgData name="Lý Thanh Ngô" userId="d1fb4545a5d636d2" providerId="LiveId" clId="{ABD4904B-081A-47C6-B87B-1F2506E329D6}" dt="2025-03-30T05:01:31.712" v="1960" actId="20577"/>
        <pc:sldMkLst>
          <pc:docMk/>
          <pc:sldMk cId="4166180669" sldId="9927"/>
        </pc:sldMkLst>
        <pc:spChg chg="mod">
          <ac:chgData name="Lý Thanh Ngô" userId="d1fb4545a5d636d2" providerId="LiveId" clId="{ABD4904B-081A-47C6-B87B-1F2506E329D6}" dt="2025-03-30T05:01:31.712" v="1960" actId="20577"/>
          <ac:spMkLst>
            <pc:docMk/>
            <pc:sldMk cId="4166180669" sldId="9927"/>
            <ac:spMk id="46082" creationId="{345A4EAC-D0D7-F4D1-D9F1-844A947C5F1C}"/>
          </ac:spMkLst>
        </pc:spChg>
      </pc:sldChg>
      <pc:sldChg chg="modSp mod">
        <pc:chgData name="Lý Thanh Ngô" userId="d1fb4545a5d636d2" providerId="LiveId" clId="{ABD4904B-081A-47C6-B87B-1F2506E329D6}" dt="2025-03-30T05:01:44.811" v="1961" actId="123"/>
        <pc:sldMkLst>
          <pc:docMk/>
          <pc:sldMk cId="6715914" sldId="9928"/>
        </pc:sldMkLst>
        <pc:spChg chg="mod">
          <ac:chgData name="Lý Thanh Ngô" userId="d1fb4545a5d636d2" providerId="LiveId" clId="{ABD4904B-081A-47C6-B87B-1F2506E329D6}" dt="2025-03-30T05:01:44.811" v="1961" actId="123"/>
          <ac:spMkLst>
            <pc:docMk/>
            <pc:sldMk cId="6715914" sldId="9928"/>
            <ac:spMk id="46082" creationId="{A6102EEC-F65B-8198-2AD9-D11506836785}"/>
          </ac:spMkLst>
        </pc:spChg>
      </pc:sldChg>
      <pc:sldChg chg="modSp mod">
        <pc:chgData name="Lý Thanh Ngô" userId="d1fb4545a5d636d2" providerId="LiveId" clId="{ABD4904B-081A-47C6-B87B-1F2506E329D6}" dt="2025-03-30T05:01:58.649" v="1967" actId="20577"/>
        <pc:sldMkLst>
          <pc:docMk/>
          <pc:sldMk cId="3588150592" sldId="9929"/>
        </pc:sldMkLst>
        <pc:spChg chg="mod">
          <ac:chgData name="Lý Thanh Ngô" userId="d1fb4545a5d636d2" providerId="LiveId" clId="{ABD4904B-081A-47C6-B87B-1F2506E329D6}" dt="2025-03-30T05:01:58.649" v="1967" actId="20577"/>
          <ac:spMkLst>
            <pc:docMk/>
            <pc:sldMk cId="3588150592" sldId="9929"/>
            <ac:spMk id="46082" creationId="{AFB126A8-ED0F-3443-5038-5E183D1787AA}"/>
          </ac:spMkLst>
        </pc:spChg>
      </pc:sldChg>
      <pc:sldChg chg="modSp mod">
        <pc:chgData name="Lý Thanh Ngô" userId="d1fb4545a5d636d2" providerId="LiveId" clId="{ABD4904B-081A-47C6-B87B-1F2506E329D6}" dt="2025-03-30T05:02:05.390" v="1968" actId="123"/>
        <pc:sldMkLst>
          <pc:docMk/>
          <pc:sldMk cId="2367944318" sldId="9930"/>
        </pc:sldMkLst>
        <pc:spChg chg="mod">
          <ac:chgData name="Lý Thanh Ngô" userId="d1fb4545a5d636d2" providerId="LiveId" clId="{ABD4904B-081A-47C6-B87B-1F2506E329D6}" dt="2025-03-30T05:02:05.390" v="1968" actId="123"/>
          <ac:spMkLst>
            <pc:docMk/>
            <pc:sldMk cId="2367944318" sldId="9930"/>
            <ac:spMk id="46082" creationId="{B1B498CC-D6A0-FD46-C8FD-DB2124503A80}"/>
          </ac:spMkLst>
        </pc:spChg>
      </pc:sldChg>
      <pc:sldChg chg="modSp mod">
        <pc:chgData name="Lý Thanh Ngô" userId="d1fb4545a5d636d2" providerId="LiveId" clId="{ABD4904B-081A-47C6-B87B-1F2506E329D6}" dt="2025-03-30T05:02:10.170" v="1969" actId="123"/>
        <pc:sldMkLst>
          <pc:docMk/>
          <pc:sldMk cId="661416154" sldId="9931"/>
        </pc:sldMkLst>
        <pc:spChg chg="mod">
          <ac:chgData name="Lý Thanh Ngô" userId="d1fb4545a5d636d2" providerId="LiveId" clId="{ABD4904B-081A-47C6-B87B-1F2506E329D6}" dt="2025-03-30T05:02:10.170" v="1969" actId="123"/>
          <ac:spMkLst>
            <pc:docMk/>
            <pc:sldMk cId="661416154" sldId="9931"/>
            <ac:spMk id="46082" creationId="{83C3B709-7413-FADA-D182-7D3D4E2FA35F}"/>
          </ac:spMkLst>
        </pc:spChg>
      </pc:sldChg>
      <pc:sldChg chg="modSp mod">
        <pc:chgData name="Lý Thanh Ngô" userId="d1fb4545a5d636d2" providerId="LiveId" clId="{ABD4904B-081A-47C6-B87B-1F2506E329D6}" dt="2025-03-30T05:02:13.078" v="1970" actId="123"/>
        <pc:sldMkLst>
          <pc:docMk/>
          <pc:sldMk cId="2138796068" sldId="9932"/>
        </pc:sldMkLst>
        <pc:spChg chg="mod">
          <ac:chgData name="Lý Thanh Ngô" userId="d1fb4545a5d636d2" providerId="LiveId" clId="{ABD4904B-081A-47C6-B87B-1F2506E329D6}" dt="2025-03-30T05:02:13.078" v="1970" actId="123"/>
          <ac:spMkLst>
            <pc:docMk/>
            <pc:sldMk cId="2138796068" sldId="9932"/>
            <ac:spMk id="46082" creationId="{2ECB7632-4EC8-3ABB-6B5A-7BAD5CDE8E57}"/>
          </ac:spMkLst>
        </pc:spChg>
      </pc:sldChg>
      <pc:sldChg chg="modSp mod">
        <pc:chgData name="Lý Thanh Ngô" userId="d1fb4545a5d636d2" providerId="LiveId" clId="{ABD4904B-081A-47C6-B87B-1F2506E329D6}" dt="2025-03-30T05:02:32.964" v="1973" actId="255"/>
        <pc:sldMkLst>
          <pc:docMk/>
          <pc:sldMk cId="603951992" sldId="9933"/>
        </pc:sldMkLst>
        <pc:spChg chg="mod">
          <ac:chgData name="Lý Thanh Ngô" userId="d1fb4545a5d636d2" providerId="LiveId" clId="{ABD4904B-081A-47C6-B87B-1F2506E329D6}" dt="2025-03-30T05:02:32.964" v="1973" actId="255"/>
          <ac:spMkLst>
            <pc:docMk/>
            <pc:sldMk cId="603951992" sldId="9933"/>
            <ac:spMk id="46082" creationId="{BEC80A15-78DE-6A11-1B57-BC29ADB87B64}"/>
          </ac:spMkLst>
        </pc:spChg>
      </pc:sldChg>
      <pc:sldChg chg="modSp mod">
        <pc:chgData name="Lý Thanh Ngô" userId="d1fb4545a5d636d2" providerId="LiveId" clId="{ABD4904B-081A-47C6-B87B-1F2506E329D6}" dt="2025-03-30T05:02:41.316" v="1976" actId="403"/>
        <pc:sldMkLst>
          <pc:docMk/>
          <pc:sldMk cId="4139010742" sldId="9934"/>
        </pc:sldMkLst>
        <pc:spChg chg="mod">
          <ac:chgData name="Lý Thanh Ngô" userId="d1fb4545a5d636d2" providerId="LiveId" clId="{ABD4904B-081A-47C6-B87B-1F2506E329D6}" dt="2025-03-30T05:02:41.316" v="1976" actId="403"/>
          <ac:spMkLst>
            <pc:docMk/>
            <pc:sldMk cId="4139010742" sldId="9934"/>
            <ac:spMk id="46082" creationId="{EEF358A9-9BD6-B364-418E-E00F792B9830}"/>
          </ac:spMkLst>
        </pc:spChg>
      </pc:sldChg>
      <pc:sldChg chg="modSp mod">
        <pc:chgData name="Lý Thanh Ngô" userId="d1fb4545a5d636d2" providerId="LiveId" clId="{ABD4904B-081A-47C6-B87B-1F2506E329D6}" dt="2025-03-30T05:02:55.221" v="1990" actId="404"/>
        <pc:sldMkLst>
          <pc:docMk/>
          <pc:sldMk cId="678953230" sldId="9935"/>
        </pc:sldMkLst>
        <pc:spChg chg="mod">
          <ac:chgData name="Lý Thanh Ngô" userId="d1fb4545a5d636d2" providerId="LiveId" clId="{ABD4904B-081A-47C6-B87B-1F2506E329D6}" dt="2025-03-30T05:02:55.221" v="1990" actId="404"/>
          <ac:spMkLst>
            <pc:docMk/>
            <pc:sldMk cId="678953230" sldId="9935"/>
            <ac:spMk id="46082" creationId="{1A28ACAD-F88F-7701-345E-2C6AF61FD97E}"/>
          </ac:spMkLst>
        </pc:spChg>
      </pc:sldChg>
      <pc:sldChg chg="modSp add mod">
        <pc:chgData name="Lý Thanh Ngô" userId="d1fb4545a5d636d2" providerId="LiveId" clId="{ABD4904B-081A-47C6-B87B-1F2506E329D6}" dt="2025-03-30T04:33:10.668" v="1243" actId="403"/>
        <pc:sldMkLst>
          <pc:docMk/>
          <pc:sldMk cId="2840395799" sldId="9936"/>
        </pc:sldMkLst>
        <pc:spChg chg="mod">
          <ac:chgData name="Lý Thanh Ngô" userId="d1fb4545a5d636d2" providerId="LiveId" clId="{ABD4904B-081A-47C6-B87B-1F2506E329D6}" dt="2025-03-30T04:33:10.668" v="1243" actId="403"/>
          <ac:spMkLst>
            <pc:docMk/>
            <pc:sldMk cId="2840395799" sldId="9936"/>
            <ac:spMk id="66562" creationId="{21102977-3B5A-1558-31A1-C4E1BFDE937F}"/>
          </ac:spMkLst>
        </pc:spChg>
      </pc:sldChg>
      <pc:sldChg chg="add del ord">
        <pc:chgData name="Lý Thanh Ngô" userId="d1fb4545a5d636d2" providerId="LiveId" clId="{ABD4904B-081A-47C6-B87B-1F2506E329D6}" dt="2025-03-30T04:30:54.836" v="1203" actId="47"/>
        <pc:sldMkLst>
          <pc:docMk/>
          <pc:sldMk cId="3686030830" sldId="9936"/>
        </pc:sldMkLst>
      </pc:sldChg>
      <pc:sldChg chg="new setBg">
        <pc:chgData name="Lý Thanh Ngô" userId="d1fb4545a5d636d2" providerId="LiveId" clId="{ABD4904B-081A-47C6-B87B-1F2506E329D6}" dt="2025-03-30T04:47:52.793" v="1645"/>
        <pc:sldMkLst>
          <pc:docMk/>
          <pc:sldMk cId="1696849316" sldId="9937"/>
        </pc:sldMkLst>
      </pc:sldChg>
      <pc:sldMasterChg chg="del delSldLayout">
        <pc:chgData name="Lý Thanh Ngô" userId="d1fb4545a5d636d2" providerId="LiveId" clId="{ABD4904B-081A-47C6-B87B-1F2506E329D6}" dt="2025-03-27T07:54:44.862" v="623" actId="47"/>
        <pc:sldMasterMkLst>
          <pc:docMk/>
          <pc:sldMasterMk cId="2331289677" sldId="2147483660"/>
        </pc:sldMasterMkLst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1477452345" sldId="2147483661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2153371939" sldId="2147483662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1340841954" sldId="2147483663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1861417460" sldId="2147483664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3699463424" sldId="2147483665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4261573196" sldId="2147483666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4230551362" sldId="2147483667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3069658008" sldId="2147483668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394302990" sldId="2147483669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1533410086" sldId="2147483670"/>
          </pc:sldLayoutMkLst>
        </pc:sldLayoutChg>
        <pc:sldLayoutChg chg="del">
          <pc:chgData name="Lý Thanh Ngô" userId="d1fb4545a5d636d2" providerId="LiveId" clId="{ABD4904B-081A-47C6-B87B-1F2506E329D6}" dt="2025-03-27T07:54:44.862" v="623" actId="47"/>
          <pc:sldLayoutMkLst>
            <pc:docMk/>
            <pc:sldMasterMk cId="2331289677" sldId="2147483660"/>
            <pc:sldLayoutMk cId="2742728602" sldId="2147483671"/>
          </pc:sldLayoutMkLst>
        </pc:sldLayoutChg>
      </pc:sldMasterChg>
    </pc:docChg>
  </pc:docChgLst>
  <pc:docChgLst>
    <pc:chgData name="Lý Thanh Ngô" userId="d1fb4545a5d636d2" providerId="LiveId" clId="{F575B444-C68A-C747-A235-E506A0A29BF4}"/>
    <pc:docChg chg="addSld sldOrd">
      <pc:chgData name="Lý Thanh Ngô" userId="d1fb4545a5d636d2" providerId="LiveId" clId="{F575B444-C68A-C747-A235-E506A0A29BF4}" dt="2025-04-05T22:18:37.504" v="1" actId="1076"/>
      <pc:docMkLst>
        <pc:docMk/>
      </pc:docMkLst>
      <pc:sldChg chg="new ord">
        <pc:chgData name="Lý Thanh Ngô" userId="d1fb4545a5d636d2" providerId="LiveId" clId="{F575B444-C68A-C747-A235-E506A0A29BF4}" dt="2025-04-05T22:18:37.504" v="1" actId="1076"/>
        <pc:sldMkLst>
          <pc:docMk/>
          <pc:sldMk cId="901106724" sldId="99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1FF8C-FB8E-45AF-B0FA-95B6560BE94A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246CF-7178-41AD-B6F8-BACEEA28F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397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1F860-7B8A-D384-D883-B3331C97E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DF2BB-E423-6D65-F074-207439947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674E9-42B4-2325-5CE9-B4619C627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3392B-4D7C-11C6-37EC-2C28C88E2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12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608CA-AC9C-9000-FC37-B0A45EB78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8C671-5897-95C6-B33B-DE2C20887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F65EB7-4CE6-3B1B-5325-660B5F8FD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020A1-4208-4D01-67E2-76069BACA1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37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046A3-7E98-A19A-71B6-47E25B7E3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489AB-0363-49DD-7B93-D912B73CA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05F3F-247A-0C2B-2E4B-A1AA6E78B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C7DF2-3A82-8A05-3887-FD430974D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68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13EC5-1FFF-B6B4-F833-23C15D10F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0337EA-6FD4-76CD-78EF-C821F355D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9260B-70BA-BC7C-719E-87A675442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C6B5D-CEFD-5E51-0671-5403039447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597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34EC5-0575-DCE3-92BC-38C2824C3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C38BE5-2BA9-54A2-EAD4-EF9B86376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60878-72E0-698A-FE3F-DDA0FF847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92C48-A8DB-8A38-893A-63105166F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5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F48FD-A3B5-D61C-AF8B-7F4B9B415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0BC21-B18F-DBD7-BF3B-1CD39FFF8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7B1BA-E9C8-5D56-BD9A-9BDBC7301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04449-6F9D-022D-D0B7-3A686B636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9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094C6-3A27-CB39-F368-35F4693E7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B7513-F245-BE69-0847-95FC47CFB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3CEC2-6047-CF7B-E75D-61000CB4F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CB7D2-ADD4-CA2D-D7E8-843C8ABD5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8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E8A0-004E-DDA7-49D9-F2EC44F5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0661C-3AD4-E70C-EA96-CF8C8BC6E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58666-30B4-DA9F-3C54-7020567EF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42151-60BF-C984-F34D-4829022F1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89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8C67B-3F4B-519E-BC56-9FF94831D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9CBB2-C731-BBDF-FEB1-503C67247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BAFB3-3B0D-4D9C-248E-D9AFA5FC2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CB0C5-5922-BFD8-AA00-12F72F67C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17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2196E-1E1A-B126-5A04-6DC0F3832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4A9C4-C83A-DDE7-14C5-02DC4C98F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251C79-A603-3817-FEE0-BCFF7F701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52C84-6D9A-98A5-2ABE-92D016D19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705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CE18B-8DB5-9D34-1FD7-688C7F976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E4A69-5486-A1CE-E141-FA779593D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117840-DCE8-CF65-2606-54F315C76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FB808-7084-D949-1BF3-3CF2CC057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820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78F1F-1931-1D33-AD8A-7651B5FB4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20F6F-BE63-773D-D2B5-71F179D12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74857-C1F5-7C85-A420-B36913697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06ED9-CCD4-EB76-4AF7-8D1A632A5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936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601B3-7A58-8D75-B616-BEF97446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C49AE-EAD6-7842-1C90-3B679E28F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461B0-22EB-146E-D60C-AD028CC90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BCCDB-A7EF-F7EA-C492-C59B0293D3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855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2F92E-D3B1-AF27-0992-41331B292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BDC6C-284F-D0FB-A4E6-0E65DA489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490453-BD6C-0999-BDA7-6A6BFB616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61973-49E4-B439-C36C-A3B6313CCF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329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1E8DA-41A5-E22C-FA66-4093921B1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46BA8-8B78-5252-1AF1-70738B47E8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1EAAB0-1292-E1DC-0419-D5EFF03CD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C4CC3-1DFC-6149-5A56-0816104BA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70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9AC3F-44A5-E0CA-4436-8E2FBBC21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75104-CC5F-83E6-4FE4-06C48873C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71E6AA-FE59-7DAA-77DA-D31D1D4D9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6937E-84E1-F886-77DF-1BEE185C7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005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A7C3-1784-EFD9-13A3-6823E7F7A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F1C4A-7D82-AFD7-2A02-D46353E72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E7217-0C9E-4371-7A9B-6E0BF7169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9DD85-8756-F8B5-DA57-FF05B87BD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236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C1ED8-6A94-D311-530B-E7FBD9A3F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E8460-C36A-DBDA-E5B7-C7E9930F6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F54C7-0A7B-F330-0E9B-7A9FB5BE1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FD78D-19B7-D9F5-6B3E-58D94FBF0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594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4844E-D442-F16C-19C1-5AFD14180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E67D0-5224-A27D-FCDA-9B1D60108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8914B8-0B19-DBBC-EF36-858B77BA3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DA84C-48DE-6DEB-EC6B-8BE56470CF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6169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8FF7A-6DDC-CCFE-1C07-1F3529BBB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745E5-71EE-6BC1-C9B0-6C87F2C5F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7608FA-C55F-5AE8-0027-7B73A6BF2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2852B-2CE7-EDDA-01DF-C9B6227C5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656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14F1-B661-EF46-A94A-659BF3C64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1F0F4-9D83-93C4-F01A-853334961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AB9AB-1248-53FA-5285-3E57003FA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8909E-CF09-3A2F-F0DE-522C98B68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057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2AE2E-4691-D68D-F3E3-681F46DF3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AB36C-0C88-84B2-E6B9-CE9FF2976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D013F-44F3-2AD9-2D94-247D60D2D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05FBE-63EF-5E53-0897-2867FEA90C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496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CD361-CE22-666D-371E-3E2CBAA37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C1F71-6F6B-4357-3707-C74D9C2E49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3939CC-63BA-6A67-34DB-A6C835A8E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7C92E-CDA8-82F7-3F89-312819EFA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293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1E8CE-6158-89E3-DFD4-D791AD163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38084D-2790-D28C-F39F-9A716CA5B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101D0-CE6E-D3FF-ED74-821CCE101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AAA9C-A30A-2432-534E-6C9441B44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675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44DE9-C939-DE1C-69E5-2023A90FF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40689-CE2A-C5AA-F02D-C9556E71D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1D963-C6D9-031D-AB67-C95E707CD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66CB5-FAFF-D172-FA47-12F0B28F01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0559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A017-E94E-F71D-F15C-AB0BC2841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A60B3-3688-16D0-9172-29DE7334A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38E6E-F234-9DF8-C6D0-39A4C9DFD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4108C-D777-DBD1-9847-6973461CA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817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643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E8AC2-DC14-DF59-2B98-6483EECC7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F0A00-D00F-9BB2-F131-8045565EC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3BA7C-DDAF-E692-D1C8-56D9BCD90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9BBAE-D432-EA93-6C40-63B806B5F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810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74B47-138D-0597-77F7-2814E443F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E99E4-CB3E-B218-3AF5-4A71DF68F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BD779-F07D-DF58-378A-00CBF3057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796EA-D062-1EB4-3E3F-3AF4A82A9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8951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26320-73AF-EDC3-624C-D215A9F3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C8461-07FD-5985-BFD9-09DC99FC4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5395F-9C49-D307-299B-7EE2E8BB1B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C2865-5F25-2A43-563B-7C12DB555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012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41676-CC52-4E3F-D386-69B5ABDBC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63ECF-7530-7D50-2C3B-C1E8C4C43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8CF17-AA27-12F6-4108-1DA644148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577CC-0B0A-9F29-516E-65CEB8A94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324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B805D-121E-FF3F-C5E0-E33167A61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D9E8A-3820-2122-56CB-CAAEDE762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B69D0-4BEA-5CC9-5D67-8DD1B8E0F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8BBC2-F4CA-1722-EF43-130CEE7D1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86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E121-8D18-0B41-3B29-C17DFEA58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7C0A44-D625-5697-5BB9-E420CE519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3EAA2-6CD8-5172-3934-E8958C6B7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E4F13-A790-DA4B-2669-5CDC22CD1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426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655C8-B5E4-25C4-BE10-0395F59EB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825A3-93F1-8EE0-FCE7-CA59E7FE3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A12CD-7668-7D6C-C4EA-263A92820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0E206-5CDB-4E18-51E4-963F04B98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332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56BDC-E999-DFAD-2870-80FFB98C6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4F80C-14F2-9C11-CE10-83D33F4FD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B76DC-ACCC-DFFC-36F7-793100278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25E30-E5DD-F4D9-FFDB-90856B067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636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A19F0-4120-4525-B12A-6CC266DF8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7AA37-22A1-9EBA-C375-A1DA5FB5B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8EE93-FA6A-B4BA-66B3-138B3957B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70775-A126-BC38-676A-CC7B97578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9381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FBD7B-B6BF-A29F-30A2-12EEBE398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805A0-0999-AAA3-F5D3-7E4520C2F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0727F-D404-EB73-B1EA-9D239BF87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8E247-3ADC-115D-F9FB-4BF17C55D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32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CE1CE-9928-EE33-A334-E40E48101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6BB39-5A21-B390-E5E2-445C0A43E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5D06C-EA5E-9809-514B-8FDDFF9D1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9E848-59A3-5D0A-CDA8-47DC4D122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860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BEE21-EF6E-9144-2DB3-7D6CB0201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28A52C-AC31-FDC2-EF7B-084785444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94766-D94E-9195-0420-EE5F75840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714BC-7E8E-C92F-E0C0-7519EA3D7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744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2D65-3397-9A0E-6778-4DEAB0BFF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9A621D-0236-A61F-AAE8-81316F56C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73101-8F30-BE2C-A76E-591811987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3E72D-D129-7852-27BA-8343C7D05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554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F13-6DDE-A166-CFDF-14EDD03D5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E04948-2F8E-C65F-8DF9-E8A8B3D6B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A3E99-AC92-E386-E7EA-702A54065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BC504-496E-8A03-EBDB-218CBA9AB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710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860AD-0B85-B96C-9BE9-49477D232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CFFF29-C74C-B524-0462-FAD5BCB1C2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E492A-07E1-0AC4-1656-9A74EEA05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79366-E74B-7F05-7717-1F22827D0C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024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F6D2A-8D0C-978F-B9C9-EA216F693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FA24F7-2749-9C66-5D5F-5D1A5F0E3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63A63-A9A1-6B9E-658F-88E0A8DCE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F6010-F8A8-64D8-9FF4-03AE6CF6D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9483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5557E-883D-FC13-FAEA-4DE9A06A2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2BE0C-D20E-E3E6-BD30-F64295AB19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BD771-8E53-FF96-0CD9-269006F21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01094-D9AA-5A9F-B89E-9C8D87F81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7623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A2502-6AFA-59B9-1C1D-35B14A4C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6F117-EDE5-01F2-14CC-972E129E5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AB874-6BEE-755D-A3EF-C38DF3892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6659C-C228-5871-3567-FFDB3C667C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9951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A095B-DD62-1CC1-C160-87D73ACD3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F97A8-5461-94BB-22C3-FA8C6FDA3B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17CB3-80FD-0E6E-23A6-5A6258CFB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40640-326A-13C6-661B-E25FF69BE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9108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1834-7CA9-2423-A70A-D7AF6991C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A94FB-9B47-3A70-7271-67B3D78A2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0BED9-576E-9C28-86A1-FC00F3C9E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863F4-B4CE-6C08-0A67-49D929C1C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101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965E6-B8FD-7540-A23E-BF0A7D36C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A9541-C0F3-A359-106C-FB029DC1C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90BDF8-F23B-0A8D-418D-1E7B692E9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DFCBD-479E-B8E2-DE82-F089934DF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06802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DB3E5-348A-4CB5-08D6-932A8FB9F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F8439-50AD-6824-7547-3277BC775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C9839-59F8-195E-2401-7A635F3F1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22BE1-68AC-A4DF-4559-CAD149374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8237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6DCAA-3469-B7AF-AB12-DE11B102E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7032F-6684-9A12-3A88-59A9C1B73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24DB1-7513-8B07-6E86-1B7991832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83A13-CC8A-5F3B-D809-7E9D3F6FE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7678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93592-80F6-404B-0909-90EF9C9D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4276D-76A0-C4B0-E3AA-BA6224B05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14820-03F6-4EE9-1542-C2779EB66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10622-EEC7-16B2-E4FC-28DEF0535B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64190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583E2-DFF7-AD29-8C8A-BF774817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61383-73E8-E686-9D0F-E23E6C9FA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59E09-85F0-8BAE-E3B8-5091633F6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D30FC-B1B4-2C7F-31A6-A48198582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9610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49797-D9AA-19C7-EC13-14F81AD0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3AE69-2B83-0AC8-4907-9D3051137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E40AC-85AD-383B-CE29-7B13B08B3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2914B-CE4F-855F-1E5B-905899452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3407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EA54C-D991-597F-798F-FE717BA4E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AD815-27A6-B8AB-7638-95909D2A7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AC249A-FA83-459B-D3D2-0D9DAF06E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37351-A627-C281-0A09-BD4CEF34C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2649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08A6B-9700-8FD6-7BE9-CD3E9724D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5069E-EDE4-53B5-6488-D6C44F268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97F4A-18F0-03BE-E988-38ED3F5B3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E98B9-8F4F-0DAE-A4A7-B3F85B045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2544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92206-3BAB-B653-28D3-F2E37CC69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E806A-3A3A-5624-742E-DA0FE4FEDB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DB63D4-F5D0-F8F7-8372-CC3E7812B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B5118-3E43-16B4-6230-CDECC56FD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5858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BB39C-4246-919D-84B1-448583420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67E40-0D61-A584-2F84-B0D84D60A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B856B4-7FFD-AED9-4CB6-A9C82C456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10AA1-B893-AE1E-EC2D-11D5BABA4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6972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92BE4-6D0B-30DC-D2DC-B0AB0B8C0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4AA05-F7B2-B8A8-2D9E-33096EB00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8F724-D5C0-AC01-5831-A4F313636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FE58D-7EE3-1CE6-A56F-1700B5EE4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92435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7A4B9-1137-6C2F-EB37-C8F1339A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68494-18C8-1EDB-7DFD-59ECCBE36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3F3E1-719A-28FD-68CE-0E3CBF430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E17E6-FCFB-930E-1A8F-C5CA6AAE2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8712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EA778-65F3-6BDB-06D3-132E38EA9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3C7CD-B497-1773-A465-24E73BC3E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43315-2D5E-4D98-45D3-097C8E92A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5FD45-F99A-0934-FD75-A9F7911F0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1520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C588D-8DBE-642A-0629-F1597001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057C8-07E2-72EE-51CE-61B19E59F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76B35-BC4E-A913-1C7D-019F83A56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AF9DE-CDCF-E165-E066-46A793D3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2340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73EBA-A857-0671-2AB4-7A8E28F9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50FB1-E135-8002-B9DC-40DF72AB6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7D96B4-51DB-B8F2-C804-CCFC7C5CE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1ED40-B78C-A5C8-EB5A-4E96282DB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1857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C5BD-E517-3F1B-714A-4A200A028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F6C5E-790F-7E13-27B5-7BF266E12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5ADFB-A6CE-0B81-3E20-53EED9D34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C4DA5-7ECF-B49B-22F2-D9E92A970A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5548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88B50-8A46-FED4-0C0B-04103144D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D05F1-E087-4269-DAF6-5A91DEEC6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D5828-5C4F-6956-8CB1-8687A46A9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CF825-E80C-3189-05BB-6D0AE496F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3635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85E86-0E22-C02C-35B5-1D57EF4ED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4DD75B-8597-F3D9-72E9-B6C9BF5D9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BD56AD-6D62-EBDA-0111-A805FF218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B0F69-3EF2-1E76-4149-6ACD4C591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7035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916D3-3E86-97E0-E26A-78524E985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0F229-020C-67D4-EA5A-50560063C4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70951-4AF8-02C6-8CCB-1D18B451F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F2192-B782-6A3B-3472-F261256A8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3073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56733-8F78-9704-343F-A1B1CE24E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D42DE-23D0-E09C-CBD4-24A537B52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67691-D4BC-371A-D4C9-5807F67F7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25C09-A38F-8EF5-645E-1D57E1EC2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78666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D552F-25D4-57DC-BD42-4C98BD42D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34947-F54A-A77D-74E7-1A677DEE3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B51B3-EAF5-C9E1-F229-1D68E5D62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929D1-6FC8-CFCC-31B4-5D9340995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4958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EEC77-E2C1-0596-0714-4387FD07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04F54-55F8-616D-F927-B7F74CBD2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2A04B-1892-5C95-8FC3-9859C58BC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DD49E-3ED8-3611-D654-04D6FC771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8607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A6260-2A42-38F6-B4E6-60F67CBA6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23958-DF42-F0BD-8D59-9441536B2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7C5B9-9454-E9A3-F259-B75A71869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E03F3-1C34-109C-85DD-32B52A543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4624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60D5B-58DD-54D2-5242-0D4F79EDA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43DF8-C61F-694D-0597-0065EADB4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45D53-D650-BDA3-1F58-13CF1428C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D3DC4-5CFC-3470-072D-98AF944DE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1875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4E586-4658-8FD6-901C-9C5FBFDE9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02948-21F0-2E47-CDE6-27A832AF8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01E36-4F3E-6A02-A5EA-7A381E414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FC76A-FD69-7A26-CA52-E2DAEA4E42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7206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48759-0B2E-84AE-ECCD-D0D637770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4F30C3-78AC-1FEE-2E87-3D97F2497F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07A35-C06B-3FCD-4B28-5FEEE199F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2C01D-AC04-81FE-DA43-3FFA2CC8B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42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221D2-12AA-F731-23D2-BD9785D73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12DCE-84DE-3DBF-C1B1-C09B7D22A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6AD715-AE8F-0839-FEC2-5C3ECDB3F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82C7A-50D2-B3CF-CE19-43B103D8D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0029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5CFE1-432F-646E-DD16-91D9971B5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52499-E8C3-DBB6-4D0C-5507E9DF5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DE7FA-3445-FBFB-F30A-B86C70287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1BABD-4154-92EE-69E6-58420592E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84513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E89DA-B07F-9D68-F44F-B2E67524B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EEE8A5-D337-3E3E-351F-7587E8C70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A9B5F-437B-FADB-42B2-2CCFD66EC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DDE3A-29F7-02C4-6D66-53A3D46285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144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A2366-D3A3-1693-1070-2AAA78301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B40B3-E848-9876-C506-8FCFA0E48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EA926B-CFC0-4A50-A168-AC2CDF115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ED07D-328E-2CAD-0ED9-F534381195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2091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96E0B-0DC2-6096-592C-B99931866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8F36B-1A25-B014-6DCD-A8DBFBADE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6D0579-E3A3-A2F3-7ACE-C8AF12790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27857D-87A4-AEEB-2C19-83856804B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9756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3F2D0-CAA9-D966-398F-1526F9361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0F1F0-E86B-E127-C554-A6323E9DE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573A4-4484-A75C-78AD-0FF6A4996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E0FEB-82E2-07CB-26B9-77AD99A54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2252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1DA82-7C77-E720-624A-1190D3AD7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C74408-C1D1-389C-F4E3-64EB8FBE6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FDB63-DCAE-284D-2F7F-71EF96A5E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53A0D-334F-CF3A-0E01-6FA57807A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7224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BA61F-5261-401F-EB7E-F6A34713E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AD4E1D-6700-8802-D460-B9C985654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2B808-3F6A-C650-14A8-FF17B5FB77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9F631-39B9-183D-1C81-24D902063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5184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8D2AC-2B43-7450-2BCE-E410FD9BB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11BDBB-0560-434C-94E3-B05A9D6E8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6F3F4-FFE2-DBA7-1F93-65E278A77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1E129-E2CB-F118-E870-7057864103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9956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4876F-1CE5-D5DA-5A92-F7333827F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120DC-E269-97F0-A7EA-39E789DD0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CFDD4E-F2F7-8E5F-E7BA-BC2AF1F221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4C6CE-961A-50EA-B105-9D7B80E3E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0733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36071-9204-5947-68CC-6283B3F1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EF8E31-DCF6-B695-DF48-36D8D3DD2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8995D3-E00B-4C37-C4F8-E0C66F6780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10234-11AF-CDE3-C89B-2A6663BD3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60517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CA4D3-9817-2D56-22DA-AC959406C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945E5-ACFB-15C8-F250-5E3062F16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E3A34-ACE3-106C-0B7A-E6AE0CA9C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428C8-6F9D-1CEC-C939-8774D0BE1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41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C9B8F-ACEB-521B-983B-7E361AA20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92110-D434-0176-30B2-0033AB5E1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2ACD4-AF48-8AB5-6F8C-5D73D273B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AC5AF-B548-9F3E-23E3-4958F66EB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5820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3EC6C-14EA-A27C-8A0D-109A18FEC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DCD536-63F3-4AB4-7C86-9C65C6462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4946E-B4BE-BB04-2C14-0C15518EF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FCA21-D41A-5956-BC32-EFBD50F1A9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13886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F5E0E-92FF-99C5-3562-038239A22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AD807-BCBE-09E2-0E0F-22AB79972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EF606-30B2-10A7-9F0E-4FAC89FB7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0402A-3D47-9AD6-9B1A-625B8A1BA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7015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11E9C-E5B9-07CC-1D0E-AEAEF2B58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834BE-8BB4-4481-3D6A-A29D046AD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80AE56-9B15-C3AC-13FB-2CE247341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buNone/>
            </a:pPr>
            <a:endParaRPr lang="vi-VN" b="0" i="0">
              <a:solidFill>
                <a:srgbClr val="373737"/>
              </a:solidFill>
              <a:effectLst/>
              <a:latin typeface="Oswald" panose="020F0502020204030204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4FD57-9319-24AF-A584-67EE0D683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8246CF-7178-41AD-B6F8-BACEEA28FBE0}" type="slidenum">
              <a:rPr lang="en-US" smtClean="0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27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04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27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8"/>
            <a:ext cx="7772400" cy="102155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9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1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1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7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032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17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6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6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5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2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253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1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BBB32-54BA-4194-BF0A-ED9313CE4595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3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BBB32-54BA-4194-BF0A-ED9313CE4595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11856-4617-4425-9FD6-154895FC07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7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C98B7-223E-E02A-E46F-798F9656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ó thể là hình ảnh về văn bản cho biết 'CHÚA NHẬT I MÙA VỌNG NĂM -NĂM A TỈNH THỨC để sẵn sàng び米代 &quot;Vậy cấc con cũng phải sẵn sãng, VÌ lúc cấc con không ngõ, Con Người sẽ đến.&quot; (Mt 24, 37-44)'">
            <a:extLst>
              <a:ext uri="{FF2B5EF4-FFF2-40B4-BE49-F238E27FC236}">
                <a16:creationId xmlns:a16="http://schemas.microsoft.com/office/drawing/2014/main" id="{2A22C10D-3996-A048-88AF-B99E9BE8D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294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F0876-BC6E-5B0A-0E57-FD5621B8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A4F523B7-FB31-951F-2F8C-B97E8BA6BC2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1259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D884BA29-1F76-D50D-3220-7C483494577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defRPr/>
            </a:pPr>
            <a:r>
              <a:rPr lang="en-US" alt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CHÚA THÁNH </a:t>
            </a:r>
            <a:r>
              <a:rPr lang="en-US" alt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endParaRPr lang="en-US" alt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lạy ơn Đức Chúa Thánh Thần, thiêng liêng sáng láng vô cùng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en-US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110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3A534A11-9DFE-A5EC-8139-2FB818022E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húng con xin Đức Chúa Thánh Thần xuống đầy lòng chúng con, là kẻ tin cậy Đức Chúa Trời,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62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DB96D1C1-1479-6C6E-261C-24F0694D7B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182880" bIns="91440"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lửa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mến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con;</a:t>
            </a:r>
            <a:endParaRPr lang="en-US" altLang="en-US" sz="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11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8BFF5601-CFA7-8A02-FCD7-A768A61104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Thánh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altLang="en-US" sz="8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398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C3F13C7A-5304-48FF-CAD8-39A6B663E1B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182880"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ửa lại mọi sự trong ngoài chúng con.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cầu cùng Đức Chúa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869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230D3-82A7-C499-75BA-E411C1784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82047D14-E417-5DE6-C9C7-9B82C82EDE0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wrap="square" tIns="182880">
            <a:noAutofit/>
          </a:bodyPr>
          <a:lstStyle/>
          <a:p>
            <a:pPr algn="just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xưa đã cho Đức Chúa Thánh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 lòng dạy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dỗ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576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030630BD-3423-7E1C-CA80-A2B4DAF1EA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0" rIns="91440" bIns="91440">
            <a:noAutofit/>
          </a:bodyPr>
          <a:lstStyle/>
          <a:p>
            <a:pPr algn="just">
              <a:defRPr/>
            </a:pP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rày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8813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3AB11-9989-F0E7-CA43-26B143F22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4C5D4E35-9549-4095-21EF-FC5243A3778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0" rIns="91440" bIns="91440"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ủi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dỗ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842472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2AA11-6728-6C51-FE24-A2D105299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FF75AC47-1F6D-EA79-ADBF-809C6278BEE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91440" rIns="91440" bIns="91440"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 Amen.</a:t>
            </a:r>
          </a:p>
        </p:txBody>
      </p:sp>
    </p:spTree>
    <p:extLst>
      <p:ext uri="{BB962C8B-B14F-4D97-AF65-F5344CB8AC3E}">
        <p14:creationId xmlns:p14="http://schemas.microsoft.com/office/powerpoint/2010/main" val="1050374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25000" lnSpcReduction="20000"/>
          </a:bodyPr>
          <a:lstStyle/>
          <a:p>
            <a:pPr eaLnBrk="1" hangingPunct="1">
              <a:defRPr/>
            </a:pPr>
            <a:r>
              <a:rPr lang="en-US" altLang="en-US" sz="17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17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altLang="en-US" sz="17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</a:p>
          <a:p>
            <a:pPr eaLnBrk="1" hangingPunct="1">
              <a:defRPr/>
            </a:pPr>
            <a:r>
              <a:rPr lang="vi-VN" altLang="en-US" sz="192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Xướng:</a:t>
            </a:r>
            <a:r>
              <a:rPr lang="vi-VN" altLang="en-US" sz="26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8800" b="1" spc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 Chúa Trời sai Thánh Thiên Thần truyền tin cho Rất Thánh Đức Bà Maria.</a:t>
            </a:r>
          </a:p>
          <a:p>
            <a:pPr eaLnBrk="1" hangingPunct="1">
              <a:lnSpc>
                <a:spcPct val="120000"/>
              </a:lnSpc>
              <a:defRPr/>
            </a:pPr>
            <a:endParaRPr lang="en-US" altLang="en-US" sz="127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92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7F711-B422-99B1-82DE-92FB2F0E6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C11C8183-3786-BCD8-8D04-15856141B2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Đức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Thánh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60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60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0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r>
              <a:rPr lang="en-US" altLang="en-US" sz="60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 </a:t>
            </a:r>
            <a:br>
              <a:rPr lang="en-US" altLang="en-US" sz="60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6000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801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D89C6-C4B7-99A4-F05F-0E8FBA30D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F774B28-4191-86A5-C90E-8F7FE0D5224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endParaRPr lang="en-US" altLang="en-US" sz="7200" b="1" i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Xướng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327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B3BD8-B0A6-6E7B-C492-78DC5120F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8EF8726-2D79-8F4C-351C-EB47592CFDF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Tôi xin vâng như lời Thánh Thiên Thần truyền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48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r>
              <a:rPr lang="en-US" altLang="en-US" sz="48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 </a:t>
            </a:r>
            <a:br>
              <a:rPr lang="en-US" altLang="en-US" sz="48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4800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053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81945-F194-003B-5B92-F6B3344B4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0F075B52-92BC-9532-C479-D05F759B23C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endParaRPr lang="en-US" altLang="en-US" sz="4400" b="1" i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Xướng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Chốc ấy Ngôi Thứ Hai xuống thế làm người.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98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F2224-2EC7-DE42-97B0-41C9F653B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EC306389-9C50-9E9F-1985-297D3CE8595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br>
              <a:rPr lang="en-US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</a:t>
            </a:r>
            <a:endParaRPr lang="en-US" alt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54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r>
              <a:rPr lang="en-US" altLang="en-US" sz="5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b="1" i="1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r>
              <a:rPr lang="en-US" altLang="en-US" sz="5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 </a:t>
            </a:r>
            <a:br>
              <a:rPr lang="en-US" altLang="en-US" sz="54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5400" b="1" i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393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A0C35-4901-D4A5-5535-35E47CFFD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8DA73AB5-614B-A8FE-9CFA-CB139A57CB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endParaRPr lang="en-US" altLang="en-US" sz="4000" b="1" i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Xướng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Đức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901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8E3FD-5D33-86D7-5149-3CE3FDDD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51653BB-7C32-B1B5-B6FB-2FF129A9ED4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endParaRPr lang="en-US" altLang="en-US" sz="4400" b="1" i="1" u="sng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en-US" sz="4800" b="1" i="1" u="sng" dirty="0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vi-VN" altLang="en-US" sz="4800" b="1" i="1" u="sng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7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Đáng chịu lấy những sự Chúa </a:t>
            </a:r>
            <a:r>
              <a:rPr lang="vi-VN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đã hứa.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977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vi-VN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 NGUYỆN</a:t>
            </a:r>
            <a:endParaRPr lang="en-US" altLang="en-US" sz="4950" b="1" dirty="0">
              <a:solidFill>
                <a:srgbClr val="FF0000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 eaLnBrk="1" hangingPunct="1"/>
            <a:r>
              <a:rPr lang="vi-VN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Chúa, chúng con xin Chúa ban ơn </a:t>
            </a:r>
            <a:r>
              <a:rPr lang="en-US" altLang="en-US" sz="8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 trong linh hồn chúng con</a:t>
            </a:r>
            <a:r>
              <a:rPr lang="en-US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641477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60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kẻ đã nhờ lời Thánh Thiên Thần truyền, mà biết thật Chúa Kitô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857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25FF1-AEDE-4D4E-1FB9-2A5930DCE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A5EF2E5F-0C1C-E7B3-90DB-68BB610F6C5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spcBef>
                <a:spcPts val="600"/>
              </a:spcBef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Chúa đã xuống thế làm 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gười,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Chúa</a:t>
            </a:r>
          </a:p>
        </p:txBody>
      </p:sp>
    </p:spTree>
    <p:extLst>
      <p:ext uri="{BB962C8B-B14F-4D97-AF65-F5344CB8AC3E}">
        <p14:creationId xmlns:p14="http://schemas.microsoft.com/office/powerpoint/2010/main" val="3924140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373B1-80D5-C618-8C2E-D9E5ED04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082AC1DB-1601-1A29-A69E-4B030B8CA4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60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nạn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822379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8FC57-33E8-A285-986A-683448878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9CD209B4-C587-CC4B-44C2-38608CFC7E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endParaRPr lang="en-US" alt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0"/>
              </a:spcBef>
            </a:pP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nơi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 </a:t>
            </a:r>
            <a:r>
              <a:rPr lang="en-US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40566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E17C6E24-CB11-9ED3-E73D-25EE4CA0082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TIN</a:t>
            </a:r>
            <a:endParaRPr lang="en-US" altLang="en-US" sz="49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Chúa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 tin thật có một Đức Chúa Trời là Đấng thưởng phạt vô cùng.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506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B98A1-FA6A-BBF9-E05C-926B29A3E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B23F1D18-B7C7-5D52-9DE7-348C04BB5C0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lại tin thật Đức Chúa Trời có Ba Ngôi, mà Ngôi Thứ Hai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làm 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gười, 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871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12E50-B07A-359C-1A20-77104FD05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E23A55D2-39BC-5ACF-FF01-3A1F0C6DE8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 nạn chịu chết mà chuộc tội cho thiên hạ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8922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D1B86-64EA-43B7-7F48-8ECD7A0A9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7A7F8A57-795D-5BE7-E136-BD0DC076631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Bấy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ấy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các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Thánh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dạy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160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87B64-D1AB-C34E-6AEC-F27CC7A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1D590097-05BA-8268-85A9-60C2D6A2446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tin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b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454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623F0-EC79-1D76-2FDE-0A5DA0250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22699D2C-8763-156D-F51D-1784997923B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chân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thật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phán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Thánh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78732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6560C-E828-9C4A-3F34-0D3EA4B52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8476D6E7-324D-C6DE-B47D-867879947BB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CẬY</a:t>
            </a:r>
            <a:endParaRPr lang="en-US" alt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Chúa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 trông cậy vững vàng, vì công nghiệp Đức Chúa Giêsu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418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1903E-6CE7-0AA3-3848-D14E83C42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D8A71609-0C98-EEF0-2D2E-B1E5874979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ts val="0"/>
              </a:spcBef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 Chúa sẽ ban ơn cho con giữ đạo nên ở đời này,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9931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DF2ED-54C4-CF4D-0534-82D00C545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4F796875-2FDD-ED52-CF5B-B6F4CA724F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ngày sau được lên thiên đàng xem thấy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Đức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Chúa Trời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 ph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đời đời,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3438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30CBE-5F08-7077-A90F-4451109F9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47B993B1-4E7E-3623-5845-358F89A389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Đấng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đã phán hứa sự ấy chẳng có lẽ nào sai đ</a:t>
            </a:r>
            <a:r>
              <a:rPr lang="en-US" altLang="en-US" sz="6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ặng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vi-VN" altLang="en-US" sz="6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5968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E69F0-9469-DFC2-7410-A6056AA82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7F10E4E4-09C3-1CB5-C4A2-CFBEECAD9E9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tIns="137160">
            <a:normAutofit fontScale="85000" lnSpcReduction="2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MẾN</a:t>
            </a:r>
            <a:endParaRPr lang="en-US" alt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9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Chúa</a:t>
            </a:r>
            <a:r>
              <a:rPr lang="en-US" altLang="en-US" sz="9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altLang="en-US" sz="9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 kính mến Chúa hết lòng hết sức trên hết mọi sự,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6930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47F9-8424-3662-5982-D709F383B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EA32DEC4-77F7-E4F0-E43C-66DB260302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Chúa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Đấng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tốt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268934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ADB6D-91FC-BE14-3650-E79A41A4E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8B5415F9-5B1C-F1AB-A470-19E098C759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lại vì Chúa, thì con thương yêu người ta như mình con vậy.  </a:t>
            </a:r>
            <a:r>
              <a:rPr lang="vi-VN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730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1C3E9-FE17-D943-5663-F83804AA7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893F0D4-65DD-5D42-B970-F583E8012BD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SẤP</a:t>
            </a: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endParaRPr lang="en-US" alt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Chúa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sấp mình xuống trước mặt Chúa con.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tin thật Chúa ở khắp mọi nơi,</a:t>
            </a:r>
            <a:endParaRPr lang="en-US" altLang="en-US" sz="8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2367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91F01-CDA9-4018-43BE-A63498F5D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9D6177F0-5E6C-608E-3A88-D9044B9315F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biết mọi sự, hằng xem thấy con,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nguyện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2144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39832-7C50-1792-D939-AEB2ACFE4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5E4C3294-384A-CFC9-ED45-0243B0AA62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Chúa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hãy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đoái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nghèo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ngặt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nhậm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nguyện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05310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BA761-C38F-7199-D2A8-B767DA4B5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EF956515-5E3A-1C60-EEC1-B8BC2F8729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spcBef>
                <a:spcPts val="0"/>
              </a:spcBef>
            </a:pP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Chúa, xin hãy mở miệng lưỡi con ra,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rao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ngợi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khen</a:t>
            </a:r>
            <a: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Chúa.</a:t>
            </a:r>
          </a:p>
        </p:txBody>
      </p:sp>
    </p:spTree>
    <p:extLst>
      <p:ext uri="{BB962C8B-B14F-4D97-AF65-F5344CB8AC3E}">
        <p14:creationId xmlns:p14="http://schemas.microsoft.com/office/powerpoint/2010/main" val="9844086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26227-0746-47AF-2C2B-2B9161500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8F79EC8E-36FB-6B6E-AB7D-AC5EA1842A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con!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kẻ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thù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50621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E3018-6E97-E43F-2AB6-E62B21708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ubtitle 2">
            <a:extLst>
              <a:ext uri="{FF2B5EF4-FFF2-40B4-BE49-F238E27FC236}">
                <a16:creationId xmlns:a16="http://schemas.microsoft.com/office/drawing/2014/main" id="{2B2286D7-605B-DB63-0781-00C69EDA5C3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ts val="0"/>
              </a:spcBef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89079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6D8CB-6882-53AF-B048-F0327C9A2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44F3A9AE-039F-15BA-D2A3-30FDFA699F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NỮ</a:t>
            </a: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VƯƠNG</a:t>
            </a: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Nữ Vương, Mẹ nhân lành làm cho chúng con đặng sống, đặng vui, đặng cậy.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1278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CD4A5-25ED-126E-03CB-C411A529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FF7D9A66-A37E-54A8-65CA-B9AC17CC62F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Thân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cháu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chốn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kêu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9809789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23EDD-E656-AAF5-665E-88800A7D6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6246C1CF-B2C1-5F3F-9394-7F923C0F61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ở nơi khóc lóc than thở kêu khẩn 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 thương. Hỡi Ôi! Bà là 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hủ bầu chúng con,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7152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119C8-EEC2-B0AA-8A57-B3C67C915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236B643C-42FE-0444-4FEE-828177A8F3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ghé mắt thương xem chúng con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Đ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ến sau khỏi đày, xin cho chúng con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thấy</a:t>
            </a:r>
            <a:endParaRPr lang="en-US" altLang="en-US" sz="7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1452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1903A-2D63-5460-3173-5D785BFE0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4855D5D5-42B6-03AA-D0C5-C060017BD8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 Chúa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gồm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phúc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Ôi khoan thay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nhân thay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ị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thay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9301869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8DD1C-C346-D9F2-D332-B8D617C5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15972B90-D4B5-7307-77D9-8F1546BE592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 </a:t>
            </a:r>
            <a:r>
              <a:rPr lang="vi-VN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trọn đời đồng trinh. </a:t>
            </a:r>
            <a:r>
              <a:rPr lang="vi-VN" altLang="en-US" sz="7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04811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09E8D-BFDF-DB8F-DD16-5F8964A3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256126B9-69D1-A440-AA9D-73146B0730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NGHĨA ĐỨC TIN</a:t>
            </a: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 Chúa Nhật hôm nay, chúng con hợp nhau kính lạy thờ phượng Chúa, 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5209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1822-65E1-349D-B902-78DAA7ABC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06480E5-0698-C66D-1ED9-AA4B2A88B6E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vi-VN" altLang="en-US" sz="8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khen c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ả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tạ ơn Chúa về mọi ơn lành Chúa đã ban cho chúng con,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5079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2DE2-FD79-5116-6519-ED9224482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141D9D1-57C4-8622-8A12-15440C6F12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59654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417DE-5324-1F4A-76DC-2953C4A5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758ECD1A-DC89-8A0B-D94A-4526E8992F4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defRPr/>
            </a:pP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 chúng con dám xin Chúa hãy khứng ban những ơn cần kíp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 rỗi linh hồn. </a:t>
            </a:r>
            <a:endParaRPr lang="en-US" altLang="en-US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3678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090B-33C0-90DE-6F42-37A70AE64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15C01A9F-E3DC-CD0C-C3E1-C8A13A5CEB4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defRPr/>
            </a:pPr>
            <a:r>
              <a:rPr lang="vi-VN" altLang="en-US" sz="7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 chúng con cả lòng tin vững vàng mọi điều đạo thánh Chúa dạy, </a:t>
            </a:r>
            <a:endParaRPr lang="en-US" altLang="en-US" sz="7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0320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DAD9F-6C99-D4F6-FF28-B62737B4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8F726F33-0364-F5A4-C8A3-4F5B58DC56A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9233761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F42E8-0FD7-1C91-AE58-2E2CE47D5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E1B29ADE-B01B-C893-7794-6987D636A8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 nên trời đất, mà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Ba Ngôi.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097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AA4A6-F25C-7165-8E87-82F91FF6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F6B68CC3-412D-C5F9-6BF0-12DAAFAB7C4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Hai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29310279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B9A33-5AC1-F12D-C288-75F7A741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C4B159FC-D56B-AFDD-468E-8327FB5A59E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37542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8FB3A-8669-5CC5-0E73-E7F7BF0FC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64D8C2BA-B418-ED2B-49CA-A3324EE34F8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 con tin Ngôi Thứ Hai ra đời làm người, sinh bởi Bà </a:t>
            </a:r>
            <a:r>
              <a:rPr lang="vi-VN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Đồng Trinh,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7446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BCC48-FA6D-6775-8A74-004CA226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0BDA323C-35E3-FDBD-2A4E-51EF8EC81D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 tên là </a:t>
            </a:r>
            <a:r>
              <a:rPr lang="vi-VN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ở thế gian ba mươi ba năm,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chết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3589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D505A-1E2C-B8B9-BE08-658347D8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61F1A4DB-79ED-8B9A-714E-8288BF017CD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 chuộc tội cho thiên hạ, đến ngày thứ ba Người </a:t>
            </a:r>
            <a:br>
              <a:rPr lang="en-US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8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sống lại;</a:t>
            </a:r>
          </a:p>
        </p:txBody>
      </p:sp>
    </p:spTree>
    <p:extLst>
      <p:ext uri="{BB962C8B-B14F-4D97-AF65-F5344CB8AC3E}">
        <p14:creationId xmlns:p14="http://schemas.microsoft.com/office/powerpoint/2010/main" val="41788168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7F4C4-7DD7-D165-8CA0-AEA2564F2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CA418B87-6FFE-4F3F-0A00-510748A83D7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khỏi bốn mươi ngày lên trời;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đủ mười ngày lại cho Đức Chúa Thánh Thần</a:t>
            </a:r>
          </a:p>
        </p:txBody>
      </p:sp>
    </p:spTree>
    <p:extLst>
      <p:ext uri="{BB962C8B-B14F-4D97-AF65-F5344CB8AC3E}">
        <p14:creationId xmlns:p14="http://schemas.microsoft.com/office/powerpoint/2010/main" val="17971315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00825-628B-6F52-BFBA-ED69AB7F5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23E3E4F5-F2FC-70A2-4DCB-357274CFE02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xuống trên các thánh Tông đồ và Hội Thánh mới lập;</a:t>
            </a:r>
          </a:p>
        </p:txBody>
      </p:sp>
    </p:spTree>
    <p:extLst>
      <p:ext uri="{BB962C8B-B14F-4D97-AF65-F5344CB8AC3E}">
        <p14:creationId xmlns:p14="http://schemas.microsoft.com/office/powerpoint/2010/main" val="2191491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5373D-6135-8E6B-1ACA-B2F61ACCC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AB45D9CD-917A-320C-6C9D-94B009DFE7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chẳng thông công cùng Hội Thánh ấy thì chẳng đặng rỗi linh hồn;</a:t>
            </a:r>
          </a:p>
        </p:txBody>
      </p:sp>
    </p:spTree>
    <p:extLst>
      <p:ext uri="{BB962C8B-B14F-4D97-AF65-F5344CB8AC3E}">
        <p14:creationId xmlns:p14="http://schemas.microsoft.com/office/powerpoint/2010/main" val="28707785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9306E-C909-9FFE-004F-3612C17A2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04F7272-7E7A-4D00-E89F-1A611CCD499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 linh hồn là giống thiêng liêng chẳng hề chết đặng;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9945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A71A3-68BE-8E41-EA25-5779E756B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782FF22-374E-1F13-3700-806F91B3C50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 loài người ta sẽ sống lại mà chịu phán xét;</a:t>
            </a:r>
          </a:p>
        </p:txBody>
      </p:sp>
    </p:spTree>
    <p:extLst>
      <p:ext uri="{BB962C8B-B14F-4D97-AF65-F5344CB8AC3E}">
        <p14:creationId xmlns:p14="http://schemas.microsoft.com/office/powerpoint/2010/main" val="26104529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74C32-BC88-A3F0-61B2-4B3F6E383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A04F28CD-D38D-D8A7-A32D-68EB065C63E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kẻ lành lên thiên đàng hưởng ph</a:t>
            </a:r>
            <a:r>
              <a:rPr lang="en-US" altLang="en-US" sz="7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đời đời; kẻ dữ sa hỏa ngục chịu phạt vô cùng.</a:t>
            </a:r>
          </a:p>
        </p:txBody>
      </p:sp>
    </p:spTree>
    <p:extLst>
      <p:ext uri="{BB962C8B-B14F-4D97-AF65-F5344CB8AC3E}">
        <p14:creationId xmlns:p14="http://schemas.microsoft.com/office/powerpoint/2010/main" val="15105469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4142A-D675-AC13-0AE4-50002979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9076FCC7-650B-65D4-2AE8-2FF6764933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 chúng con tin các sự ấy mà thôi thì chưa đủ cho đặng lên </a:t>
            </a:r>
            <a:br>
              <a:rPr lang="en-US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7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thiên đàng;</a:t>
            </a:r>
          </a:p>
        </p:txBody>
      </p:sp>
    </p:spTree>
    <p:extLst>
      <p:ext uri="{BB962C8B-B14F-4D97-AF65-F5344CB8AC3E}">
        <p14:creationId xmlns:p14="http://schemas.microsoft.com/office/powerpoint/2010/main" val="20653280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83753-E45D-EDB8-92AA-7A98AB1F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4383DA44-7C29-F4D8-2001-51B997A827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song phải giữ 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ười điều răn Đức Chúa Trời cùng 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ăm luật điều Hội Thánh,</a:t>
            </a:r>
          </a:p>
        </p:txBody>
      </p:sp>
    </p:spTree>
    <p:extLst>
      <p:ext uri="{BB962C8B-B14F-4D97-AF65-F5344CB8AC3E}">
        <p14:creationId xmlns:p14="http://schemas.microsoft.com/office/powerpoint/2010/main" val="26052418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02923-AC3F-85AD-31DD-4F29D1AA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345A4EAC-D0D7-F4D1-D9F1-844A947C5F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làm những việc lành p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đức.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ấy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hằng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sợ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hãi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6650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7FAE5-A02E-2BB8-60E9-96D362F4B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A6102EEC-F65B-8198-2AD9-D115068367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trốn tránh các tội lỗi, nhất là bảy mối tội đầu, là căn nguyên mọi tội lỗi khác.</a:t>
            </a:r>
          </a:p>
        </p:txBody>
      </p:sp>
    </p:spTree>
    <p:extLst>
      <p:ext uri="{BB962C8B-B14F-4D97-AF65-F5344CB8AC3E}">
        <p14:creationId xmlns:p14="http://schemas.microsoft.com/office/powerpoint/2010/main" val="26452865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BE726-5143-B652-6A60-2D60F8708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AFB126A8-ED0F-3443-5038-5E183D1787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Vậy chúng con phải ân cần lo lắng mà năng chịu các phép bí tích Đức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Chúa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 đã truyền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vi-VN" altLang="en-US" sz="6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7577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58DF3-42CA-CE03-2001-E38CCE43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1B498CC-D6A0-FD46-C8FD-DB2124503A8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những phương linh nghiệm cho chúng con đặng nên thánh.</a:t>
            </a:r>
          </a:p>
        </p:txBody>
      </p:sp>
    </p:spTree>
    <p:extLst>
      <p:ext uri="{BB962C8B-B14F-4D97-AF65-F5344CB8AC3E}">
        <p14:creationId xmlns:p14="http://schemas.microsoft.com/office/powerpoint/2010/main" val="36790673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ED180-AF66-A832-A7D9-68FE939A3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83C3B709-7413-FADA-D182-7D3D4E2FA3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 bảy phép bí tích mà thôi, song phép Rửa tội, phép Mình Thánh Chúa,</a:t>
            </a:r>
          </a:p>
        </p:txBody>
      </p:sp>
    </p:spTree>
    <p:extLst>
      <p:ext uri="{BB962C8B-B14F-4D97-AF65-F5344CB8AC3E}">
        <p14:creationId xmlns:p14="http://schemas.microsoft.com/office/powerpoint/2010/main" val="343789576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B788-0B1D-22ED-F01B-1E99B63F8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2ECB7632-4EC8-3ABB-6B5A-7BAD5CDE8E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 phép Giải tội, là ba phép cần kíp hơn cho chúng con đặng rỗi. </a:t>
            </a:r>
          </a:p>
        </p:txBody>
      </p:sp>
    </p:spTree>
    <p:extLst>
      <p:ext uri="{BB962C8B-B14F-4D97-AF65-F5344CB8AC3E}">
        <p14:creationId xmlns:p14="http://schemas.microsoft.com/office/powerpoint/2010/main" val="9190278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E0D58-295E-2905-86C6-B79CDB6DF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BEC80A15-78DE-6A11-1B57-BC29ADB87B6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defRPr/>
            </a:pPr>
            <a:endParaRPr lang="en-US" altLang="en-US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Ấy vậy chúng con hằng phải ra sức lo lắng thể nào mà chịu các phép trọng ấy cho nên, </a:t>
            </a:r>
          </a:p>
        </p:txBody>
      </p:sp>
    </p:spTree>
    <p:extLst>
      <p:ext uri="{BB962C8B-B14F-4D97-AF65-F5344CB8AC3E}">
        <p14:creationId xmlns:p14="http://schemas.microsoft.com/office/powerpoint/2010/main" val="15363049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9CDB1-EEC7-795F-41D8-E3686F10D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EEF358A9-9BD6-B364-418E-E00F792B983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 tin thật vững vàn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mà giữ cẩn thận các điều trước này,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vi-VN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4483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B2633-5D34-2568-10B3-69F543172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2">
            <a:extLst>
              <a:ext uri="{FF2B5EF4-FFF2-40B4-BE49-F238E27FC236}">
                <a16:creationId xmlns:a16="http://schemas.microsoft.com/office/drawing/2014/main" id="{1A28ACAD-F88F-7701-345E-2C6AF61FD9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đặng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thanh nhàn đời đời kiếp kiếp. </a:t>
            </a:r>
            <a:r>
              <a:rPr lang="vi-VN" altLang="en-US" sz="7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5940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A4D685C3-35A5-ED4F-2DCC-7FD5DCCE725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40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Đạo Đức Chúa Trời có mười điều răn:</a:t>
            </a: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 phượng một Đức Chúa Trời và kính mến người trên hết mọi sự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97623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93146006-FC1B-E6F9-1314-494063FCD6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endParaRPr lang="en-US" altLang="en-US" sz="105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</a:t>
            </a: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hai: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kêu tên Đức Chúa Trời vô cớ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endParaRPr lang="vi-VN" alt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 ngày Chúa Nhật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51098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ACD56851-6628-4177-9AD5-4589968487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Thảo kính cha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vi-VN" alt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giết người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vi-VN" altLang="en-U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6090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FAEBB9A1-4055-E178-C71E-8310588A2AB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endParaRPr lang="en-US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làm s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ự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dâm dục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vi-VN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Chớ lấy củ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6306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9BFAB20C-8B8D-DA6D-B8B2-28F039EE254E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tám: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Chớ làm chứng dối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chín: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Chớ muốn vợ</a:t>
            </a:r>
            <a:b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chồng người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endParaRPr lang="en-US" alt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73653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9BFAB20C-8B8D-DA6D-B8B2-28F039EE254E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mười: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Chớ tham </a:t>
            </a:r>
            <a:b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của người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Mười điều răn ấy tóm về hai này mà chớ:</a:t>
            </a:r>
            <a:endParaRPr lang="vi-VN" altLang="en-US" sz="72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en-US" altLang="en-US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3703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81C76A0F-EF95-2F19-13C9-0D53F5BE86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  <a:defRPr/>
            </a:pPr>
            <a:r>
              <a:rPr lang="vi-VN" altLang="en-US" sz="6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trước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kính mến một Đức Chúa Trời trên hết mọi s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ự;</a:t>
            </a:r>
            <a:r>
              <a:rPr lang="vi-VN" altLang="en-US" sz="6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sau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lại yêu người như mình ta vậy. </a:t>
            </a:r>
            <a:r>
              <a:rPr lang="vi-VN" altLang="en-US" sz="6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vi-VN" altLang="en-US" sz="6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spcBef>
                <a:spcPts val="0"/>
              </a:spcBef>
              <a:defRPr/>
            </a:pPr>
            <a:endParaRPr lang="vi-VN" altLang="en-US" sz="68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8818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AB065F11-4BDC-5D36-3AC6-A4C4BFF5DBC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Hội Thánh có năm điều răn:</a:t>
            </a:r>
          </a:p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nhất: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 lễ và kiêng việc xác ngày Chúa Nhật cùng các ngày lễ buộc;</a:t>
            </a:r>
          </a:p>
        </p:txBody>
      </p:sp>
    </p:spTree>
    <p:extLst>
      <p:ext uri="{BB962C8B-B14F-4D97-AF65-F5344CB8AC3E}">
        <p14:creationId xmlns:p14="http://schemas.microsoft.com/office/powerpoint/2010/main" val="3975068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B841D53A-75CD-A498-2FF8-51D3779388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hai: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xưng tội trong một năm ít là một lần;</a:t>
            </a:r>
            <a:endParaRPr lang="en-US" altLang="en-US" sz="660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ba: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rước Mình Thánh Chúa trong mùa Phục Sinh;</a:t>
            </a: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5839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C4A6B55D-2891-6BDC-DED5-E5F0D700E6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bốn: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 chay và kiêng thịt những ngày Hội Thánh buộc;</a:t>
            </a:r>
          </a:p>
        </p:txBody>
      </p:sp>
    </p:spTree>
    <p:extLst>
      <p:ext uri="{BB962C8B-B14F-4D97-AF65-F5344CB8AC3E}">
        <p14:creationId xmlns:p14="http://schemas.microsoft.com/office/powerpoint/2010/main" val="304949076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C071C-0F2E-8EC3-4E93-2FC7D63B0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68403C44-5FF7-29F4-B174-0D97F1196A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 năm: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góp công góp của xây dựng Hội Thánh, tùy theo khả năng của mình.</a:t>
            </a:r>
            <a:endParaRPr lang="en-US" altLang="en-US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29867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4D6D1884-2BBD-1374-8C27-4DF14DF2DBF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pPr algn="l" eaLnBrk="1" hangingPunct="1">
              <a:defRPr/>
            </a:pP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Đạo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Đức Chúa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bảy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480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9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9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9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Rửa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br>
              <a:rPr lang="en-US" altLang="en-US" sz="4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9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9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altLang="en-US" sz="9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99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sức</a:t>
            </a:r>
            <a:r>
              <a:rPr lang="en-US" altLang="en-US" sz="9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312027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F3468EC2-34F2-4845-07D9-246E727B0E5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algn="l" eaLnBrk="1" hangingPunct="1">
              <a:defRPr/>
            </a:pPr>
            <a:endParaRPr lang="en-US" altLang="en-US" sz="43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en-US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Chúa.</a:t>
            </a:r>
          </a:p>
          <a:p>
            <a:pPr algn="l" eaLnBrk="1" hangingPunct="1">
              <a:defRPr/>
            </a:pPr>
            <a:r>
              <a:rPr lang="en-US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bốn</a:t>
            </a:r>
            <a:r>
              <a:rPr lang="en-US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tội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07677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33CC4CD7-1B60-C439-112A-F5719E6F93A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Xức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dầu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sáu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thánh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982444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47808-3AB9-815C-636F-4C8809987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8B06A9D6-0679-4C3E-7112-550992C880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endParaRPr lang="en-US" altLang="en-US" sz="7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bảy</a:t>
            </a:r>
            <a:r>
              <a:rPr lang="en-US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Hôn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073964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C0F1FE32-B775-A81C-6666-6F3DFFF789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endParaRPr lang="en-US" altLang="en-US" sz="1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49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 người có mười bốn mối</a:t>
            </a:r>
            <a:endParaRPr lang="en-US" altLang="en-US" sz="495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495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 xác bảy mối:</a:t>
            </a:r>
            <a:endParaRPr lang="vi-VN" altLang="en-US" sz="495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kẻ đói ăn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20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87176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ED115-00AE-8B46-083A-39C15C93B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AC84BB13-95D7-991D-80C7-3F3770B0191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endParaRPr lang="en-US" altLang="en-US" sz="12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4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hai: </a:t>
            </a:r>
            <a:r>
              <a:rPr lang="vi-VN" altLang="en-US" sz="64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kẻ khát uống</a:t>
            </a:r>
            <a:r>
              <a:rPr lang="en-US" altLang="en-US" sz="64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kẻ rách rưới ăn mặc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endParaRPr lang="vi-VN" altLang="en-US" sz="64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69396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F76B668E-C196-E29B-D15F-AFB22C66E0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Viếng kẻ liệt cùng kẻ tù rạc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 khách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đỗ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nhà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en-US" altLang="en-US" sz="7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8487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662F0F59-F73C-087E-1261-EE0E4471240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Chuộc kẻ làm tôi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Chôn xác kẻ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chết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77841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B66FF892-2DFC-35F5-832D-65ECBE15DA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endParaRPr lang="en-US" altLang="en-US" sz="825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en-US" altLang="en-US" sz="5400" b="1" i="1" dirty="0">
                <a:solidFill>
                  <a:schemeClr val="bg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5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Thương linh hồn bảy mối:</a:t>
            </a:r>
            <a:endParaRPr lang="en-US" altLang="en-US" sz="5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Lấy lời lành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khuyên người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600" b="1" dirty="0">
              <a:solidFill>
                <a:schemeClr val="bg1">
                  <a:lumMod val="10000"/>
                  <a:lumOff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42731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755EB-F419-AF77-8782-769CB52C0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2584D748-F509-6266-1B70-259F331A2A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hai: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 d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ạ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kẻ mê muội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 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ủi kẻ âu lo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46230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D09B7431-80A5-5A29-5F59-7AE97BB612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Răn bảo kẻ có tội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 kẻ dể ta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endParaRPr lang="vi-VN" altLang="en-US" sz="7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55553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BE0D3BF3-E3D0-B397-F77F-20BAF3B2FA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6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 </a:t>
            </a:r>
            <a:r>
              <a:rPr lang="vi-VN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Nhịn kẻ mất lòng ta</a:t>
            </a:r>
            <a:r>
              <a:rPr lang="en-US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 </a:t>
            </a:r>
            <a:r>
              <a:rPr lang="vi-VN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 cho kẻ sống và kẻ chết</a:t>
            </a:r>
            <a:r>
              <a:rPr lang="en-US" altLang="en-US" sz="6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52309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EA9068C9-9945-05A1-E593-DF0FB5AFE59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en-US" sz="4950" b="1" dirty="0">
                <a:solidFill>
                  <a:schemeClr val="bg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49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Cải tội bảy mối có bảy đức</a:t>
            </a:r>
          </a:p>
          <a:p>
            <a:pPr algn="just" eaLnBrk="1" hangingPunct="1">
              <a:defRPr/>
            </a:pPr>
            <a:r>
              <a:rPr lang="vi-VN" altLang="en-US" sz="7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 </a:t>
            </a:r>
            <a:r>
              <a:rPr lang="vi-VN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Khiêm</a:t>
            </a:r>
            <a:r>
              <a:rPr lang="en-US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</a:t>
            </a:r>
            <a:r>
              <a:rPr lang="vi-VN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ng, chớ kiêu ngạo</a:t>
            </a:r>
            <a:r>
              <a:rPr lang="en-US" altLang="en-US" sz="7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03079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8A72F-570A-C7F2-3653-5B340E0F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361AD6BD-DEC0-502E-6EB9-78C914499B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hai: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 rãi, chớ hà tiện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 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Giữ mình sạch sẽ, chớ mê dâm dục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endParaRPr lang="vi-VN" altLang="en-US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8950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2B9A6706-C428-3E6A-5662-C680C893E98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vi-VN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 </a:t>
            </a: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 nhịn, Chớ hờn giận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eaLnBrk="1" hangingPunct="1">
              <a:defRPr/>
            </a:pPr>
            <a:r>
              <a:rPr lang="vi-VN" altLang="en-US" sz="6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 </a:t>
            </a:r>
            <a:r>
              <a:rPr lang="vi-VN" altLang="en-US" sz="6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Kiêng bớt, chớ mê ăn uống</a:t>
            </a:r>
            <a:r>
              <a:rPr lang="en-US" altLang="en-US" sz="6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6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vi-VN" altLang="en-US" sz="13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vi-VN" altLang="en-US" sz="13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58945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433D330E-1ADA-A91D-179B-B45C0AD1769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 </a:t>
            </a: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Yêu người, chớ ghen ghét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7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 </a:t>
            </a:r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Siêng năng việc Đức Chúa Trời, chớ làm biếng</a:t>
            </a:r>
            <a:r>
              <a:rPr lang="en-US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altLang="en-US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12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20179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B29CBAD3-9A59-1290-3F2E-48D6B157815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en-US" sz="4950" b="1" dirty="0">
                <a:solidFill>
                  <a:schemeClr val="bg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Phước</a:t>
            </a:r>
            <a:r>
              <a:rPr lang="en-US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Thật</a:t>
            </a:r>
            <a:r>
              <a:rPr lang="en-US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Tám</a:t>
            </a:r>
            <a:r>
              <a:rPr lang="en-US" alt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endParaRPr lang="en-US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defRPr/>
            </a:pPr>
            <a:r>
              <a:rPr lang="vi-VN" alt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nhất:</a:t>
            </a:r>
            <a:r>
              <a:rPr lang="vi-VN" altLang="en-US" sz="60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có lòng khó khăn, ấy là ph</a:t>
            </a:r>
            <a:r>
              <a:rPr lang="en-US" altLang="en-US" sz="6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vi-VN" altLang="en-U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thật, vì chưng nước Đức Chúa Trời là của mình vậy.</a:t>
            </a:r>
          </a:p>
        </p:txBody>
      </p:sp>
    </p:spTree>
    <p:extLst>
      <p:ext uri="{BB962C8B-B14F-4D97-AF65-F5344CB8AC3E}">
        <p14:creationId xmlns:p14="http://schemas.microsoft.com/office/powerpoint/2010/main" val="164566085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24DA8356-44F2-FA16-4947-37F52C5817C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hai: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hiền lành, ấy là ph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thật, vì chưng sẽ được đất Đức Chúa Trời làm của mình vậy.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5783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ubtitle 2">
            <a:extLst>
              <a:ext uri="{FF2B5EF4-FFF2-40B4-BE49-F238E27FC236}">
                <a16:creationId xmlns:a16="http://schemas.microsoft.com/office/drawing/2014/main" id="{7897A9CE-D9A3-DFCA-186C-54A0F3C630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/>
            <a:r>
              <a:rPr lang="vi-VN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ba:</a:t>
            </a:r>
            <a:r>
              <a:rPr lang="vi-VN" altLang="en-US" sz="8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khóc lóc, ấy là ph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sẽ được </a:t>
            </a:r>
            <a:r>
              <a:rPr lang="en-US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ủi vậy.</a:t>
            </a:r>
            <a:endParaRPr lang="en-US" altLang="en-US" sz="18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3901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ubtitle 2">
            <a:extLst>
              <a:ext uri="{FF2B5EF4-FFF2-40B4-BE49-F238E27FC236}">
                <a16:creationId xmlns:a16="http://schemas.microsoft.com/office/drawing/2014/main" id="{1F9C0583-6028-786C-0F2C-B6F7416467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bốn:</a:t>
            </a:r>
            <a:r>
              <a:rPr lang="vi-VN" altLang="en-US" sz="7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khao khát nhân đức trọn lành, ấy là ph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sẽ được no đủ vậy.</a:t>
            </a:r>
            <a:endParaRPr lang="en-US" altLang="en-US" sz="16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43143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8CAC1D55-A1D3-AA61-1F0B-406CD71DF7F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algn="just" eaLnBrk="1" hangingPunct="1">
              <a:defRPr/>
            </a:pPr>
            <a:r>
              <a:rPr lang="vi-VN" altLang="en-US" sz="8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năm:</a:t>
            </a:r>
            <a:r>
              <a:rPr lang="vi-VN" altLang="en-US" sz="8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thương xót người, ấy là ph</a:t>
            </a:r>
            <a:r>
              <a:rPr lang="en-US" altLang="en-US" sz="8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mình sẽ được thương xót vậy.</a:t>
            </a:r>
            <a:endParaRPr lang="en-US" altLang="en-US" sz="8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49259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ubtitle 2">
            <a:extLst>
              <a:ext uri="{FF2B5EF4-FFF2-40B4-BE49-F238E27FC236}">
                <a16:creationId xmlns:a16="http://schemas.microsoft.com/office/drawing/2014/main" id="{4999B0E5-5D06-2694-2C01-33327C15E3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sáu:</a:t>
            </a:r>
            <a:r>
              <a:rPr lang="vi-VN" altLang="en-US" sz="7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giữ lòng sạch sẽ, ấy là ph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sẽ được thấy mặt Đức Chúa Trời vậy.</a:t>
            </a:r>
          </a:p>
          <a:p>
            <a:pPr eaLnBrk="1" hangingPunct="1">
              <a:defRPr/>
            </a:pPr>
            <a:endParaRPr lang="en-US" altLang="en-US" sz="1275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61720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ubtitle 2">
            <a:extLst>
              <a:ext uri="{FF2B5EF4-FFF2-40B4-BE49-F238E27FC236}">
                <a16:creationId xmlns:a16="http://schemas.microsoft.com/office/drawing/2014/main" id="{0EBC0F20-DD81-3105-D8C6-A7937474A1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bảy: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Ai làm cho người hòa thuận, ấy là ph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sẽ được gọi là con Đức Chúa Trời vậy.</a:t>
            </a:r>
          </a:p>
          <a:p>
            <a:pPr eaLnBrk="1" hangingPunct="1">
              <a:defRPr/>
            </a:pPr>
            <a:endParaRPr lang="en-US" altLang="en-US" sz="1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47810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ubtitle 2">
            <a:extLst>
              <a:ext uri="{FF2B5EF4-FFF2-40B4-BE49-F238E27FC236}">
                <a16:creationId xmlns:a16="http://schemas.microsoft.com/office/drawing/2014/main" id="{E52F8858-16E8-FD5D-17B5-C5641CE3D4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vi-VN" altLang="en-US" sz="6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Thứ tám:</a:t>
            </a:r>
            <a:r>
              <a:rPr lang="vi-VN" altLang="en-US" sz="6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chịu khốn nạn vì đạo ngay, ấy là ph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</a:t>
            </a:r>
            <a:r>
              <a:rPr lang="vi-VN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thật, vì chưng nước Đức Chúa Trời là của mình vậy.</a:t>
            </a:r>
          </a:p>
          <a:p>
            <a:pPr eaLnBrk="1" hangingPunct="1">
              <a:defRPr/>
            </a:pPr>
            <a:endParaRPr lang="en-US" altLang="en-US" sz="14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96513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ubtitle 2">
            <a:extLst>
              <a:ext uri="{FF2B5EF4-FFF2-40B4-BE49-F238E27FC236}">
                <a16:creationId xmlns:a16="http://schemas.microsoft.com/office/drawing/2014/main" id="{8B071663-4B6E-994B-582A-6E6D92613C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</a:t>
            </a:r>
            <a:r>
              <a:rPr lang="en-US" altLang="en-US" sz="4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altLang="en-US" sz="4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THÁNH 2025</a:t>
            </a:r>
            <a:endParaRPr lang="en-US" altLang="en-US" sz="165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defRPr/>
            </a:pP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Lạy Cha trên trời,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cho ơn đức tin mà Cha ban tặng chúng con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Chúa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Giêsu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Kitô</a:t>
            </a:r>
            <a:r>
              <a:rPr lang="en-US" altLang="en-US" sz="7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05248837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37EAD-4D4E-47CF-D907-8BABDC00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ubtitle 2">
            <a:extLst>
              <a:ext uri="{FF2B5EF4-FFF2-40B4-BE49-F238E27FC236}">
                <a16:creationId xmlns:a16="http://schemas.microsoft.com/office/drawing/2014/main" id="{E8B5C425-1613-646D-3D74-69D6536566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Cha và Anh của chúng con,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 ngọn lửa đức ái được thắp lên trong tâm hồn chúng con/</a:t>
            </a:r>
            <a:endParaRPr lang="en-US" altLang="en-U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79981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ubtitle 2">
            <a:extLst>
              <a:ext uri="{FF2B5EF4-FFF2-40B4-BE49-F238E27FC236}">
                <a16:creationId xmlns:a16="http://schemas.microsoft.com/office/drawing/2014/main" id="{8A50B797-F9AB-BABB-1B40-19BCA9033A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vi-VN" altLang="en-US" sz="7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bởi Chúa Thánh Thần, khơi dậy trong chúng con/ niềm hy vọng hồng phúc hướng về Nước Cha trị đến.</a:t>
            </a:r>
            <a:endParaRPr lang="en-US" altLang="en-US" sz="7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51053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ubtitle 2">
            <a:extLst>
              <a:ext uri="{FF2B5EF4-FFF2-40B4-BE49-F238E27FC236}">
                <a16:creationId xmlns:a16="http://schemas.microsoft.com/office/drawing/2014/main" id="{05CAE2DE-B2EC-A655-F166-350C09BD74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/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ân sủng Cha biến đổi chúng con</a:t>
            </a:r>
            <a:r>
              <a:rPr lang="en-US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vi-VN" altLang="en-US" sz="6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 những người miệt mài vun trồng hạt giống Tin Mừng.</a:t>
            </a:r>
            <a:endParaRPr lang="en-US" altLang="en-US" sz="6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75463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ubtitle 2">
            <a:extLst>
              <a:ext uri="{FF2B5EF4-FFF2-40B4-BE49-F238E27FC236}">
                <a16:creationId xmlns:a16="http://schemas.microsoft.com/office/drawing/2014/main" id="{1084ADDA-DAB6-AF8E-BD14-B16348A1FBD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246742"/>
            <a:ext cx="9144000" cy="4896757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/>
            <a:r>
              <a:rPr lang="vi-VN" altLang="en-US" sz="7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 gì những hạt giống ấy</a:t>
            </a:r>
            <a:r>
              <a:rPr lang="en-US" altLang="en-US" sz="7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vi-VN" altLang="en-US" sz="7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 đổi từ bên trong nhân loại và toàn thể vũ trụ này,</a:t>
            </a:r>
            <a:endParaRPr lang="en-US" altLang="en-US" sz="7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2411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9CDFB-00FD-BE53-37E3-7AFA361C9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ubtitle 2">
            <a:extLst>
              <a:ext uri="{FF2B5EF4-FFF2-40B4-BE49-F238E27FC236}">
                <a16:creationId xmlns:a16="http://schemas.microsoft.com/office/drawing/2014/main" id="{48725B39-9AEA-3831-39AD-A3C80A3445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lòng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đợi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đất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bại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05456790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ubtitle 2">
            <a:extLst>
              <a:ext uri="{FF2B5EF4-FFF2-40B4-BE49-F238E27FC236}">
                <a16:creationId xmlns:a16="http://schemas.microsoft.com/office/drawing/2014/main" id="{4757C4C1-B1EF-BBE0-782B-EA4BAADC21D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sáng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muôn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altLang="en-U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cho ân sủng của Năm Thánh này/ khơi dậy trong chúng con,</a:t>
            </a:r>
          </a:p>
        </p:txBody>
      </p:sp>
    </p:spTree>
    <p:extLst>
      <p:ext uri="{BB962C8B-B14F-4D97-AF65-F5344CB8AC3E}">
        <p14:creationId xmlns:p14="http://schemas.microsoft.com/office/powerpoint/2010/main" val="125564188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15E12-9916-732B-C01A-11C9DE3A8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ubtitle 2">
            <a:extLst>
              <a:ext uri="{FF2B5EF4-FFF2-40B4-BE49-F238E27FC236}">
                <a16:creationId xmlns:a16="http://schemas.microsoft.com/office/drawing/2014/main" id="{92D4C300-2034-9AFA-5F60-80E2C8FE73D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just" eaLnBrk="1" hangingPunct="1">
              <a:defRPr/>
            </a:pP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</a:t>
            </a:r>
            <a:r>
              <a:rPr lang="vi-VN" altLang="en-US" sz="7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Những Người Lữ Hành Hy Vọng</a:t>
            </a:r>
            <a:r>
              <a:rPr lang="vi-VN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niềm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khao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khát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tàng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75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trời</a:t>
            </a:r>
            <a:r>
              <a:rPr lang="en-US" altLang="en-US" sz="7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773134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ubtitle 2">
            <a:extLst>
              <a:ext uri="{FF2B5EF4-FFF2-40B4-BE49-F238E27FC236}">
                <a16:creationId xmlns:a16="http://schemas.microsoft.com/office/drawing/2014/main" id="{41602E03-DCD1-488B-D053-47495648D28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tỏa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khắp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niềm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Đấng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Chuộc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con.</a:t>
            </a:r>
          </a:p>
        </p:txBody>
      </p:sp>
    </p:spTree>
    <p:extLst>
      <p:ext uri="{BB962C8B-B14F-4D97-AF65-F5344CB8AC3E}">
        <p14:creationId xmlns:p14="http://schemas.microsoft.com/office/powerpoint/2010/main" val="148311076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ubtitle 2">
            <a:extLst>
              <a:ext uri="{FF2B5EF4-FFF2-40B4-BE49-F238E27FC236}">
                <a16:creationId xmlns:a16="http://schemas.microsoft.com/office/drawing/2014/main" id="{E3BC3CA2-358F-C6F0-6E92-29F63F658DA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just" eaLnBrk="1" hangingPunct="1"/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tôn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vinh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ngợi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khen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Thiên Chúa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con, Cha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chúc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tụng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muôn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đời</a:t>
            </a:r>
            <a:r>
              <a:rPr lang="en-US" alt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en-US" sz="6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Amen</a:t>
            </a:r>
            <a:r>
              <a:rPr lang="en-US" altLang="en-US" sz="6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817503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5394C-B0D1-B2AB-9023-1FB876FFF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ó thể là hình ảnh về văn bản cho biết 'CHÚA NHẬT I MÙA VỌNG NĂM -NĂM A TỈNH THỨC để sẵn sàng び米代 &quot;Vậy cấc con cũng phải sẵn sãng, VÌ lúc cấc con không ngõ, Con Người sẽ đến.&quot; (Mt 24, 37-44)'">
            <a:extLst>
              <a:ext uri="{FF2B5EF4-FFF2-40B4-BE49-F238E27FC236}">
                <a16:creationId xmlns:a16="http://schemas.microsoft.com/office/drawing/2014/main" id="{E3941A72-B4FC-9E90-760F-1FCE14141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13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47659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470A-73A4-ACED-AD55-8AFD1A736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F3E1-A398-C57F-05E0-8697003CC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NHẬP</a:t>
            </a:r>
            <a:r>
              <a:rPr lang="en-US" sz="4700" b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4700" b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HÃY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SẴN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SÀNG</a:t>
            </a:r>
            <a:br>
              <a:rPr lang="en-US" sz="4700" b="1" i="0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en-US" sz="4700" b="1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Lm</a:t>
            </a: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. Mi </a:t>
            </a:r>
            <a:r>
              <a:rPr lang="en-US" sz="4700" b="1" i="1" dirty="0" err="1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Trầm</a:t>
            </a: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)</a:t>
            </a:r>
            <a:endParaRPr lang="en-US" sz="4700" b="1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41348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136E7-C973-93C9-3D8C-9AECABA48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C937-DFF0-1BB1-6D59-640CEB463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Nầy đoàn dân Chúa hãy sẵn sàng vì lúc ta không ngờ thì Chúa sẽ đến.</a:t>
            </a:r>
            <a:endParaRPr lang="en-US" sz="8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95586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16C7B-370C-D8E3-155B-0EDBED2BC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8D6D-BA35-0048-D994-EBF3DC1D9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Nầy đoàn dân Chúa hãy sẵn sàng vì lúc ta không ngờ thì Chúa đến gần.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83755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B44FC-4D23-242A-FFDF-FBF661EC6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C3ED-4CD9-AD73-FF1D-77BA032B1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1</a:t>
            </a:r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.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Hãy thắp nến sáng với bao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việc lành,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58147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D757A-098E-FCD6-C3F6-B6497B434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8B61E-5E7B-0DA2-DEA4-117F071D6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chờ ngày về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nơi phúc vinh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thiên đàng.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8642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35612-F70D-EEC7-88AC-C0C6CA1C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4FA5D-CBA8-C4D4-EE62-CD416FD4E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8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Nầy đoàn dân Chúa hãy sẵn sàng vì lúc ta không ngờ thì Chúa sẽ đến.</a:t>
            </a:r>
            <a:endParaRPr lang="en-US" sz="8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367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64DF-1678-A5EB-053E-E123A04B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5C6F8-3052-926E-79EB-28E1C20D2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 anchor="ctr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Nầy đoàn dân Chúa hãy sẵn sàng vì lúc ta không ngờ thì Chúa đến gần.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12492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A91E8-8825-12BC-0712-904FEFAE4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ó thể là hình ảnh về văn bản cho biết 'CHÚA NHẬT I MÙA VỌNG NĂM -NĂM A TỈNH THỨC để sẵn sàng び米代 &quot;Vậy cấc con cũng phải sẵn sãng, VÌ lúc cấc con không ngõ, Con Người sẽ đến.&quot; (Mt 24, 37-44)'">
            <a:extLst>
              <a:ext uri="{FF2B5EF4-FFF2-40B4-BE49-F238E27FC236}">
                <a16:creationId xmlns:a16="http://schemas.microsoft.com/office/drawing/2014/main" id="{B83C46A0-35B9-B7DD-7883-C56CA8101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21822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999963" y="-1999641"/>
            <a:ext cx="51435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5143179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4" descr="Có thể là hình ảnh về văn bản cho biết 'BÀI ĐỌC 1 CHÚA NHẬT I MÙA VỌNG A Bài trích sách TIÊN TRI ISAIA &quot;Thiên Chữa quy tụ cấc dân tộc trong nưỡc Người, để hưởng bình an đời đời.&quot; (Is 2, (IS2,1-5) 1-5)'">
            <a:extLst>
              <a:ext uri="{FF2B5EF4-FFF2-40B4-BE49-F238E27FC236}">
                <a16:creationId xmlns:a16="http://schemas.microsoft.com/office/drawing/2014/main" id="{F0F8F16E-7A6E-05BA-C558-572922B1D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34" y="-642"/>
            <a:ext cx="9144000" cy="514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50202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24DA1-C59A-DCB2-1254-4731F8239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785D-F143-1F4A-51C1-7A4176DF2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ĐÁP</a:t>
            </a:r>
            <a: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CA</a:t>
            </a:r>
            <a:br>
              <a:rPr lang="en-US" sz="4700" b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THÁNH </a:t>
            </a:r>
            <a:r>
              <a:rPr lang="en-US" sz="67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VỊNH</a:t>
            </a:r>
            <a:r>
              <a:rPr lang="en-US" sz="67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121</a:t>
            </a:r>
            <a:br>
              <a:rPr lang="en-US" sz="4700" b="1" i="0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5400" b="1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en-US" sz="5400" b="1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Lm</a:t>
            </a:r>
            <a:r>
              <a:rPr lang="en-US" sz="5400" b="1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. </a:t>
            </a:r>
            <a:r>
              <a:rPr lang="en-US" sz="54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Thái Nguyên</a:t>
            </a:r>
            <a:r>
              <a:rPr lang="en-US" sz="5400" b="1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)</a:t>
            </a:r>
            <a:br>
              <a:rPr lang="en-US" sz="5400" b="1" i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br>
              <a:rPr lang="en-US" sz="1050" b="1" i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54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(04 </a:t>
            </a:r>
            <a:r>
              <a:rPr lang="en-US" sz="54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câu</a:t>
            </a:r>
            <a:r>
              <a:rPr lang="en-US" sz="54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)</a:t>
            </a:r>
            <a:endParaRPr lang="en-US" sz="8000" b="1" dirty="0"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24495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9B57F-E32D-18B5-F0BB-7030978D6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A6A7-B4C8-8398-C291-BE4F82B11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1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/4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Vui thay khi thiên hạ bảo tôi: chúng ta hãy lên đền thờ Chúa.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4007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F1325-B1E9-6C1E-F9F0-0221F7960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449-DFB9-553F-F199-DD3FEBC15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Chính đây hỡi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Giê-ru-sa-lem,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chân chúng tôi đứng nơi cửa thành rồi.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97022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0AE46-6C22-4414-D215-3D85C3EE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2E23B-6730-4879-7FA1-0E693CECF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ĐK: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 Vui thay!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Khi người ta đến nói với tôi rằng: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48262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7DABD-7185-DE95-87A8-690FCC7EF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633B-DFC7-B668-B2FF-E3FAA796F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Chúng ta,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hãy cùng nhau lên đền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thánh Chúa nào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41610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1F56A-A23E-AF86-987B-67849C856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FF14-1618-35D1-9CEA-95DE57B6F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chúng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ta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hãy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cùng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nhau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lên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đền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thánh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Ngài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667759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4D98F-E5C0-DC29-3E5D-C6CCD6F1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F1D06-5BA7-D0A3-545E-B0958507F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2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/4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Giê-ru-sa-lem được dựng xây khác chi những đô thành kiên cố.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29448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964B2-1A38-6E06-0AAC-70748D076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EA4F3-2702-AE6F-9AD5-574249459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Biết bao nhiêu con dân của Chúa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đang tiến lên đến nơi cửa đền thờ.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98357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D129E-2B5D-3960-C9CE-5C61BA81C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8477D-A71F-6DEC-01B4-E2CA68E12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ĐK: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 Vui thay!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Khi người ta đến nói với tôi rằng: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01147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6E77C-B645-E05E-ADE5-92D7BBA1D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224B-5740-5957-6C5F-EC26E92CD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Chúng ta,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hãy cùng nhau lên đền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thánh Chúa nào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09327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12A76-50F5-54AB-DD0B-A8DF6A1D5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0C4D5-FFE6-D812-2FB4-CBDE55FCF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chúng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ta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hãy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cùng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nhau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lên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đền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thánh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Ngài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46086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C7FF9-A847-B310-C74B-E8946DEA7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33520-231B-09C7-5067-5234CA0CA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3/4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Con dân theo như luật truyền xưa, tiến lên để ca ngợi danh Chúa.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25391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91BE3-FDC4-A8EC-9784-E4319BC3D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7CB28-CD2C-D075-5D1B-CE1B37E78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Chính đây là ngai toà Đa-vít, được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đắp xây để xét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xử toàn dân.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60911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5305C-2B39-91C5-E34C-AD7CB5DA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B9AAA-9D5A-A05B-3845-0B995C3AB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ĐK: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 Vui thay!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Khi người ta đến nói với tôi rằng: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91708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D714C-9DAC-81D1-3ADC-27DCE988D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0240C-2A37-47B5-0922-64BF2C134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Chúng ta,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hãy cùng nhau lên đền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thánh Chúa nào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48911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5897F-2184-5AFC-3DCD-E2FD49E91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8D9B-7923-2879-755E-3F569D2DE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chúng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ta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hãy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cùng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nhau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lên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đền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thánh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Ngài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396083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4AFD-D8B5-09CD-E131-878052DF6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159F8-CB50-0580-B284-26F24B0C1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4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/4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cho Gia-liêm được bình an, chúc cho dân luôn được hưng thái.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48309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BC7F3-2DA0-2D6E-3D99-82B7BA7E6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833D0-7190-55E1-E57D-B4F0E5290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Những mong cho dinh cơ bình an, và đó đây vẫn luôn hằng đẹp tươi.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65378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01616-73FA-CEA5-68AA-036A6AF16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4AA8-CD4E-AD32-01D3-1D4281EF6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ĐK: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 Vui thay!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Khi người ta đến nói với tôi rằng: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801643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6345D-BC4C-EDA9-F433-84D3851E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67EC-B0BB-8056-0D6C-493BB8718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Chúng ta,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hãy cùng nhau lên đền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thánh Chúa nào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22795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B577B-C096-5920-2938-C8841AFB5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92469-C006-7B2A-70AE-7A8335A40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30630"/>
            <a:ext cx="9144000" cy="527412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chúng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ta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hãy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cùng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nhau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lên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đền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thánh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Ngài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650803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4D90E-D9BC-D436-41A3-FAC25A17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3" name="Rectangle 1127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148" name="Picture 4" descr="Có thể là hình ảnh về văn bản cho biết 'BÀI ĐỌC 2- CHÚA NHẬT I MÙA VỌNG A Bài trích thư của Thánh Phaolo Tông ĐỒ GỬI TÍN HỮU RÔMA &quot;Thời nãy là lúc chững ta phải thức dậy. VIgiờ đây, phần rỗi chững ta gần đến, hơn lúc chững ta mỡi tin đạo.&quot; (Rm 13, 11-14)'">
            <a:extLst>
              <a:ext uri="{FF2B5EF4-FFF2-40B4-BE49-F238E27FC236}">
                <a16:creationId xmlns:a16="http://schemas.microsoft.com/office/drawing/2014/main" id="{6C4CC1B7-66BF-8E56-ED53-13261170A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056756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1B82F-9B9E-9A0F-F01F-8D749893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2D805-4723-9CE9-42DA-7AE8EBF9C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0199"/>
            <a:ext cx="9144000" cy="4813301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i="1" dirty="0">
                <a:solidFill>
                  <a:srgbClr val="EE0000"/>
                </a:solidFill>
                <a:latin typeface="Times New Roman (Headings)"/>
                <a:cs typeface="Arial" panose="020B0604020202020204" pitchFamily="34" charset="0"/>
              </a:rPr>
              <a:t>All… All…</a:t>
            </a:r>
            <a:br>
              <a:rPr lang="en-US" sz="8000" b="1" i="1" dirty="0">
                <a:solidFill>
                  <a:srgbClr val="EE0000"/>
                </a:solidFill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Chúa ơi, xin hãy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tỏ lòng từ bi</a:t>
            </a:r>
            <a:endParaRPr lang="en-US" sz="8000" b="1" i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  <p:sp>
        <p:nvSpPr>
          <p:cNvPr id="3" name="Tiêu đề 1">
            <a:extLst>
              <a:ext uri="{FF2B5EF4-FFF2-40B4-BE49-F238E27FC236}">
                <a16:creationId xmlns:a16="http://schemas.microsoft.com/office/drawing/2014/main" id="{B65BFD26-A711-3E47-CB91-41F966BFC137}"/>
              </a:ext>
            </a:extLst>
          </p:cNvPr>
          <p:cNvSpPr txBox="1">
            <a:spLocks/>
          </p:cNvSpPr>
          <p:nvPr/>
        </p:nvSpPr>
        <p:spPr>
          <a:xfrm>
            <a:off x="0" y="-50800"/>
            <a:ext cx="9144000" cy="635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TUNG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HÔ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MỪNG</a:t>
            </a:r>
            <a:endParaRPr lang="vi-VN" sz="3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131186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65F3-7093-0EC2-264B-B9FBEDD05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9FB56-98B7-8F01-187F-0001B0B90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ban ơn cứu độ chúng con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.</a:t>
            </a:r>
            <a:r>
              <a:rPr lang="en-US" sz="8000" b="1" i="1" dirty="0"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i="1" dirty="0">
                <a:latin typeface="Times New Roman (Headings)"/>
                <a:cs typeface="Arial" panose="020B0604020202020204" pitchFamily="34" charset="0"/>
              </a:rPr>
            </a:br>
            <a:r>
              <a:rPr lang="en-US" sz="8000" b="1" i="1" dirty="0">
                <a:solidFill>
                  <a:srgbClr val="EE0000"/>
                </a:solidFill>
                <a:latin typeface="Times New Roman (Headings)"/>
                <a:cs typeface="Arial" panose="020B0604020202020204" pitchFamily="34" charset="0"/>
              </a:rPr>
              <a:t>All.. All..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08389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A23C-7A05-7DFC-C20D-5ED6CD4D5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ó thể là hình ảnh về văn bản cho biết 'TIN MỪNG CHÚA GIÊSU KITÔ Theo Thánh Matthêu ሪ &quot;Anh em hãy canh thức để được sẵn sàng.&quot; [Mt 24, (Mt24,37-44) 37-44) 37'">
            <a:extLst>
              <a:ext uri="{FF2B5EF4-FFF2-40B4-BE49-F238E27FC236}">
                <a16:creationId xmlns:a16="http://schemas.microsoft.com/office/drawing/2014/main" id="{68B8E662-BFD6-D4A3-0C96-D0D2F8EBF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824641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3ABA4-807E-D75C-D52C-5C1741014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7524-1DCF-5012-325A-112DC29DE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14351"/>
            <a:ext cx="9144000" cy="4629148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solidFill>
                  <a:srgbClr val="EE0000"/>
                </a:solidFill>
                <a:effectLst/>
                <a:latin typeface="Times New Roman (Headings)"/>
                <a:cs typeface="Arial" panose="020B0604020202020204" pitchFamily="34" charset="0"/>
              </a:rPr>
              <a:t>CT: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tin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kính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một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Cha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toàn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năng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iêu đề 1">
            <a:extLst>
              <a:ext uri="{FF2B5EF4-FFF2-40B4-BE49-F238E27FC236}">
                <a16:creationId xmlns:a16="http://schemas.microsoft.com/office/drawing/2014/main" id="{9B130C5D-607E-1CBB-D591-F748074BB843}"/>
              </a:ext>
            </a:extLst>
          </p:cNvPr>
          <p:cNvSpPr txBox="1">
            <a:spLocks/>
          </p:cNvSpPr>
          <p:nvPr/>
        </p:nvSpPr>
        <p:spPr>
          <a:xfrm>
            <a:off x="0" y="73600"/>
            <a:ext cx="9144000" cy="514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KINH TIN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KÍNH</a:t>
            </a:r>
            <a:endParaRPr lang="vi-VN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46050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309F3-8315-CE40-0B0A-EA1412C0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03A48-7357-BDA4-3CCC-60DB19E79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tạo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thành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muôn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vật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hữu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hình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vô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hình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127837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03334-9006-FD9C-EE9F-42904ED3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0168C-2886-DF81-5CE8-19D4DA9DD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tin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kính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một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Giê-su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Ki-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tô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Con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Một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Chúa,</a:t>
            </a:r>
          </a:p>
        </p:txBody>
      </p:sp>
    </p:spTree>
    <p:extLst>
      <p:ext uri="{BB962C8B-B14F-4D97-AF65-F5344CB8AC3E}">
        <p14:creationId xmlns:p14="http://schemas.microsoft.com/office/powerpoint/2010/main" val="244868464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14702-B588-558A-1359-E8B9C635D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1DD87-71D7-AED6-17FA-35FFEFA48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sinh bởi Đức Chúa Cha từ trước muôn đời.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5719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737AC-60A0-9959-47F1-5D68D9B49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9E8A-C643-00E5-AC2D-6C2820D32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là Thiên Chúa bởi Thiên Chúa, Ánh Sáng bởi Ánh Sáng,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185499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CE7A3-6C92-3908-91CA-673B0AC87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87E14-CD07-987B-B16A-B6F1EAC662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thật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bởi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thật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6855143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E1989-CD9F-C389-DBCA-E38B2B16A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3884-7BF0-103E-74AE-B62AE3B0C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Được sinh ra mà không phải được tạo thành đồng bản thể với Đức Chúa Cha: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4798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02D7-D322-577F-67D6-CF9AF370B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7094C-0B2C-98F4-6B4D-4514C85AA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nhờ Người mà muôn vật được tạo thành.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24773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651F0-8517-85E0-AD02-BB3A04FC5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34158-F0F9-35B6-3EE8-8E1A93B8F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Vì loài người chúng ta và để cứu độ chúng ta, Người đã từ trời xuống thế.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31715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E0594-87D3-1701-548F-A1FB7494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8790E-DD99-C089-5A30-F58F5D8CCE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7000" b="1" dirty="0">
                <a:effectLst/>
                <a:latin typeface="Times New Roman (Headings)"/>
                <a:cs typeface="Arial" panose="020B0604020202020204" pitchFamily="34" charset="0"/>
              </a:rPr>
              <a:t>Bởi phép Đức Chúa Thánh Thần, Người đã nhập thể trong lòng Trinh Nữ Ma-ri-a, </a:t>
            </a:r>
            <a:br>
              <a:rPr lang="en-US" sz="7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7000" b="1" dirty="0">
                <a:effectLst/>
                <a:latin typeface="Times New Roman (Headings)"/>
                <a:cs typeface="Arial" panose="020B0604020202020204" pitchFamily="34" charset="0"/>
              </a:rPr>
              <a:t>và đã làm người.</a:t>
            </a:r>
            <a:endParaRPr lang="en-US" sz="7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088456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04B99-47D6-7361-9262-F92BC79A0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A215-A9FC-C80A-B3B8-C734F2260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chịu đóng đinh vào thập giá vì chúng ta,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40425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57FD2-CC38-ED97-66C3-FEA9FCE1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A4BD7-BB80-6939-2C6C-FE35D4772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thời quan </a:t>
            </a:r>
            <a:r>
              <a:rPr lang="vi-VN" sz="7200" b="1" dirty="0">
                <a:effectLst/>
                <a:latin typeface="Times New Roman (Headings)"/>
                <a:cs typeface="Arial" panose="020B0604020202020204" pitchFamily="34" charset="0"/>
              </a:rPr>
              <a:t>Phong-xi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-</a:t>
            </a:r>
            <a:r>
              <a:rPr lang="vi-VN" sz="7200" b="1" dirty="0">
                <a:effectLst/>
                <a:latin typeface="Times New Roman (Headings)"/>
                <a:cs typeface="Arial" panose="020B0604020202020204" pitchFamily="34" charset="0"/>
              </a:rPr>
              <a:t>ô</a:t>
            </a:r>
            <a:r>
              <a:rPr lang="en-US" sz="80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7200" b="1" dirty="0">
                <a:effectLst/>
                <a:latin typeface="Times New Roman (Headings)"/>
                <a:cs typeface="Arial" panose="020B0604020202020204" pitchFamily="34" charset="0"/>
              </a:rPr>
              <a:t>Phi-la-tô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;</a:t>
            </a:r>
            <a:r>
              <a:rPr lang="en-US" sz="105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chịu khổ hình và mai táng.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74804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2B82F-F1B5-2650-3B64-FC86C186D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AC947-BCD7-2678-BDCD-F5DD30005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Ngày thứ ba Người sống lại như lời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Thánh kinh.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618283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C22B3-9BF7-16BA-860C-D4E9C0DD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85B6-3F65-7989-D709-51616B972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Người lên trời, ngự bên hữu Đức Chúa Cha.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711280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AA13-4036-8519-BEA4-BBAB076B2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25AD-8F23-2772-F0C9-2C9B161DE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Và Người sẽ lại đến trong vinh quang để phán xét kẻ sống và kẻ chết,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876205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90F71-DD30-B648-823A-B189F0464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771F9-5B9B-F4BF-40E1-9B253EDB1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l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Nước Người sẽ không bao giờ cùng.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011190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87F4-5936-E338-1E4D-7D5DFB51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56C0D-5D39-DF8B-E96E-C1E7BB3B8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7200" b="1">
                <a:effectLst/>
                <a:latin typeface="Times New Roman (Headings)"/>
                <a:cs typeface="Arial" panose="020B0604020202020204" pitchFamily="34" charset="0"/>
              </a:rPr>
              <a:t> tin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kính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Đức Chúa Thánh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Thần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Thiên Chúa,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ban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sự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200" b="1" dirty="0" err="1">
                <a:effectLst/>
                <a:latin typeface="Times New Roman (Headings)"/>
                <a:cs typeface="Arial" panose="020B0604020202020204" pitchFamily="34" charset="0"/>
              </a:rPr>
              <a:t>sống</a:t>
            </a:r>
            <a:r>
              <a:rPr lang="en-US" sz="7200" b="1" dirty="0">
                <a:effectLst/>
                <a:latin typeface="Times New Roman (Headings)"/>
                <a:cs typeface="Arial" panose="020B0604020202020204" pitchFamily="34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8914278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69B4C-4C34-8B84-98A4-809EEAEF9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7CD4B-98DB-7F88-F991-BC295B90F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bởi Đức Chúa Cha và Đức Chúa Con mà ra.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723285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51C22-968A-79B9-95D0-922E624A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8DD2-9620-254B-2ED0-219513EAB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7200" b="1" dirty="0">
                <a:effectLst/>
                <a:latin typeface="Times New Roman (Headings)"/>
                <a:cs typeface="Arial" panose="020B0604020202020204" pitchFamily="34" charset="0"/>
              </a:rPr>
              <a:t>Người được phụng thờ và tôn vinh cùng với Đức Chúa Cha và Đức Chúa Con</a:t>
            </a:r>
            <a:endParaRPr lang="en-US" sz="72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884281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50C26-B26C-BB85-1BCC-45F7AB7D6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9FBF3-26E4-9539-6D59-A4727CFF0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Người đã dùng các Tiên tri mà phán dạy.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897880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BB88B-0D7F-4D7B-97CD-D35FF041C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486A-BFEB-AC1F-2399-6E3280D66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tin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Hội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Thánh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duy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nhất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thánh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thiện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,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công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giáo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tông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truyền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190374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0C82F-AC4B-5F76-0A86-D951776B0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CA16B-F7F9-4ED1-D0A6-4074FE90D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Tôi tuyên xưng có một Phép Rửa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để tha tội.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629172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666B3-C50D-C141-A14C-1FF4C97F3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A895A-326F-80AF-1F23-A7D232913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Tôi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trông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đợi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kẻ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chết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sống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lại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sự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sống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đời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sau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Amen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1381447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E919B-8993-BC80-787B-AF043880E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ó thể là hình ảnh về văn bản cho biết 'CHÚA NHẬT I MÙA VỌNG NĂM -NĂM A TỈNH THỨC để sẵn sàng び米代 &quot;Vậy cấc con cũng phải sẵn sãng, VÌ lúc cấc con không ngõ, Con Người sẽ đến.&quot; (Mt 24, 37-44)'">
            <a:extLst>
              <a:ext uri="{FF2B5EF4-FFF2-40B4-BE49-F238E27FC236}">
                <a16:creationId xmlns:a16="http://schemas.microsoft.com/office/drawing/2014/main" id="{F2A573A6-29FF-FC9C-F356-4A3BC928E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243565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FCB38-41C2-527C-14C7-BA88EAF3F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52F11-2C4F-E299-24FE-8E81AAC56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DÂNG</a:t>
            </a:r>
            <a: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DÂNG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15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en-US" sz="4700" b="1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Lm</a:t>
            </a: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. Phạm Liên Hùng)</a:t>
            </a:r>
            <a:endParaRPr lang="en-US" sz="4700" b="1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286852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27BF2-E065-7BEE-150F-A8E413610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8D814-82E8-C3DB-5F74-205B743D5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: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Dâng lên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trước thiên tòa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này bánh thơm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với rượu ngon.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427385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8B56D-3E9E-EF7D-988E-4E3FB4A80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A49A3-D4B7-547C-DB52-535A32A046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Dâng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lên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trót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tâm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hồn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trót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thân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xác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của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con</a:t>
            </a:r>
          </a:p>
        </p:txBody>
      </p:sp>
    </p:spTree>
    <p:extLst>
      <p:ext uri="{BB962C8B-B14F-4D97-AF65-F5344CB8AC3E}">
        <p14:creationId xmlns:p14="http://schemas.microsoft.com/office/powerpoint/2010/main" val="2159390971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A798-468A-0C11-83D1-031682B0E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27F0-AE5E-C1DC-08E6-F61BE14EB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1.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tiến dâng lời kinh hòa vang theo lời hoan chúc,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841882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F07E3-A7D8-B094-D2F8-578FDD1EB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4255E-933C-C6FA-8C56-10E22727C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tiến dâng đời con với bao ước mơ nồng nàn,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368496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18145-DC70-946B-33D0-B54110017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8001C-A086-BB20-D343-A76F6DB32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Chúa luôn dủ thương và ban chan hòa ơn phúc,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881191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0A201-12DD-C0BA-26BD-A72B7B91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495F-A99A-5A26-FFCC-A9AAC4E21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cho chính tâm hồn con cũng như khắp dân tộc con.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527787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DA53E-D189-59D5-BA1F-11BF4CBA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31E6-D7D8-B7CA-8A82-85BDC3E20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: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Dâng lên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trước thiên tòa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này bánh thơm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với rượu ngon.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996793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7B3CC-48B2-9CE3-C67F-CF6657E03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F20A-E863-7F74-46DA-92679FA28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Dâng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lên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trót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tâm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hồn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trót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thân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xác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của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con</a:t>
            </a:r>
          </a:p>
        </p:txBody>
      </p:sp>
    </p:spTree>
    <p:extLst>
      <p:ext uri="{BB962C8B-B14F-4D97-AF65-F5344CB8AC3E}">
        <p14:creationId xmlns:p14="http://schemas.microsoft.com/office/powerpoint/2010/main" val="1005603825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830DA-DB38-5BAC-AC5B-4CE1235FC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47C24-3FA7-C863-3731-E4D7A77A89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2.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tiến dâng tuổi xanh cùng bao khát vọng chan chứa,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485043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9A0CE-F087-D85F-9210-947F6D6D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D9184-096E-B4DF-AF77-F25FF7091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dâng Chúa các bạn con cũng như những ai thân thuộc.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532048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E3B2-84E0-7E8F-CDA6-C882DB800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6F864-6029-BBB1-9852-56E8E8B06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Chúa thương rộng ban hồng ân chan hòa tâm trí,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061232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5AC8C-8568-D9E3-46C3-64F1FF1FF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18912-A853-0DA9-7B12-7668CF940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săn sóc giữ gìn luôn thoát qua phút giây lầm than.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378413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2CB4E-0556-EB32-7B0E-D8A18D102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D46DB-D9F4-AE0B-59C9-95DA9ED790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: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Dâng lên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trước thiên tòa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này bánh thơm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với rượu ngon.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902740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A39E8-BAB1-CD6C-2AE0-F63B2141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91727-A99D-54B1-E7E9-27448F8D9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Dâng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lên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trót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tâm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hồn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trót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thân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xác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của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con</a:t>
            </a:r>
          </a:p>
        </p:txBody>
      </p:sp>
    </p:spTree>
    <p:extLst>
      <p:ext uri="{BB962C8B-B14F-4D97-AF65-F5344CB8AC3E}">
        <p14:creationId xmlns:p14="http://schemas.microsoft.com/office/powerpoint/2010/main" val="3647231907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97676-9D11-ED3D-AED3-CB511A06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AABE1-8CF2-DBD5-4B47-D02DCECCC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3.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tiến dâng từ đây ngàn muôn vất vả cay đắng,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868426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C623F-2DEC-B71B-184C-23D9504F1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F700E-BBC6-267F-2054-B6F8D322C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dâng Chúa bao niềm vui cũng như phút giây lao nhọc.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225098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D481E-4770-4FF3-97FF-A978DCA8C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1E68-2DE3-C7D0-D6AC-46D128F52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đoái thương rộng tay để ban trên đoàn dân Chúa,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732310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BB5B0-9B76-667E-CED0-A5D81126D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3E591-7788-DB86-8454-9DECB298B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ơn sống theo luật riêng rắc gieo khắp nơi niềm tin.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918108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F13FB-49B4-103C-6753-C906C1FAD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3B83-7CF2-E1D4-C8B1-7172C455E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:</a:t>
            </a:r>
            <a:r>
              <a:rPr lang="vi-VN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Dâng lên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trước thiên tòa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này bánh thơm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với rượu ngon.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732624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4D15E-5141-2E58-1CED-90392E91B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D4871-5CBF-588A-A692-A289836BF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Dâng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lên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trót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tâm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hồn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trót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thân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xác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của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con</a:t>
            </a:r>
          </a:p>
        </p:txBody>
      </p:sp>
    </p:spTree>
    <p:extLst>
      <p:ext uri="{BB962C8B-B14F-4D97-AF65-F5344CB8AC3E}">
        <p14:creationId xmlns:p14="http://schemas.microsoft.com/office/powerpoint/2010/main" val="3043951504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C783-343F-41E1-A9A3-C0E58935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en chalice and a cross next to a book&#10;&#10;AI-generated content may be incorrect.">
            <a:extLst>
              <a:ext uri="{FF2B5EF4-FFF2-40B4-BE49-F238E27FC236}">
                <a16:creationId xmlns:a16="http://schemas.microsoft.com/office/drawing/2014/main" id="{9CCBCF23-AD9F-5D42-DBB7-995EE45D9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2" b="984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18615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8D9D5-A23E-6BBB-E98F-ED8501C4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DBD5-CA43-B2C0-FCBF-3EE6E690A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Thánh! Thánh! Thánh!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EC67625-A584-71C9-DC6A-48D77CA02FDC}"/>
              </a:ext>
            </a:extLst>
          </p:cNvPr>
          <p:cNvSpPr txBox="1">
            <a:spLocks/>
          </p:cNvSpPr>
          <p:nvPr/>
        </p:nvSpPr>
        <p:spPr>
          <a:xfrm>
            <a:off x="736600" y="0"/>
            <a:ext cx="7670800" cy="698500"/>
          </a:xfrm>
          <a:prstGeom prst="rect">
            <a:avLst/>
          </a:prstGeom>
        </p:spPr>
        <p:txBody>
          <a:bodyPr vert="horz" lIns="91440" tIns="0" rIns="91440" bIns="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THÁNH, THÁNH, THÁNH</a:t>
            </a:r>
            <a:endParaRPr lang="en-US" sz="28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474676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2A77-D47F-6FC9-C5D9-0C8132835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6FC8-E179-2295-EF89-D415ACCEC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Chúa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là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br>
              <a:rPr lang="en-US" sz="8800" b="1" dirty="0">
                <a:latin typeface="Times New Roman (Headings)"/>
                <a:cs typeface="Arial" panose="020B0604020202020204" pitchFamily="34" charset="0"/>
              </a:rPr>
            </a:b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Thiên Chúa </a:t>
            </a:r>
            <a:br>
              <a:rPr lang="en-US" sz="8800" b="1" dirty="0">
                <a:latin typeface="Times New Roman (Headings)"/>
                <a:cs typeface="Arial" panose="020B0604020202020204" pitchFamily="34" charset="0"/>
              </a:rPr>
            </a:b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các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đạo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binh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692475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4BFAA-906B-F87D-63C3-7344518A4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4FC7-0BA2-DEAE-6637-B73C85F20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đất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đầy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vinh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quang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Chúa.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49129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696E-4182-1AC5-4ABA-92D137924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062E-7A11-0161-7949-18A7EC1C1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Hoan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hô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Chúa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trên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các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tầng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788413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A2B5-8FE4-BFF3-4455-EAC3FA4E0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70518-4B59-8673-42A7-31FD8D869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latin typeface="Times New Roman (Headings)"/>
                <a:cs typeface="Arial" panose="020B0604020202020204" pitchFamily="34" charset="0"/>
              </a:rPr>
              <a:t>Chúc tụng Đấng ngự đến nhân </a:t>
            </a:r>
            <a:br>
              <a:rPr lang="en-US" sz="88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latin typeface="Times New Roman (Headings)"/>
                <a:cs typeface="Arial" panose="020B0604020202020204" pitchFamily="34" charset="0"/>
              </a:rPr>
              <a:t>danh Chúa.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072303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2E839-4BC2-5D4E-067A-AD6D93382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8827E-2C60-01F6-969D-0E1E94C95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Hoan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hô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Chúa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trên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các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tầng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trời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160022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0F89C-26B8-18AE-AE4C-5724908A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en chalice and a cross next to a book&#10;&#10;AI-generated content may be incorrect.">
            <a:extLst>
              <a:ext uri="{FF2B5EF4-FFF2-40B4-BE49-F238E27FC236}">
                <a16:creationId xmlns:a16="http://schemas.microsoft.com/office/drawing/2014/main" id="{B07FA62F-0CDA-A0F3-FC21-14D12741D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2" b="984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37043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DD8AB-9376-DF47-3B62-C62770DC3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52319-7BB2-33A4-5530-FDC4D0620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br>
              <a:rPr lang="en-US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800" b="1" dirty="0">
                <a:effectLst/>
                <a:latin typeface="Times New Roman (Headings)"/>
                <a:cs typeface="Arial" panose="020B0604020202020204" pitchFamily="34" charset="0"/>
              </a:rPr>
              <a:t>Lạy Chiên Thiên Chúa, Đấng xóa tội trần gian: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A1C776A-278F-4296-FCAC-16D992471F07}"/>
              </a:ext>
            </a:extLst>
          </p:cNvPr>
          <p:cNvSpPr txBox="1">
            <a:spLocks/>
          </p:cNvSpPr>
          <p:nvPr/>
        </p:nvSpPr>
        <p:spPr>
          <a:xfrm>
            <a:off x="736600" y="0"/>
            <a:ext cx="7670800" cy="698500"/>
          </a:xfrm>
          <a:prstGeom prst="rect">
            <a:avLst/>
          </a:prstGeom>
        </p:spPr>
        <p:txBody>
          <a:bodyPr vert="horz" lIns="91440" tIns="0" rIns="91440" bIns="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LẠY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CHIÊN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THIÊN CHÚA</a:t>
            </a:r>
            <a:endParaRPr lang="en-US" sz="28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021700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425D1-87B6-20FB-BEE9-7CED28EFF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3141D-F132-B717-062E-FDD830CDF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latin typeface="Times New Roman (Headings)"/>
                <a:cs typeface="Arial" panose="020B0604020202020204" pitchFamily="34" charset="0"/>
              </a:rPr>
              <a:t>xin thương xót chúng con.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624283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D8A8A-E7FC-32F9-295C-DDB8635E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4102-F419-D02C-ED70-305683D10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Lạy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Chiên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Thiên Chúa,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xóa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tội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trần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latin typeface="Times New Roman (Headings)"/>
                <a:cs typeface="Arial" panose="020B0604020202020204" pitchFamily="34" charset="0"/>
              </a:rPr>
              <a:t>gian</a:t>
            </a:r>
            <a:r>
              <a:rPr lang="en-US" sz="8800" b="1" dirty="0">
                <a:latin typeface="Times New Roman (Headings)"/>
                <a:cs typeface="Arial" panose="020B0604020202020204" pitchFamily="34" charset="0"/>
              </a:rPr>
              <a:t>: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825872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A0A03-4090-0847-0BE3-DEDBCAA31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AACF-BB62-9B64-F105-737A986CA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vi-VN" sz="8800" b="1" dirty="0">
                <a:latin typeface="Times New Roman (Headings)"/>
                <a:cs typeface="Arial" panose="020B0604020202020204" pitchFamily="34" charset="0"/>
              </a:rPr>
              <a:t>xin thương xót chúng con.</a:t>
            </a:r>
            <a:endParaRPr lang="en-US" sz="88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202925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AF561-BBB5-7246-BAC6-A618CC522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C9F2-7EEF-CDB7-E770-CC363BD46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Lạy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Chiên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Thiên Chúa,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Đấng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xóa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tội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trần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gian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02065255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A9862-3D27-1788-F65E-C8EE1DD06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3BCC7-4C43-5215-0548-437F6500D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xin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ban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bình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an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cho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800" b="1" dirty="0" err="1">
                <a:effectLst/>
                <a:latin typeface="Times New Roman (Headings)"/>
                <a:cs typeface="Arial" panose="020B0604020202020204" pitchFamily="34" charset="0"/>
              </a:rPr>
              <a:t>chúng</a:t>
            </a:r>
            <a:r>
              <a:rPr lang="en-US" sz="8800" b="1" dirty="0">
                <a:effectLst/>
                <a:latin typeface="Times New Roman (Headings)"/>
                <a:cs typeface="Arial" panose="020B0604020202020204" pitchFamily="34" charset="0"/>
              </a:rPr>
              <a:t> con.</a:t>
            </a:r>
          </a:p>
        </p:txBody>
      </p:sp>
    </p:spTree>
    <p:extLst>
      <p:ext uri="{BB962C8B-B14F-4D97-AF65-F5344CB8AC3E}">
        <p14:creationId xmlns:p14="http://schemas.microsoft.com/office/powerpoint/2010/main" val="1826054389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C489F-0128-0A65-2D7F-8FE0A2674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en chalice and a cross next to a book&#10;&#10;AI-generated content may be incorrect.">
            <a:extLst>
              <a:ext uri="{FF2B5EF4-FFF2-40B4-BE49-F238E27FC236}">
                <a16:creationId xmlns:a16="http://schemas.microsoft.com/office/drawing/2014/main" id="{A57232F5-7FD6-0AC4-321C-401ABC3B5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2" b="984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97070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2632E-045F-429D-89C2-2B23C4BEE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97BC-3BA8-E80B-21BF-07457BED8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pPr algn="l"/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Chúa sẽ ban cho mọi điều thiên hảo,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F46BA91-2D2C-80B4-9A2D-0CAA88032323}"/>
              </a:ext>
            </a:extLst>
          </p:cNvPr>
          <p:cNvSpPr txBox="1">
            <a:spLocks/>
          </p:cNvSpPr>
          <p:nvPr/>
        </p:nvSpPr>
        <p:spPr>
          <a:xfrm>
            <a:off x="736600" y="0"/>
            <a:ext cx="7670800" cy="698500"/>
          </a:xfrm>
          <a:prstGeom prst="rect">
            <a:avLst/>
          </a:prstGeom>
        </p:spPr>
        <p:txBody>
          <a:bodyPr vert="horz" lIns="91440" tIns="0" rIns="91440" bIns="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CA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HIỆP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endParaRPr lang="en-US" sz="6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829928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3D426-8AEE-C717-24AB-2C50A3B7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B7419-B699-D60E-76AB-13B6181FF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rgbClr val="FF9999">
              <a:alpha val="10000"/>
            </a:srgbClr>
          </a:solidFill>
        </p:spPr>
        <p:txBody>
          <a:bodyPr lIns="91440" tIns="0" rIns="91440" bIns="0">
            <a:noAutofit/>
          </a:bodyPr>
          <a:lstStyle/>
          <a:p>
            <a:pPr algn="just"/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và Đất Nước chúng con sẽ sinh bông trái.</a:t>
            </a:r>
            <a:endParaRPr lang="vi-VN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254914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AD1D8-F18D-881D-7FBD-A9B194736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 chalice and two round objects on a plate&#10;&#10;AI-generated content may be incorrect.">
            <a:extLst>
              <a:ext uri="{FF2B5EF4-FFF2-40B4-BE49-F238E27FC236}">
                <a16:creationId xmlns:a16="http://schemas.microsoft.com/office/drawing/2014/main" id="{829ED5CD-2CE5-D529-9A44-0B1FCEE5A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1"/>
            <a:ext cx="9144000" cy="514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213542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293F-BA6C-A212-BFD7-75ADD11CE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4844-C508-6B0C-D71E-141649C47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0"/>
            <a:ext cx="9144001" cy="5143500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HIỆP</a:t>
            </a:r>
            <a: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4700" b="1" dirty="0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ĐỂ</a:t>
            </a:r>
            <a:r>
              <a:rPr lang="en-US" sz="67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CHÚA </a:t>
            </a:r>
            <a:r>
              <a:rPr lang="en-US" sz="67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ĐẾN</a:t>
            </a:r>
            <a:br>
              <a:rPr lang="en-US" sz="67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en-US" sz="4700" b="1" i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Lm</a:t>
            </a:r>
            <a:r>
              <a:rPr lang="en-US" sz="47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. Nguyễn Duy)</a:t>
            </a:r>
            <a:endParaRPr lang="en-US" sz="4700" b="1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445071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12FDD-E0FA-922E-237A-136619E8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310D9-2B5E-AF01-E40F-3F4370A6F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1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cho lòng chúng con luôn mở rộng chờ mong Chúa đến.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539375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A535B-4335-B11A-691B-D5ACBD6C2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B0CA9-2062-EB02-E68D-E6BEE6686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Xin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cho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lòng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chúng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con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luôn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thắm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nồng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một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tình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yêu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mến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8870366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6E723-B84E-EB23-D26D-7F76CB1B7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C89ED-81D4-2942-3EDE-6F78BAA7D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cho lòng chúng con luôn khát khao luôn ước ao</a:t>
            </a:r>
          </a:p>
        </p:txBody>
      </p:sp>
    </p:spTree>
    <p:extLst>
      <p:ext uri="{BB962C8B-B14F-4D97-AF65-F5344CB8AC3E}">
        <p14:creationId xmlns:p14="http://schemas.microsoft.com/office/powerpoint/2010/main" val="3641247277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8D1FF-6183-2AC7-49AA-79D0B98C9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9736F-738D-8CF9-2D7E-EB42E556F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một thế giới sướng vui dạt dào một thế giới không còn </a:t>
            </a:r>
            <a:b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khổ đau.</a:t>
            </a:r>
          </a:p>
        </p:txBody>
      </p:sp>
    </p:spTree>
    <p:extLst>
      <p:ext uri="{BB962C8B-B14F-4D97-AF65-F5344CB8AC3E}">
        <p14:creationId xmlns:p14="http://schemas.microsoft.com/office/powerpoint/2010/main" val="2769191260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B1215-13FE-50C1-7250-456C5BBF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2C78-1E22-2631-2CE3-B447D9B90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: </a:t>
            </a:r>
            <a:r>
              <a:rPr lang="vi-VN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Để Chúa đến trong cuộc đời,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để Chúa đến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mang ơn Trời, 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555038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87F25-F31A-4D7B-3684-BC6FCA65F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311B3-53AD-4806-1ECD-5C412461B7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nguồn hạnh phúc cho con người, mùa cứu rỗi cho mọi nơi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9037767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FD776-1FFC-F3ED-4B34-28700BDCC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6F6C-3718-417C-3ED2-83694423D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2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cho lòng chúng con không oán hờn và không ghen ghét.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706365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89600-121A-9522-43AF-7A73AF555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B661-750E-B322-6E07-C54E2194C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Xin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cho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lòng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chúng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con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luôn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quảng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đại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luôn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tha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thứ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3894620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ACA02-341D-7CBF-4268-E6C28D24F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4BEA8-9F0D-8E28-8A07-974EAB549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cho lòng chúng con yêu mến người yêu suốt đời chỉ biết sống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hiến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dâng</a:t>
            </a:r>
            <a:endParaRPr lang="vi-VN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615529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12D0-8773-AEC3-F4F0-0CC5EA8FB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974C-157A-7E10-8212-96A6DD9D8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phục vụ và hướng đến ân tình trời cao.</a:t>
            </a:r>
          </a:p>
        </p:txBody>
      </p:sp>
    </p:spTree>
    <p:extLst>
      <p:ext uri="{BB962C8B-B14F-4D97-AF65-F5344CB8AC3E}">
        <p14:creationId xmlns:p14="http://schemas.microsoft.com/office/powerpoint/2010/main" val="750514216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33B06-F897-BF52-1641-682DB35EB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BF796-F99A-9CED-2DCE-6ADD48E12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: </a:t>
            </a:r>
            <a:r>
              <a:rPr lang="vi-VN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Để Chúa đến trong cuộc đời,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để Chúa đến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mang ơn Trời, 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040777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60981-B0CF-03A9-A05F-8EEC13100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41BAA-3A5D-6C18-F805-2CFEFBF8BD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nguồn hạnh phúc cho con người, mùa cứu rỗi cho mọi nơi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3581927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FB760-C03E-A2FD-3A0C-27A28EB91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173F-F51B-C8E1-42B7-2FE1BD0AC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3</a:t>
            </a:r>
            <a:r>
              <a:rPr lang="en-US" sz="8000" b="1" dirty="0">
                <a:solidFill>
                  <a:srgbClr val="FF0000"/>
                </a:solidFill>
                <a:effectLst/>
                <a:latin typeface="Times New Roman (Headings)"/>
                <a:cs typeface="Arial" panose="020B0604020202020204" pitchFamily="34" charset="0"/>
              </a:rPr>
              <a:t>. </a:t>
            </a:r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Xin cho lòng chúng con như máng cỏ tỏa nồng hơi ấm.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301710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EE4EB-6E37-4F38-6E16-3618AA54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EFC4D-75C1-CA46-DDFD-CEE625A69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Nên nơi Ngài náu thân khi xuống trần một đêm cô vắng.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588616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7DA21-0911-C302-7A2A-90526C531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4D35B-30D6-EF40-D431-2B0B714CA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Cho con được ủi an ai khóc than ai khó khăn giọt nước mắt sẽ nên nụ cười</a:t>
            </a:r>
          </a:p>
        </p:txBody>
      </p:sp>
    </p:spTree>
    <p:extLst>
      <p:ext uri="{BB962C8B-B14F-4D97-AF65-F5344CB8AC3E}">
        <p14:creationId xmlns:p14="http://schemas.microsoft.com/office/powerpoint/2010/main" val="929489718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1AD19-DDE0-631B-3146-5E05473B1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50A17-F6DE-73D1-28D4-806C61C62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và tiếng hát vang dậy trần gian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  <a:endParaRPr lang="vi-VN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321909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7B066-5189-D396-CF06-CAC9C9B77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A5BEA-F028-7AE3-E563-FA4B4C737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: </a:t>
            </a:r>
            <a:r>
              <a:rPr lang="vi-VN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Để Chúa đến trong cuộc đời,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để Chúa đến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mang ơn Trời, 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166244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648BB-3353-6333-D233-A81618C0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8FD40-7C51-7771-CA53-31D880EAD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nguồn hạnh phúc cho con người, mùa cứu rỗi cho mọi nơi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4962068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C802A-1F88-3D7F-4C87-8AC8D8441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ó thể là hình ảnh về văn bản cho biết 'CHÚA NHẬT I MÙA VỌNG NĂM -NĂM A TỈNH THỨC để sẵn sàng び米代 &quot;Vậy cấc con cũng phải sẵn sãng, VÌ lúc cấc con không ngõ, Con Người sẽ đến.&quot; (Mt 24, 37-44)'">
            <a:extLst>
              <a:ext uri="{FF2B5EF4-FFF2-40B4-BE49-F238E27FC236}">
                <a16:creationId xmlns:a16="http://schemas.microsoft.com/office/drawing/2014/main" id="{07F5B0D1-B84A-C628-AD3E-A5449D962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4975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23D71-BC68-100A-9F02-38DD98D41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B7ADD-2E84-6630-1D52-B4038C318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499"/>
          </a:xfrm>
        </p:spPr>
        <p:txBody>
          <a:bodyPr lIns="91440" tIns="0" rIns="91440" bIns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700" b="1" dirty="0" err="1">
                <a:effectLst/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KẾT</a:t>
            </a:r>
            <a:r>
              <a:rPr lang="en-US" sz="4700" b="1" dirty="0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4700" b="1" dirty="0" err="1"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LỄ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MẸ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CÓ</a:t>
            </a:r>
            <a: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 </a:t>
            </a:r>
            <a:r>
              <a:rPr lang="en-US" sz="6700" b="1" dirty="0" err="1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THẤU</a:t>
            </a:r>
            <a:br>
              <a:rPr lang="en-US" sz="6700" b="1" dirty="0">
                <a:solidFill>
                  <a:srgbClr val="FF0000"/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</a:br>
            <a:r>
              <a:rPr lang="en-US" sz="54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(</a:t>
            </a:r>
            <a:r>
              <a:rPr lang="vi-VN" sz="54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Sr.  Hương Đan</a:t>
            </a:r>
            <a:r>
              <a:rPr lang="en-US" sz="5400" b="1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Sans Serif Collection" panose="020B0502040504020204" pitchFamily="34" charset="0"/>
                <a:cs typeface="Times New Roman" panose="02020603050405020304" pitchFamily="18" charset="0"/>
              </a:rPr>
              <a:t>)</a:t>
            </a:r>
            <a:endParaRPr lang="en-US" sz="4700" b="1" dirty="0">
              <a:solidFill>
                <a:schemeClr val="bg1">
                  <a:lumMod val="50000"/>
                </a:schemeClr>
              </a:solidFill>
              <a:effectLst/>
              <a:latin typeface="Times New Roman" panose="02020603050405020304" pitchFamily="18" charset="0"/>
              <a:ea typeface="Sans Serif Collection" panose="020B050204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645951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65D3E-6024-C05B-C588-C3F3A407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48F62-0FBE-07B6-A99E-FBC1BF1D5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1. </a:t>
            </a: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Mẹ ơi!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Mẹ có thấu,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tiếng khóc than </a:t>
            </a:r>
            <a:br>
              <a:rPr lang="en-US" sz="8000" b="1" dirty="0">
                <a:latin typeface="Times New Roman (Headings)"/>
                <a:cs typeface="Arial" panose="020B0604020202020204" pitchFamily="34" charset="0"/>
              </a:rPr>
            </a:br>
            <a:r>
              <a:rPr lang="vi-VN" sz="8000" b="1" dirty="0">
                <a:latin typeface="Times New Roman (Headings)"/>
                <a:cs typeface="Arial" panose="020B0604020202020204" pitchFamily="34" charset="0"/>
              </a:rPr>
              <a:t>của bao linh hồn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649438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9CE18-D3BF-D5F2-EF1A-7610E8C46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164D0-5753-71F2-B675-A4B1B3261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trong nơi luyện hình. Từng ngày dài trông ngóng Mẹ hộ phù đỡ nâng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867792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0854A-30FD-74BA-D760-3D98AFF08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86308-F178-7F8F-C4CD-1D711E0E4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8000" b="1" dirty="0">
                <a:effectLst/>
                <a:latin typeface="Times New Roman (Headings)"/>
                <a:cs typeface="Arial" panose="020B0604020202020204" pitchFamily="34" charset="0"/>
              </a:rPr>
              <a:t>đem rời xa khỏi chốn tối tăm. Mẹ ơi! Mẹ có thấu</a:t>
            </a:r>
            <a:endParaRPr lang="en-US" sz="80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446063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6DDAF-50EE-AF55-F00E-BF966417B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88794-D8BE-18A4-0878-9922595BE4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tiếng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khấn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van con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đang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khẩn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cầu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cho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bao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linh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8000" b="1" dirty="0" err="1">
                <a:effectLst/>
                <a:latin typeface="Times New Roman (Headings)"/>
                <a:cs typeface="Arial" panose="020B0604020202020204" pitchFamily="34" charset="0"/>
              </a:rPr>
              <a:t>hồn</a:t>
            </a:r>
            <a:r>
              <a:rPr lang="en-US" sz="80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4741813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071C3-D86B-8375-17A7-951E30755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73AB-7E0A-C5AA-CA5C-427275D7E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Dù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một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ngày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phiêu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lãng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và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chiều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về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bỗng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nghe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tâm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hồn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thống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hối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bao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lỗi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lầm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2973185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41BC7-20DD-6972-95CF-78F390A3D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7B57C-CADF-D464-3274-63301D9B21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7500" b="1" dirty="0" err="1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ĐK</a:t>
            </a:r>
            <a:r>
              <a:rPr lang="en-US" sz="7500" b="1" dirty="0">
                <a:solidFill>
                  <a:srgbClr val="FF0000"/>
                </a:solidFill>
                <a:latin typeface="Times New Roman (Headings)"/>
                <a:cs typeface="Arial" panose="020B0604020202020204" pitchFamily="34" charset="0"/>
              </a:rPr>
              <a:t>: </a:t>
            </a:r>
            <a:r>
              <a:rPr lang="vi-VN" sz="7500" b="1" dirty="0">
                <a:latin typeface="Times New Roman (Headings)"/>
                <a:cs typeface="Arial" panose="020B0604020202020204" pitchFamily="34" charset="0"/>
              </a:rPr>
              <a:t>Hỡi Mẹ nhân lành! Nguyện xin thương đến lời con kêu khấn</a:t>
            </a:r>
            <a:endParaRPr lang="en-US" sz="75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828693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30EC3-2C78-AB82-81A8-F4FF28F9D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8E56D-8DDE-E05B-C1BC-8C8024B2F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7500" b="1" dirty="0">
                <a:effectLst/>
                <a:latin typeface="Times New Roman (Headings)"/>
                <a:cs typeface="Arial" panose="020B0604020202020204" pitchFamily="34" charset="0"/>
              </a:rPr>
              <a:t>từ nơi thế gian bùn nhơ. Hỡi Mẹ nhân lành, nguyện xin thương đến</a:t>
            </a:r>
            <a:endParaRPr lang="en-US" sz="75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724271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E64C1-BDA4-A05E-548D-8662B9D82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C67D8-338C-583E-9183-1F42765CF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7500" b="1" dirty="0">
                <a:effectLst/>
                <a:latin typeface="Times New Roman (Headings)"/>
                <a:cs typeface="Arial" panose="020B0604020202020204" pitchFamily="34" charset="0"/>
              </a:rPr>
              <a:t>lời con kêu khấn </a:t>
            </a:r>
            <a:b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7500" b="1" dirty="0">
                <a:effectLst/>
                <a:latin typeface="Times New Roman (Headings)"/>
                <a:cs typeface="Arial" panose="020B0604020202020204" pitchFamily="34" charset="0"/>
              </a:rPr>
              <a:t>từ nơi thế gian </a:t>
            </a:r>
            <a:b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</a:br>
            <a:r>
              <a:rPr lang="vi-VN" sz="7500" b="1" dirty="0">
                <a:effectLst/>
                <a:latin typeface="Times New Roman (Headings)"/>
                <a:cs typeface="Arial" panose="020B0604020202020204" pitchFamily="34" charset="0"/>
              </a:rPr>
              <a:t>bùn nhơ.</a:t>
            </a:r>
            <a:endParaRPr lang="en-US" sz="75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75156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D8B64-F692-A5E3-C2F5-29A103E9D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15689-FE72-7C7D-AF94-72C3D0C7F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vi-VN" sz="7500" b="1" dirty="0">
                <a:effectLst/>
                <a:latin typeface="Times New Roman (Headings)"/>
                <a:cs typeface="Arial" panose="020B0604020202020204" pitchFamily="34" charset="0"/>
              </a:rPr>
              <a:t>Hỡi Mẹ nhân lành, nguyện xin thương đến lời con kêu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vi-VN" sz="7500" b="1" dirty="0">
                <a:latin typeface="Times New Roman (Headings)"/>
                <a:cs typeface="Arial" panose="020B0604020202020204" pitchFamily="34" charset="0"/>
              </a:rPr>
              <a:t>khấn</a:t>
            </a:r>
            <a:endParaRPr lang="en-US" sz="7500" b="1" dirty="0">
              <a:effectLst/>
              <a:latin typeface="Times New Roman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4896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0D2D6-95E8-54F6-140D-747BEAD6F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31049-FB23-39C3-41AC-69C4A0184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143500"/>
          </a:xfrm>
          <a:solidFill>
            <a:schemeClr val="bg1"/>
          </a:solidFill>
        </p:spPr>
        <p:txBody>
          <a:bodyPr lIns="91440" tIns="0" rIns="91440" bIns="0">
            <a:noAutofit/>
          </a:bodyPr>
          <a:lstStyle/>
          <a:p>
            <a:r>
              <a:rPr lang="en-US" sz="7500" b="1" dirty="0" err="1">
                <a:latin typeface="Times New Roman (Headings)"/>
                <a:cs typeface="Arial" panose="020B0604020202020204" pitchFamily="34" charset="0"/>
              </a:rPr>
              <a:t>vì</a:t>
            </a:r>
            <a:r>
              <a:rPr lang="en-US" sz="7500" b="1" dirty="0">
                <a:latin typeface="Times New Roman (Headings)"/>
                <a:cs typeface="Arial" panose="020B0604020202020204" pitchFamily="34" charset="0"/>
              </a:rPr>
              <a:t> bao </a:t>
            </a:r>
            <a:r>
              <a:rPr lang="en-US" sz="7500" b="1" dirty="0" err="1">
                <a:latin typeface="Times New Roman (Headings)"/>
                <a:cs typeface="Arial" panose="020B0604020202020204" pitchFamily="34" charset="0"/>
              </a:rPr>
              <a:t>tháng</a:t>
            </a:r>
            <a:r>
              <a:rPr lang="en-US" sz="75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latin typeface="Times New Roman (Headings)"/>
                <a:cs typeface="Arial" panose="020B0604020202020204" pitchFamily="34" charset="0"/>
              </a:rPr>
              <a:t>năm</a:t>
            </a:r>
            <a:r>
              <a:rPr lang="en-US" sz="7500" b="1" dirty="0"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mong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 </a:t>
            </a:r>
            <a:r>
              <a:rPr lang="en-US" sz="7500" b="1" dirty="0" err="1">
                <a:effectLst/>
                <a:latin typeface="Times New Roman (Headings)"/>
                <a:cs typeface="Arial" panose="020B0604020202020204" pitchFamily="34" charset="0"/>
              </a:rPr>
              <a:t>chờ</a:t>
            </a:r>
            <a:r>
              <a:rPr lang="en-US" sz="7500" b="1" dirty="0">
                <a:effectLst/>
                <a:latin typeface="Times New Roman (Headings)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2400301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9B12F-8D45-97E8-EDB0-2EAF04A67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ó thể là hình ảnh về văn bản cho biết 'CHÚA NHẬT I MÙA VỌNG NĂM -NĂM A TỈNH THỨC để sẵn sàng び米代 &quot;Vậy cấc con cũng phải sẵn sãng, VÌ lúc cấc con không ngõ, Con Người sẽ đến.&quot; (Mt 24, 37-44)'">
            <a:extLst>
              <a:ext uri="{FF2B5EF4-FFF2-40B4-BE49-F238E27FC236}">
                <a16:creationId xmlns:a16="http://schemas.microsoft.com/office/drawing/2014/main" id="{31E07F1C-FFFA-DD29-9D72-C8C79697B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8213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UTM American Sans"/>
        <a:ea typeface=""/>
        <a:cs typeface=""/>
      </a:majorFont>
      <a:minorFont>
        <a:latin typeface="UTM America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1854</TotalTime>
  <Words>3996</Words>
  <Application>Microsoft Office PowerPoint</Application>
  <PresentationFormat>On-screen Show (16:9)</PresentationFormat>
  <Paragraphs>403</Paragraphs>
  <Slides>253</Slides>
  <Notes>89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253</vt:i4>
      </vt:variant>
    </vt:vector>
  </HeadingPairs>
  <TitlesOfParts>
    <vt:vector size="260" baseType="lpstr">
      <vt:lpstr>Arial</vt:lpstr>
      <vt:lpstr>Calibri</vt:lpstr>
      <vt:lpstr>Oswald</vt:lpstr>
      <vt:lpstr>Times New Roman</vt:lpstr>
      <vt:lpstr>Times New Roman (Headings)</vt:lpstr>
      <vt:lpstr>UTM American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NHẬP LỄ HÃY SẴN SÀNG (Lm. Mi Trầm)</vt:lpstr>
      <vt:lpstr>ĐK: Nầy đoàn dân Chúa hãy sẵn sàng vì lúc ta không ngờ thì Chúa sẽ đến.</vt:lpstr>
      <vt:lpstr>Nầy đoàn dân Chúa hãy sẵn sàng vì lúc ta không ngờ thì Chúa đến gần.</vt:lpstr>
      <vt:lpstr>1. Hãy thắp nến sáng với bao  việc lành,</vt:lpstr>
      <vt:lpstr>chờ ngày về  nơi phúc vinh  thiên đàng.</vt:lpstr>
      <vt:lpstr>ĐK: Nầy đoàn dân Chúa hãy sẵn sàng vì lúc ta không ngờ thì Chúa sẽ đến.</vt:lpstr>
      <vt:lpstr>Nầy đoàn dân Chúa hãy sẵn sàng vì lúc ta không ngờ thì Chúa đến gần.</vt:lpstr>
      <vt:lpstr>PowerPoint Presentation</vt:lpstr>
      <vt:lpstr>PowerPoint Presentation</vt:lpstr>
      <vt:lpstr>ĐÁP CA THÁNH VỊNH 121 (Lm. Thái Nguyên)  (04 câu)</vt:lpstr>
      <vt:lpstr>1/4. Vui thay khi thiên hạ bảo tôi: chúng ta hãy lên đền thờ Chúa.</vt:lpstr>
      <vt:lpstr>Chính đây hỡi  Giê-ru-sa-lem,  chân chúng tôi đứng nơi cửa thành rồi.</vt:lpstr>
      <vt:lpstr>ĐK:  Vui thay!  Khi người ta đến nói với tôi rằng:</vt:lpstr>
      <vt:lpstr>Chúng ta,  hãy cùng nhau lên đền thánh Chúa nào</vt:lpstr>
      <vt:lpstr>chúng ta hãy  cùng nhau lên  đền thánh Ngài.</vt:lpstr>
      <vt:lpstr>2/4. Giê-ru-sa-lem được dựng xây khác chi những đô thành kiên cố.</vt:lpstr>
      <vt:lpstr>Biết bao nhiêu con dân của Chúa  đang tiến lên đến nơi cửa đền thờ.</vt:lpstr>
      <vt:lpstr>ĐK:  Vui thay!  Khi người ta đến nói với tôi rằng:</vt:lpstr>
      <vt:lpstr>Chúng ta,  hãy cùng nhau lên đền thánh Chúa nào</vt:lpstr>
      <vt:lpstr>chúng ta hãy  cùng nhau lên  đền thánh Ngài.</vt:lpstr>
      <vt:lpstr>3/4. Con dân theo như luật truyền xưa, tiến lên để ca ngợi danh Chúa.</vt:lpstr>
      <vt:lpstr>Chính đây là ngai toà Đa-vít, được  đắp xây để xét  xử toàn dân.</vt:lpstr>
      <vt:lpstr>ĐK:  Vui thay!  Khi người ta đến nói với tôi rằng:</vt:lpstr>
      <vt:lpstr>Chúng ta,  hãy cùng nhau lên đền thánh Chúa nào</vt:lpstr>
      <vt:lpstr>chúng ta hãy  cùng nhau lên  đền thánh Ngài.</vt:lpstr>
      <vt:lpstr>4/4. Xin cho Gia-liêm được bình an, chúc cho dân luôn được hưng thái.</vt:lpstr>
      <vt:lpstr>Những mong cho dinh cơ bình an, và đó đây vẫn luôn hằng đẹp tươi.</vt:lpstr>
      <vt:lpstr>ĐK:  Vui thay!  Khi người ta đến nói với tôi rằng:</vt:lpstr>
      <vt:lpstr>Chúng ta,  hãy cùng nhau lên đền thánh Chúa nào</vt:lpstr>
      <vt:lpstr>chúng ta hãy  cùng nhau lên  đền thánh Ngài.</vt:lpstr>
      <vt:lpstr>PowerPoint Presentation</vt:lpstr>
      <vt:lpstr>All… All… Chúa ơi, xin hãy  tỏ lòng từ bi</vt:lpstr>
      <vt:lpstr>và ban ơn cứu độ chúng con.  All.. All..</vt:lpstr>
      <vt:lpstr>PowerPoint Presentation</vt:lpstr>
      <vt:lpstr>CT: Tôi tin kính một Thiên Chúa là Cha toàn năng.</vt:lpstr>
      <vt:lpstr>Đấng tạo thành trời đất muôn vật hữu hình và vô hình.</vt:lpstr>
      <vt:lpstr>Tôi tin kính một Chúa Giê-su Ki-tô Con Một Thiên Chúa,</vt:lpstr>
      <vt:lpstr>sinh bởi Đức Chúa Cha từ trước muôn đời.</vt:lpstr>
      <vt:lpstr>Người là Thiên Chúa bởi Thiên Chúa, Ánh Sáng bởi Ánh Sáng,</vt:lpstr>
      <vt:lpstr>Thiên Chúa thật bởi Thiên Chúa thật.</vt:lpstr>
      <vt:lpstr>Được sinh ra mà không phải được tạo thành đồng bản thể với Đức Chúa Cha:</vt:lpstr>
      <vt:lpstr>nhờ Người mà muôn vật được tạo thành.</vt:lpstr>
      <vt:lpstr>Vì loài người chúng ta và để cứu độ chúng ta, Người đã từ trời xuống thế.</vt:lpstr>
      <vt:lpstr>Bởi phép Đức Chúa Thánh Thần, Người đã nhập thể trong lòng Trinh Nữ Ma-ri-a,  và đã làm người.</vt:lpstr>
      <vt:lpstr>Người chịu đóng đinh vào thập giá vì chúng ta,</vt:lpstr>
      <vt:lpstr>thời quan Phong-xi-ô Phi-la-tô; Người chịu khổ hình và mai táng.</vt:lpstr>
      <vt:lpstr>Ngày thứ ba Người sống lại như lời  Thánh kinh.</vt:lpstr>
      <vt:lpstr>Người lên trời, ngự bên hữu Đức Chúa Cha.</vt:lpstr>
      <vt:lpstr>Và Người sẽ lại đến trong vinh quang để phán xét kẻ sống và kẻ chết,</vt:lpstr>
      <vt:lpstr>Nước Người sẽ không bao giờ cùng.</vt:lpstr>
      <vt:lpstr>Tôi tin kính Đức Chúa Thánh Thần là Thiên Chúa, và là Đấng ban sự sống,</vt:lpstr>
      <vt:lpstr>Người bởi Đức Chúa Cha và Đức Chúa Con mà ra.</vt:lpstr>
      <vt:lpstr>Người được phụng thờ và tôn vinh cùng với Đức Chúa Cha và Đức Chúa Con</vt:lpstr>
      <vt:lpstr>Người đã dùng các Tiên tri mà phán dạy.</vt:lpstr>
      <vt:lpstr>Tôi tin Hội Thánh duy nhất, thánh thiện, công giáo và tông truyền.</vt:lpstr>
      <vt:lpstr>Tôi tuyên xưng có một Phép Rửa  để tha tội.</vt:lpstr>
      <vt:lpstr>Tôi trông đợi kẻ chết sống lại và sự sống đời sau. Amen.</vt:lpstr>
      <vt:lpstr>PowerPoint Presentation</vt:lpstr>
      <vt:lpstr>DÂNG LỄ DÂNG LỄ 15 (Lm. Phạm Liên Hùng)</vt:lpstr>
      <vt:lpstr>ĐK: Dâng lên  trước thiên tòa  này bánh thơm  với rượu ngon.</vt:lpstr>
      <vt:lpstr>Dâng lên trót  tâm hồn và trót thân xác của con</vt:lpstr>
      <vt:lpstr>1. Xin tiến dâng lời kinh hòa vang theo lời hoan chúc,</vt:lpstr>
      <vt:lpstr>xin tiến dâng đời con với bao ước mơ nồng nàn,</vt:lpstr>
      <vt:lpstr>xin Chúa luôn dủ thương và ban chan hòa ơn phúc,</vt:lpstr>
      <vt:lpstr>cho chính tâm hồn con cũng như khắp dân tộc con.</vt:lpstr>
      <vt:lpstr>ĐK: Dâng lên  trước thiên tòa  này bánh thơm  với rượu ngon.</vt:lpstr>
      <vt:lpstr>Dâng lên trót  tâm hồn và trót thân xác của con</vt:lpstr>
      <vt:lpstr>2. Xin tiến dâng tuổi xanh cùng bao khát vọng chan chứa,</vt:lpstr>
      <vt:lpstr>dâng Chúa các bạn con cũng như những ai thân thuộc.</vt:lpstr>
      <vt:lpstr>Xin Chúa thương rộng ban hồng ân chan hòa tâm trí,</vt:lpstr>
      <vt:lpstr>săn sóc giữ gìn luôn thoát qua phút giây lầm than.</vt:lpstr>
      <vt:lpstr>ĐK: Dâng lên  trước thiên tòa  này bánh thơm  với rượu ngon.</vt:lpstr>
      <vt:lpstr>Dâng lên trót  tâm hồn và trót thân xác của con</vt:lpstr>
      <vt:lpstr>3. Xin tiến dâng từ đây ngàn muôn vất vả cay đắng,</vt:lpstr>
      <vt:lpstr>dâng Chúa bao niềm vui cũng như phút giây lao nhọc.</vt:lpstr>
      <vt:lpstr>Xin đoái thương rộng tay để ban trên đoàn dân Chúa,</vt:lpstr>
      <vt:lpstr>ơn sống theo luật riêng rắc gieo khắp nơi niềm tin.</vt:lpstr>
      <vt:lpstr>ĐK: Dâng lên  trước thiên tòa  này bánh thơm  với rượu ngon.</vt:lpstr>
      <vt:lpstr>Dâng lên trót  tâm hồn và trót thân xác của con</vt:lpstr>
      <vt:lpstr>PowerPoint Presentation</vt:lpstr>
      <vt:lpstr>Thánh! Thánh! Thánh!</vt:lpstr>
      <vt:lpstr>Chúa là  Thiên Chúa  các đạo binh.</vt:lpstr>
      <vt:lpstr>Trời đất đầy vinh quang Chúa.</vt:lpstr>
      <vt:lpstr>Hoan hô Chúa trên các tầng trời.</vt:lpstr>
      <vt:lpstr>Chúc tụng Đấng ngự đến nhân  danh Chúa.</vt:lpstr>
      <vt:lpstr>Hoan hô Chúa trên các tầng trời.</vt:lpstr>
      <vt:lpstr>PowerPoint Presentation</vt:lpstr>
      <vt:lpstr> Lạy Chiên Thiên Chúa, Đấng xóa tội trần gian:</vt:lpstr>
      <vt:lpstr>xin thương xót chúng con.</vt:lpstr>
      <vt:lpstr>Lạy Chiên Thiên Chúa, Đấng xóa tội trần gian:</vt:lpstr>
      <vt:lpstr>xin thương xót chúng con.</vt:lpstr>
      <vt:lpstr>Lạy Chiên Thiên Chúa, Đấng xóa tội trần gian:</vt:lpstr>
      <vt:lpstr>xin ban bình an cho chúng con.</vt:lpstr>
      <vt:lpstr>PowerPoint Presentation</vt:lpstr>
      <vt:lpstr>Chúa sẽ ban cho mọi điều thiên hảo, </vt:lpstr>
      <vt:lpstr>và Đất Nước chúng con sẽ sinh bông trái.</vt:lpstr>
      <vt:lpstr>PowerPoint Presentation</vt:lpstr>
      <vt:lpstr>HIỆP LỄ ĐỂ CHÚA ĐẾN (Lm. Nguyễn Duy)</vt:lpstr>
      <vt:lpstr>1. Xin cho lòng chúng con luôn mở rộng chờ mong Chúa đến.</vt:lpstr>
      <vt:lpstr>Xin cho lòng chúng con luôn thắm nồng một tình yêu mến.</vt:lpstr>
      <vt:lpstr>Xin cho lòng chúng con luôn khát khao luôn ước ao</vt:lpstr>
      <vt:lpstr>một thế giới sướng vui dạt dào một thế giới không còn  khổ đau.</vt:lpstr>
      <vt:lpstr>ĐK:  Để Chúa đến trong cuộc đời,  để Chúa đến  mang ơn Trời, </vt:lpstr>
      <vt:lpstr>nguồn hạnh phúc cho con người, mùa cứu rỗi cho mọi nơi.</vt:lpstr>
      <vt:lpstr>2. Xin cho lòng chúng con không oán hờn và không ghen ghét.</vt:lpstr>
      <vt:lpstr>Xin cho lòng chúng con luôn quảng đại và luôn tha thứ.</vt:lpstr>
      <vt:lpstr>Xin cho lòng chúng con yêu mến người yêu suốt đời chỉ biết sống hiến dâng</vt:lpstr>
      <vt:lpstr>phục vụ và hướng đến ân tình trời cao.</vt:lpstr>
      <vt:lpstr>ĐK:  Để Chúa đến trong cuộc đời,  để Chúa đến  mang ơn Trời, </vt:lpstr>
      <vt:lpstr>nguồn hạnh phúc cho con người, mùa cứu rỗi cho mọi nơi.</vt:lpstr>
      <vt:lpstr>3. Xin cho lòng chúng con như máng cỏ tỏa nồng hơi ấm.</vt:lpstr>
      <vt:lpstr>Nên nơi Ngài náu thân khi xuống trần một đêm cô vắng.</vt:lpstr>
      <vt:lpstr>Cho con được ủi an ai khóc than ai khó khăn giọt nước mắt sẽ nên nụ cười</vt:lpstr>
      <vt:lpstr>và tiếng hát vang dậy trần gian.</vt:lpstr>
      <vt:lpstr>ĐK:  Để Chúa đến trong cuộc đời,  để Chúa đến  mang ơn Trời, </vt:lpstr>
      <vt:lpstr>nguồn hạnh phúc cho con người, mùa cứu rỗi cho mọi nơi.</vt:lpstr>
      <vt:lpstr>PowerPoint Presentation</vt:lpstr>
      <vt:lpstr>KẾT LỄ MẸ CÓ THẤU (Sr.  Hương Đan)</vt:lpstr>
      <vt:lpstr>1. Mẹ ơi!  Mẹ có thấu,  tiếng khóc than  của bao linh hồn</vt:lpstr>
      <vt:lpstr>trong nơi luyện hình. Từng ngày dài trông ngóng Mẹ hộ phù đỡ nâng</vt:lpstr>
      <vt:lpstr>đem rời xa khỏi chốn tối tăm. Mẹ ơi! Mẹ có thấu</vt:lpstr>
      <vt:lpstr>tiếng khấn van con đang khẩn cầu cho bao linh hồn.</vt:lpstr>
      <vt:lpstr>Dù một ngày phiêu lãng và chiều về bỗng nghe tâm hồn thống hối bao lỗi lầm.</vt:lpstr>
      <vt:lpstr>ĐK: Hỡi Mẹ nhân lành! Nguyện xin thương đến lời con kêu khấn</vt:lpstr>
      <vt:lpstr>từ nơi thế gian bùn nhơ. Hỡi Mẹ nhân lành, nguyện xin thương đến</vt:lpstr>
      <vt:lpstr>lời con kêu khấn  từ nơi thế gian  bùn nhơ.</vt:lpstr>
      <vt:lpstr>Hỡi Mẹ nhân lành, nguyện xin thương đến lời con kêu khấn</vt:lpstr>
      <vt:lpstr>vì bao tháng năm mong chờ.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 Nhập Lễ VÀO NHÀ CHÚA St: Minh Tâm</dc:title>
  <cp:lastModifiedBy>Lý Thanh Ngô</cp:lastModifiedBy>
  <cp:revision>1885</cp:revision>
  <cp:lastPrinted>2025-09-26T13:19:17Z</cp:lastPrinted>
  <dcterms:created xsi:type="dcterms:W3CDTF">2023-01-29T22:00:16Z</dcterms:created>
  <dcterms:modified xsi:type="dcterms:W3CDTF">2025-11-29T05:14:56Z</dcterms:modified>
</cp:coreProperties>
</file>